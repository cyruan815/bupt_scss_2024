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2" r:id="rId1"/>
  </p:sldMasterIdLst>
  <p:notesMasterIdLst>
    <p:notesMasterId r:id="rId43"/>
  </p:notesMasterIdLst>
  <p:handoutMasterIdLst>
    <p:handoutMasterId r:id="rId44"/>
  </p:handoutMasterIdLst>
  <p:sldIdLst>
    <p:sldId id="391" r:id="rId2"/>
    <p:sldId id="418" r:id="rId3"/>
    <p:sldId id="392" r:id="rId4"/>
    <p:sldId id="439" r:id="rId5"/>
    <p:sldId id="394" r:id="rId6"/>
    <p:sldId id="400" r:id="rId7"/>
    <p:sldId id="401" r:id="rId8"/>
    <p:sldId id="402" r:id="rId9"/>
    <p:sldId id="432" r:id="rId10"/>
    <p:sldId id="433" r:id="rId11"/>
    <p:sldId id="430" r:id="rId12"/>
    <p:sldId id="431" r:id="rId13"/>
    <p:sldId id="424" r:id="rId14"/>
    <p:sldId id="425" r:id="rId15"/>
    <p:sldId id="426" r:id="rId16"/>
    <p:sldId id="427" r:id="rId17"/>
    <p:sldId id="428" r:id="rId18"/>
    <p:sldId id="403" r:id="rId19"/>
    <p:sldId id="291" r:id="rId20"/>
    <p:sldId id="429" r:id="rId21"/>
    <p:sldId id="441" r:id="rId22"/>
    <p:sldId id="406" r:id="rId23"/>
    <p:sldId id="407" r:id="rId24"/>
    <p:sldId id="408" r:id="rId25"/>
    <p:sldId id="440" r:id="rId26"/>
    <p:sldId id="409" r:id="rId27"/>
    <p:sldId id="410" r:id="rId28"/>
    <p:sldId id="434" r:id="rId29"/>
    <p:sldId id="435" r:id="rId30"/>
    <p:sldId id="411" r:id="rId31"/>
    <p:sldId id="412" r:id="rId32"/>
    <p:sldId id="442" r:id="rId33"/>
    <p:sldId id="438" r:id="rId34"/>
    <p:sldId id="416" r:id="rId35"/>
    <p:sldId id="420" r:id="rId36"/>
    <p:sldId id="421" r:id="rId37"/>
    <p:sldId id="422" r:id="rId38"/>
    <p:sldId id="443" r:id="rId39"/>
    <p:sldId id="444" r:id="rId40"/>
    <p:sldId id="445" r:id="rId41"/>
    <p:sldId id="446" r:id="rId42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bg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008000"/>
    <a:srgbClr val="663300"/>
    <a:srgbClr val="009999"/>
    <a:srgbClr val="0000FF"/>
    <a:srgbClr val="0066FF"/>
    <a:srgbClr val="CCFF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5" autoAdjust="0"/>
    <p:restoredTop sz="96223" autoAdjust="0"/>
  </p:normalViewPr>
  <p:slideViewPr>
    <p:cSldViewPr>
      <p:cViewPr varScale="1">
        <p:scale>
          <a:sx n="88" d="100"/>
          <a:sy n="88" d="100"/>
        </p:scale>
        <p:origin x="160" y="60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A20EE588-9005-4BDC-8781-8317D58F83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2A14808-2D23-4572-8152-B24C1CCEF6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24DB77BB-478B-4DD1-B1CE-5A10CF750AF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6753E0E0-A977-427C-A658-6CCC3B0406F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5376A2E-865B-4C2C-AD72-2D4CBE8F7F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A40E36D-8206-44DD-859E-EAC7D190AC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142C156-FFB4-4026-9581-1F54BB4B7A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7CFEBE5-AFB4-42BD-901C-C1AEB4D9C59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5078B060-915B-4A90-B09C-B441B78E45A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FF337C28-90CA-4CF4-800C-DFF221CF69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ea typeface="仿宋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3BC8FEFB-A7B6-4AC0-9090-A5281C7493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a typeface="仿宋_GB2312" pitchFamily="49" charset="-122"/>
              </a:defRPr>
            </a:lvl1pPr>
          </a:lstStyle>
          <a:p>
            <a:pPr>
              <a:defRPr/>
            </a:pPr>
            <a:fld id="{514160AD-EC36-422D-A80B-8A32C58551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49CD926E-EDA4-44BC-A5D4-2914445070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06AF05E6-ED09-4E82-B2D6-222C08A8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3B257EDE-A524-457B-849A-36CB12D07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5070D5D-FB37-41DF-A432-94E1E2245EE7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B7A62C88-A2D9-4777-B3A6-1B8299150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E4531F43-FCF7-4DE8-AD18-26769AD95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5725B5B5-199A-44F0-AD0E-FAC3B9538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4A279C-5C1D-4D76-A9F4-6AAB3955BADB}" type="slidenum">
              <a:rPr lang="en-US" altLang="zh-CN" smtClean="0">
                <a:solidFill>
                  <a:srgbClr val="EEECE1"/>
                </a:solidFill>
                <a:ea typeface="仿宋_GB2312" pitchFamily="49" charset="-122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solidFill>
                <a:srgbClr val="EEECE1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164EFD5D-AB77-4C98-81DA-1E22F6202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C3D32395-3C59-4816-B141-7BF3CEA54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FD12CF3B-F987-47A7-9223-778CD8575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6AC4B36-BF7D-4B46-8DD7-E586C352B6D6}" type="slidenum">
              <a:rPr lang="en-US" altLang="zh-CN" smtClean="0">
                <a:solidFill>
                  <a:srgbClr val="EEECE1"/>
                </a:solidFill>
                <a:ea typeface="仿宋_GB2312" pitchFamily="49" charset="-122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solidFill>
                <a:srgbClr val="EEECE1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6CFABF1D-F802-4729-9127-CC27FDE287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44744947-3E6C-4312-9272-4FF097C6E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C5154F6A-BC6D-4483-8FCD-5A6D82FA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0956D1-FDC1-4455-9509-F2B4784AC2F2}" type="slidenum">
              <a:rPr lang="en-US" altLang="zh-CN" smtClean="0">
                <a:solidFill>
                  <a:srgbClr val="EEECE1"/>
                </a:solidFill>
                <a:ea typeface="仿宋_GB2312" pitchFamily="49" charset="-122"/>
              </a:rPr>
              <a:pPr>
                <a:spcBef>
                  <a:spcPct val="0"/>
                </a:spcBef>
              </a:pPr>
              <a:t>16</a:t>
            </a:fld>
            <a:endParaRPr lang="en-US" altLang="zh-CN">
              <a:solidFill>
                <a:srgbClr val="EEECE1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F6A9C8F3-F835-4C46-B498-71FF63144C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DC974117-1A32-49FF-A68C-5CA30F88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DB916951-71DB-4F8F-AE84-6B43DB530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3BAC37-A199-4EDC-8CCF-2E158C0B9745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62A88F9C-87BA-4391-9AB7-F7CC71526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8EC1D9C7-E2C0-48A7-A104-1EEDDEE6E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605393F5-75FC-4590-88F7-7B54AFB46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E52CEB-7407-475E-8924-C662C295FBD1}" type="slidenum">
              <a:rPr lang="zh-CN" altLang="en-US" smtClean="0">
                <a:ea typeface="仿宋_GB2312" pitchFamily="49" charset="-122"/>
              </a:rPr>
              <a:pPr>
                <a:spcBef>
                  <a:spcPct val="0"/>
                </a:spcBef>
              </a:pPr>
              <a:t>26</a:t>
            </a:fld>
            <a:endParaRPr lang="zh-CN" altLang="en-US"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C589A8CC-B82C-4C9C-9383-1D0B7162ED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BEEA1292-A96E-4A8A-BCF8-D71506EF6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77C61419-1FA0-4264-A80F-B0E9B8435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AA8678-C828-4F6A-B795-57A63212F26B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91ADBF86-4D3E-4653-882F-41726FE7C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C189B226-4709-4A5F-B06C-CDEB832A5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42D9F735-C7D2-4F4B-936D-F3D5AFF95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646C232-22A7-45B4-8F35-AD0BF1DAC90C}" type="slidenum">
              <a:rPr lang="en-US" altLang="zh-CN" smtClean="0">
                <a:solidFill>
                  <a:srgbClr val="EEECE1"/>
                </a:solidFill>
                <a:ea typeface="仿宋_GB2312" pitchFamily="49" charset="-122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solidFill>
                <a:srgbClr val="EEECE1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6C664D05-67F8-4412-A372-09A7489277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BAAAA44A-B5AC-439D-A2B3-DE8FCA303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476D5DBA-DA24-48C1-8085-2E01DA8E2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E6FD53-6B3A-4D18-A396-93288F6BE229}" type="slidenum">
              <a:rPr lang="en-US" altLang="zh-CN" smtClean="0">
                <a:ea typeface="仿宋_GB2312" pitchFamily="49" charset="-122"/>
              </a:rPr>
              <a:pPr>
                <a:spcBef>
                  <a:spcPct val="0"/>
                </a:spcBef>
              </a:pPr>
              <a:t>33</a:t>
            </a:fld>
            <a:endParaRPr lang="en-US" altLang="zh-CN">
              <a:ea typeface="仿宋_GB2312" pitchFamily="49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4160AD-EC36-422D-A80B-8A32C58551F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05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A9FD9-F407-40F4-AFCC-23A678B6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31B8D-68ED-4BAE-B168-BEDBE9BD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13558-AA9D-42FE-B952-3951C914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F37DF-FE6B-46D8-B516-B3C625909D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06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8078C-DEBC-4841-8BA2-F3135680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3794F-DA49-4B40-8C96-620A87E0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B813-B38D-4486-9B00-4AE24249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EA86D-3CF7-45DE-A800-14799E2E0D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34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A13C6-2EF9-4CE1-A65C-5D5AC996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A7AFA-7F81-4C23-AD0B-9D93853D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023A2-D36D-4C02-BC4F-FE6C6B87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11510-9CCC-476D-9860-DB05D66B19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97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766B02C-8D7B-4B13-BC65-C3932933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C34CDFD-323F-4253-9008-3674BEB9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AEFDBFD-CFE4-4884-9B35-2239B1A6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C0F0D-184C-41F9-82CA-CF38B4B2AF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901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6E6BADB-7503-413F-962E-D26C3D4D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933E115-E2D3-436B-9621-57AFD6B1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EB50482-3856-4A1C-A108-F9C4885C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0590B-0EC9-4670-9D35-F75C791EB2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457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AFA0FD-9410-4E84-98E7-531B298B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A512271-07F1-4168-8C8A-F1446A0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95BF503-3592-44CD-94C7-12EF32C9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BE2BD-13FE-41DA-847D-A7EF3C6A6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69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0CF4795-F718-4FA0-8638-9AD5A561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B3C5768-F6AB-4FF8-A9D7-751310CC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73C7417-4628-4DC3-8C57-4C7ACE50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7F8BB-34F7-4A86-8158-B3BD03D93E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67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327B868-4E98-4397-98F7-9DE173D0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4B6B96C-060D-436F-88FF-0C729AEC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990D3D-58A2-4B48-A34C-441B937D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D1FB5-6B63-4632-A1BE-B356677038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30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F208111-A355-4511-98E8-415956EA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D0E1E87-2A19-44BD-AB4A-4A4C2A9E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5C4E4BF-0CEA-40ED-8486-DA2AD832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33EFB-F322-4EF3-B3E8-D06067E856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56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15026-9EB2-43C0-87B2-4252A83B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8955B-CDC9-43E5-861A-4DB10769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9E85B-DF44-454D-9EA0-5649E2D2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4381A-578C-4AA3-B614-0A3784E11E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85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D6577-D099-46F0-BD9C-EF33F549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0C696C-E83A-4949-9ECE-92649C62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40B2B-6545-47B3-980D-CB674A8A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5F3B0-FBC3-4F25-B35F-E639BB0D25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67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F2275-76FD-4FD6-85F1-9719A2DD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1FD331-C99E-47CE-83F4-AFA7F926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E04E37-9C2A-4663-92EB-2168E92C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0CA578-682C-4A36-AC3F-8ACA8B4703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60015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9E0FD266-83A7-4D17-B14B-BD96AA561C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CFD5BCAA-4A73-40C4-9475-FBCED5B2DA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A459B-C5A3-4D45-9871-F7E43939C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83D86-CF3F-4A52-B27D-5C1F2EA16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43B65-EBBA-412D-A07C-B4A567332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4128F66-3AD6-48D1-97F2-46676AE713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9" Type="http://schemas.openxmlformats.org/officeDocument/2006/relationships/oleObject" Target="../embeddings/oleObject20.bin"/><Relationship Id="rId21" Type="http://schemas.openxmlformats.org/officeDocument/2006/relationships/image" Target="../media/image15.wmf"/><Relationship Id="rId34" Type="http://schemas.openxmlformats.org/officeDocument/2006/relationships/image" Target="../media/image21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wmf"/><Relationship Id="rId25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8" Type="http://schemas.openxmlformats.org/officeDocument/2006/relationships/image" Target="../media/image2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2.bin"/><Relationship Id="rId32" Type="http://schemas.openxmlformats.org/officeDocument/2006/relationships/image" Target="../media/image20.wmf"/><Relationship Id="rId37" Type="http://schemas.openxmlformats.org/officeDocument/2006/relationships/oleObject" Target="../embeddings/oleObject19.bin"/><Relationship Id="rId40" Type="http://schemas.openxmlformats.org/officeDocument/2006/relationships/image" Target="../media/image24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28" Type="http://schemas.openxmlformats.org/officeDocument/2006/relationships/oleObject" Target="../embeddings/oleObject14.bin"/><Relationship Id="rId36" Type="http://schemas.openxmlformats.org/officeDocument/2006/relationships/image" Target="../media/image22.jpe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4.wmf"/><Relationship Id="rId31" Type="http://schemas.openxmlformats.org/officeDocument/2006/relationships/oleObject" Target="../embeddings/oleObject16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8.wmf"/><Relationship Id="rId30" Type="http://schemas.openxmlformats.org/officeDocument/2006/relationships/oleObject" Target="../embeddings/oleObject15.bin"/><Relationship Id="rId35" Type="http://schemas.openxmlformats.org/officeDocument/2006/relationships/oleObject" Target="../embeddings/oleObject18.bin"/><Relationship Id="rId8" Type="http://schemas.openxmlformats.org/officeDocument/2006/relationships/oleObject" Target="../embeddings/oleObject4.bin"/><Relationship Id="rId3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4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3.bin"/><Relationship Id="rId26" Type="http://schemas.openxmlformats.org/officeDocument/2006/relationships/oleObject" Target="../embeddings/oleObject36.bin"/><Relationship Id="rId3" Type="http://schemas.openxmlformats.org/officeDocument/2006/relationships/image" Target="../media/image29.wmf"/><Relationship Id="rId21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3.wmf"/><Relationship Id="rId25" Type="http://schemas.openxmlformats.org/officeDocument/2006/relationships/image" Target="../media/image36.png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0.wmf"/><Relationship Id="rId24" Type="http://schemas.openxmlformats.org/officeDocument/2006/relationships/image" Target="../media/image35.wmf"/><Relationship Id="rId5" Type="http://schemas.openxmlformats.org/officeDocument/2006/relationships/image" Target="../media/image15.wmf"/><Relationship Id="rId15" Type="http://schemas.openxmlformats.org/officeDocument/2006/relationships/image" Target="../media/image32.wmf"/><Relationship Id="rId23" Type="http://schemas.openxmlformats.org/officeDocument/2006/relationships/oleObject" Target="../embeddings/oleObject35.bin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34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31.bin"/><Relationship Id="rId22" Type="http://schemas.openxmlformats.org/officeDocument/2006/relationships/image" Target="../media/image22.jpeg"/><Relationship Id="rId27" Type="http://schemas.openxmlformats.org/officeDocument/2006/relationships/image" Target="../media/image37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.bin"/><Relationship Id="rId18" Type="http://schemas.openxmlformats.org/officeDocument/2006/relationships/image" Target="../media/image19.wmf"/><Relationship Id="rId26" Type="http://schemas.openxmlformats.org/officeDocument/2006/relationships/image" Target="../media/image44.emf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46.bin"/><Relationship Id="rId34" Type="http://schemas.openxmlformats.org/officeDocument/2006/relationships/image" Target="../media/image47.wmf"/><Relationship Id="rId7" Type="http://schemas.openxmlformats.org/officeDocument/2006/relationships/image" Target="../media/image40.wmf"/><Relationship Id="rId12" Type="http://schemas.openxmlformats.org/officeDocument/2006/relationships/image" Target="../media/image36.png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33" Type="http://schemas.openxmlformats.org/officeDocument/2006/relationships/oleObject" Target="../embeddings/oleObject51.bin"/><Relationship Id="rId2" Type="http://schemas.openxmlformats.org/officeDocument/2006/relationships/oleObject" Target="../embeddings/oleObject37.bin"/><Relationship Id="rId16" Type="http://schemas.openxmlformats.org/officeDocument/2006/relationships/image" Target="../media/image16.wmf"/><Relationship Id="rId20" Type="http://schemas.openxmlformats.org/officeDocument/2006/relationships/image" Target="../media/image30.wmf"/><Relationship Id="rId29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2.wmf"/><Relationship Id="rId24" Type="http://schemas.openxmlformats.org/officeDocument/2006/relationships/image" Target="../media/image43.wmf"/><Relationship Id="rId32" Type="http://schemas.openxmlformats.org/officeDocument/2006/relationships/image" Target="../media/image37.wmf"/><Relationship Id="rId5" Type="http://schemas.openxmlformats.org/officeDocument/2006/relationships/image" Target="../media/image39.wmf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45.wmf"/><Relationship Id="rId10" Type="http://schemas.openxmlformats.org/officeDocument/2006/relationships/oleObject" Target="../embeddings/oleObject41.bin"/><Relationship Id="rId19" Type="http://schemas.openxmlformats.org/officeDocument/2006/relationships/oleObject" Target="../embeddings/oleObject45.bin"/><Relationship Id="rId31" Type="http://schemas.openxmlformats.org/officeDocument/2006/relationships/oleObject" Target="../embeddings/oleObject36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1.wmf"/><Relationship Id="rId14" Type="http://schemas.openxmlformats.org/officeDocument/2006/relationships/image" Target="../media/image15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46.wmf"/><Relationship Id="rId8" Type="http://schemas.openxmlformats.org/officeDocument/2006/relationships/oleObject" Target="../embeddings/oleObject4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51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6.bin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53.wmf"/><Relationship Id="rId5" Type="http://schemas.openxmlformats.org/officeDocument/2006/relationships/image" Target="../media/image48.wmf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62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0.wmf"/><Relationship Id="rId22" Type="http://schemas.openxmlformats.org/officeDocument/2006/relationships/image" Target="../media/image5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5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60.jpeg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5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61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54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68.emf"/><Relationship Id="rId18" Type="http://schemas.openxmlformats.org/officeDocument/2006/relationships/oleObject" Target="../embeddings/oleObject84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70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8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emf"/><Relationship Id="rId11" Type="http://schemas.openxmlformats.org/officeDocument/2006/relationships/image" Target="../media/image60.jpeg"/><Relationship Id="rId5" Type="http://schemas.openxmlformats.org/officeDocument/2006/relationships/oleObject" Target="../embeddings/oleObject78.bin"/><Relationship Id="rId15" Type="http://schemas.openxmlformats.org/officeDocument/2006/relationships/image" Target="../media/image69.wmf"/><Relationship Id="rId10" Type="http://schemas.openxmlformats.org/officeDocument/2006/relationships/image" Target="../media/image67.emf"/><Relationship Id="rId19" Type="http://schemas.openxmlformats.org/officeDocument/2006/relationships/image" Target="../media/image71.w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80.bin"/><Relationship Id="rId14" Type="http://schemas.openxmlformats.org/officeDocument/2006/relationships/oleObject" Target="../embeddings/oleObject82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emf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9" Type="http://schemas.openxmlformats.org/officeDocument/2006/relationships/image" Target="../media/image90.emf"/><Relationship Id="rId21" Type="http://schemas.openxmlformats.org/officeDocument/2006/relationships/image" Target="../media/image81.emf"/><Relationship Id="rId34" Type="http://schemas.openxmlformats.org/officeDocument/2006/relationships/oleObject" Target="../embeddings/oleObject101.bin"/><Relationship Id="rId7" Type="http://schemas.openxmlformats.org/officeDocument/2006/relationships/image" Target="../media/image74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79.emf"/><Relationship Id="rId25" Type="http://schemas.openxmlformats.org/officeDocument/2006/relationships/image" Target="../media/image83.emf"/><Relationship Id="rId33" Type="http://schemas.openxmlformats.org/officeDocument/2006/relationships/image" Target="../media/image87.emf"/><Relationship Id="rId38" Type="http://schemas.openxmlformats.org/officeDocument/2006/relationships/oleObject" Target="../embeddings/oleObject103.bin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85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76.e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37" Type="http://schemas.openxmlformats.org/officeDocument/2006/relationships/image" Target="../media/image89.emf"/><Relationship Id="rId5" Type="http://schemas.openxmlformats.org/officeDocument/2006/relationships/image" Target="../media/image73.emf"/><Relationship Id="rId15" Type="http://schemas.openxmlformats.org/officeDocument/2006/relationships/image" Target="../media/image78.emf"/><Relationship Id="rId23" Type="http://schemas.openxmlformats.org/officeDocument/2006/relationships/image" Target="../media/image82.emf"/><Relationship Id="rId28" Type="http://schemas.openxmlformats.org/officeDocument/2006/relationships/oleObject" Target="../embeddings/oleObject98.bin"/><Relationship Id="rId36" Type="http://schemas.openxmlformats.org/officeDocument/2006/relationships/oleObject" Target="../embeddings/oleObject102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80.emf"/><Relationship Id="rId31" Type="http://schemas.openxmlformats.org/officeDocument/2006/relationships/image" Target="../media/image86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75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84.emf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88.emf"/><Relationship Id="rId8" Type="http://schemas.openxmlformats.org/officeDocument/2006/relationships/oleObject" Target="../embeddings/oleObject88.bin"/><Relationship Id="rId3" Type="http://schemas.openxmlformats.org/officeDocument/2006/relationships/image" Target="../media/image72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93.w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9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13" Type="http://schemas.openxmlformats.org/officeDocument/2006/relationships/oleObject" Target="../embeddings/oleObject112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12" Type="http://schemas.openxmlformats.org/officeDocument/2006/relationships/image" Target="../media/image101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oleObject" Target="../embeddings/oleObject111.bin"/><Relationship Id="rId5" Type="http://schemas.openxmlformats.org/officeDocument/2006/relationships/image" Target="../media/image97.wmf"/><Relationship Id="rId10" Type="http://schemas.openxmlformats.org/officeDocument/2006/relationships/image" Target="../media/image100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99.wmf"/><Relationship Id="rId14" Type="http://schemas.openxmlformats.org/officeDocument/2006/relationships/image" Target="../media/image10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93.wmf"/><Relationship Id="rId9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10.png"/><Relationship Id="rId3" Type="http://schemas.openxmlformats.org/officeDocument/2006/relationships/image" Target="../media/image105.wmf"/><Relationship Id="rId7" Type="http://schemas.openxmlformats.org/officeDocument/2006/relationships/image" Target="../media/image107.wmf"/><Relationship Id="rId12" Type="http://schemas.openxmlformats.org/officeDocument/2006/relationships/image" Target="../media/image100.wmf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09.wmf"/><Relationship Id="rId5" Type="http://schemas.openxmlformats.org/officeDocument/2006/relationships/image" Target="../media/image106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0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00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tags" Target="../tags/tag3.xml"/><Relationship Id="rId7" Type="http://schemas.openxmlformats.org/officeDocument/2006/relationships/oleObject" Target="../embeddings/oleObject121.bin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48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20.wmf"/><Relationship Id="rId3" Type="http://schemas.openxmlformats.org/officeDocument/2006/relationships/image" Target="../media/image115.emf"/><Relationship Id="rId7" Type="http://schemas.openxmlformats.org/officeDocument/2006/relationships/image" Target="../media/image117.e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48.wmf"/><Relationship Id="rId2" Type="http://schemas.openxmlformats.org/officeDocument/2006/relationships/oleObject" Target="../embeddings/oleObject126.bin"/><Relationship Id="rId16" Type="http://schemas.openxmlformats.org/officeDocument/2006/relationships/oleObject" Target="../embeddings/oleObject1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19.wmf"/><Relationship Id="rId5" Type="http://schemas.openxmlformats.org/officeDocument/2006/relationships/image" Target="../media/image116.e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18.emf"/><Relationship Id="rId14" Type="http://schemas.openxmlformats.org/officeDocument/2006/relationships/oleObject" Target="../embeddings/oleObject12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26.emf"/><Relationship Id="rId18" Type="http://schemas.openxmlformats.org/officeDocument/2006/relationships/image" Target="../media/image91.jpeg"/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12" Type="http://schemas.openxmlformats.org/officeDocument/2006/relationships/oleObject" Target="../embeddings/oleObject138.bin"/><Relationship Id="rId17" Type="http://schemas.openxmlformats.org/officeDocument/2006/relationships/image" Target="../media/image128.emf"/><Relationship Id="rId2" Type="http://schemas.openxmlformats.org/officeDocument/2006/relationships/oleObject" Target="../embeddings/oleObject133.bin"/><Relationship Id="rId16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25.emf"/><Relationship Id="rId5" Type="http://schemas.openxmlformats.org/officeDocument/2006/relationships/image" Target="../media/image122.emf"/><Relationship Id="rId15" Type="http://schemas.openxmlformats.org/officeDocument/2006/relationships/image" Target="../media/image127.emf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24.emf"/><Relationship Id="rId14" Type="http://schemas.openxmlformats.org/officeDocument/2006/relationships/oleObject" Target="../embeddings/oleObject13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4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image" Target="../media/image100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3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e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34.emf"/><Relationship Id="rId4" Type="http://schemas.openxmlformats.org/officeDocument/2006/relationships/image" Target="../media/image131.e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36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42.emf"/><Relationship Id="rId18" Type="http://schemas.openxmlformats.org/officeDocument/2006/relationships/oleObject" Target="../embeddings/oleObject156.bin"/><Relationship Id="rId3" Type="http://schemas.openxmlformats.org/officeDocument/2006/relationships/image" Target="../media/image137.emf"/><Relationship Id="rId21" Type="http://schemas.openxmlformats.org/officeDocument/2006/relationships/image" Target="../media/image146.emf"/><Relationship Id="rId7" Type="http://schemas.openxmlformats.org/officeDocument/2006/relationships/image" Target="../media/image139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44.e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41.emf"/><Relationship Id="rId5" Type="http://schemas.openxmlformats.org/officeDocument/2006/relationships/image" Target="../media/image138.emf"/><Relationship Id="rId15" Type="http://schemas.openxmlformats.org/officeDocument/2006/relationships/image" Target="../media/image143.emf"/><Relationship Id="rId23" Type="http://schemas.openxmlformats.org/officeDocument/2006/relationships/image" Target="../media/image147.emf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45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40.emf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164.bin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5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image" Target="../media/image136.jpeg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5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3" Type="http://schemas.openxmlformats.org/officeDocument/2006/relationships/image" Target="../media/image148.wmf"/><Relationship Id="rId7" Type="http://schemas.openxmlformats.org/officeDocument/2006/relationships/image" Target="../media/image154.wmf"/><Relationship Id="rId2" Type="http://schemas.openxmlformats.org/officeDocument/2006/relationships/oleObject" Target="../embeddings/oleObject1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5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13" Type="http://schemas.openxmlformats.org/officeDocument/2006/relationships/oleObject" Target="../embeddings/oleObject172.bin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60.emf"/><Relationship Id="rId17" Type="http://schemas.openxmlformats.org/officeDocument/2006/relationships/image" Target="../media/image163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e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10" Type="http://schemas.openxmlformats.org/officeDocument/2006/relationships/image" Target="../media/image159.emf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169.emf"/><Relationship Id="rId18" Type="http://schemas.openxmlformats.org/officeDocument/2006/relationships/oleObject" Target="../embeddings/oleObject182.bin"/><Relationship Id="rId3" Type="http://schemas.openxmlformats.org/officeDocument/2006/relationships/image" Target="../media/image164.emf"/><Relationship Id="rId21" Type="http://schemas.openxmlformats.org/officeDocument/2006/relationships/image" Target="../media/image173.emf"/><Relationship Id="rId7" Type="http://schemas.openxmlformats.org/officeDocument/2006/relationships/image" Target="../media/image166.e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71.emf"/><Relationship Id="rId2" Type="http://schemas.openxmlformats.org/officeDocument/2006/relationships/oleObject" Target="../embeddings/oleObject174.bin"/><Relationship Id="rId16" Type="http://schemas.openxmlformats.org/officeDocument/2006/relationships/oleObject" Target="../embeddings/oleObject181.bin"/><Relationship Id="rId20" Type="http://schemas.openxmlformats.org/officeDocument/2006/relationships/oleObject" Target="../embeddings/oleObject18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68.emf"/><Relationship Id="rId5" Type="http://schemas.openxmlformats.org/officeDocument/2006/relationships/image" Target="../media/image165.emf"/><Relationship Id="rId15" Type="http://schemas.openxmlformats.org/officeDocument/2006/relationships/image" Target="../media/image170.emf"/><Relationship Id="rId23" Type="http://schemas.openxmlformats.org/officeDocument/2006/relationships/image" Target="../media/image174.emf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72.e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67.emf"/><Relationship Id="rId14" Type="http://schemas.openxmlformats.org/officeDocument/2006/relationships/oleObject" Target="../embeddings/oleObject180.bin"/><Relationship Id="rId22" Type="http://schemas.openxmlformats.org/officeDocument/2006/relationships/oleObject" Target="../embeddings/oleObject18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3" Type="http://schemas.openxmlformats.org/officeDocument/2006/relationships/image" Target="../media/image175.wmf"/><Relationship Id="rId7" Type="http://schemas.openxmlformats.org/officeDocument/2006/relationships/image" Target="../media/image177.w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79.wmf"/><Relationship Id="rId5" Type="http://schemas.openxmlformats.org/officeDocument/2006/relationships/image" Target="../media/image176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7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95.bin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8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image" Target="../media/image163.jpeg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8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3" Type="http://schemas.openxmlformats.org/officeDocument/2006/relationships/image" Target="../media/image186.emf"/><Relationship Id="rId7" Type="http://schemas.openxmlformats.org/officeDocument/2006/relationships/image" Target="../media/image188.e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190.emf"/><Relationship Id="rId5" Type="http://schemas.openxmlformats.org/officeDocument/2006/relationships/image" Target="../media/image187.e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189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191.wmf"/><Relationship Id="rId7" Type="http://schemas.openxmlformats.org/officeDocument/2006/relationships/image" Target="../media/image193.wmf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3.bin"/><Relationship Id="rId5" Type="http://schemas.openxmlformats.org/officeDocument/2006/relationships/image" Target="../media/image192.wmf"/><Relationship Id="rId10" Type="http://schemas.openxmlformats.org/officeDocument/2006/relationships/image" Target="../media/image194.wmf"/><Relationship Id="rId4" Type="http://schemas.openxmlformats.org/officeDocument/2006/relationships/oleObject" Target="../embeddings/oleObject202.bin"/><Relationship Id="rId9" Type="http://schemas.openxmlformats.org/officeDocument/2006/relationships/oleObject" Target="../embeddings/oleObject20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195.emf"/><Relationship Id="rId7" Type="http://schemas.openxmlformats.org/officeDocument/2006/relationships/image" Target="../media/image197.e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7.bin"/><Relationship Id="rId5" Type="http://schemas.openxmlformats.org/officeDocument/2006/relationships/image" Target="../media/image196.emf"/><Relationship Id="rId4" Type="http://schemas.openxmlformats.org/officeDocument/2006/relationships/oleObject" Target="../embeddings/oleObject20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00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03.wmf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13.bin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0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08.wmf"/><Relationship Id="rId3" Type="http://schemas.openxmlformats.org/officeDocument/2006/relationships/image" Target="../media/image204.wmf"/><Relationship Id="rId7" Type="http://schemas.openxmlformats.org/officeDocument/2006/relationships/image" Target="../media/image205.wmf"/><Relationship Id="rId12" Type="http://schemas.openxmlformats.org/officeDocument/2006/relationships/oleObject" Target="../embeddings/oleObject218.bin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07.wmf"/><Relationship Id="rId5" Type="http://schemas.openxmlformats.org/officeDocument/2006/relationships/image" Target="../media/image199.wmf"/><Relationship Id="rId10" Type="http://schemas.openxmlformats.org/officeDocument/2006/relationships/oleObject" Target="../embeddings/oleObject217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0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24.bin"/><Relationship Id="rId18" Type="http://schemas.openxmlformats.org/officeDocument/2006/relationships/image" Target="../media/image216.wmf"/><Relationship Id="rId3" Type="http://schemas.openxmlformats.org/officeDocument/2006/relationships/oleObject" Target="../embeddings/oleObject219.bin"/><Relationship Id="rId21" Type="http://schemas.openxmlformats.org/officeDocument/2006/relationships/oleObject" Target="../embeddings/oleObject228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226.bin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23.bin"/><Relationship Id="rId24" Type="http://schemas.openxmlformats.org/officeDocument/2006/relationships/image" Target="../media/image219.wmf"/><Relationship Id="rId5" Type="http://schemas.openxmlformats.org/officeDocument/2006/relationships/oleObject" Target="../embeddings/oleObject220.bin"/><Relationship Id="rId15" Type="http://schemas.openxmlformats.org/officeDocument/2006/relationships/oleObject" Target="../embeddings/oleObject225.bin"/><Relationship Id="rId23" Type="http://schemas.openxmlformats.org/officeDocument/2006/relationships/oleObject" Target="../embeddings/oleObject229.bin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27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222.bin"/><Relationship Id="rId3" Type="http://schemas.openxmlformats.org/officeDocument/2006/relationships/image" Target="../media/image211.wmf"/><Relationship Id="rId21" Type="http://schemas.openxmlformats.org/officeDocument/2006/relationships/image" Target="../media/image213.wmf"/><Relationship Id="rId7" Type="http://schemas.openxmlformats.org/officeDocument/2006/relationships/image" Target="../media/image221.w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10.wmf"/><Relationship Id="rId25" Type="http://schemas.openxmlformats.org/officeDocument/2006/relationships/image" Target="../media/image215.wmf"/><Relationship Id="rId2" Type="http://schemas.openxmlformats.org/officeDocument/2006/relationships/oleObject" Target="../embeddings/oleObject221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3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23.wmf"/><Relationship Id="rId24" Type="http://schemas.openxmlformats.org/officeDocument/2006/relationships/oleObject" Target="../embeddings/oleObject225.bin"/><Relationship Id="rId5" Type="http://schemas.openxmlformats.org/officeDocument/2006/relationships/image" Target="../media/image220.wmf"/><Relationship Id="rId15" Type="http://schemas.openxmlformats.org/officeDocument/2006/relationships/image" Target="../media/image209.wmf"/><Relationship Id="rId23" Type="http://schemas.openxmlformats.org/officeDocument/2006/relationships/image" Target="../media/image214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12.w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22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山2">
            <a:extLst>
              <a:ext uri="{FF2B5EF4-FFF2-40B4-BE49-F238E27FC236}">
                <a16:creationId xmlns:a16="http://schemas.microsoft.com/office/drawing/2014/main" id="{70373969-E4AF-451E-90D8-6D3CB5681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908050"/>
            <a:ext cx="5776913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Line 38">
            <a:extLst>
              <a:ext uri="{FF2B5EF4-FFF2-40B4-BE49-F238E27FC236}">
                <a16:creationId xmlns:a16="http://schemas.microsoft.com/office/drawing/2014/main" id="{3C3B420A-A5B3-4129-846D-8187BC342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1197" y="2205038"/>
            <a:ext cx="342627" cy="28785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39">
            <a:extLst>
              <a:ext uri="{FF2B5EF4-FFF2-40B4-BE49-F238E27FC236}">
                <a16:creationId xmlns:a16="http://schemas.microsoft.com/office/drawing/2014/main" id="{73E296DD-7D8A-4534-8800-F97BE4714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1466" y="2140471"/>
            <a:ext cx="215900" cy="3524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40">
            <a:extLst>
              <a:ext uri="{FF2B5EF4-FFF2-40B4-BE49-F238E27FC236}">
                <a16:creationId xmlns:a16="http://schemas.microsoft.com/office/drawing/2014/main" id="{5F626765-1F6F-484E-8A88-980821380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0350" y="2074369"/>
            <a:ext cx="431800" cy="1428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41">
            <a:extLst>
              <a:ext uri="{FF2B5EF4-FFF2-40B4-BE49-F238E27FC236}">
                <a16:creationId xmlns:a16="http://schemas.microsoft.com/office/drawing/2014/main" id="{28F9BCE1-642B-4919-A955-58E3A96556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7847" y="2060574"/>
            <a:ext cx="342627" cy="381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3" name="Rectangle 4">
            <a:extLst>
              <a:ext uri="{FF2B5EF4-FFF2-40B4-BE49-F238E27FC236}">
                <a16:creationId xmlns:a16="http://schemas.microsoft.com/office/drawing/2014/main" id="{DFC8F72A-DAE9-4C5C-8ED6-D3CCE5F6B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260350"/>
            <a:ext cx="22320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800" b="1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怎么办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F0AE899D-1B7D-4AAD-8E07-CBC2CC411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5373688"/>
            <a:ext cx="583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函数沿某个方向的变化率的问题；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E40BF5D-BA7A-4A2E-9F52-2191B20BF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5732463"/>
            <a:ext cx="5761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函数沿哪个方向变化最快的问题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106" name="灯片编号占位符 17">
            <a:extLst>
              <a:ext uri="{FF2B5EF4-FFF2-40B4-BE49-F238E27FC236}">
                <a16:creationId xmlns:a16="http://schemas.microsoft.com/office/drawing/2014/main" id="{8BE7A55A-AB22-4647-AFBD-88215E85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F78E84-E53D-4BE5-BCB6-B36CC10C6164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7" name="Rectangle 2089">
            <a:extLst>
              <a:ext uri="{FF2B5EF4-FFF2-40B4-BE49-F238E27FC236}">
                <a16:creationId xmlns:a16="http://schemas.microsoft.com/office/drawing/2014/main" id="{D7364FEC-D2BD-4AF7-8ED4-C6180892A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0"/>
            <a:ext cx="7191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8000">
                <a:solidFill>
                  <a:srgbClr val="0000FF"/>
                </a:solidFill>
                <a:latin typeface="Times New Roman" panose="02020603050405020304" pitchFamily="18" charset="0"/>
                <a:ea typeface="华文彩云" panose="0201080004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D1E91E60-F890-490C-8CAF-44F3BFAA6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120650"/>
            <a:ext cx="24463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800" b="1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其他问题</a:t>
            </a:r>
          </a:p>
        </p:txBody>
      </p:sp>
      <p:pic>
        <p:nvPicPr>
          <p:cNvPr id="5124" name="图片 4">
            <a:extLst>
              <a:ext uri="{FF2B5EF4-FFF2-40B4-BE49-F238E27FC236}">
                <a16:creationId xmlns:a16="http://schemas.microsoft.com/office/drawing/2014/main" id="{A77E5AE6-B535-4DB2-B596-4D651DCF1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919" y="1556907"/>
            <a:ext cx="3292475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图片 5">
            <a:extLst>
              <a:ext uri="{FF2B5EF4-FFF2-40B4-BE49-F238E27FC236}">
                <a16:creationId xmlns:a16="http://schemas.microsoft.com/office/drawing/2014/main" id="{680B1ED1-5B79-46CA-AFD8-6CF6E3CC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980" y="1694225"/>
            <a:ext cx="3640852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6" name="组合 4">
            <a:extLst>
              <a:ext uri="{FF2B5EF4-FFF2-40B4-BE49-F238E27FC236}">
                <a16:creationId xmlns:a16="http://schemas.microsoft.com/office/drawing/2014/main" id="{1D30AFBB-A743-4E3C-9E66-282AB2667CEF}"/>
              </a:ext>
            </a:extLst>
          </p:cNvPr>
          <p:cNvGrpSpPr>
            <a:grpSpLocks/>
          </p:cNvGrpSpPr>
          <p:nvPr/>
        </p:nvGrpSpPr>
        <p:grpSpPr bwMode="auto">
          <a:xfrm>
            <a:off x="191344" y="1247344"/>
            <a:ext cx="3765550" cy="3117850"/>
            <a:chOff x="5880348" y="856443"/>
            <a:chExt cx="3764811" cy="3116950"/>
          </a:xfrm>
        </p:grpSpPr>
        <p:pic>
          <p:nvPicPr>
            <p:cNvPr id="5127" name="图片 7">
              <a:extLst>
                <a:ext uri="{FF2B5EF4-FFF2-40B4-BE49-F238E27FC236}">
                  <a16:creationId xmlns:a16="http://schemas.microsoft.com/office/drawing/2014/main" id="{EC7938ED-081F-4C26-B05D-174579124D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5021" y="856443"/>
              <a:ext cx="3640138" cy="280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流程图: 接点 1">
              <a:extLst>
                <a:ext uri="{FF2B5EF4-FFF2-40B4-BE49-F238E27FC236}">
                  <a16:creationId xmlns:a16="http://schemas.microsoft.com/office/drawing/2014/main" id="{ABE3257C-4A72-4E61-9EB8-5BE28D32E1F2}"/>
                </a:ext>
              </a:extLst>
            </p:cNvPr>
            <p:cNvSpPr/>
            <p:nvPr/>
          </p:nvSpPr>
          <p:spPr>
            <a:xfrm>
              <a:off x="6743779" y="2443485"/>
              <a:ext cx="720584" cy="720517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" name="流程图: 接点 2">
              <a:extLst>
                <a:ext uri="{FF2B5EF4-FFF2-40B4-BE49-F238E27FC236}">
                  <a16:creationId xmlns:a16="http://schemas.microsoft.com/office/drawing/2014/main" id="{4A097071-E0D4-42AA-8C0E-2229C61F474A}"/>
                </a:ext>
              </a:extLst>
            </p:cNvPr>
            <p:cNvSpPr/>
            <p:nvPr/>
          </p:nvSpPr>
          <p:spPr>
            <a:xfrm>
              <a:off x="6491416" y="2154643"/>
              <a:ext cx="1225309" cy="1296613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BD1527DA-DC8B-432B-BB08-5013D826F6C4}"/>
                </a:ext>
              </a:extLst>
            </p:cNvPr>
            <p:cNvSpPr/>
            <p:nvPr/>
          </p:nvSpPr>
          <p:spPr>
            <a:xfrm>
              <a:off x="6096206" y="1845170"/>
              <a:ext cx="1944306" cy="1944127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流程图: 接点 10">
              <a:extLst>
                <a:ext uri="{FF2B5EF4-FFF2-40B4-BE49-F238E27FC236}">
                  <a16:creationId xmlns:a16="http://schemas.microsoft.com/office/drawing/2014/main" id="{3037B3B2-59A0-4629-A8EB-49C1CA2A0B6E}"/>
                </a:ext>
              </a:extLst>
            </p:cNvPr>
            <p:cNvSpPr/>
            <p:nvPr/>
          </p:nvSpPr>
          <p:spPr>
            <a:xfrm>
              <a:off x="5880348" y="1661073"/>
              <a:ext cx="2447445" cy="2312320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2366FEE4-BB45-46C5-8EDD-91025EEE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190803-5B75-414F-8900-982D34995546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67CCF4-7772-4916-8E1F-C184AA159B4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927350" y="423863"/>
            <a:ext cx="5689600" cy="703262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3600" b="1" dirty="0">
                <a:solidFill>
                  <a:srgbClr val="002060"/>
                </a:solidFill>
                <a:latin typeface="+mn-ea"/>
              </a:rPr>
              <a:t>第四节   方向导数与梯度</a:t>
            </a: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A06F927A-1424-4A25-AFE8-8F7D8E2F8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2538413"/>
            <a:ext cx="4968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+mn-ea"/>
                <a:ea typeface="+mn-ea"/>
              </a:rPr>
              <a:t>一、方向导数</a:t>
            </a:r>
          </a:p>
        </p:txBody>
      </p:sp>
      <p:sp>
        <p:nvSpPr>
          <p:cNvPr id="45060" name="Rectangle 9">
            <a:extLst>
              <a:ext uri="{FF2B5EF4-FFF2-40B4-BE49-F238E27FC236}">
                <a16:creationId xmlns:a16="http://schemas.microsoft.com/office/drawing/2014/main" id="{919D2AEC-FBE8-48F5-95FE-C12C1C6A8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3776663"/>
            <a:ext cx="4968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+mn-ea"/>
                <a:ea typeface="+mn-ea"/>
              </a:rPr>
              <a:t>二、梯度</a:t>
            </a:r>
          </a:p>
        </p:txBody>
      </p:sp>
      <p:pic>
        <p:nvPicPr>
          <p:cNvPr id="6150" name="Picture 3" descr="图片4">
            <a:extLst>
              <a:ext uri="{FF2B5EF4-FFF2-40B4-BE49-F238E27FC236}">
                <a16:creationId xmlns:a16="http://schemas.microsoft.com/office/drawing/2014/main" id="{FD8EA6EA-84C3-4E12-ABF0-C951BED68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484313"/>
            <a:ext cx="2447925" cy="3756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6ECF1E86-BFDD-4398-8CC8-4DD0E677DC87}"/>
              </a:ext>
            </a:extLst>
          </p:cNvPr>
          <p:cNvGrpSpPr>
            <a:grpSpLocks/>
          </p:cNvGrpSpPr>
          <p:nvPr/>
        </p:nvGrpSpPr>
        <p:grpSpPr bwMode="auto">
          <a:xfrm>
            <a:off x="7462838" y="2349500"/>
            <a:ext cx="3205162" cy="3492500"/>
            <a:chOff x="3504" y="1728"/>
            <a:chExt cx="2064" cy="2155"/>
          </a:xfrm>
        </p:grpSpPr>
        <p:sp>
          <p:nvSpPr>
            <p:cNvPr id="7237" name="Line 11">
              <a:extLst>
                <a:ext uri="{FF2B5EF4-FFF2-40B4-BE49-F238E27FC236}">
                  <a16:creationId xmlns:a16="http://schemas.microsoft.com/office/drawing/2014/main" id="{A725F256-CCF1-4EEB-9AED-2D6E09131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648"/>
              <a:ext cx="20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38" name="Line 12">
              <a:extLst>
                <a:ext uri="{FF2B5EF4-FFF2-40B4-BE49-F238E27FC236}">
                  <a16:creationId xmlns:a16="http://schemas.microsoft.com/office/drawing/2014/main" id="{04A0C9BF-F18C-4FDD-8604-3A7868349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824"/>
              <a:ext cx="0" cy="18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39" name="Text Box 13">
              <a:extLst>
                <a:ext uri="{FF2B5EF4-FFF2-40B4-BE49-F238E27FC236}">
                  <a16:creationId xmlns:a16="http://schemas.microsoft.com/office/drawing/2014/main" id="{F61F30F7-C197-4A07-B799-9AFA46278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655"/>
              <a:ext cx="143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7240" name="Text Box 14">
              <a:extLst>
                <a:ext uri="{FF2B5EF4-FFF2-40B4-BE49-F238E27FC236}">
                  <a16:creationId xmlns:a16="http://schemas.microsoft.com/office/drawing/2014/main" id="{CA526FDB-8042-4861-ACCB-0E4DF54DC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" y="3648"/>
              <a:ext cx="99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7241" name="Text Box 15">
              <a:extLst>
                <a:ext uri="{FF2B5EF4-FFF2-40B4-BE49-F238E27FC236}">
                  <a16:creationId xmlns:a16="http://schemas.microsoft.com/office/drawing/2014/main" id="{3D730BC3-17A6-40D5-815B-7D61DE9A1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28"/>
              <a:ext cx="8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36F06CA5-1E1F-4F21-B01B-C5DCC363BF15}"/>
              </a:ext>
            </a:extLst>
          </p:cNvPr>
          <p:cNvGrpSpPr>
            <a:grpSpLocks/>
          </p:cNvGrpSpPr>
          <p:nvPr/>
        </p:nvGrpSpPr>
        <p:grpSpPr bwMode="auto">
          <a:xfrm>
            <a:off x="7826375" y="4540250"/>
            <a:ext cx="339725" cy="339725"/>
            <a:chOff x="3864" y="3043"/>
            <a:chExt cx="183" cy="233"/>
          </a:xfrm>
        </p:grpSpPr>
        <p:sp>
          <p:nvSpPr>
            <p:cNvPr id="7235" name="Rectangle 17">
              <a:extLst>
                <a:ext uri="{FF2B5EF4-FFF2-40B4-BE49-F238E27FC236}">
                  <a16:creationId xmlns:a16="http://schemas.microsoft.com/office/drawing/2014/main" id="{B2D47980-4A5E-413E-9B47-24AE99FC3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3043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236" name="Oval 18">
              <a:extLst>
                <a:ext uri="{FF2B5EF4-FFF2-40B4-BE49-F238E27FC236}">
                  <a16:creationId xmlns:a16="http://schemas.microsoft.com/office/drawing/2014/main" id="{2DC57035-9140-4FB2-8162-1C8C2F1A49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007" y="3058"/>
              <a:ext cx="25" cy="7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1DA564DD-53DE-4987-8640-9D02A159A5AA}"/>
              </a:ext>
            </a:extLst>
          </p:cNvPr>
          <p:cNvGrpSpPr>
            <a:grpSpLocks/>
          </p:cNvGrpSpPr>
          <p:nvPr/>
        </p:nvGrpSpPr>
        <p:grpSpPr bwMode="auto">
          <a:xfrm>
            <a:off x="8094663" y="2803525"/>
            <a:ext cx="2106612" cy="1828800"/>
            <a:chOff x="4032" y="1968"/>
            <a:chExt cx="1327" cy="1152"/>
          </a:xfrm>
        </p:grpSpPr>
        <p:sp>
          <p:nvSpPr>
            <p:cNvPr id="7233" name="Line 20">
              <a:extLst>
                <a:ext uri="{FF2B5EF4-FFF2-40B4-BE49-F238E27FC236}">
                  <a16:creationId xmlns:a16="http://schemas.microsoft.com/office/drawing/2014/main" id="{16515AFE-AFBC-4505-8A70-7DAF5F790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064"/>
              <a:ext cx="1056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34" name="Rectangle 21">
              <a:extLst>
                <a:ext uri="{FF2B5EF4-FFF2-40B4-BE49-F238E27FC236}">
                  <a16:creationId xmlns:a16="http://schemas.microsoft.com/office/drawing/2014/main" id="{5F6855D0-23D8-4212-87FB-F63DA0C18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68"/>
              <a:ext cx="1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id="{C129B62A-48AB-4C53-8A0C-D0483BFC95B6}"/>
              </a:ext>
            </a:extLst>
          </p:cNvPr>
          <p:cNvGrpSpPr>
            <a:grpSpLocks/>
          </p:cNvGrpSpPr>
          <p:nvPr/>
        </p:nvGrpSpPr>
        <p:grpSpPr bwMode="auto">
          <a:xfrm>
            <a:off x="8396288" y="4170363"/>
            <a:ext cx="339725" cy="447675"/>
            <a:chOff x="4224" y="2847"/>
            <a:chExt cx="201" cy="346"/>
          </a:xfrm>
        </p:grpSpPr>
        <p:sp>
          <p:nvSpPr>
            <p:cNvPr id="7231" name="Arc 23">
              <a:extLst>
                <a:ext uri="{FF2B5EF4-FFF2-40B4-BE49-F238E27FC236}">
                  <a16:creationId xmlns:a16="http://schemas.microsoft.com/office/drawing/2014/main" id="{CBC30FD6-EFB1-442E-AE9F-21C05E252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922"/>
              <a:ext cx="0" cy="271"/>
            </a:xfrm>
            <a:custGeom>
              <a:avLst/>
              <a:gdLst>
                <a:gd name="T0" fmla="*/ 0 w 21600"/>
                <a:gd name="T1" fmla="*/ 0 h 31260"/>
                <a:gd name="T2" fmla="*/ 0 w 21600"/>
                <a:gd name="T3" fmla="*/ 0 h 31260"/>
                <a:gd name="T4" fmla="*/ 0 w 21600"/>
                <a:gd name="T5" fmla="*/ 0 h 312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260"/>
                <a:gd name="T11" fmla="*/ 0 w 21600"/>
                <a:gd name="T12" fmla="*/ 31260 h 312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26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953"/>
                    <a:pt x="20819" y="28260"/>
                    <a:pt x="19319" y="31259"/>
                  </a:cubicBezTo>
                </a:path>
                <a:path w="21600" h="3126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4953"/>
                    <a:pt x="20819" y="28260"/>
                    <a:pt x="19319" y="3125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arrow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32" name="Rectangle 24">
              <a:extLst>
                <a:ext uri="{FF2B5EF4-FFF2-40B4-BE49-F238E27FC236}">
                  <a16:creationId xmlns:a16="http://schemas.microsoft.com/office/drawing/2014/main" id="{7AE9D350-53C9-4020-85F8-BDA0D89F7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847"/>
              <a:ext cx="11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Symbol" panose="05050102010706020507" pitchFamily="18" charset="2"/>
                </a:rPr>
                <a:t>j</a:t>
              </a:r>
            </a:p>
          </p:txBody>
        </p:sp>
      </p:grpSp>
      <p:grpSp>
        <p:nvGrpSpPr>
          <p:cNvPr id="6" name="Group 25">
            <a:extLst>
              <a:ext uri="{FF2B5EF4-FFF2-40B4-BE49-F238E27FC236}">
                <a16:creationId xmlns:a16="http://schemas.microsoft.com/office/drawing/2014/main" id="{738DC7ED-6735-4BD9-8D89-373D6EC29051}"/>
              </a:ext>
            </a:extLst>
          </p:cNvPr>
          <p:cNvGrpSpPr>
            <a:grpSpLocks/>
          </p:cNvGrpSpPr>
          <p:nvPr/>
        </p:nvGrpSpPr>
        <p:grpSpPr bwMode="auto">
          <a:xfrm>
            <a:off x="8986838" y="3079750"/>
            <a:ext cx="338137" cy="384175"/>
            <a:chOff x="4584" y="2143"/>
            <a:chExt cx="213" cy="242"/>
          </a:xfrm>
        </p:grpSpPr>
        <p:sp>
          <p:nvSpPr>
            <p:cNvPr id="7229" name="Rectangle 26">
              <a:extLst>
                <a:ext uri="{FF2B5EF4-FFF2-40B4-BE49-F238E27FC236}">
                  <a16:creationId xmlns:a16="http://schemas.microsoft.com/office/drawing/2014/main" id="{2367E949-7DD3-4A93-B619-472B9C575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2143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7230" name="Oval 27">
              <a:extLst>
                <a:ext uri="{FF2B5EF4-FFF2-40B4-BE49-F238E27FC236}">
                  <a16:creationId xmlns:a16="http://schemas.microsoft.com/office/drawing/2014/main" id="{1B7B3B56-E868-4F7F-9109-26DAFA66AD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68" y="2356"/>
              <a:ext cx="29" cy="2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F4BD255F-C0E1-4C2D-A868-29860E551932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4602163"/>
            <a:ext cx="1181100" cy="369887"/>
            <a:chOff x="4056" y="3099"/>
            <a:chExt cx="744" cy="233"/>
          </a:xfrm>
        </p:grpSpPr>
        <p:sp>
          <p:nvSpPr>
            <p:cNvPr id="7227" name="Line 29">
              <a:extLst>
                <a:ext uri="{FF2B5EF4-FFF2-40B4-BE49-F238E27FC236}">
                  <a16:creationId xmlns:a16="http://schemas.microsoft.com/office/drawing/2014/main" id="{0B9B4BF4-A32D-4C6C-A03F-6E9D1DC3A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3120"/>
              <a:ext cx="7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28" name="Rectangle 30">
              <a:extLst>
                <a:ext uri="{FF2B5EF4-FFF2-40B4-BE49-F238E27FC236}">
                  <a16:creationId xmlns:a16="http://schemas.microsoft.com/office/drawing/2014/main" id="{D77839BE-AAAD-4A99-98EF-467DF523F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3099"/>
              <a:ext cx="2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A33208E3-C7F0-4D82-B8F8-50FA256D6D8D}"/>
              </a:ext>
            </a:extLst>
          </p:cNvPr>
          <p:cNvGrpSpPr>
            <a:grpSpLocks/>
          </p:cNvGrpSpPr>
          <p:nvPr/>
        </p:nvGrpSpPr>
        <p:grpSpPr bwMode="auto">
          <a:xfrm>
            <a:off x="9310688" y="3430588"/>
            <a:ext cx="420687" cy="1200150"/>
            <a:chOff x="4800" y="2364"/>
            <a:chExt cx="265" cy="756"/>
          </a:xfrm>
        </p:grpSpPr>
        <p:sp>
          <p:nvSpPr>
            <p:cNvPr id="7225" name="Line 32">
              <a:extLst>
                <a:ext uri="{FF2B5EF4-FFF2-40B4-BE49-F238E27FC236}">
                  <a16:creationId xmlns:a16="http://schemas.microsoft.com/office/drawing/2014/main" id="{2E2B4484-2636-4D84-86CF-EF8FCAD85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364"/>
              <a:ext cx="0" cy="7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26" name="Rectangle 33">
              <a:extLst>
                <a:ext uri="{FF2B5EF4-FFF2-40B4-BE49-F238E27FC236}">
                  <a16:creationId xmlns:a16="http://schemas.microsoft.com/office/drawing/2014/main" id="{1F092290-58FF-40BE-946C-602BB25D0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2643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6" name="Rectangle 34">
            <a:extLst>
              <a:ext uri="{FF2B5EF4-FFF2-40B4-BE49-F238E27FC236}">
                <a16:creationId xmlns:a16="http://schemas.microsoft.com/office/drawing/2014/main" id="{40D57045-9232-49BE-80ED-34E974FE4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025" y="3667125"/>
            <a:ext cx="24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Symbol" panose="05050102010706020507" pitchFamily="18" charset="2"/>
              </a:rPr>
              <a:t>r </a:t>
            </a:r>
          </a:p>
        </p:txBody>
      </p:sp>
      <p:grpSp>
        <p:nvGrpSpPr>
          <p:cNvPr id="9" name="Group 46">
            <a:extLst>
              <a:ext uri="{FF2B5EF4-FFF2-40B4-BE49-F238E27FC236}">
                <a16:creationId xmlns:a16="http://schemas.microsoft.com/office/drawing/2014/main" id="{123E1DB0-38FE-41ED-B77C-EDC08B800EA4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731838"/>
            <a:ext cx="9144000" cy="554037"/>
            <a:chOff x="203" y="1077"/>
            <a:chExt cx="5288" cy="349"/>
          </a:xfrm>
        </p:grpSpPr>
        <p:sp>
          <p:nvSpPr>
            <p:cNvPr id="1076" name="Rectangle 6">
              <a:extLst>
                <a:ext uri="{FF2B5EF4-FFF2-40B4-BE49-F238E27FC236}">
                  <a16:creationId xmlns:a16="http://schemas.microsoft.com/office/drawing/2014/main" id="{848317A5-11D0-41E5-A9A0-205D51D75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" y="1077"/>
              <a:ext cx="7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>
                <a:defRPr/>
              </a:pPr>
              <a:r>
                <a:rPr kumimoji="0" lang="en-US" altLang="zh-CN" b="1" dirty="0">
                  <a:solidFill>
                    <a:srgbClr val="0000CC"/>
                  </a:solidFill>
                  <a:latin typeface="+mn-ea"/>
                  <a:ea typeface="+mn-ea"/>
                </a:rPr>
                <a:t>1</a:t>
              </a:r>
              <a:r>
                <a:rPr kumimoji="0" lang="zh-CN" altLang="en-US" b="1" dirty="0">
                  <a:solidFill>
                    <a:srgbClr val="0000CC"/>
                  </a:solidFill>
                  <a:latin typeface="+mn-ea"/>
                  <a:ea typeface="+mn-ea"/>
                </a:rPr>
                <a:t>定义</a:t>
              </a:r>
              <a:endParaRPr kumimoji="0" lang="zh-CN" altLang="en-US" dirty="0">
                <a:solidFill>
                  <a:srgbClr val="0000CC"/>
                </a:solidFill>
                <a:latin typeface="+mn-ea"/>
                <a:ea typeface="+mn-ea"/>
              </a:endParaRPr>
            </a:p>
          </p:txBody>
        </p:sp>
        <p:sp>
          <p:nvSpPr>
            <p:cNvPr id="7218" name="Rectangle 7">
              <a:extLst>
                <a:ext uri="{FF2B5EF4-FFF2-40B4-BE49-F238E27FC236}">
                  <a16:creationId xmlns:a16="http://schemas.microsoft.com/office/drawing/2014/main" id="{3AA93338-FF2F-4AAE-BF75-36DB30B6F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080"/>
              <a:ext cx="119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设二元函数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19" name="Object 8">
              <a:extLst>
                <a:ext uri="{FF2B5EF4-FFF2-40B4-BE49-F238E27FC236}">
                  <a16:creationId xmlns:a16="http://schemas.microsoft.com/office/drawing/2014/main" id="{B7C5B55A-4088-4882-B936-23BC21491D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99" y="1133"/>
            <a:ext cx="68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88614" imgH="317362" progId="">
                    <p:embed/>
                  </p:oleObj>
                </mc:Choice>
                <mc:Fallback>
                  <p:oleObj name="Equation" r:id="rId2" imgW="888614" imgH="317362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9" y="1133"/>
                          <a:ext cx="68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0" name="Rectangle 9">
              <a:extLst>
                <a:ext uri="{FF2B5EF4-FFF2-40B4-BE49-F238E27FC236}">
                  <a16:creationId xmlns:a16="http://schemas.microsoft.com/office/drawing/2014/main" id="{47215F6B-0031-4C49-B1F1-6E89D919B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1096"/>
              <a:ext cx="5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在点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21" name="Object 10">
              <a:extLst>
                <a:ext uri="{FF2B5EF4-FFF2-40B4-BE49-F238E27FC236}">
                  <a16:creationId xmlns:a16="http://schemas.microsoft.com/office/drawing/2014/main" id="{0FAEDA18-56CB-4686-8E90-E2B4CC7DE3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170"/>
            <a:ext cx="72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55700" imgH="368300" progId="">
                    <p:embed/>
                  </p:oleObj>
                </mc:Choice>
                <mc:Fallback>
                  <p:oleObj name="Equation" r:id="rId4" imgW="1155700" imgH="368300" progId="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170"/>
                          <a:ext cx="72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2" name="Rectangle 11">
              <a:extLst>
                <a:ext uri="{FF2B5EF4-FFF2-40B4-BE49-F238E27FC236}">
                  <a16:creationId xmlns:a16="http://schemas.microsoft.com/office/drawing/2014/main" id="{DD8B30EA-B1B9-43F2-9E79-014973D34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096"/>
              <a:ext cx="76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的邻域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23" name="Object 12">
              <a:extLst>
                <a:ext uri="{FF2B5EF4-FFF2-40B4-BE49-F238E27FC236}">
                  <a16:creationId xmlns:a16="http://schemas.microsoft.com/office/drawing/2014/main" id="{CA6F15C0-1F45-48C4-B581-267445DE71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8" y="1176"/>
            <a:ext cx="45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586" imgH="368140" progId="">
                    <p:embed/>
                  </p:oleObj>
                </mc:Choice>
                <mc:Fallback>
                  <p:oleObj name="Equation" r:id="rId6" imgW="723586" imgH="36814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" y="1176"/>
                          <a:ext cx="456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4" name="Rectangle 13">
              <a:extLst>
                <a:ext uri="{FF2B5EF4-FFF2-40B4-BE49-F238E27FC236}">
                  <a16:creationId xmlns:a16="http://schemas.microsoft.com/office/drawing/2014/main" id="{05FF94C4-8B82-48D8-8793-CD94B9202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" y="1096"/>
              <a:ext cx="87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有定义</a:t>
              </a:r>
              <a:r>
                <a:rPr kumimoji="0" lang="en-US" altLang="zh-CN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  <a:endParaRPr kumimoji="0" lang="en-US" altLang="zh-CN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0" name="Group 48">
            <a:extLst>
              <a:ext uri="{FF2B5EF4-FFF2-40B4-BE49-F238E27FC236}">
                <a16:creationId xmlns:a16="http://schemas.microsoft.com/office/drawing/2014/main" id="{C860E651-4145-4136-BC58-4200CB397BFF}"/>
              </a:ext>
            </a:extLst>
          </p:cNvPr>
          <p:cNvGrpSpPr>
            <a:grpSpLocks/>
          </p:cNvGrpSpPr>
          <p:nvPr/>
        </p:nvGrpSpPr>
        <p:grpSpPr bwMode="auto">
          <a:xfrm>
            <a:off x="2305050" y="1268413"/>
            <a:ext cx="8362950" cy="554037"/>
            <a:chOff x="446" y="1394"/>
            <a:chExt cx="4883" cy="349"/>
          </a:xfrm>
        </p:grpSpPr>
        <p:graphicFrame>
          <p:nvGraphicFramePr>
            <p:cNvPr id="7208" name="Object 14">
              <a:extLst>
                <a:ext uri="{FF2B5EF4-FFF2-40B4-BE49-F238E27FC236}">
                  <a16:creationId xmlns:a16="http://schemas.microsoft.com/office/drawing/2014/main" id="{5E8A7C7C-D593-4460-9B28-589190D3AB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" y="1480"/>
            <a:ext cx="12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579" imgH="266469" progId="">
                    <p:embed/>
                  </p:oleObj>
                </mc:Choice>
                <mc:Fallback>
                  <p:oleObj name="Equation" r:id="rId8" imgW="139579" imgH="266469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" y="1480"/>
                          <a:ext cx="12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9" name="Rectangle 15">
              <a:extLst>
                <a:ext uri="{FF2B5EF4-FFF2-40B4-BE49-F238E27FC236}">
                  <a16:creationId xmlns:a16="http://schemas.microsoft.com/office/drawing/2014/main" id="{C4385627-C88C-45D1-B076-635DF6682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1394"/>
              <a:ext cx="52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为从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10" name="Object 16">
              <a:extLst>
                <a:ext uri="{FF2B5EF4-FFF2-40B4-BE49-F238E27FC236}">
                  <a16:creationId xmlns:a16="http://schemas.microsoft.com/office/drawing/2014/main" id="{8842313F-D5BC-443B-A87F-761421A6C3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2" y="1472"/>
            <a:ext cx="17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79400" imgH="368300" progId="">
                    <p:embed/>
                  </p:oleObj>
                </mc:Choice>
                <mc:Fallback>
                  <p:oleObj name="Equation" r:id="rId10" imgW="279400" imgH="368300" progId="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1472"/>
                          <a:ext cx="174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1" name="Rectangle 17">
              <a:extLst>
                <a:ext uri="{FF2B5EF4-FFF2-40B4-BE49-F238E27FC236}">
                  <a16:creationId xmlns:a16="http://schemas.microsoft.com/office/drawing/2014/main" id="{CED9D33A-1276-40D9-8289-4B6227CA3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1394"/>
              <a:ext cx="126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出发的</a:t>
              </a:r>
              <a:r>
                <a:rPr kumimoji="0" lang="zh-CN" altLang="en-US" sz="28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射线</a:t>
              </a:r>
              <a:r>
                <a:rPr kumimoji="0" lang="en-US" altLang="zh-CN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  <a:endParaRPr kumimoji="0" lang="en-US" altLang="zh-CN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12" name="Object 18">
              <a:extLst>
                <a:ext uri="{FF2B5EF4-FFF2-40B4-BE49-F238E27FC236}">
                  <a16:creationId xmlns:a16="http://schemas.microsoft.com/office/drawing/2014/main" id="{930C8D2F-A0BD-42ED-8B4A-8D8600AE94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1" y="1477"/>
            <a:ext cx="142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73300" imgH="368300" progId="">
                    <p:embed/>
                  </p:oleObj>
                </mc:Choice>
                <mc:Fallback>
                  <p:oleObj name="Equation" r:id="rId12" imgW="2273300" imgH="368300" progId="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1477"/>
                          <a:ext cx="142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3" name="Rectangle 19">
              <a:extLst>
                <a:ext uri="{FF2B5EF4-FFF2-40B4-BE49-F238E27FC236}">
                  <a16:creationId xmlns:a16="http://schemas.microsoft.com/office/drawing/2014/main" id="{3D4AFBCE-0051-4BB2-9589-19DF402E2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413"/>
              <a:ext cx="31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为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14" name="Object 20">
              <a:extLst>
                <a:ext uri="{FF2B5EF4-FFF2-40B4-BE49-F238E27FC236}">
                  <a16:creationId xmlns:a16="http://schemas.microsoft.com/office/drawing/2014/main" id="{7354B563-48A3-475B-BEC2-787F2247B3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93" y="1480"/>
            <a:ext cx="12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266469" progId="">
                    <p:embed/>
                  </p:oleObj>
                </mc:Choice>
                <mc:Fallback>
                  <p:oleObj name="Equation" r:id="rId14" imgW="139579" imgH="266469" progId="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3" y="1480"/>
                          <a:ext cx="12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5" name="Rectangle 21">
              <a:extLst>
                <a:ext uri="{FF2B5EF4-FFF2-40B4-BE49-F238E27FC236}">
                  <a16:creationId xmlns:a16="http://schemas.microsoft.com/office/drawing/2014/main" id="{CAA7A9C4-27AA-45F6-BE97-08CF66ED3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" y="1397"/>
              <a:ext cx="9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上且含于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216" name="Object 22">
              <a:extLst>
                <a:ext uri="{FF2B5EF4-FFF2-40B4-BE49-F238E27FC236}">
                  <a16:creationId xmlns:a16="http://schemas.microsoft.com/office/drawing/2014/main" id="{AACB7A1B-C50F-43A1-A8FD-6B6095273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3" y="1480"/>
            <a:ext cx="45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23586" imgH="342751" progId="">
                    <p:embed/>
                  </p:oleObj>
                </mc:Choice>
                <mc:Fallback>
                  <p:oleObj name="Equation" r:id="rId16" imgW="723586" imgH="342751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3" y="1480"/>
                          <a:ext cx="45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Rectangle 29">
            <a:extLst>
              <a:ext uri="{FF2B5EF4-FFF2-40B4-BE49-F238E27FC236}">
                <a16:creationId xmlns:a16="http://schemas.microsoft.com/office/drawing/2014/main" id="{3F2A156B-19ED-401B-BA38-7BD92FE3A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3789363"/>
            <a:ext cx="3971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存在</a:t>
            </a:r>
            <a:r>
              <a:rPr kumimoji="0" lang="en-US" altLang="zh-CN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则称此极限为函数</a:t>
            </a:r>
            <a:endParaRPr kumimoji="0" lang="zh-CN" altLang="en-US" sz="28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8" name="Object 30">
            <a:extLst>
              <a:ext uri="{FF2B5EF4-FFF2-40B4-BE49-F238E27FC236}">
                <a16:creationId xmlns:a16="http://schemas.microsoft.com/office/drawing/2014/main" id="{8FC79F93-B901-49BC-9377-02CD574EA2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933825"/>
          <a:ext cx="431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780" imgH="317225" progId="">
                  <p:embed/>
                </p:oleObj>
              </mc:Choice>
              <mc:Fallback>
                <p:oleObj name="Equation" r:id="rId18" imgW="253780" imgH="317225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933825"/>
                        <a:ext cx="4318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31">
            <a:extLst>
              <a:ext uri="{FF2B5EF4-FFF2-40B4-BE49-F238E27FC236}">
                <a16:creationId xmlns:a16="http://schemas.microsoft.com/office/drawing/2014/main" id="{7B7686F3-EE0C-4D6D-9150-24ACE2A7F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44116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在点</a:t>
            </a:r>
            <a:endParaRPr kumimoji="0" lang="zh-CN" altLang="en-US" sz="28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0" name="Object 32">
            <a:extLst>
              <a:ext uri="{FF2B5EF4-FFF2-40B4-BE49-F238E27FC236}">
                <a16:creationId xmlns:a16="http://schemas.microsoft.com/office/drawing/2014/main" id="{D9124483-B52B-4AF8-BBCE-0B07A6046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3875" y="4521200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400" imgH="368300" progId="">
                  <p:embed/>
                </p:oleObj>
              </mc:Choice>
              <mc:Fallback>
                <p:oleObj name="Equation" r:id="rId20" imgW="279400" imgH="36830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4521200"/>
                        <a:ext cx="3746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33">
            <a:extLst>
              <a:ext uri="{FF2B5EF4-FFF2-40B4-BE49-F238E27FC236}">
                <a16:creationId xmlns:a16="http://schemas.microsoft.com/office/drawing/2014/main" id="{41149CFD-E593-4664-88A0-43066BE33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4437063"/>
            <a:ext cx="180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沿着 方向</a:t>
            </a:r>
            <a:endParaRPr kumimoji="0" lang="zh-CN" altLang="en-US" sz="28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2" name="Object 34">
            <a:extLst>
              <a:ext uri="{FF2B5EF4-FFF2-40B4-BE49-F238E27FC236}">
                <a16:creationId xmlns:a16="http://schemas.microsoft.com/office/drawing/2014/main" id="{06E55E15-F9B7-4DE4-948F-723DF43CD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4963" y="4592638"/>
          <a:ext cx="2174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579" imgH="266469" progId="">
                  <p:embed/>
                </p:oleObj>
              </mc:Choice>
              <mc:Fallback>
                <p:oleObj name="Equation" r:id="rId22" imgW="139579" imgH="266469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4592638"/>
                        <a:ext cx="21748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35">
            <a:extLst>
              <a:ext uri="{FF2B5EF4-FFF2-40B4-BE49-F238E27FC236}">
                <a16:creationId xmlns:a16="http://schemas.microsoft.com/office/drawing/2014/main" id="{15D56776-D7FA-44E5-B377-3A3D70F87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4448175"/>
            <a:ext cx="2168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的方向导数</a:t>
            </a:r>
            <a:r>
              <a:rPr kumimoji="0" lang="en-US" altLang="zh-CN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endParaRPr kumimoji="0" lang="en-US" altLang="zh-CN" sz="280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1" name="Group 45">
            <a:extLst>
              <a:ext uri="{FF2B5EF4-FFF2-40B4-BE49-F238E27FC236}">
                <a16:creationId xmlns:a16="http://schemas.microsoft.com/office/drawing/2014/main" id="{67068649-093A-4BDE-81DB-62D335801E30}"/>
              </a:ext>
            </a:extLst>
          </p:cNvPr>
          <p:cNvGrpSpPr>
            <a:grpSpLocks/>
          </p:cNvGrpSpPr>
          <p:nvPr/>
        </p:nvGrpSpPr>
        <p:grpSpPr bwMode="auto">
          <a:xfrm>
            <a:off x="2279650" y="5084763"/>
            <a:ext cx="1811338" cy="828675"/>
            <a:chOff x="385" y="3135"/>
            <a:chExt cx="1141" cy="522"/>
          </a:xfrm>
        </p:grpSpPr>
        <p:graphicFrame>
          <p:nvGraphicFramePr>
            <p:cNvPr id="7206" name="Object 36">
              <a:extLst>
                <a:ext uri="{FF2B5EF4-FFF2-40B4-BE49-F238E27FC236}">
                  <a16:creationId xmlns:a16="http://schemas.microsoft.com/office/drawing/2014/main" id="{5708CF37-E023-48EC-955E-6ADA646AAB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3135"/>
            <a:ext cx="376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596900" imgH="825500" progId="">
                    <p:embed/>
                  </p:oleObj>
                </mc:Choice>
                <mc:Fallback>
                  <p:oleObj name="Equation" r:id="rId24" imgW="596900" imgH="825500" progId="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3135"/>
                          <a:ext cx="376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7" name="Rectangle 40">
              <a:extLst>
                <a:ext uri="{FF2B5EF4-FFF2-40B4-BE49-F238E27FC236}">
                  <a16:creationId xmlns:a16="http://schemas.microsoft.com/office/drawing/2014/main" id="{702EFEA3-E387-4080-A8EB-7B71F970E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203"/>
              <a:ext cx="114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记作    </a:t>
              </a:r>
              <a:r>
                <a:rPr kumimoji="0" lang="en-US" altLang="zh-CN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  <a:endParaRPr kumimoji="0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" name="Group 47">
            <a:extLst>
              <a:ext uri="{FF2B5EF4-FFF2-40B4-BE49-F238E27FC236}">
                <a16:creationId xmlns:a16="http://schemas.microsoft.com/office/drawing/2014/main" id="{7F67DF6A-E7C3-4DF7-AAEB-8E5588B86045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1917700"/>
            <a:ext cx="6811962" cy="603250"/>
            <a:chOff x="387" y="1707"/>
            <a:chExt cx="3714" cy="380"/>
          </a:xfrm>
        </p:grpSpPr>
        <p:sp>
          <p:nvSpPr>
            <p:cNvPr id="7198" name="Rectangle 23">
              <a:extLst>
                <a:ext uri="{FF2B5EF4-FFF2-40B4-BE49-F238E27FC236}">
                  <a16:creationId xmlns:a16="http://schemas.microsoft.com/office/drawing/2014/main" id="{D97931D8-59F6-4381-95C3-71768D0C4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1731"/>
              <a:ext cx="128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内的任一点，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199" name="Object 24">
              <a:extLst>
                <a:ext uri="{FF2B5EF4-FFF2-40B4-BE49-F238E27FC236}">
                  <a16:creationId xmlns:a16="http://schemas.microsoft.com/office/drawing/2014/main" id="{FC575C81-84DE-4E99-A94F-2A75FF4EC4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1842"/>
            <a:ext cx="144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28501" imgH="253890" progId="">
                    <p:embed/>
                  </p:oleObj>
                </mc:Choice>
                <mc:Fallback>
                  <p:oleObj name="Equation" r:id="rId26" imgW="228501" imgH="253890" progId="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842"/>
                          <a:ext cx="144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0" name="Rectangle 25">
              <a:extLst>
                <a:ext uri="{FF2B5EF4-FFF2-40B4-BE49-F238E27FC236}">
                  <a16:creationId xmlns:a16="http://schemas.microsoft.com/office/drawing/2014/main" id="{65B6B566-6982-4DB2-82B7-06BCE95C1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757"/>
              <a:ext cx="49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表示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01" name="Rectangle 26">
              <a:extLst>
                <a:ext uri="{FF2B5EF4-FFF2-40B4-BE49-F238E27FC236}">
                  <a16:creationId xmlns:a16="http://schemas.microsoft.com/office/drawing/2014/main" id="{4F4AA4AC-0AB0-4C15-B06B-AFF82E736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1731"/>
              <a:ext cx="30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与</a:t>
              </a:r>
              <a:endParaRPr kumimoji="0"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02" name="Rectangle 27">
              <a:extLst>
                <a:ext uri="{FF2B5EF4-FFF2-40B4-BE49-F238E27FC236}">
                  <a16:creationId xmlns:a16="http://schemas.microsoft.com/office/drawing/2014/main" id="{AE5B7041-5213-4CC5-BE55-0A442782A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1731"/>
              <a:ext cx="78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的距离</a:t>
              </a:r>
              <a:r>
                <a:rPr kumimoji="0" lang="en-US" altLang="zh-CN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  <a:endParaRPr kumimoji="0" lang="en-US" altLang="zh-CN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203" name="Rectangle 42">
              <a:extLst>
                <a:ext uri="{FF2B5EF4-FFF2-40B4-BE49-F238E27FC236}">
                  <a16:creationId xmlns:a16="http://schemas.microsoft.com/office/drawing/2014/main" id="{9720DD48-86F3-412C-AF8E-8F98B15DB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1707"/>
              <a:ext cx="6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若极限</a:t>
              </a:r>
            </a:p>
          </p:txBody>
        </p:sp>
        <p:graphicFrame>
          <p:nvGraphicFramePr>
            <p:cNvPr id="7204" name="Object 43">
              <a:extLst>
                <a:ext uri="{FF2B5EF4-FFF2-40B4-BE49-F238E27FC236}">
                  <a16:creationId xmlns:a16="http://schemas.microsoft.com/office/drawing/2014/main" id="{A89CF255-D617-49CC-88AA-3A8487788C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8" y="1827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41195" imgH="241195" progId="">
                    <p:embed/>
                  </p:oleObj>
                </mc:Choice>
                <mc:Fallback>
                  <p:oleObj name="Equation" r:id="rId28" imgW="241195" imgH="241195" progId="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1827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44">
              <a:extLst>
                <a:ext uri="{FF2B5EF4-FFF2-40B4-BE49-F238E27FC236}">
                  <a16:creationId xmlns:a16="http://schemas.microsoft.com/office/drawing/2014/main" id="{BB050D10-E7B1-4143-8208-88B6E965A8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00" y="1797"/>
            <a:ext cx="20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79400" imgH="368300" progId="">
                    <p:embed/>
                  </p:oleObj>
                </mc:Choice>
                <mc:Fallback>
                  <p:oleObj name="Equation" r:id="rId30" imgW="279400" imgH="368300" progId="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" y="1797"/>
                          <a:ext cx="20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" name="Object 50">
            <a:extLst>
              <a:ext uri="{FF2B5EF4-FFF2-40B4-BE49-F238E27FC236}">
                <a16:creationId xmlns:a16="http://schemas.microsoft.com/office/drawing/2014/main" id="{9B310FFD-2AB8-46B8-9F4B-D819429F9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3013" y="4471988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26890" imgH="241091" progId="Equation.3">
                  <p:embed/>
                </p:oleObj>
              </mc:Choice>
              <mc:Fallback>
                <p:oleObj name="公式" r:id="rId31" imgW="126890" imgH="241091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4471988"/>
                        <a:ext cx="127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51">
            <a:extLst>
              <a:ext uri="{FF2B5EF4-FFF2-40B4-BE49-F238E27FC236}">
                <a16:creationId xmlns:a16="http://schemas.microsoft.com/office/drawing/2014/main" id="{EE3A747B-A9FE-4B1F-81E5-E2B0A40C0C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1163" y="2781300"/>
          <a:ext cx="56705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3454400" imgH="457200" progId="Equation.3">
                  <p:embed/>
                </p:oleObj>
              </mc:Choice>
              <mc:Fallback>
                <p:oleObj name="公式" r:id="rId33" imgW="3454400" imgH="4572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2781300"/>
                        <a:ext cx="56705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Rectangle 4">
            <a:extLst>
              <a:ext uri="{FF2B5EF4-FFF2-40B4-BE49-F238E27FC236}">
                <a16:creationId xmlns:a16="http://schemas.microsoft.com/office/drawing/2014/main" id="{E52A2A8E-5B2E-4AED-A12B-CE6919247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0"/>
            <a:ext cx="3816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zh-CN" altLang="en-US" sz="3800" b="1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一、方向导数</a:t>
            </a:r>
          </a:p>
        </p:txBody>
      </p:sp>
      <p:sp>
        <p:nvSpPr>
          <p:cNvPr id="7192" name="灯片编号占位符 68">
            <a:extLst>
              <a:ext uri="{FF2B5EF4-FFF2-40B4-BE49-F238E27FC236}">
                <a16:creationId xmlns:a16="http://schemas.microsoft.com/office/drawing/2014/main" id="{39703153-A726-4FA4-A3F5-851B8DCA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631A0E-56B3-47A4-9B36-0B1F5F4B3D42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0" name="Object 19">
            <a:extLst>
              <a:ext uri="{FF2B5EF4-FFF2-40B4-BE49-F238E27FC236}">
                <a16:creationId xmlns:a16="http://schemas.microsoft.com/office/drawing/2014/main" id="{24887379-9360-4476-898A-72C0B6998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0913" y="2708275"/>
          <a:ext cx="2063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9579" imgH="266469" progId="">
                  <p:embed/>
                </p:oleObj>
              </mc:Choice>
              <mc:Fallback>
                <p:oleObj name="Equation" r:id="rId35" imgW="139579" imgH="266469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0913" y="2708275"/>
                        <a:ext cx="2063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AutoShape 2150">
            <a:extLst>
              <a:ext uri="{FF2B5EF4-FFF2-40B4-BE49-F238E27FC236}">
                <a16:creationId xmlns:a16="http://schemas.microsoft.com/office/drawing/2014/main" id="{3DA5DCE7-6C4C-4CA0-A90E-659B24E03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495800"/>
            <a:ext cx="5040312" cy="1452563"/>
          </a:xfrm>
          <a:prstGeom prst="cloudCallout">
            <a:avLst>
              <a:gd name="adj1" fmla="val -62125"/>
              <a:gd name="adj2" fmla="val -21912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几何上有何意义呢？</a:t>
            </a:r>
          </a:p>
        </p:txBody>
      </p:sp>
      <p:pic>
        <p:nvPicPr>
          <p:cNvPr id="74" name="Picture 2151" descr="j6">
            <a:extLst>
              <a:ext uri="{FF2B5EF4-FFF2-40B4-BE49-F238E27FC236}">
                <a16:creationId xmlns:a16="http://schemas.microsoft.com/office/drawing/2014/main" id="{0F0036BD-2BC6-4420-844E-EF7A3C8FF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4298950"/>
            <a:ext cx="2149475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8" name="Object 74">
            <a:extLst>
              <a:ext uri="{FF2B5EF4-FFF2-40B4-BE49-F238E27FC236}">
                <a16:creationId xmlns:a16="http://schemas.microsoft.com/office/drawing/2014/main" id="{7971C715-ADA5-4DB2-8B38-A9B0680CE2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565400"/>
          <a:ext cx="3881438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057400" imgH="533400" progId="Equation.DSMT4">
                  <p:embed/>
                </p:oleObj>
              </mc:Choice>
              <mc:Fallback>
                <p:oleObj name="Equation" r:id="rId37" imgW="2057400" imgH="5334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565400"/>
                        <a:ext cx="3881438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9B0252B-0AFA-35DD-BFA1-30D0F706F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227393"/>
              </p:ext>
            </p:extLst>
          </p:nvPr>
        </p:nvGraphicFramePr>
        <p:xfrm>
          <a:off x="5729288" y="2611437"/>
          <a:ext cx="5131761" cy="74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705040" imgH="393480" progId="Equation.DSMT4">
                  <p:embed/>
                </p:oleObj>
              </mc:Choice>
              <mc:Fallback>
                <p:oleObj name="Equation" r:id="rId39" imgW="2705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729288" y="2611437"/>
                        <a:ext cx="5131761" cy="74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 autoUpdateAnimBg="0"/>
      <p:bldP spid="26" grpId="1" build="allAtOnce"/>
      <p:bldP spid="47" grpId="0"/>
      <p:bldP spid="47" grpId="1"/>
      <p:bldP spid="49" grpId="0"/>
      <p:bldP spid="49" grpId="1"/>
      <p:bldP spid="51" grpId="0"/>
      <p:bldP spid="51" grpId="1"/>
      <p:bldP spid="53" grpId="0"/>
      <p:bldP spid="53" grpId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2">
            <a:extLst>
              <a:ext uri="{FF2B5EF4-FFF2-40B4-BE49-F238E27FC236}">
                <a16:creationId xmlns:a16="http://schemas.microsoft.com/office/drawing/2014/main" id="{EA354E69-BC77-44B7-BA8F-6707C4FA0301}"/>
              </a:ext>
            </a:extLst>
          </p:cNvPr>
          <p:cNvSpPr>
            <a:spLocks/>
          </p:cNvSpPr>
          <p:nvPr/>
        </p:nvSpPr>
        <p:spPr bwMode="auto">
          <a:xfrm>
            <a:off x="7346950" y="1636713"/>
            <a:ext cx="2409825" cy="4086225"/>
          </a:xfrm>
          <a:custGeom>
            <a:avLst/>
            <a:gdLst>
              <a:gd name="T0" fmla="*/ 0 w 1518"/>
              <a:gd name="T1" fmla="*/ 0 h 2574"/>
              <a:gd name="T2" fmla="*/ 0 w 1518"/>
              <a:gd name="T3" fmla="*/ 2147483646 h 2574"/>
              <a:gd name="T4" fmla="*/ 2147483646 w 1518"/>
              <a:gd name="T5" fmla="*/ 2147483646 h 2574"/>
              <a:gd name="T6" fmla="*/ 2147483646 w 1518"/>
              <a:gd name="T7" fmla="*/ 2147483646 h 2574"/>
              <a:gd name="T8" fmla="*/ 2147483646 w 1518"/>
              <a:gd name="T9" fmla="*/ 2147483646 h 2574"/>
              <a:gd name="T10" fmla="*/ 2147483646 w 1518"/>
              <a:gd name="T11" fmla="*/ 2147483646 h 2574"/>
              <a:gd name="T12" fmla="*/ 2147483646 w 1518"/>
              <a:gd name="T13" fmla="*/ 2147483646 h 2574"/>
              <a:gd name="T14" fmla="*/ 2147483646 w 1518"/>
              <a:gd name="T15" fmla="*/ 2147483646 h 2574"/>
              <a:gd name="T16" fmla="*/ 2147483646 w 1518"/>
              <a:gd name="T17" fmla="*/ 2147483646 h 2574"/>
              <a:gd name="T18" fmla="*/ 2147483646 w 1518"/>
              <a:gd name="T19" fmla="*/ 2147483646 h 2574"/>
              <a:gd name="T20" fmla="*/ 2147483646 w 1518"/>
              <a:gd name="T21" fmla="*/ 2147483646 h 2574"/>
              <a:gd name="T22" fmla="*/ 2147483646 w 1518"/>
              <a:gd name="T23" fmla="*/ 2147483646 h 2574"/>
              <a:gd name="T24" fmla="*/ 2147483646 w 1518"/>
              <a:gd name="T25" fmla="*/ 2147483646 h 2574"/>
              <a:gd name="T26" fmla="*/ 0 w 1518"/>
              <a:gd name="T27" fmla="*/ 0 h 257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518"/>
              <a:gd name="T43" fmla="*/ 0 h 2574"/>
              <a:gd name="T44" fmla="*/ 1518 w 1518"/>
              <a:gd name="T45" fmla="*/ 2574 h 257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518" h="2574">
                <a:moveTo>
                  <a:pt x="0" y="0"/>
                </a:moveTo>
                <a:lnTo>
                  <a:pt x="0" y="1696"/>
                </a:lnTo>
                <a:lnTo>
                  <a:pt x="1518" y="2574"/>
                </a:lnTo>
                <a:lnTo>
                  <a:pt x="1517" y="816"/>
                </a:lnTo>
                <a:lnTo>
                  <a:pt x="1408" y="688"/>
                </a:lnTo>
                <a:lnTo>
                  <a:pt x="1308" y="588"/>
                </a:lnTo>
                <a:lnTo>
                  <a:pt x="1199" y="488"/>
                </a:lnTo>
                <a:lnTo>
                  <a:pt x="1027" y="370"/>
                </a:lnTo>
                <a:lnTo>
                  <a:pt x="817" y="270"/>
                </a:lnTo>
                <a:lnTo>
                  <a:pt x="727" y="225"/>
                </a:lnTo>
                <a:lnTo>
                  <a:pt x="554" y="152"/>
                </a:lnTo>
                <a:lnTo>
                  <a:pt x="299" y="88"/>
                </a:lnTo>
                <a:lnTo>
                  <a:pt x="181" y="52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28575" cmpd="sng">
            <a:solidFill>
              <a:srgbClr val="00CC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47F5229E-34DD-4089-8079-E423F99293F0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849313"/>
            <a:ext cx="6484938" cy="4859337"/>
            <a:chOff x="888" y="690"/>
            <a:chExt cx="4313" cy="3187"/>
          </a:xfrm>
        </p:grpSpPr>
        <p:sp>
          <p:nvSpPr>
            <p:cNvPr id="48" name="Line 4">
              <a:extLst>
                <a:ext uri="{FF2B5EF4-FFF2-40B4-BE49-F238E27FC236}">
                  <a16:creationId xmlns:a16="http://schemas.microsoft.com/office/drawing/2014/main" id="{ACE28A29-04EE-4630-A97E-96A612B8F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" y="867"/>
              <a:ext cx="0" cy="19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  <p:sp>
          <p:nvSpPr>
            <p:cNvPr id="49" name="Line 5">
              <a:extLst>
                <a:ext uri="{FF2B5EF4-FFF2-40B4-BE49-F238E27FC236}">
                  <a16:creationId xmlns:a16="http://schemas.microsoft.com/office/drawing/2014/main" id="{2A100CC1-77C6-42CB-9495-B8085B197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2" y="2778"/>
              <a:ext cx="29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  <p:sp>
          <p:nvSpPr>
            <p:cNvPr id="50" name="Line 6">
              <a:extLst>
                <a:ext uri="{FF2B5EF4-FFF2-40B4-BE49-F238E27FC236}">
                  <a16:creationId xmlns:a16="http://schemas.microsoft.com/office/drawing/2014/main" id="{032805B3-A23F-4034-8BEE-8CC82BD80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" y="2778"/>
              <a:ext cx="1226" cy="10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07545233-269A-4C6C-993F-1494CD1D6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" y="3578"/>
              <a:ext cx="321" cy="242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b="1" i="1" kern="0" dirty="0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lang="en-US" altLang="zh-CN" sz="1800" b="1" kern="0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2" name="Text Box 8">
              <a:extLst>
                <a:ext uri="{FF2B5EF4-FFF2-40B4-BE49-F238E27FC236}">
                  <a16:creationId xmlns:a16="http://schemas.microsoft.com/office/drawing/2014/main" id="{566A345A-A4AA-4811-99E4-79D518373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3" y="690"/>
              <a:ext cx="341" cy="262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b="1" i="1" kern="0">
                  <a:solidFill>
                    <a:srgbClr val="000000"/>
                  </a:solidFill>
                  <a:ea typeface="楷体_GB2312" pitchFamily="49" charset="-122"/>
                </a:rPr>
                <a:t>z</a:t>
              </a:r>
              <a:r>
                <a:rPr lang="en-US" altLang="zh-CN" sz="1800" b="1" i="1" kern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1800" b="1" kern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3" name="Text Box 9">
              <a:extLst>
                <a:ext uri="{FF2B5EF4-FFF2-40B4-BE49-F238E27FC236}">
                  <a16:creationId xmlns:a16="http://schemas.microsoft.com/office/drawing/2014/main" id="{A64C7A62-361B-4984-B831-5906D368E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2780"/>
              <a:ext cx="173" cy="248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b="1" i="1" kern="0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lang="en-US" altLang="zh-CN" sz="1800" b="1" kern="0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4" name="Text Box 10">
              <a:extLst>
                <a:ext uri="{FF2B5EF4-FFF2-40B4-BE49-F238E27FC236}">
                  <a16:creationId xmlns:a16="http://schemas.microsoft.com/office/drawing/2014/main" id="{B80F250B-4077-4D60-93D2-A8339ACC6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2622"/>
              <a:ext cx="434" cy="242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b="1" i="1" kern="0" dirty="0">
                  <a:solidFill>
                    <a:srgbClr val="000000"/>
                  </a:solidFill>
                  <a:ea typeface="楷体_GB2312" pitchFamily="49" charset="-122"/>
                </a:rPr>
                <a:t>0</a:t>
              </a:r>
              <a:endParaRPr lang="en-US" altLang="zh-CN" sz="1800" b="1" kern="0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sp>
        <p:nvSpPr>
          <p:cNvPr id="55" name="Freeform 12">
            <a:extLst>
              <a:ext uri="{FF2B5EF4-FFF2-40B4-BE49-F238E27FC236}">
                <a16:creationId xmlns:a16="http://schemas.microsoft.com/office/drawing/2014/main" id="{4E6D734A-FD37-425B-AB87-3CB82F531027}"/>
              </a:ext>
            </a:extLst>
          </p:cNvPr>
          <p:cNvSpPr>
            <a:spLocks/>
          </p:cNvSpPr>
          <p:nvPr/>
        </p:nvSpPr>
        <p:spPr bwMode="auto">
          <a:xfrm>
            <a:off x="5989638" y="463550"/>
            <a:ext cx="5383212" cy="3581400"/>
          </a:xfrm>
          <a:custGeom>
            <a:avLst/>
            <a:gdLst>
              <a:gd name="T0" fmla="*/ 2147483647 w 3391"/>
              <a:gd name="T1" fmla="*/ 0 h 2256"/>
              <a:gd name="T2" fmla="*/ 2147483647 w 3391"/>
              <a:gd name="T3" fmla="*/ 279736528 h 2256"/>
              <a:gd name="T4" fmla="*/ 2147483647 w 3391"/>
              <a:gd name="T5" fmla="*/ 592235867 h 2256"/>
              <a:gd name="T6" fmla="*/ 2033765319 w 3391"/>
              <a:gd name="T7" fmla="*/ 1066025235 h 2256"/>
              <a:gd name="T8" fmla="*/ 1663302888 w 3391"/>
              <a:gd name="T9" fmla="*/ 1320561700 h 2256"/>
              <a:gd name="T10" fmla="*/ 1242436161 w 3391"/>
              <a:gd name="T11" fmla="*/ 1675903181 h 2256"/>
              <a:gd name="T12" fmla="*/ 846772574 w 3391"/>
              <a:gd name="T13" fmla="*/ 2003523351 h 2256"/>
              <a:gd name="T14" fmla="*/ 365423410 w 3391"/>
              <a:gd name="T15" fmla="*/ 2147483647 h 2256"/>
              <a:gd name="T16" fmla="*/ 0 w 3391"/>
              <a:gd name="T17" fmla="*/ 2147483647 h 2256"/>
              <a:gd name="T18" fmla="*/ 551913413 w 3391"/>
              <a:gd name="T19" fmla="*/ 2147483647 h 2256"/>
              <a:gd name="T20" fmla="*/ 1212194298 w 3391"/>
              <a:gd name="T21" fmla="*/ 2147483647 h 2256"/>
              <a:gd name="T22" fmla="*/ 1779230429 w 3391"/>
              <a:gd name="T23" fmla="*/ 2147483647 h 2256"/>
              <a:gd name="T24" fmla="*/ 2147483647 w 3391"/>
              <a:gd name="T25" fmla="*/ 2147483647 h 2256"/>
              <a:gd name="T26" fmla="*/ 2147483647 w 3391"/>
              <a:gd name="T27" fmla="*/ 2147483647 h 2256"/>
              <a:gd name="T28" fmla="*/ 2147483647 w 3391"/>
              <a:gd name="T29" fmla="*/ 2147483647 h 2256"/>
              <a:gd name="T30" fmla="*/ 2147483647 w 3391"/>
              <a:gd name="T31" fmla="*/ 2147483647 h 2256"/>
              <a:gd name="T32" fmla="*/ 2147483647 w 3391"/>
              <a:gd name="T33" fmla="*/ 2147483647 h 2256"/>
              <a:gd name="T34" fmla="*/ 2147483647 w 3391"/>
              <a:gd name="T35" fmla="*/ 2147483647 h 2256"/>
              <a:gd name="T36" fmla="*/ 2147483647 w 3391"/>
              <a:gd name="T37" fmla="*/ 2147483647 h 2256"/>
              <a:gd name="T38" fmla="*/ 2147483647 w 3391"/>
              <a:gd name="T39" fmla="*/ 2147483647 h 2256"/>
              <a:gd name="T40" fmla="*/ 2147483647 w 3391"/>
              <a:gd name="T41" fmla="*/ 2147483647 h 2256"/>
              <a:gd name="T42" fmla="*/ 2147483647 w 3391"/>
              <a:gd name="T43" fmla="*/ 2147483647 h 2256"/>
              <a:gd name="T44" fmla="*/ 2147483647 w 3391"/>
              <a:gd name="T45" fmla="*/ 2147483647 h 2256"/>
              <a:gd name="T46" fmla="*/ 2147483647 w 3391"/>
              <a:gd name="T47" fmla="*/ 2147483647 h 2256"/>
              <a:gd name="T48" fmla="*/ 2147483647 w 3391"/>
              <a:gd name="T49" fmla="*/ 2147483647 h 2256"/>
              <a:gd name="T50" fmla="*/ 2147483647 w 3391"/>
              <a:gd name="T51" fmla="*/ 2147483647 h 2256"/>
              <a:gd name="T52" fmla="*/ 2147483647 w 3391"/>
              <a:gd name="T53" fmla="*/ 2147483647 h 2256"/>
              <a:gd name="T54" fmla="*/ 2147483647 w 3391"/>
              <a:gd name="T55" fmla="*/ 2147483647 h 2256"/>
              <a:gd name="T56" fmla="*/ 2147483647 w 3391"/>
              <a:gd name="T57" fmla="*/ 2147483647 h 2256"/>
              <a:gd name="T58" fmla="*/ 2147483647 w 3391"/>
              <a:gd name="T59" fmla="*/ 2147483647 h 2256"/>
              <a:gd name="T60" fmla="*/ 2147483647 w 3391"/>
              <a:gd name="T61" fmla="*/ 2147483647 h 2256"/>
              <a:gd name="T62" fmla="*/ 2147483647 w 3391"/>
              <a:gd name="T63" fmla="*/ 2147483647 h 2256"/>
              <a:gd name="T64" fmla="*/ 2147483647 w 3391"/>
              <a:gd name="T65" fmla="*/ 2147483647 h 2256"/>
              <a:gd name="T66" fmla="*/ 2147483647 w 3391"/>
              <a:gd name="T67" fmla="*/ 1801910939 h 2256"/>
              <a:gd name="T68" fmla="*/ 2147483647 w 3391"/>
              <a:gd name="T69" fmla="*/ 1320561700 h 2256"/>
              <a:gd name="T70" fmla="*/ 2147483647 w 3391"/>
              <a:gd name="T71" fmla="*/ 912296564 h 2256"/>
              <a:gd name="T72" fmla="*/ 2147483647 w 3391"/>
              <a:gd name="T73" fmla="*/ 607356798 h 2256"/>
              <a:gd name="T74" fmla="*/ 2147483647 w 3391"/>
              <a:gd name="T75" fmla="*/ 468749058 h 2256"/>
              <a:gd name="T76" fmla="*/ 2147483647 w 3391"/>
              <a:gd name="T77" fmla="*/ 330141219 h 2256"/>
              <a:gd name="T78" fmla="*/ 2147483647 w 3391"/>
              <a:gd name="T79" fmla="*/ 234373735 h 2256"/>
              <a:gd name="T80" fmla="*/ 2147483647 w 3391"/>
              <a:gd name="T81" fmla="*/ 161289980 h 2256"/>
              <a:gd name="T82" fmla="*/ 2147483647 w 3391"/>
              <a:gd name="T83" fmla="*/ 0 h 225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391"/>
              <a:gd name="T127" fmla="*/ 0 h 2256"/>
              <a:gd name="T128" fmla="*/ 3391 w 3391"/>
              <a:gd name="T129" fmla="*/ 2256 h 225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391" h="2256">
                <a:moveTo>
                  <a:pt x="1500" y="0"/>
                </a:moveTo>
                <a:lnTo>
                  <a:pt x="1276" y="111"/>
                </a:lnTo>
                <a:lnTo>
                  <a:pt x="1055" y="235"/>
                </a:lnTo>
                <a:lnTo>
                  <a:pt x="807" y="423"/>
                </a:lnTo>
                <a:lnTo>
                  <a:pt x="660" y="524"/>
                </a:lnTo>
                <a:lnTo>
                  <a:pt x="493" y="665"/>
                </a:lnTo>
                <a:lnTo>
                  <a:pt x="336" y="795"/>
                </a:lnTo>
                <a:lnTo>
                  <a:pt x="145" y="957"/>
                </a:lnTo>
                <a:lnTo>
                  <a:pt x="0" y="1108"/>
                </a:lnTo>
                <a:lnTo>
                  <a:pt x="219" y="1199"/>
                </a:lnTo>
                <a:lnTo>
                  <a:pt x="481" y="1289"/>
                </a:lnTo>
                <a:lnTo>
                  <a:pt x="706" y="1410"/>
                </a:lnTo>
                <a:lnTo>
                  <a:pt x="930" y="1531"/>
                </a:lnTo>
                <a:lnTo>
                  <a:pt x="1164" y="1671"/>
                </a:lnTo>
                <a:lnTo>
                  <a:pt x="1290" y="1753"/>
                </a:lnTo>
                <a:lnTo>
                  <a:pt x="1355" y="1797"/>
                </a:lnTo>
                <a:lnTo>
                  <a:pt x="1422" y="1853"/>
                </a:lnTo>
                <a:lnTo>
                  <a:pt x="1475" y="1905"/>
                </a:lnTo>
                <a:lnTo>
                  <a:pt x="1523" y="1960"/>
                </a:lnTo>
                <a:lnTo>
                  <a:pt x="1572" y="2017"/>
                </a:lnTo>
                <a:lnTo>
                  <a:pt x="1612" y="2074"/>
                </a:lnTo>
                <a:lnTo>
                  <a:pt x="1635" y="2124"/>
                </a:lnTo>
                <a:lnTo>
                  <a:pt x="1652" y="2164"/>
                </a:lnTo>
                <a:lnTo>
                  <a:pt x="1691" y="2256"/>
                </a:lnTo>
                <a:lnTo>
                  <a:pt x="1869" y="2064"/>
                </a:lnTo>
                <a:lnTo>
                  <a:pt x="2025" y="1873"/>
                </a:lnTo>
                <a:lnTo>
                  <a:pt x="2239" y="1641"/>
                </a:lnTo>
                <a:lnTo>
                  <a:pt x="2485" y="1471"/>
                </a:lnTo>
                <a:lnTo>
                  <a:pt x="2698" y="1380"/>
                </a:lnTo>
                <a:lnTo>
                  <a:pt x="2911" y="1299"/>
                </a:lnTo>
                <a:lnTo>
                  <a:pt x="3156" y="1218"/>
                </a:lnTo>
                <a:lnTo>
                  <a:pt x="3391" y="1178"/>
                </a:lnTo>
                <a:lnTo>
                  <a:pt x="3190" y="947"/>
                </a:lnTo>
                <a:lnTo>
                  <a:pt x="2966" y="715"/>
                </a:lnTo>
                <a:lnTo>
                  <a:pt x="2731" y="524"/>
                </a:lnTo>
                <a:lnTo>
                  <a:pt x="2507" y="362"/>
                </a:lnTo>
                <a:lnTo>
                  <a:pt x="2239" y="241"/>
                </a:lnTo>
                <a:lnTo>
                  <a:pt x="2111" y="186"/>
                </a:lnTo>
                <a:lnTo>
                  <a:pt x="1959" y="131"/>
                </a:lnTo>
                <a:lnTo>
                  <a:pt x="1832" y="93"/>
                </a:lnTo>
                <a:lnTo>
                  <a:pt x="1737" y="64"/>
                </a:lnTo>
                <a:lnTo>
                  <a:pt x="150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CC9900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CC99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56" name="Line 13">
            <a:extLst>
              <a:ext uri="{FF2B5EF4-FFF2-40B4-BE49-F238E27FC236}">
                <a16:creationId xmlns:a16="http://schemas.microsoft.com/office/drawing/2014/main" id="{00644670-F773-4FC0-BDF3-6C888A040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7463" y="5243513"/>
            <a:ext cx="2544762" cy="0"/>
          </a:xfrm>
          <a:prstGeom prst="line">
            <a:avLst/>
          </a:pr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57" name="Text Box 14">
            <a:extLst>
              <a:ext uri="{FF2B5EF4-FFF2-40B4-BE49-F238E27FC236}">
                <a16:creationId xmlns:a16="http://schemas.microsoft.com/office/drawing/2014/main" id="{7A0F7BEC-C829-4428-A449-36E7BAA03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888" y="5753100"/>
            <a:ext cx="31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endParaRPr lang="en-US" altLang="zh-CN" sz="2400">
              <a:solidFill>
                <a:srgbClr val="3B812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1EFB7112-CA1E-41E4-9D74-D04AF580A233}"/>
              </a:ext>
            </a:extLst>
          </p:cNvPr>
          <p:cNvGrpSpPr>
            <a:grpSpLocks/>
          </p:cNvGrpSpPr>
          <p:nvPr/>
        </p:nvGrpSpPr>
        <p:grpSpPr bwMode="auto">
          <a:xfrm>
            <a:off x="8931275" y="2165350"/>
            <a:ext cx="0" cy="3065463"/>
            <a:chOff x="3662" y="1581"/>
            <a:chExt cx="0" cy="1931"/>
          </a:xfrm>
        </p:grpSpPr>
        <p:sp>
          <p:nvSpPr>
            <p:cNvPr id="59" name="Line 16">
              <a:extLst>
                <a:ext uri="{FF2B5EF4-FFF2-40B4-BE49-F238E27FC236}">
                  <a16:creationId xmlns:a16="http://schemas.microsoft.com/office/drawing/2014/main" id="{9FD125EC-C281-4A90-9800-81637CF03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62" y="2597"/>
              <a:ext cx="0" cy="9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  <p:sp>
          <p:nvSpPr>
            <p:cNvPr id="60" name="Line 17">
              <a:extLst>
                <a:ext uri="{FF2B5EF4-FFF2-40B4-BE49-F238E27FC236}">
                  <a16:creationId xmlns:a16="http://schemas.microsoft.com/office/drawing/2014/main" id="{4EC49652-F997-4BD2-A4F9-AB5B37D14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62" y="1581"/>
              <a:ext cx="0" cy="100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</p:grpSp>
      <p:sp>
        <p:nvSpPr>
          <p:cNvPr id="61" name="Text Box 18">
            <a:extLst>
              <a:ext uri="{FF2B5EF4-FFF2-40B4-BE49-F238E27FC236}">
                <a16:creationId xmlns:a16="http://schemas.microsoft.com/office/drawing/2014/main" id="{494ACB89-A330-4478-9EF1-84839F73C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9888" y="4394200"/>
            <a:ext cx="32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" name="Text Box 19">
            <a:extLst>
              <a:ext uri="{FF2B5EF4-FFF2-40B4-BE49-F238E27FC236}">
                <a16:creationId xmlns:a16="http://schemas.microsoft.com/office/drawing/2014/main" id="{0E279D47-9962-412C-AC48-5AA3087E0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6325" y="5189538"/>
            <a:ext cx="703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 y</a:t>
            </a:r>
            <a:endParaRPr lang="en-US" altLang="zh-CN" sz="2800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" name="Text Box 20">
            <a:extLst>
              <a:ext uri="{FF2B5EF4-FFF2-40B4-BE49-F238E27FC236}">
                <a16:creationId xmlns:a16="http://schemas.microsoft.com/office/drawing/2014/main" id="{F2719A72-5D45-4E42-A8AF-0C8D84180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463" y="4511675"/>
            <a:ext cx="771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 x</a:t>
            </a:r>
          </a:p>
        </p:txBody>
      </p:sp>
      <p:sp>
        <p:nvSpPr>
          <p:cNvPr id="64" name="Freeform 21">
            <a:extLst>
              <a:ext uri="{FF2B5EF4-FFF2-40B4-BE49-F238E27FC236}">
                <a16:creationId xmlns:a16="http://schemas.microsoft.com/office/drawing/2014/main" id="{EBAD175E-7A10-4A3B-8AB7-5248B5596756}"/>
              </a:ext>
            </a:extLst>
          </p:cNvPr>
          <p:cNvSpPr>
            <a:spLocks/>
          </p:cNvSpPr>
          <p:nvPr/>
        </p:nvSpPr>
        <p:spPr bwMode="auto">
          <a:xfrm>
            <a:off x="8858250" y="2541588"/>
            <a:ext cx="74613" cy="115887"/>
          </a:xfrm>
          <a:custGeom>
            <a:avLst/>
            <a:gdLst>
              <a:gd name="T0" fmla="*/ 0 w 54"/>
              <a:gd name="T1" fmla="*/ 2147483646 h 55"/>
              <a:gd name="T2" fmla="*/ 0 w 54"/>
              <a:gd name="T3" fmla="*/ 0 h 55"/>
              <a:gd name="T4" fmla="*/ 2147483646 w 54"/>
              <a:gd name="T5" fmla="*/ 2147483646 h 55"/>
              <a:gd name="T6" fmla="*/ 0 60000 65536"/>
              <a:gd name="T7" fmla="*/ 0 60000 65536"/>
              <a:gd name="T8" fmla="*/ 0 60000 65536"/>
              <a:gd name="T9" fmla="*/ 0 w 54"/>
              <a:gd name="T10" fmla="*/ 0 h 55"/>
              <a:gd name="T11" fmla="*/ 54 w 54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5">
                <a:moveTo>
                  <a:pt x="0" y="55"/>
                </a:moveTo>
                <a:lnTo>
                  <a:pt x="0" y="0"/>
                </a:lnTo>
                <a:lnTo>
                  <a:pt x="54" y="28"/>
                </a:lnTo>
              </a:path>
            </a:pathLst>
          </a:custGeom>
          <a:noFill/>
          <a:ln w="28575" cmpd="sng">
            <a:solidFill>
              <a:srgbClr val="FF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22">
            <a:extLst>
              <a:ext uri="{FF2B5EF4-FFF2-40B4-BE49-F238E27FC236}">
                <a16:creationId xmlns:a16="http://schemas.microsoft.com/office/drawing/2014/main" id="{C3974BEA-D2D9-43CB-94C6-AF72BE46F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6788" y="1633538"/>
            <a:ext cx="1616075" cy="1081087"/>
          </a:xfrm>
          <a:prstGeom prst="line">
            <a:avLst/>
          </a:prstGeom>
          <a:noFill/>
          <a:ln w="2857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61D373D4-DCEC-4F38-8D69-6D08D2341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2043113"/>
            <a:ext cx="32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</a:t>
            </a:r>
          </a:p>
        </p:txBody>
      </p:sp>
      <p:sp>
        <p:nvSpPr>
          <p:cNvPr id="67" name="Rectangle 24">
            <a:extLst>
              <a:ext uri="{FF2B5EF4-FFF2-40B4-BE49-F238E27FC236}">
                <a16:creationId xmlns:a16="http://schemas.microsoft.com/office/drawing/2014/main" id="{2800CC56-ABD7-45B8-B38D-5A0831BBF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663" y="2273300"/>
            <a:ext cx="614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z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68" name="Rectangle 26">
            <a:extLst>
              <a:ext uri="{FF2B5EF4-FFF2-40B4-BE49-F238E27FC236}">
                <a16:creationId xmlns:a16="http://schemas.microsoft.com/office/drawing/2014/main" id="{4B47F9B7-82DE-402D-B241-FA69D4F8B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9525" y="4906963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" name="Text Box 27">
            <a:extLst>
              <a:ext uri="{FF2B5EF4-FFF2-40B4-BE49-F238E27FC236}">
                <a16:creationId xmlns:a16="http://schemas.microsoft.com/office/drawing/2014/main" id="{A7BA5DC6-0155-49AD-9CDC-EB685C5FD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4038" y="3998913"/>
            <a:ext cx="557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" name="Rectangle 28">
            <a:extLst>
              <a:ext uri="{FF2B5EF4-FFF2-40B4-BE49-F238E27FC236}">
                <a16:creationId xmlns:a16="http://schemas.microsoft.com/office/drawing/2014/main" id="{19309DC3-30CA-4DEB-A197-7D240B044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2888" y="850900"/>
            <a:ext cx="1290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 = f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x,y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" name="Line 29">
            <a:extLst>
              <a:ext uri="{FF2B5EF4-FFF2-40B4-BE49-F238E27FC236}">
                <a16:creationId xmlns:a16="http://schemas.microsoft.com/office/drawing/2014/main" id="{C13ECC92-B473-4982-AE0F-69AEA281BC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8750" y="4302125"/>
            <a:ext cx="808038" cy="0"/>
          </a:xfrm>
          <a:prstGeom prst="line">
            <a:avLst/>
          </a:pr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graphicFrame>
        <p:nvGraphicFramePr>
          <p:cNvPr id="72" name="Object 30">
            <a:extLst>
              <a:ext uri="{FF2B5EF4-FFF2-40B4-BE49-F238E27FC236}">
                <a16:creationId xmlns:a16="http://schemas.microsoft.com/office/drawing/2014/main" id="{89DBE8DA-AA1D-4F47-8050-DF6014362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3313" y="4081463"/>
          <a:ext cx="2619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500" imgH="228600" progId="Equation.3">
                  <p:embed/>
                </p:oleObj>
              </mc:Choice>
              <mc:Fallback>
                <p:oleObj name="公式" r:id="rId2" imgW="19050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4081463"/>
                        <a:ext cx="261937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31">
            <a:extLst>
              <a:ext uri="{FF2B5EF4-FFF2-40B4-BE49-F238E27FC236}">
                <a16:creationId xmlns:a16="http://schemas.microsoft.com/office/drawing/2014/main" id="{A93FC10A-EEB2-41A6-AC96-F14D41646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3778250"/>
          <a:ext cx="2524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500" imgH="228600" progId="Equation.3">
                  <p:embed/>
                </p:oleObj>
              </mc:Choice>
              <mc:Fallback>
                <p:oleObj name="公式" r:id="rId4" imgW="19050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3778250"/>
                        <a:ext cx="252413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Line 32">
            <a:extLst>
              <a:ext uri="{FF2B5EF4-FFF2-40B4-BE49-F238E27FC236}">
                <a16:creationId xmlns:a16="http://schemas.microsoft.com/office/drawing/2014/main" id="{63059B24-FC59-4512-8A02-26436639D1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8575" y="4302125"/>
            <a:ext cx="938213" cy="938213"/>
          </a:xfrm>
          <a:prstGeom prst="line">
            <a:avLst/>
          </a:pr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75" name="Line 33">
            <a:extLst>
              <a:ext uri="{FF2B5EF4-FFF2-40B4-BE49-F238E27FC236}">
                <a16:creationId xmlns:a16="http://schemas.microsoft.com/office/drawing/2014/main" id="{D446D104-4D67-497D-B30D-A0DCB449F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1075" y="4071938"/>
            <a:ext cx="231775" cy="230187"/>
          </a:xfrm>
          <a:prstGeom prst="line">
            <a:avLst/>
          </a:pr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76" name="Freeform 34">
            <a:extLst>
              <a:ext uri="{FF2B5EF4-FFF2-40B4-BE49-F238E27FC236}">
                <a16:creationId xmlns:a16="http://schemas.microsoft.com/office/drawing/2014/main" id="{AD768F09-E37B-44FA-93C4-BD24CB734125}"/>
              </a:ext>
            </a:extLst>
          </p:cNvPr>
          <p:cNvSpPr>
            <a:spLocks/>
          </p:cNvSpPr>
          <p:nvPr/>
        </p:nvSpPr>
        <p:spPr bwMode="auto">
          <a:xfrm>
            <a:off x="6550025" y="5067300"/>
            <a:ext cx="219075" cy="173038"/>
          </a:xfrm>
          <a:custGeom>
            <a:avLst/>
            <a:gdLst>
              <a:gd name="T0" fmla="*/ 0 w 137"/>
              <a:gd name="T1" fmla="*/ 0 h 100"/>
              <a:gd name="T2" fmla="*/ 2147483646 w 137"/>
              <a:gd name="T3" fmla="*/ 0 h 100"/>
              <a:gd name="T4" fmla="*/ 2147483646 w 137"/>
              <a:gd name="T5" fmla="*/ 2147483646 h 100"/>
              <a:gd name="T6" fmla="*/ 0 60000 65536"/>
              <a:gd name="T7" fmla="*/ 0 60000 65536"/>
              <a:gd name="T8" fmla="*/ 0 60000 65536"/>
              <a:gd name="T9" fmla="*/ 0 w 137"/>
              <a:gd name="T10" fmla="*/ 0 h 100"/>
              <a:gd name="T11" fmla="*/ 137 w 137"/>
              <a:gd name="T12" fmla="*/ 100 h 1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7" h="100">
                <a:moveTo>
                  <a:pt x="0" y="0"/>
                </a:moveTo>
                <a:lnTo>
                  <a:pt x="137" y="0"/>
                </a:lnTo>
                <a:lnTo>
                  <a:pt x="28" y="100"/>
                </a:lnTo>
              </a:path>
            </a:pathLst>
          </a:custGeom>
          <a:noFill/>
          <a:ln w="19050" cmpd="sng">
            <a:solidFill>
              <a:srgbClr val="CC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0B33BB2B-D432-446D-8776-3879FF949CCC}"/>
              </a:ext>
            </a:extLst>
          </p:cNvPr>
          <p:cNvSpPr>
            <a:spLocks noChangeShapeType="1"/>
          </p:cNvSpPr>
          <p:nvPr/>
        </p:nvSpPr>
        <p:spPr bwMode="auto">
          <a:xfrm rot="863287">
            <a:off x="7151688" y="4765675"/>
            <a:ext cx="3722687" cy="1023938"/>
          </a:xfrm>
          <a:prstGeom prst="line">
            <a:avLst/>
          </a:prstGeom>
          <a:noFill/>
          <a:ln w="38100">
            <a:solidFill>
              <a:srgbClr val="3B812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C5F9CFC2-B0C3-49A3-8C21-5D5E29FA3CAF}"/>
              </a:ext>
            </a:extLst>
          </p:cNvPr>
          <p:cNvGrpSpPr>
            <a:grpSpLocks/>
          </p:cNvGrpSpPr>
          <p:nvPr/>
        </p:nvGrpSpPr>
        <p:grpSpPr bwMode="auto">
          <a:xfrm>
            <a:off x="7348538" y="1601788"/>
            <a:ext cx="0" cy="2746375"/>
            <a:chOff x="2665" y="1226"/>
            <a:chExt cx="0" cy="1730"/>
          </a:xfrm>
        </p:grpSpPr>
        <p:sp>
          <p:nvSpPr>
            <p:cNvPr id="79" name="Line 38">
              <a:extLst>
                <a:ext uri="{FF2B5EF4-FFF2-40B4-BE49-F238E27FC236}">
                  <a16:creationId xmlns:a16="http://schemas.microsoft.com/office/drawing/2014/main" id="{D4369A59-9E05-4B70-9772-73CBD111E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5" y="2010"/>
              <a:ext cx="0" cy="9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  <p:sp>
          <p:nvSpPr>
            <p:cNvPr id="80" name="Line 39">
              <a:extLst>
                <a:ext uri="{FF2B5EF4-FFF2-40B4-BE49-F238E27FC236}">
                  <a16:creationId xmlns:a16="http://schemas.microsoft.com/office/drawing/2014/main" id="{2E19E07E-1F84-480D-A14D-201C26C80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5" y="1226"/>
              <a:ext cx="0" cy="78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5F5F5F"/>
                </a:solidFill>
              </a:endParaRPr>
            </a:p>
          </p:txBody>
        </p:sp>
      </p:grpSp>
      <p:sp>
        <p:nvSpPr>
          <p:cNvPr id="81" name="Freeform 40">
            <a:extLst>
              <a:ext uri="{FF2B5EF4-FFF2-40B4-BE49-F238E27FC236}">
                <a16:creationId xmlns:a16="http://schemas.microsoft.com/office/drawing/2014/main" id="{1ABE84DC-D1F2-4807-AF86-CB2D359F05BE}"/>
              </a:ext>
            </a:extLst>
          </p:cNvPr>
          <p:cNvSpPr>
            <a:spLocks/>
          </p:cNvSpPr>
          <p:nvPr/>
        </p:nvSpPr>
        <p:spPr bwMode="auto">
          <a:xfrm>
            <a:off x="7340600" y="620713"/>
            <a:ext cx="2419350" cy="2305050"/>
          </a:xfrm>
          <a:custGeom>
            <a:avLst/>
            <a:gdLst>
              <a:gd name="T0" fmla="*/ 2147483646 w 1524"/>
              <a:gd name="T1" fmla="*/ 2147483646 h 1452"/>
              <a:gd name="T2" fmla="*/ 2147483646 w 1524"/>
              <a:gd name="T3" fmla="*/ 0 h 1452"/>
              <a:gd name="T4" fmla="*/ 2147483646 w 1524"/>
              <a:gd name="T5" fmla="*/ 2147483646 h 1452"/>
              <a:gd name="T6" fmla="*/ 2147483646 w 1524"/>
              <a:gd name="T7" fmla="*/ 2147483646 h 1452"/>
              <a:gd name="T8" fmla="*/ 2147483646 w 1524"/>
              <a:gd name="T9" fmla="*/ 2147483646 h 1452"/>
              <a:gd name="T10" fmla="*/ 2147483646 w 1524"/>
              <a:gd name="T11" fmla="*/ 2147483646 h 1452"/>
              <a:gd name="T12" fmla="*/ 2147483646 w 1524"/>
              <a:gd name="T13" fmla="*/ 2147483646 h 1452"/>
              <a:gd name="T14" fmla="*/ 2147483646 w 1524"/>
              <a:gd name="T15" fmla="*/ 2147483646 h 1452"/>
              <a:gd name="T16" fmla="*/ 2147483646 w 1524"/>
              <a:gd name="T17" fmla="*/ 2147483646 h 1452"/>
              <a:gd name="T18" fmla="*/ 2147483646 w 1524"/>
              <a:gd name="T19" fmla="*/ 2147483646 h 1452"/>
              <a:gd name="T20" fmla="*/ 2147483646 w 1524"/>
              <a:gd name="T21" fmla="*/ 2147483646 h 1452"/>
              <a:gd name="T22" fmla="*/ 2147483646 w 1524"/>
              <a:gd name="T23" fmla="*/ 2147483646 h 1452"/>
              <a:gd name="T24" fmla="*/ 2147483646 w 1524"/>
              <a:gd name="T25" fmla="*/ 2147483646 h 1452"/>
              <a:gd name="T26" fmla="*/ 2147483646 w 1524"/>
              <a:gd name="T27" fmla="*/ 2147483646 h 1452"/>
              <a:gd name="T28" fmla="*/ 2147483646 w 1524"/>
              <a:gd name="T29" fmla="*/ 2147483646 h 1452"/>
              <a:gd name="T30" fmla="*/ 2147483646 w 1524"/>
              <a:gd name="T31" fmla="*/ 2147483646 h 1452"/>
              <a:gd name="T32" fmla="*/ 2147483646 w 1524"/>
              <a:gd name="T33" fmla="*/ 2147483646 h 1452"/>
              <a:gd name="T34" fmla="*/ 2147483646 w 1524"/>
              <a:gd name="T35" fmla="*/ 2147483646 h 1452"/>
              <a:gd name="T36" fmla="*/ 2147483646 w 1524"/>
              <a:gd name="T37" fmla="*/ 2147483646 h 1452"/>
              <a:gd name="T38" fmla="*/ 2147483646 w 1524"/>
              <a:gd name="T39" fmla="*/ 2147483646 h 1452"/>
              <a:gd name="T40" fmla="*/ 0 w 1524"/>
              <a:gd name="T41" fmla="*/ 2147483646 h 1452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524"/>
              <a:gd name="T64" fmla="*/ 0 h 1452"/>
              <a:gd name="T65" fmla="*/ 1524 w 1524"/>
              <a:gd name="T66" fmla="*/ 1452 h 1452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524" h="1452">
                <a:moveTo>
                  <a:pt x="3" y="638"/>
                </a:moveTo>
                <a:lnTo>
                  <a:pt x="4" y="0"/>
                </a:lnTo>
                <a:lnTo>
                  <a:pt x="1524" y="720"/>
                </a:lnTo>
                <a:lnTo>
                  <a:pt x="1524" y="1452"/>
                </a:lnTo>
                <a:lnTo>
                  <a:pt x="1460" y="1368"/>
                </a:lnTo>
                <a:lnTo>
                  <a:pt x="1364" y="1256"/>
                </a:lnTo>
                <a:lnTo>
                  <a:pt x="1256" y="1164"/>
                </a:lnTo>
                <a:lnTo>
                  <a:pt x="1180" y="1108"/>
                </a:lnTo>
                <a:lnTo>
                  <a:pt x="1116" y="1064"/>
                </a:lnTo>
                <a:lnTo>
                  <a:pt x="1040" y="1012"/>
                </a:lnTo>
                <a:lnTo>
                  <a:pt x="936" y="952"/>
                </a:lnTo>
                <a:lnTo>
                  <a:pt x="856" y="916"/>
                </a:lnTo>
                <a:lnTo>
                  <a:pt x="780" y="888"/>
                </a:lnTo>
                <a:lnTo>
                  <a:pt x="644" y="828"/>
                </a:lnTo>
                <a:lnTo>
                  <a:pt x="560" y="796"/>
                </a:lnTo>
                <a:lnTo>
                  <a:pt x="480" y="776"/>
                </a:lnTo>
                <a:lnTo>
                  <a:pt x="348" y="732"/>
                </a:lnTo>
                <a:lnTo>
                  <a:pt x="264" y="704"/>
                </a:lnTo>
                <a:lnTo>
                  <a:pt x="180" y="684"/>
                </a:lnTo>
                <a:lnTo>
                  <a:pt x="88" y="660"/>
                </a:lnTo>
                <a:lnTo>
                  <a:pt x="0" y="632"/>
                </a:lnTo>
              </a:path>
            </a:pathLst>
          </a:custGeom>
          <a:solidFill>
            <a:srgbClr val="00CCFF"/>
          </a:solidFill>
          <a:ln w="28575" cap="flat" cmpd="sng">
            <a:solidFill>
              <a:srgbClr val="00CCFF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Text Box 41">
            <a:extLst>
              <a:ext uri="{FF2B5EF4-FFF2-40B4-BE49-F238E27FC236}">
                <a16:creationId xmlns:a16="http://schemas.microsoft.com/office/drawing/2014/main" id="{B3EDC5D4-405A-4C59-AF78-4009869C3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5075" y="1865313"/>
            <a:ext cx="419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3" name="Freeform 42">
            <a:extLst>
              <a:ext uri="{FF2B5EF4-FFF2-40B4-BE49-F238E27FC236}">
                <a16:creationId xmlns:a16="http://schemas.microsoft.com/office/drawing/2014/main" id="{2839308F-99A2-47DA-8D0C-2167E93A17A4}"/>
              </a:ext>
            </a:extLst>
          </p:cNvPr>
          <p:cNvSpPr>
            <a:spLocks/>
          </p:cNvSpPr>
          <p:nvPr/>
        </p:nvSpPr>
        <p:spPr bwMode="auto">
          <a:xfrm>
            <a:off x="7316788" y="1617663"/>
            <a:ext cx="2438400" cy="1314450"/>
          </a:xfrm>
          <a:custGeom>
            <a:avLst/>
            <a:gdLst>
              <a:gd name="T0" fmla="*/ 0 w 1536"/>
              <a:gd name="T1" fmla="*/ 0 h 828"/>
              <a:gd name="T2" fmla="*/ 2147483646 w 1536"/>
              <a:gd name="T3" fmla="*/ 2147483646 h 828"/>
              <a:gd name="T4" fmla="*/ 2147483646 w 1536"/>
              <a:gd name="T5" fmla="*/ 2147483646 h 828"/>
              <a:gd name="T6" fmla="*/ 2147483646 w 1536"/>
              <a:gd name="T7" fmla="*/ 2147483646 h 828"/>
              <a:gd name="T8" fmla="*/ 2147483646 w 1536"/>
              <a:gd name="T9" fmla="*/ 2147483646 h 8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828"/>
              <a:gd name="T17" fmla="*/ 1536 w 1536"/>
              <a:gd name="T18" fmla="*/ 828 h 8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828">
                <a:moveTo>
                  <a:pt x="0" y="0"/>
                </a:moveTo>
                <a:cubicBezTo>
                  <a:pt x="106" y="32"/>
                  <a:pt x="459" y="126"/>
                  <a:pt x="636" y="191"/>
                </a:cubicBezTo>
                <a:cubicBezTo>
                  <a:pt x="813" y="256"/>
                  <a:pt x="944" y="321"/>
                  <a:pt x="1064" y="391"/>
                </a:cubicBezTo>
                <a:cubicBezTo>
                  <a:pt x="1184" y="461"/>
                  <a:pt x="1276" y="537"/>
                  <a:pt x="1355" y="610"/>
                </a:cubicBezTo>
                <a:cubicBezTo>
                  <a:pt x="1434" y="683"/>
                  <a:pt x="1498" y="783"/>
                  <a:pt x="1536" y="828"/>
                </a:cubicBezTo>
              </a:path>
            </a:pathLst>
          </a:custGeom>
          <a:noFill/>
          <a:ln w="381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Freeform 43">
            <a:extLst>
              <a:ext uri="{FF2B5EF4-FFF2-40B4-BE49-F238E27FC236}">
                <a16:creationId xmlns:a16="http://schemas.microsoft.com/office/drawing/2014/main" id="{01C01EDF-722D-4EDC-998E-B3DAE7E59659}"/>
              </a:ext>
            </a:extLst>
          </p:cNvPr>
          <p:cNvSpPr>
            <a:spLocks/>
          </p:cNvSpPr>
          <p:nvPr/>
        </p:nvSpPr>
        <p:spPr bwMode="auto">
          <a:xfrm>
            <a:off x="7335838" y="1606550"/>
            <a:ext cx="3351212" cy="639763"/>
          </a:xfrm>
          <a:custGeom>
            <a:avLst/>
            <a:gdLst>
              <a:gd name="T0" fmla="*/ 0 w 2111"/>
              <a:gd name="T1" fmla="*/ 0 h 403"/>
              <a:gd name="T2" fmla="*/ 2147483646 w 2111"/>
              <a:gd name="T3" fmla="*/ 2147483646 h 403"/>
              <a:gd name="T4" fmla="*/ 0 60000 65536"/>
              <a:gd name="T5" fmla="*/ 0 60000 65536"/>
              <a:gd name="T6" fmla="*/ 0 w 2111"/>
              <a:gd name="T7" fmla="*/ 0 h 403"/>
              <a:gd name="T8" fmla="*/ 2111 w 2111"/>
              <a:gd name="T9" fmla="*/ 403 h 4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11" h="403">
                <a:moveTo>
                  <a:pt x="0" y="0"/>
                </a:moveTo>
                <a:lnTo>
                  <a:pt x="2111" y="403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Oval 44">
            <a:extLst>
              <a:ext uri="{FF2B5EF4-FFF2-40B4-BE49-F238E27FC236}">
                <a16:creationId xmlns:a16="http://schemas.microsoft.com/office/drawing/2014/main" id="{F8EE93FF-3139-400C-B43B-7FEBF81E3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4262438"/>
            <a:ext cx="74613" cy="74612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2000" kern="0">
              <a:solidFill>
                <a:srgbClr val="000000"/>
              </a:solidFill>
            </a:endParaRPr>
          </a:p>
        </p:txBody>
      </p:sp>
      <p:sp>
        <p:nvSpPr>
          <p:cNvPr id="86" name="Freeform 45">
            <a:extLst>
              <a:ext uri="{FF2B5EF4-FFF2-40B4-BE49-F238E27FC236}">
                <a16:creationId xmlns:a16="http://schemas.microsoft.com/office/drawing/2014/main" id="{88536628-475E-4856-989A-7DFFB1E511FC}"/>
              </a:ext>
            </a:extLst>
          </p:cNvPr>
          <p:cNvSpPr>
            <a:spLocks/>
          </p:cNvSpPr>
          <p:nvPr/>
        </p:nvSpPr>
        <p:spPr bwMode="auto">
          <a:xfrm>
            <a:off x="7321550" y="1624013"/>
            <a:ext cx="2378075" cy="882650"/>
          </a:xfrm>
          <a:custGeom>
            <a:avLst/>
            <a:gdLst>
              <a:gd name="T0" fmla="*/ 0 w 1016"/>
              <a:gd name="T1" fmla="*/ 0 h 456"/>
              <a:gd name="T2" fmla="*/ 2147483646 w 1016"/>
              <a:gd name="T3" fmla="*/ 2147483646 h 456"/>
              <a:gd name="T4" fmla="*/ 0 60000 65536"/>
              <a:gd name="T5" fmla="*/ 0 60000 65536"/>
              <a:gd name="T6" fmla="*/ 0 w 1016"/>
              <a:gd name="T7" fmla="*/ 0 h 456"/>
              <a:gd name="T8" fmla="*/ 1016 w 1016"/>
              <a:gd name="T9" fmla="*/ 456 h 4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6" h="456">
                <a:moveTo>
                  <a:pt x="0" y="0"/>
                </a:moveTo>
                <a:lnTo>
                  <a:pt x="1016" y="456"/>
                </a:lnTo>
              </a:path>
            </a:pathLst>
          </a:custGeom>
          <a:noFill/>
          <a:ln w="38100" cap="rnd" cmpd="sng">
            <a:solidFill>
              <a:srgbClr val="CC00FF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Text Box 47">
            <a:extLst>
              <a:ext uri="{FF2B5EF4-FFF2-40B4-BE49-F238E27FC236}">
                <a16:creationId xmlns:a16="http://schemas.microsoft.com/office/drawing/2014/main" id="{A5A4AA96-1995-4A88-8345-556E02957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400" y="1184275"/>
            <a:ext cx="441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8" name="Text Box 54">
            <a:extLst>
              <a:ext uri="{FF2B5EF4-FFF2-40B4-BE49-F238E27FC236}">
                <a16:creationId xmlns:a16="http://schemas.microsoft.com/office/drawing/2014/main" id="{3CB31A0D-087F-4F52-AF03-45181D85A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888" y="1793875"/>
            <a:ext cx="441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9" name="Freeform 55">
            <a:extLst>
              <a:ext uri="{FF2B5EF4-FFF2-40B4-BE49-F238E27FC236}">
                <a16:creationId xmlns:a16="http://schemas.microsoft.com/office/drawing/2014/main" id="{B792AF5C-1034-482F-9B3C-03930D33CFD9}"/>
              </a:ext>
            </a:extLst>
          </p:cNvPr>
          <p:cNvSpPr>
            <a:spLocks/>
          </p:cNvSpPr>
          <p:nvPr/>
        </p:nvSpPr>
        <p:spPr bwMode="auto">
          <a:xfrm>
            <a:off x="7804150" y="1716088"/>
            <a:ext cx="325438" cy="523875"/>
          </a:xfrm>
          <a:custGeom>
            <a:avLst/>
            <a:gdLst>
              <a:gd name="T0" fmla="*/ 342741774 w 205"/>
              <a:gd name="T1" fmla="*/ 0 h 136"/>
              <a:gd name="T2" fmla="*/ 458669204 w 205"/>
              <a:gd name="T3" fmla="*/ 229333421 h 136"/>
              <a:gd name="T4" fmla="*/ 0 w 205"/>
              <a:gd name="T5" fmla="*/ 342741195 h 136"/>
              <a:gd name="T6" fmla="*/ 0 60000 65536"/>
              <a:gd name="T7" fmla="*/ 0 60000 65536"/>
              <a:gd name="T8" fmla="*/ 0 60000 65536"/>
              <a:gd name="T9" fmla="*/ 0 w 205"/>
              <a:gd name="T10" fmla="*/ 0 h 136"/>
              <a:gd name="T11" fmla="*/ 205 w 205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" h="136">
                <a:moveTo>
                  <a:pt x="136" y="0"/>
                </a:moveTo>
                <a:cubicBezTo>
                  <a:pt x="170" y="34"/>
                  <a:pt x="205" y="68"/>
                  <a:pt x="182" y="91"/>
                </a:cubicBezTo>
                <a:cubicBezTo>
                  <a:pt x="159" y="114"/>
                  <a:pt x="79" y="125"/>
                  <a:pt x="0" y="136"/>
                </a:cubicBezTo>
              </a:path>
            </a:pathLst>
          </a:custGeom>
          <a:noFill/>
          <a:ln w="28575" cap="flat" cmpd="sng">
            <a:solidFill>
              <a:srgbClr val="3B812F"/>
            </a:solidFill>
            <a:prstDash val="solid"/>
            <a:round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sp>
        <p:nvSpPr>
          <p:cNvPr id="2085" name="Rectangle 5">
            <a:extLst>
              <a:ext uri="{FF2B5EF4-FFF2-40B4-BE49-F238E27FC236}">
                <a16:creationId xmlns:a16="http://schemas.microsoft.com/office/drawing/2014/main" id="{2E0F6249-8382-4971-B5AB-F57042DE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66688"/>
            <a:ext cx="489743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defRPr/>
            </a:pPr>
            <a:r>
              <a:rPr lang="en-US" altLang="zh-CN" b="1" dirty="0">
                <a:solidFill>
                  <a:srgbClr val="0000CC"/>
                </a:solidFill>
                <a:latin typeface="+mn-ea"/>
                <a:ea typeface="+mn-ea"/>
              </a:rPr>
              <a:t>2. </a:t>
            </a:r>
            <a:r>
              <a:rPr lang="zh-CN" altLang="en-US" b="1" dirty="0">
                <a:solidFill>
                  <a:srgbClr val="0000CC"/>
                </a:solidFill>
                <a:latin typeface="+mn-ea"/>
                <a:ea typeface="+mn-ea"/>
              </a:rPr>
              <a:t>方向导数的几何意义</a:t>
            </a:r>
          </a:p>
        </p:txBody>
      </p:sp>
      <p:sp>
        <p:nvSpPr>
          <p:cNvPr id="92" name="Rectangle 26">
            <a:extLst>
              <a:ext uri="{FF2B5EF4-FFF2-40B4-BE49-F238E27FC236}">
                <a16:creationId xmlns:a16="http://schemas.microsoft.com/office/drawing/2014/main" id="{AE314196-C693-4C82-B4B3-B0BB00601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188" y="2651125"/>
            <a:ext cx="571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29" name="灯片编号占位符 92">
            <a:extLst>
              <a:ext uri="{FF2B5EF4-FFF2-40B4-BE49-F238E27FC236}">
                <a16:creationId xmlns:a16="http://schemas.microsoft.com/office/drawing/2014/main" id="{BE26DBEF-46B1-4DA5-A0F8-7149FA9C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64928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B168CB-32A0-495A-BFE2-F6F7638B68FB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230" name="Object 5">
            <a:extLst>
              <a:ext uri="{FF2B5EF4-FFF2-40B4-BE49-F238E27FC236}">
                <a16:creationId xmlns:a16="http://schemas.microsoft.com/office/drawing/2014/main" id="{B4AE97C5-4D21-45D2-88ED-6D71806EE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652427"/>
              </p:ext>
            </p:extLst>
          </p:nvPr>
        </p:nvGraphicFramePr>
        <p:xfrm>
          <a:off x="163247" y="3668939"/>
          <a:ext cx="45720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11400" imgH="457200" progId="Equation.3">
                  <p:embed/>
                </p:oleObj>
              </mc:Choice>
              <mc:Fallback>
                <p:oleObj name="公式" r:id="rId6" imgW="23114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47" y="3668939"/>
                        <a:ext cx="45720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8" name="矩形 57">
            <a:extLst>
              <a:ext uri="{FF2B5EF4-FFF2-40B4-BE49-F238E27FC236}">
                <a16:creationId xmlns:a16="http://schemas.microsoft.com/office/drawing/2014/main" id="{08B61D5C-49B9-4CA6-86CD-FA45DDA4A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4686300"/>
            <a:ext cx="377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函数关于距离的变化率</a:t>
            </a:r>
          </a:p>
        </p:txBody>
      </p:sp>
      <p:graphicFrame>
        <p:nvGraphicFramePr>
          <p:cNvPr id="8232" name="Object 52">
            <a:extLst>
              <a:ext uri="{FF2B5EF4-FFF2-40B4-BE49-F238E27FC236}">
                <a16:creationId xmlns:a16="http://schemas.microsoft.com/office/drawing/2014/main" id="{428F08D3-4724-48F9-9D0D-4DA7A476D5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288" y="1485900"/>
          <a:ext cx="38830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57400" imgH="533400" progId="Equation.DSMT4">
                  <p:embed/>
                </p:oleObj>
              </mc:Choice>
              <mc:Fallback>
                <p:oleObj name="Equation" r:id="rId8" imgW="2057400" imgH="5334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1485900"/>
                        <a:ext cx="38830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B2686F1-F333-14B0-E230-91C584D69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022230"/>
              </p:ext>
            </p:extLst>
          </p:nvPr>
        </p:nvGraphicFramePr>
        <p:xfrm>
          <a:off x="161965" y="2614973"/>
          <a:ext cx="5131761" cy="74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05040" imgH="393480" progId="Equation.DSMT4">
                  <p:embed/>
                </p:oleObj>
              </mc:Choice>
              <mc:Fallback>
                <p:oleObj name="Equation" r:id="rId10" imgW="270504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9B0252B-0AFA-35DD-BFA1-30D0F706F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1965" y="2614973"/>
                        <a:ext cx="5131761" cy="74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  <p:bldP spid="61" grpId="0" autoUpdateAnimBg="0"/>
      <p:bldP spid="62" grpId="0" autoUpdateAnimBg="0"/>
      <p:bldP spid="63" grpId="0" autoUpdateAnimBg="0"/>
      <p:bldP spid="66" grpId="0" autoUpdateAnimBg="0"/>
      <p:bldP spid="67" grpId="0" autoUpdateAnimBg="0"/>
      <p:bldP spid="68" grpId="0" autoUpdateAnimBg="0"/>
      <p:bldP spid="69" grpId="0" autoUpdateAnimBg="0"/>
      <p:bldP spid="70" grpId="0" autoUpdateAnimBg="0"/>
      <p:bldP spid="82" grpId="0" autoUpdateAnimBg="0"/>
      <p:bldP spid="85" grpId="0" animBg="1"/>
      <p:bldP spid="87" grpId="0" autoUpdateAnimBg="0"/>
      <p:bldP spid="88" grpId="0" autoUpdateAnimBg="0"/>
      <p:bldP spid="92" grpId="0" autoUpdateAnimBg="0"/>
      <p:bldP spid="208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>
            <a:extLst>
              <a:ext uri="{FF2B5EF4-FFF2-40B4-BE49-F238E27FC236}">
                <a16:creationId xmlns:a16="http://schemas.microsoft.com/office/drawing/2014/main" id="{8D08B264-E34A-47FC-966D-349F68C9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B9EC8E-CBBA-4AFE-B2CF-D593C6328E2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86" name="Rectangle 5">
            <a:extLst>
              <a:ext uri="{FF2B5EF4-FFF2-40B4-BE49-F238E27FC236}">
                <a16:creationId xmlns:a16="http://schemas.microsoft.com/office/drawing/2014/main" id="{D2E51844-5112-4397-95EE-CA1742662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0"/>
            <a:ext cx="489743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defRPr/>
            </a:pPr>
            <a:r>
              <a:rPr lang="en-US" altLang="zh-CN" b="1" dirty="0">
                <a:solidFill>
                  <a:srgbClr val="0000CC"/>
                </a:solidFill>
                <a:latin typeface="+mn-ea"/>
                <a:ea typeface="+mn-ea"/>
              </a:rPr>
              <a:t>3. </a:t>
            </a:r>
            <a:r>
              <a:rPr lang="zh-CN" altLang="en-US" b="1" dirty="0">
                <a:solidFill>
                  <a:srgbClr val="0000CC"/>
                </a:solidFill>
                <a:latin typeface="+mn-ea"/>
                <a:ea typeface="+mn-ea"/>
              </a:rPr>
              <a:t>方向导数的计算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80EB1C-83A1-4169-B692-55A4426061E9}"/>
              </a:ext>
            </a:extLst>
          </p:cNvPr>
          <p:cNvGrpSpPr>
            <a:grpSpLocks/>
          </p:cNvGrpSpPr>
          <p:nvPr/>
        </p:nvGrpSpPr>
        <p:grpSpPr bwMode="auto">
          <a:xfrm>
            <a:off x="157163" y="2647950"/>
            <a:ext cx="5311775" cy="647700"/>
            <a:chOff x="156425" y="2647754"/>
            <a:chExt cx="5312513" cy="647700"/>
          </a:xfrm>
        </p:grpSpPr>
        <p:sp>
          <p:nvSpPr>
            <p:cNvPr id="9242" name="Rectangle 9">
              <a:extLst>
                <a:ext uri="{FF2B5EF4-FFF2-40B4-BE49-F238E27FC236}">
                  <a16:creationId xmlns:a16="http://schemas.microsoft.com/office/drawing/2014/main" id="{5E18CCEE-9385-49B9-BAFF-1DBE52248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25" y="2647754"/>
              <a:ext cx="2214775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全增量</a:t>
              </a:r>
            </a:p>
          </p:txBody>
        </p:sp>
        <p:graphicFrame>
          <p:nvGraphicFramePr>
            <p:cNvPr id="9243" name="Object 11">
              <a:extLst>
                <a:ext uri="{FF2B5EF4-FFF2-40B4-BE49-F238E27FC236}">
                  <a16:creationId xmlns:a16="http://schemas.microsoft.com/office/drawing/2014/main" id="{72FAD8C6-F6D7-48FF-BBD3-C81056DF3E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8913" y="2786063"/>
            <a:ext cx="4010025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43100" imgH="228600" progId="Equation.DSMT4">
                    <p:embed/>
                  </p:oleObj>
                </mc:Choice>
                <mc:Fallback>
                  <p:oleObj name="Equation" r:id="rId2" imgW="194310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913" y="2786063"/>
                          <a:ext cx="4010025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4018" name="Object 18">
            <a:extLst>
              <a:ext uri="{FF2B5EF4-FFF2-40B4-BE49-F238E27FC236}">
                <a16:creationId xmlns:a16="http://schemas.microsoft.com/office/drawing/2014/main" id="{3A36E5F1-5C09-47AA-AFD4-723AEE225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4138" y="3508375"/>
          <a:ext cx="2809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400" imgH="368300" progId="">
                  <p:embed/>
                </p:oleObj>
              </mc:Choice>
              <mc:Fallback>
                <p:oleObj name="Equation" r:id="rId4" imgW="279400" imgH="36830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138" y="3508375"/>
                        <a:ext cx="28098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9" name="Object 19">
            <a:extLst>
              <a:ext uri="{FF2B5EF4-FFF2-40B4-BE49-F238E27FC236}">
                <a16:creationId xmlns:a16="http://schemas.microsoft.com/office/drawing/2014/main" id="{1992799C-56F9-4FDC-91A0-E2908AF80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99850" y="2503488"/>
          <a:ext cx="14128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579" imgH="266469" progId="">
                  <p:embed/>
                </p:oleObj>
              </mc:Choice>
              <mc:Fallback>
                <p:oleObj name="Equation" r:id="rId6" imgW="139579" imgH="266469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9850" y="2503488"/>
                        <a:ext cx="141288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0" name="Object 20">
            <a:extLst>
              <a:ext uri="{FF2B5EF4-FFF2-40B4-BE49-F238E27FC236}">
                <a16:creationId xmlns:a16="http://schemas.microsoft.com/office/drawing/2014/main" id="{CE4288C5-5B80-4DDB-897D-B0930E174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23563" y="2538413"/>
          <a:ext cx="2444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195" imgH="241195" progId="">
                  <p:embed/>
                </p:oleObj>
              </mc:Choice>
              <mc:Fallback>
                <p:oleObj name="Equation" r:id="rId8" imgW="241195" imgH="241195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3563" y="2538413"/>
                        <a:ext cx="24447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1" name="Object 21">
            <a:extLst>
              <a:ext uri="{FF2B5EF4-FFF2-40B4-BE49-F238E27FC236}">
                <a16:creationId xmlns:a16="http://schemas.microsoft.com/office/drawing/2014/main" id="{E4C3302F-44F5-4916-998B-3780E4661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0913" y="3582988"/>
          <a:ext cx="373062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140" imgH="253890" progId="">
                  <p:embed/>
                </p:oleObj>
              </mc:Choice>
              <mc:Fallback>
                <p:oleObj name="Equation" r:id="rId10" imgW="368140" imgH="25389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0913" y="3582988"/>
                        <a:ext cx="373062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>
            <a:extLst>
              <a:ext uri="{FF2B5EF4-FFF2-40B4-BE49-F238E27FC236}">
                <a16:creationId xmlns:a16="http://schemas.microsoft.com/office/drawing/2014/main" id="{63E8355F-96C7-4F60-9280-AB7993F11364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4733925"/>
            <a:ext cx="8207375" cy="914400"/>
            <a:chOff x="-550" y="2020"/>
            <a:chExt cx="4445" cy="535"/>
          </a:xfrm>
        </p:grpSpPr>
        <p:graphicFrame>
          <p:nvGraphicFramePr>
            <p:cNvPr id="9240" name="Object 16">
              <a:extLst>
                <a:ext uri="{FF2B5EF4-FFF2-40B4-BE49-F238E27FC236}">
                  <a16:creationId xmlns:a16="http://schemas.microsoft.com/office/drawing/2014/main" id="{04B1B240-6313-4077-8C52-5D9AFC8811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550" y="2020"/>
            <a:ext cx="2191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06600" imgH="431800" progId="Equation.DSMT4">
                    <p:embed/>
                  </p:oleObj>
                </mc:Choice>
                <mc:Fallback>
                  <p:oleObj name="Equation" r:id="rId12" imgW="2006600" imgH="4318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50" y="2020"/>
                          <a:ext cx="2191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27">
              <a:extLst>
                <a:ext uri="{FF2B5EF4-FFF2-40B4-BE49-F238E27FC236}">
                  <a16:creationId xmlns:a16="http://schemas.microsoft.com/office/drawing/2014/main" id="{54E43F7F-B0B2-4BB7-8579-475A2D306F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0" y="2041"/>
            <a:ext cx="2205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19300" imgH="431800" progId="">
                    <p:embed/>
                  </p:oleObj>
                </mc:Choice>
                <mc:Fallback>
                  <p:oleObj name="Equation" r:id="rId14" imgW="2019300" imgH="431800" progId="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" y="2041"/>
                          <a:ext cx="2205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4028" name="Object 28">
            <a:extLst>
              <a:ext uri="{FF2B5EF4-FFF2-40B4-BE49-F238E27FC236}">
                <a16:creationId xmlns:a16="http://schemas.microsoft.com/office/drawing/2014/main" id="{6CCE2669-4A1B-4401-A6FF-DF1427E71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0" y="3068638"/>
          <a:ext cx="3603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292" imgH="304536" progId="">
                  <p:embed/>
                </p:oleObj>
              </mc:Choice>
              <mc:Fallback>
                <p:oleObj name="Equation" r:id="rId16" imgW="355292" imgH="304536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0" y="3068638"/>
                        <a:ext cx="360363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34">
            <a:extLst>
              <a:ext uri="{FF2B5EF4-FFF2-40B4-BE49-F238E27FC236}">
                <a16:creationId xmlns:a16="http://schemas.microsoft.com/office/drawing/2014/main" id="{E19309C0-6092-4381-B5D4-0D40974E7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838" y="936625"/>
          <a:ext cx="78009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25900" imgH="469900" progId="Equation.DSMT4">
                  <p:embed/>
                </p:oleObj>
              </mc:Choice>
              <mc:Fallback>
                <p:oleObj name="Equation" r:id="rId18" imgW="4025900" imgH="4699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936625"/>
                        <a:ext cx="780097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9">
            <a:extLst>
              <a:ext uri="{FF2B5EF4-FFF2-40B4-BE49-F238E27FC236}">
                <a16:creationId xmlns:a16="http://schemas.microsoft.com/office/drawing/2014/main" id="{E7E9BB21-8A7D-4F9F-ADAE-C10A7E45A131}"/>
              </a:ext>
            </a:extLst>
          </p:cNvPr>
          <p:cNvGrpSpPr>
            <a:grpSpLocks/>
          </p:cNvGrpSpPr>
          <p:nvPr/>
        </p:nvGrpSpPr>
        <p:grpSpPr bwMode="auto">
          <a:xfrm>
            <a:off x="263525" y="1882775"/>
            <a:ext cx="4176713" cy="749300"/>
            <a:chOff x="611560" y="2708920"/>
            <a:chExt cx="4249861" cy="965200"/>
          </a:xfrm>
        </p:grpSpPr>
        <p:sp>
          <p:nvSpPr>
            <p:cNvPr id="9238" name="Rectangle 12">
              <a:extLst>
                <a:ext uri="{FF2B5EF4-FFF2-40B4-BE49-F238E27FC236}">
                  <a16:creationId xmlns:a16="http://schemas.microsoft.com/office/drawing/2014/main" id="{F0995EB5-B725-4B10-A34D-8196FA809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2708920"/>
              <a:ext cx="4249861" cy="965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若函数 </a:t>
              </a:r>
              <a:r>
                <a:rPr lang="zh-CN" altLang="en-US" sz="2800" i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在 </a:t>
              </a:r>
              <a:r>
                <a:rPr lang="en-US" altLang="zh-CN" sz="2800" i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</a:t>
              </a:r>
              <a:r>
                <a:rPr lang="en-US" altLang="zh-CN" sz="2800" baseline="-250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0</a:t>
              </a:r>
              <a:r>
                <a:rPr lang="en-US" altLang="zh-CN" sz="2800" i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r>
                <a:rPr lang="zh-CN" altLang="en-US" sz="280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点处可微</a:t>
              </a:r>
            </a:p>
          </p:txBody>
        </p:sp>
        <p:graphicFrame>
          <p:nvGraphicFramePr>
            <p:cNvPr id="9239" name="Object 30">
              <a:extLst>
                <a:ext uri="{FF2B5EF4-FFF2-40B4-BE49-F238E27FC236}">
                  <a16:creationId xmlns:a16="http://schemas.microsoft.com/office/drawing/2014/main" id="{B5E4B5BB-6ED8-4740-B7AA-0899B699D2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83934" y="2987234"/>
            <a:ext cx="371831" cy="556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53780" imgH="317225" progId="">
                    <p:embed/>
                  </p:oleObj>
                </mc:Choice>
                <mc:Fallback>
                  <p:oleObj name="Equation" r:id="rId20" imgW="253780" imgH="317225" progId="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934" y="2987234"/>
                          <a:ext cx="371831" cy="5566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AutoShape 2150">
            <a:extLst>
              <a:ext uri="{FF2B5EF4-FFF2-40B4-BE49-F238E27FC236}">
                <a16:creationId xmlns:a16="http://schemas.microsoft.com/office/drawing/2014/main" id="{1097F1F2-8CAB-43B9-8277-1B1BC7BAD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333375"/>
            <a:ext cx="5040312" cy="1119188"/>
          </a:xfrm>
          <a:prstGeom prst="cloudCallout">
            <a:avLst>
              <a:gd name="adj1" fmla="val 54454"/>
              <a:gd name="adj2" fmla="val -25407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全增量</a:t>
            </a:r>
          </a:p>
        </p:txBody>
      </p:sp>
      <p:pic>
        <p:nvPicPr>
          <p:cNvPr id="25" name="Picture 2151" descr="j6">
            <a:extLst>
              <a:ext uri="{FF2B5EF4-FFF2-40B4-BE49-F238E27FC236}">
                <a16:creationId xmlns:a16="http://schemas.microsoft.com/office/drawing/2014/main" id="{FA3728A3-C5FD-498E-A207-50BA76E25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0" y="188913"/>
            <a:ext cx="10160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81" name="Object 12">
            <a:extLst>
              <a:ext uri="{FF2B5EF4-FFF2-40B4-BE49-F238E27FC236}">
                <a16:creationId xmlns:a16="http://schemas.microsoft.com/office/drawing/2014/main" id="{AAB732B3-7B25-47AD-87E8-32B333CDD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3063" y="3543300"/>
          <a:ext cx="38623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854200" imgH="241300" progId="Equation.3">
                  <p:embed/>
                </p:oleObj>
              </mc:Choice>
              <mc:Fallback>
                <p:oleObj name="公式" r:id="rId23" imgW="18542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63" y="3543300"/>
                        <a:ext cx="38623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2" name="组合 27">
            <a:extLst>
              <a:ext uri="{FF2B5EF4-FFF2-40B4-BE49-F238E27FC236}">
                <a16:creationId xmlns:a16="http://schemas.microsoft.com/office/drawing/2014/main" id="{1A688668-6D71-42AA-B0D7-68174DBF51ED}"/>
              </a:ext>
            </a:extLst>
          </p:cNvPr>
          <p:cNvGrpSpPr>
            <a:grpSpLocks/>
          </p:cNvGrpSpPr>
          <p:nvPr/>
        </p:nvGrpSpPr>
        <p:grpSpPr bwMode="auto">
          <a:xfrm>
            <a:off x="8474075" y="1773238"/>
            <a:ext cx="3506788" cy="2746375"/>
            <a:chOff x="5076825" y="2628459"/>
            <a:chExt cx="3506216" cy="2746816"/>
          </a:xfrm>
        </p:grpSpPr>
        <p:pic>
          <p:nvPicPr>
            <p:cNvPr id="9234" name="Picture 17" descr="13">
              <a:extLst>
                <a:ext uri="{FF2B5EF4-FFF2-40B4-BE49-F238E27FC236}">
                  <a16:creationId xmlns:a16="http://schemas.microsoft.com/office/drawing/2014/main" id="{028A6F90-FD20-40FD-A6B3-A178A3DD6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825" y="2765425"/>
              <a:ext cx="3238500" cy="260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id="{569E5523-2049-44D9-AE8D-09ADCBD18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0520" y="4786217"/>
              <a:ext cx="482521" cy="368359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b="1" i="1" kern="0" dirty="0">
                  <a:solidFill>
                    <a:srgbClr val="000000"/>
                  </a:solidFill>
                  <a:ea typeface="楷体_GB2312" pitchFamily="49" charset="-122"/>
                </a:rPr>
                <a:t>x</a:t>
              </a:r>
              <a:endParaRPr lang="en-US" altLang="zh-CN" sz="1800" b="1" kern="0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53872375-A5BA-4293-A433-A60D5222A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9981" y="2628459"/>
              <a:ext cx="260308" cy="369946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b="1" i="1" kern="0" dirty="0">
                  <a:solidFill>
                    <a:srgbClr val="000000"/>
                  </a:solidFill>
                  <a:ea typeface="楷体_GB2312" pitchFamily="49" charset="-122"/>
                </a:rPr>
                <a:t>y</a:t>
              </a:r>
              <a:endParaRPr lang="en-US" altLang="zh-CN" sz="1800" b="1" kern="0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9237" name="Object 23">
              <a:extLst>
                <a:ext uri="{FF2B5EF4-FFF2-40B4-BE49-F238E27FC236}">
                  <a16:creationId xmlns:a16="http://schemas.microsoft.com/office/drawing/2014/main" id="{3D7F30D2-0139-4B76-8275-C321E00DFF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46414" y="4869160"/>
            <a:ext cx="261690" cy="2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26835" imgH="152202" progId="Equation.DSMT4">
                    <p:embed/>
                  </p:oleObj>
                </mc:Choice>
                <mc:Fallback>
                  <p:oleObj name="Equation" r:id="rId26" imgW="126835" imgH="152202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6414" y="4869160"/>
                          <a:ext cx="261690" cy="2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9E682CE-41FF-426B-8623-A2690C6D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4787900"/>
            <a:ext cx="1143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于是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8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>
            <a:extLst>
              <a:ext uri="{FF2B5EF4-FFF2-40B4-BE49-F238E27FC236}">
                <a16:creationId xmlns:a16="http://schemas.microsoft.com/office/drawing/2014/main" id="{ED88ED0C-EAF1-4CCD-8413-8BC5A41B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9191625" y="6454775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336870-14E6-4CC4-B4E7-E28E334DF406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D94074D0-A6F8-44FB-B449-E620D4F9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690563"/>
            <a:ext cx="687705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如果方向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与坐标轴的夹角分别为     和     ，则有</a:t>
            </a:r>
          </a:p>
        </p:txBody>
      </p:sp>
      <p:graphicFrame>
        <p:nvGraphicFramePr>
          <p:cNvPr id="10244" name="Object 7">
            <a:extLst>
              <a:ext uri="{FF2B5EF4-FFF2-40B4-BE49-F238E27FC236}">
                <a16:creationId xmlns:a16="http://schemas.microsoft.com/office/drawing/2014/main" id="{36AEA47A-5645-4B54-B487-6F064AB858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0963" y="1071563"/>
          <a:ext cx="4127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139639" progId="">
                  <p:embed/>
                </p:oleObj>
              </mc:Choice>
              <mc:Fallback>
                <p:oleObj name="Equation" r:id="rId2" imgW="152334" imgH="139639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1071563"/>
                        <a:ext cx="41275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8">
            <a:extLst>
              <a:ext uri="{FF2B5EF4-FFF2-40B4-BE49-F238E27FC236}">
                <a16:creationId xmlns:a16="http://schemas.microsoft.com/office/drawing/2014/main" id="{36B38C88-FF76-4215-8B27-C9F535024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2013" y="1025525"/>
          <a:ext cx="4476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957" imgH="203024" progId="">
                  <p:embed/>
                </p:oleObj>
              </mc:Choice>
              <mc:Fallback>
                <p:oleObj name="Equation" r:id="rId4" imgW="164957" imgH="203024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013" y="1025525"/>
                        <a:ext cx="4476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5" name="Object 9">
            <a:extLst>
              <a:ext uri="{FF2B5EF4-FFF2-40B4-BE49-F238E27FC236}">
                <a16:creationId xmlns:a16="http://schemas.microsoft.com/office/drawing/2014/main" id="{F5C98FD4-D0DE-4523-BA99-AF6B9CA803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2363" y="809625"/>
          <a:ext cx="272891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431800" progId="">
                  <p:embed/>
                </p:oleObj>
              </mc:Choice>
              <mc:Fallback>
                <p:oleObj name="Equation" r:id="rId6" imgW="1574800" imgH="4318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363" y="809625"/>
                        <a:ext cx="272891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>
            <a:extLst>
              <a:ext uri="{FF2B5EF4-FFF2-40B4-BE49-F238E27FC236}">
                <a16:creationId xmlns:a16="http://schemas.microsoft.com/office/drawing/2014/main" id="{85E49445-42B0-4023-9D3D-DC8E79E6CF08}"/>
              </a:ext>
            </a:extLst>
          </p:cNvPr>
          <p:cNvGrpSpPr>
            <a:grpSpLocks/>
          </p:cNvGrpSpPr>
          <p:nvPr/>
        </p:nvGrpSpPr>
        <p:grpSpPr bwMode="auto">
          <a:xfrm>
            <a:off x="1495425" y="2952750"/>
            <a:ext cx="684213" cy="493713"/>
            <a:chOff x="3722" y="1435"/>
            <a:chExt cx="431" cy="311"/>
          </a:xfrm>
        </p:grpSpPr>
        <p:graphicFrame>
          <p:nvGraphicFramePr>
            <p:cNvPr id="10263" name="Object 17">
              <a:extLst>
                <a:ext uri="{FF2B5EF4-FFF2-40B4-BE49-F238E27FC236}">
                  <a16:creationId xmlns:a16="http://schemas.microsoft.com/office/drawing/2014/main" id="{A9994E81-A8C3-4CE0-9F29-2D698F830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1620"/>
            <a:ext cx="146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501" imgH="203112" progId="">
                    <p:embed/>
                  </p:oleObj>
                </mc:Choice>
                <mc:Fallback>
                  <p:oleObj name="Equation" r:id="rId8" imgW="228501" imgH="203112" progId="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1620"/>
                          <a:ext cx="146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4" name="Object 18">
              <a:extLst>
                <a:ext uri="{FF2B5EF4-FFF2-40B4-BE49-F238E27FC236}">
                  <a16:creationId xmlns:a16="http://schemas.microsoft.com/office/drawing/2014/main" id="{A62394D4-D952-482A-9EBC-3EDF2A0759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2" y="1435"/>
            <a:ext cx="15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091" imgH="317225" progId="">
                    <p:embed/>
                  </p:oleObj>
                </mc:Choice>
                <mc:Fallback>
                  <p:oleObj name="Equation" r:id="rId10" imgW="241091" imgH="317225" progId="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2" y="1435"/>
                          <a:ext cx="154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248" name="Picture 12" descr="13">
            <a:extLst>
              <a:ext uri="{FF2B5EF4-FFF2-40B4-BE49-F238E27FC236}">
                <a16:creationId xmlns:a16="http://schemas.microsoft.com/office/drawing/2014/main" id="{5AE74D2C-88A3-4AB7-814C-B0BBF3848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800225"/>
            <a:ext cx="32385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9" name="Object 13">
            <a:extLst>
              <a:ext uri="{FF2B5EF4-FFF2-40B4-BE49-F238E27FC236}">
                <a16:creationId xmlns:a16="http://schemas.microsoft.com/office/drawing/2014/main" id="{7C72A064-7D66-480E-8037-189E8C50C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3638" y="3398838"/>
          <a:ext cx="2809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400" imgH="368300" progId="">
                  <p:embed/>
                </p:oleObj>
              </mc:Choice>
              <mc:Fallback>
                <p:oleObj name="Equation" r:id="rId13" imgW="279400" imgH="3683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3398838"/>
                        <a:ext cx="28098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4">
            <a:extLst>
              <a:ext uri="{FF2B5EF4-FFF2-40B4-BE49-F238E27FC236}">
                <a16:creationId xmlns:a16="http://schemas.microsoft.com/office/drawing/2014/main" id="{F13E56DD-E1FF-4401-BCD8-97503602D2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2393950"/>
          <a:ext cx="14128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579" imgH="266469" progId="">
                  <p:embed/>
                </p:oleObj>
              </mc:Choice>
              <mc:Fallback>
                <p:oleObj name="Equation" r:id="rId15" imgW="139579" imgH="26646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2393950"/>
                        <a:ext cx="141288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5">
            <a:extLst>
              <a:ext uri="{FF2B5EF4-FFF2-40B4-BE49-F238E27FC236}">
                <a16:creationId xmlns:a16="http://schemas.microsoft.com/office/drawing/2014/main" id="{E4EA1EDC-2984-4771-BD6B-F225C6EB6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3063" y="2428875"/>
          <a:ext cx="2444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1195" imgH="241195" progId="">
                  <p:embed/>
                </p:oleObj>
              </mc:Choice>
              <mc:Fallback>
                <p:oleObj name="Equation" r:id="rId17" imgW="241195" imgH="241195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3" y="2428875"/>
                        <a:ext cx="24447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6">
            <a:extLst>
              <a:ext uri="{FF2B5EF4-FFF2-40B4-BE49-F238E27FC236}">
                <a16:creationId xmlns:a16="http://schemas.microsoft.com/office/drawing/2014/main" id="{E970D6F3-4869-459A-A6D3-231965B23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0413" y="3473450"/>
          <a:ext cx="37306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68140" imgH="253890" progId="">
                  <p:embed/>
                </p:oleObj>
              </mc:Choice>
              <mc:Fallback>
                <p:oleObj name="Equation" r:id="rId19" imgW="368140" imgH="25389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3473450"/>
                        <a:ext cx="37306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9">
            <a:extLst>
              <a:ext uri="{FF2B5EF4-FFF2-40B4-BE49-F238E27FC236}">
                <a16:creationId xmlns:a16="http://schemas.microsoft.com/office/drawing/2014/main" id="{B195A36C-271A-4150-B4A3-0D541CBC9C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350" y="2959100"/>
          <a:ext cx="3603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55292" imgH="304536" progId="">
                  <p:embed/>
                </p:oleObj>
              </mc:Choice>
              <mc:Fallback>
                <p:oleObj name="Equation" r:id="rId21" imgW="355292" imgH="304536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959100"/>
                        <a:ext cx="360363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2" name="Object 26">
            <a:extLst>
              <a:ext uri="{FF2B5EF4-FFF2-40B4-BE49-F238E27FC236}">
                <a16:creationId xmlns:a16="http://schemas.microsoft.com/office/drawing/2014/main" id="{8C4E1554-6CFB-4EF1-8E18-BF5FD8E24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0588" y="4892675"/>
          <a:ext cx="317023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828800" imgH="241300" progId="Equation.DSMT4">
                  <p:embed/>
                </p:oleObj>
              </mc:Choice>
              <mc:Fallback>
                <p:oleObj name="Equation" r:id="rId23" imgW="1828800" imgH="2413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4892675"/>
                        <a:ext cx="317023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30">
            <a:extLst>
              <a:ext uri="{FF2B5EF4-FFF2-40B4-BE49-F238E27FC236}">
                <a16:creationId xmlns:a16="http://schemas.microsoft.com/office/drawing/2014/main" id="{4ED54897-E5E6-479B-AEE6-221FD0C56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788" y="4175125"/>
          <a:ext cx="32797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847996" imgH="393815" progId="">
                  <p:embed/>
                </p:oleObj>
              </mc:Choice>
              <mc:Fallback>
                <p:oleObj name="Equation" r:id="rId25" imgW="1847996" imgH="393815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4175125"/>
                        <a:ext cx="327977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7" name="Object 31">
            <a:extLst>
              <a:ext uri="{FF2B5EF4-FFF2-40B4-BE49-F238E27FC236}">
                <a16:creationId xmlns:a16="http://schemas.microsoft.com/office/drawing/2014/main" id="{56D4D627-9F25-4266-9802-466DC49279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0588" y="2232025"/>
          <a:ext cx="49498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286000" imgH="469900" progId="Equation.DSMT4">
                  <p:embed/>
                </p:oleObj>
              </mc:Choice>
              <mc:Fallback>
                <p:oleObj name="Equation" r:id="rId27" imgW="2286000" imgH="469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2232025"/>
                        <a:ext cx="49498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9" name="Object 33">
            <a:extLst>
              <a:ext uri="{FF2B5EF4-FFF2-40B4-BE49-F238E27FC236}">
                <a16:creationId xmlns:a16="http://schemas.microsoft.com/office/drawing/2014/main" id="{B1D8C7BC-B73B-4FA8-8008-D12BCE1FB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7888" y="3479800"/>
          <a:ext cx="49958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857500" imgH="520700" progId="Equation.3">
                  <p:embed/>
                </p:oleObj>
              </mc:Choice>
              <mc:Fallback>
                <p:oleObj name="公式" r:id="rId29" imgW="2857500" imgH="5207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3479800"/>
                        <a:ext cx="499586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40F601AA-A698-4E67-8C7C-B38BCF65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231775"/>
            <a:ext cx="489743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defRPr/>
            </a:pPr>
            <a:r>
              <a:rPr lang="en-US" altLang="zh-CN" b="1" dirty="0">
                <a:solidFill>
                  <a:srgbClr val="0000CC"/>
                </a:solidFill>
                <a:latin typeface="+mn-ea"/>
                <a:ea typeface="+mn-ea"/>
              </a:rPr>
              <a:t>3. </a:t>
            </a:r>
            <a:r>
              <a:rPr lang="zh-CN" altLang="en-US" b="1" dirty="0">
                <a:solidFill>
                  <a:srgbClr val="0000CC"/>
                </a:solidFill>
                <a:latin typeface="+mn-ea"/>
                <a:ea typeface="+mn-ea"/>
              </a:rPr>
              <a:t>方向导数的计算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538CCB84-10F1-4F73-86AF-292B120FB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3732213"/>
            <a:ext cx="482600" cy="368300"/>
          </a:xfrm>
          <a:prstGeom prst="rect">
            <a:avLst/>
          </a:prstGeom>
          <a:noFill/>
          <a:ln w="9525" cap="rnd">
            <a:noFill/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altLang="zh-CN" sz="1800" b="1" i="1" kern="0" dirty="0">
                <a:solidFill>
                  <a:srgbClr val="000000"/>
                </a:solidFill>
                <a:ea typeface="楷体_GB2312" pitchFamily="49" charset="-122"/>
              </a:rPr>
              <a:t>x</a:t>
            </a:r>
            <a:endParaRPr lang="en-US" altLang="zh-CN" sz="1800" b="1" kern="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7EB32238-E754-4F9D-89DF-7EFC5E24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1646238"/>
            <a:ext cx="260350" cy="369887"/>
          </a:xfrm>
          <a:prstGeom prst="rect">
            <a:avLst/>
          </a:prstGeom>
          <a:noFill/>
          <a:ln w="9525" cap="rnd">
            <a:noFill/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US" altLang="zh-CN" sz="1800" b="1" i="1" kern="0" dirty="0">
                <a:solidFill>
                  <a:srgbClr val="000000"/>
                </a:solidFill>
                <a:ea typeface="楷体_GB2312" pitchFamily="49" charset="-122"/>
              </a:rPr>
              <a:t>y</a:t>
            </a:r>
            <a:endParaRPr lang="en-US" altLang="zh-CN" sz="1800" b="1" kern="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10261" name="Object 23">
            <a:extLst>
              <a:ext uri="{FF2B5EF4-FFF2-40B4-BE49-F238E27FC236}">
                <a16:creationId xmlns:a16="http://schemas.microsoft.com/office/drawing/2014/main" id="{4002EBB5-EDBF-4076-B576-5D9657BA6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263" y="3895725"/>
          <a:ext cx="261937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835" imgH="152202" progId="Equation.DSMT4">
                  <p:embed/>
                </p:oleObj>
              </mc:Choice>
              <mc:Fallback>
                <p:oleObj name="Equation" r:id="rId31" imgW="126835" imgH="15220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895725"/>
                        <a:ext cx="261937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34">
            <a:extLst>
              <a:ext uri="{FF2B5EF4-FFF2-40B4-BE49-F238E27FC236}">
                <a16:creationId xmlns:a16="http://schemas.microsoft.com/office/drawing/2014/main" id="{385C1880-05D1-40E3-9F34-3D0186279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2247900"/>
          <a:ext cx="8858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57200" imgH="469900" progId="Equation.DSMT4">
                  <p:embed/>
                </p:oleObj>
              </mc:Choice>
              <mc:Fallback>
                <p:oleObj name="Equation" r:id="rId33" imgW="457200" imgH="4699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247900"/>
                        <a:ext cx="8858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3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3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3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3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8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>
            <a:extLst>
              <a:ext uri="{FF2B5EF4-FFF2-40B4-BE49-F238E27FC236}">
                <a16:creationId xmlns:a16="http://schemas.microsoft.com/office/drawing/2014/main" id="{362067CA-576D-44AB-8F66-072F9082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440D35-CBF8-4C84-BC3E-5DC123D6B52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31114320-52C8-4E3E-B4DB-F88AF48DC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86995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endParaRPr lang="zh-CN" altLang="en-US" sz="240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268" name="Rectangle 7">
            <a:extLst>
              <a:ext uri="{FF2B5EF4-FFF2-40B4-BE49-F238E27FC236}">
                <a16:creationId xmlns:a16="http://schemas.microsoft.com/office/drawing/2014/main" id="{13BA650A-7CB0-47B3-A4CF-CF6F67ACF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50" y="869950"/>
            <a:ext cx="7812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若函数  在点       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可微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则  在   处沿任一方向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269" name="Object 8">
            <a:extLst>
              <a:ext uri="{FF2B5EF4-FFF2-40B4-BE49-F238E27FC236}">
                <a16:creationId xmlns:a16="http://schemas.microsoft.com/office/drawing/2014/main" id="{85D44160-D781-4C8F-AD27-819AFCE199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9013" y="963613"/>
          <a:ext cx="2571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780" imgH="317225" progId="Equation.DSMT4">
                  <p:embed/>
                </p:oleObj>
              </mc:Choice>
              <mc:Fallback>
                <p:oleObj name="Equation" r:id="rId2" imgW="253780" imgH="31722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963613"/>
                        <a:ext cx="2571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9">
            <a:extLst>
              <a:ext uri="{FF2B5EF4-FFF2-40B4-BE49-F238E27FC236}">
                <a16:creationId xmlns:a16="http://schemas.microsoft.com/office/drawing/2014/main" id="{9DB7B299-F76E-41B3-8455-6633D440DC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941388"/>
          <a:ext cx="11525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700" imgH="368300" progId="Equation.DSMT4">
                  <p:embed/>
                </p:oleObj>
              </mc:Choice>
              <mc:Fallback>
                <p:oleObj name="Equation" r:id="rId4" imgW="1155700" imgH="368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941388"/>
                        <a:ext cx="11525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1">
            <a:extLst>
              <a:ext uri="{FF2B5EF4-FFF2-40B4-BE49-F238E27FC236}">
                <a16:creationId xmlns:a16="http://schemas.microsoft.com/office/drawing/2014/main" id="{7AA2D224-2126-4FCD-9253-1A63CA816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1638" y="933450"/>
          <a:ext cx="2571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780" imgH="317225" progId="">
                  <p:embed/>
                </p:oleObj>
              </mc:Choice>
              <mc:Fallback>
                <p:oleObj name="Equation" r:id="rId6" imgW="253780" imgH="317225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933450"/>
                        <a:ext cx="2571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12">
            <a:extLst>
              <a:ext uri="{FF2B5EF4-FFF2-40B4-BE49-F238E27FC236}">
                <a16:creationId xmlns:a16="http://schemas.microsoft.com/office/drawing/2014/main" id="{594BE31F-19FE-4919-BCEE-2CE76CD76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2825" y="930275"/>
          <a:ext cx="276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400" imgH="368300" progId="">
                  <p:embed/>
                </p:oleObj>
              </mc:Choice>
              <mc:Fallback>
                <p:oleObj name="Equation" r:id="rId7" imgW="279400" imgH="3683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5" y="930275"/>
                        <a:ext cx="2762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14">
            <a:extLst>
              <a:ext uri="{FF2B5EF4-FFF2-40B4-BE49-F238E27FC236}">
                <a16:creationId xmlns:a16="http://schemas.microsoft.com/office/drawing/2014/main" id="{02CDA131-6402-4484-987F-D3026C849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8525" y="1012825"/>
          <a:ext cx="1428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579" imgH="266469" progId="">
                  <p:embed/>
                </p:oleObj>
              </mc:Choice>
              <mc:Fallback>
                <p:oleObj name="Equation" r:id="rId9" imgW="139579" imgH="26646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8525" y="1012825"/>
                        <a:ext cx="142875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15">
            <a:extLst>
              <a:ext uri="{FF2B5EF4-FFF2-40B4-BE49-F238E27FC236}">
                <a16:creationId xmlns:a16="http://schemas.microsoft.com/office/drawing/2014/main" id="{164F4559-B3C4-4A4E-82FC-AF4965AA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988" y="817563"/>
            <a:ext cx="312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方向导数都存在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且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275" name="Object 16">
            <a:extLst>
              <a:ext uri="{FF2B5EF4-FFF2-40B4-BE49-F238E27FC236}">
                <a16:creationId xmlns:a16="http://schemas.microsoft.com/office/drawing/2014/main" id="{C323ED39-DE42-494F-AF94-E04583291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1288" y="1450975"/>
          <a:ext cx="4749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749800" imgH="825500" progId="">
                  <p:embed/>
                </p:oleObj>
              </mc:Choice>
              <mc:Fallback>
                <p:oleObj name="Equation" r:id="rId11" imgW="4749800" imgH="825500" progId="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1450975"/>
                        <a:ext cx="47498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Rectangle 17">
            <a:extLst>
              <a:ext uri="{FF2B5EF4-FFF2-40B4-BE49-F238E27FC236}">
                <a16:creationId xmlns:a16="http://schemas.microsoft.com/office/drawing/2014/main" id="{DCE0777D-104F-49C3-8572-CC705B83A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0" y="1573213"/>
            <a:ext cx="5299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其中          为方向  的方向余弦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11277" name="Object 18">
            <a:extLst>
              <a:ext uri="{FF2B5EF4-FFF2-40B4-BE49-F238E27FC236}">
                <a16:creationId xmlns:a16="http://schemas.microsoft.com/office/drawing/2014/main" id="{D2C008D1-D0B2-4B84-8A20-4210D6DF0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1500" y="1670050"/>
          <a:ext cx="1463675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20227" imgH="317362" progId="">
                  <p:embed/>
                </p:oleObj>
              </mc:Choice>
              <mc:Fallback>
                <p:oleObj name="Equation" r:id="rId13" imgW="1320227" imgH="317362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670050"/>
                        <a:ext cx="1463675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20">
            <a:extLst>
              <a:ext uri="{FF2B5EF4-FFF2-40B4-BE49-F238E27FC236}">
                <a16:creationId xmlns:a16="http://schemas.microsoft.com/office/drawing/2014/main" id="{2F1991CB-9B1C-4458-B1BB-87F378C61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66250" y="1668463"/>
          <a:ext cx="179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579" imgH="266469" progId="">
                  <p:embed/>
                </p:oleObj>
              </mc:Choice>
              <mc:Fallback>
                <p:oleObj name="Equation" r:id="rId15" imgW="139579" imgH="266469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0" y="1668463"/>
                        <a:ext cx="17938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Rectangle 25">
            <a:extLst>
              <a:ext uri="{FF2B5EF4-FFF2-40B4-BE49-F238E27FC236}">
                <a16:creationId xmlns:a16="http://schemas.microsoft.com/office/drawing/2014/main" id="{E838F5F9-41A3-4A41-AD4F-1A4320C7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85432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推广</a:t>
            </a:r>
            <a:endParaRPr lang="zh-CN" altLang="en-US" sz="240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280" name="Rectangle 26">
            <a:extLst>
              <a:ext uri="{FF2B5EF4-FFF2-40B4-BE49-F238E27FC236}">
                <a16:creationId xmlns:a16="http://schemas.microsoft.com/office/drawing/2014/main" id="{CCFE3572-FD2E-4334-996C-01802D52F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2852738"/>
            <a:ext cx="781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若函数  在点          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可微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则  在   处沿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281" name="Object 27">
            <a:extLst>
              <a:ext uri="{FF2B5EF4-FFF2-40B4-BE49-F238E27FC236}">
                <a16:creationId xmlns:a16="http://schemas.microsoft.com/office/drawing/2014/main" id="{8910D8DC-6E49-4F4D-8D32-BE3C033639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7575" y="2930525"/>
          <a:ext cx="2571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780" imgH="317225" progId="">
                  <p:embed/>
                </p:oleObj>
              </mc:Choice>
              <mc:Fallback>
                <p:oleObj name="Equation" r:id="rId16" imgW="253780" imgH="317225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2930525"/>
                        <a:ext cx="2571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28">
            <a:extLst>
              <a:ext uri="{FF2B5EF4-FFF2-40B4-BE49-F238E27FC236}">
                <a16:creationId xmlns:a16="http://schemas.microsoft.com/office/drawing/2014/main" id="{63A80431-AF66-45AD-92AA-92CDB51B47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0075" y="2935288"/>
          <a:ext cx="147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73200" imgH="368300" progId="">
                  <p:embed/>
                </p:oleObj>
              </mc:Choice>
              <mc:Fallback>
                <p:oleObj name="Equation" r:id="rId17" imgW="1473200" imgH="36830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2935288"/>
                        <a:ext cx="14700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3" name="Object 29">
            <a:extLst>
              <a:ext uri="{FF2B5EF4-FFF2-40B4-BE49-F238E27FC236}">
                <a16:creationId xmlns:a16="http://schemas.microsoft.com/office/drawing/2014/main" id="{3E13560E-60A1-44A9-99FA-8E82ABFBC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5813" y="2947988"/>
          <a:ext cx="2571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780" imgH="317225" progId="">
                  <p:embed/>
                </p:oleObj>
              </mc:Choice>
              <mc:Fallback>
                <p:oleObj name="Equation" r:id="rId19" imgW="253780" imgH="317225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813" y="2947988"/>
                        <a:ext cx="2571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4" name="Object 30">
            <a:extLst>
              <a:ext uri="{FF2B5EF4-FFF2-40B4-BE49-F238E27FC236}">
                <a16:creationId xmlns:a16="http://schemas.microsoft.com/office/drawing/2014/main" id="{B9270DA0-E4C5-4AED-A6B2-3A9006D93E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0" y="2944813"/>
          <a:ext cx="276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400" imgH="368300" progId="">
                  <p:embed/>
                </p:oleObj>
              </mc:Choice>
              <mc:Fallback>
                <p:oleObj name="Equation" r:id="rId20" imgW="279400" imgH="3683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2944813"/>
                        <a:ext cx="2762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Rectangle 32">
            <a:extLst>
              <a:ext uri="{FF2B5EF4-FFF2-40B4-BE49-F238E27FC236}">
                <a16:creationId xmlns:a16="http://schemas.microsoft.com/office/drawing/2014/main" id="{B2E65C1D-1159-4B07-8281-20EFA00D3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2819400"/>
            <a:ext cx="470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任一方向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方向导数都存在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且</a:t>
            </a:r>
          </a:p>
        </p:txBody>
      </p:sp>
      <p:graphicFrame>
        <p:nvGraphicFramePr>
          <p:cNvPr id="11286" name="Object 33">
            <a:extLst>
              <a:ext uri="{FF2B5EF4-FFF2-40B4-BE49-F238E27FC236}">
                <a16:creationId xmlns:a16="http://schemas.microsoft.com/office/drawing/2014/main" id="{595552D7-1129-42A3-9DF0-B9BE2BBDE1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0150" y="3573463"/>
          <a:ext cx="76962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96200" imgH="825500" progId="">
                  <p:embed/>
                </p:oleObj>
              </mc:Choice>
              <mc:Fallback>
                <p:oleObj name="Equation" r:id="rId21" imgW="7696200" imgH="825500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573463"/>
                        <a:ext cx="76962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Rectangle 34">
            <a:extLst>
              <a:ext uri="{FF2B5EF4-FFF2-40B4-BE49-F238E27FC236}">
                <a16:creationId xmlns:a16="http://schemas.microsoft.com/office/drawing/2014/main" id="{6F9F7419-A785-429B-948D-34919667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4605338"/>
            <a:ext cx="6076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其中               为方向  的方向余弦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11288" name="Object 35">
            <a:extLst>
              <a:ext uri="{FF2B5EF4-FFF2-40B4-BE49-F238E27FC236}">
                <a16:creationId xmlns:a16="http://schemas.microsoft.com/office/drawing/2014/main" id="{668275F7-DEEF-4C1B-94A9-61CC32A2F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563" y="4687888"/>
          <a:ext cx="219551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81200" imgH="317500" progId="">
                  <p:embed/>
                </p:oleObj>
              </mc:Choice>
              <mc:Fallback>
                <p:oleObj name="Equation" r:id="rId23" imgW="1981200" imgH="31750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4687888"/>
                        <a:ext cx="219551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9" name="Object 36">
            <a:extLst>
              <a:ext uri="{FF2B5EF4-FFF2-40B4-BE49-F238E27FC236}">
                <a16:creationId xmlns:a16="http://schemas.microsoft.com/office/drawing/2014/main" id="{B9EE724E-7BA0-4762-8B4C-0D68C5FD2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2063" y="4700588"/>
          <a:ext cx="17938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579" imgH="266469" progId="">
                  <p:embed/>
                </p:oleObj>
              </mc:Choice>
              <mc:Fallback>
                <p:oleObj name="Equation" r:id="rId25" imgW="139579" imgH="266469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4700588"/>
                        <a:ext cx="17938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5">
            <a:extLst>
              <a:ext uri="{FF2B5EF4-FFF2-40B4-BE49-F238E27FC236}">
                <a16:creationId xmlns:a16="http://schemas.microsoft.com/office/drawing/2014/main" id="{F2F8F10D-3A36-4EB4-8F74-1CC42BF32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47625"/>
            <a:ext cx="4897438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defRPr/>
            </a:pPr>
            <a:r>
              <a:rPr lang="en-US" altLang="zh-CN" b="1" dirty="0">
                <a:solidFill>
                  <a:srgbClr val="0000CC"/>
                </a:solidFill>
                <a:latin typeface="+mn-ea"/>
                <a:ea typeface="+mn-ea"/>
              </a:rPr>
              <a:t>3. </a:t>
            </a:r>
            <a:r>
              <a:rPr lang="zh-CN" altLang="en-US" b="1" dirty="0">
                <a:solidFill>
                  <a:srgbClr val="0000CC"/>
                </a:solidFill>
                <a:latin typeface="+mn-ea"/>
                <a:ea typeface="+mn-ea"/>
              </a:rPr>
              <a:t>方向导数的计算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FB9C8A81-1814-4C6E-9B73-E7F87D01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A90DB7-546C-4067-9FAD-88AAFB6DCA3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Text Box 6">
            <a:extLst>
              <a:ext uri="{FF2B5EF4-FFF2-40B4-BE49-F238E27FC236}">
                <a16:creationId xmlns:a16="http://schemas.microsoft.com/office/drawing/2014/main" id="{AF1C7570-AC87-4788-B8FA-E0EB693D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715963"/>
            <a:ext cx="108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宋体" panose="02010600030101010101" pitchFamily="2" charset="-122"/>
              </a:rPr>
              <a:t>例</a:t>
            </a:r>
            <a:r>
              <a:rPr kumimoji="0" lang="en-US" altLang="zh-CN" sz="2800" b="1">
                <a:latin typeface="Times New Roman" panose="02020603050405020304" pitchFamily="18" charset="0"/>
              </a:rPr>
              <a:t>1</a:t>
            </a:r>
            <a:r>
              <a:rPr kumimoji="0" lang="zh-CN" altLang="en-US" sz="2800" b="1">
                <a:latin typeface="宋体" panose="02010600030101010101" pitchFamily="2" charset="-122"/>
              </a:rPr>
              <a:t>：</a:t>
            </a:r>
          </a:p>
        </p:txBody>
      </p:sp>
      <p:grpSp>
        <p:nvGrpSpPr>
          <p:cNvPr id="12292" name="Group 60">
            <a:extLst>
              <a:ext uri="{FF2B5EF4-FFF2-40B4-BE49-F238E27FC236}">
                <a16:creationId xmlns:a16="http://schemas.microsoft.com/office/drawing/2014/main" id="{CE5661AA-8DD4-4E1A-868A-9F7461FBCB3C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530225"/>
            <a:ext cx="10518775" cy="795338"/>
            <a:chOff x="130" y="733"/>
            <a:chExt cx="5978" cy="501"/>
          </a:xfrm>
        </p:grpSpPr>
        <p:sp>
          <p:nvSpPr>
            <p:cNvPr id="12298" name="Text Box 7">
              <a:extLst>
                <a:ext uri="{FF2B5EF4-FFF2-40B4-BE49-F238E27FC236}">
                  <a16:creationId xmlns:a16="http://schemas.microsoft.com/office/drawing/2014/main" id="{CD050153-F293-4937-BAA9-30D94A29E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792"/>
              <a:ext cx="597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0" lang="zh-CN" altLang="en-US" sz="2400" b="1">
                  <a:latin typeface="Arial" panose="020B0604020202020204" pitchFamily="34" charset="0"/>
                </a:rPr>
                <a:t>求函数                                  在点</a:t>
              </a:r>
              <a:r>
                <a:rPr kumimoji="0" lang="en-US" altLang="zh-CN" sz="2400" b="1">
                  <a:latin typeface="Times New Roman" panose="02020603050405020304" pitchFamily="18" charset="0"/>
                </a:rPr>
                <a:t>(1,1)</a:t>
              </a:r>
              <a:r>
                <a:rPr kumimoji="0" lang="zh-CN" altLang="en-US" sz="2400" b="1">
                  <a:latin typeface="Arial" panose="020B0604020202020204" pitchFamily="34" charset="0"/>
                </a:rPr>
                <a:t>处沿着方向               的方向导数。 </a:t>
              </a:r>
            </a:p>
          </p:txBody>
        </p:sp>
        <p:graphicFrame>
          <p:nvGraphicFramePr>
            <p:cNvPr id="12299" name="Object 8">
              <a:extLst>
                <a:ext uri="{FF2B5EF4-FFF2-40B4-BE49-F238E27FC236}">
                  <a16:creationId xmlns:a16="http://schemas.microsoft.com/office/drawing/2014/main" id="{9F51AF6E-FFD1-4593-901E-7FF6480128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2" y="733"/>
            <a:ext cx="1491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30400" imgH="647700" progId="Equation.DSMT4">
                    <p:embed/>
                  </p:oleObj>
                </mc:Choice>
                <mc:Fallback>
                  <p:oleObj name="Equation" r:id="rId3" imgW="1930400" imgH="647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733"/>
                          <a:ext cx="1491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0" name="Object 52">
              <a:extLst>
                <a:ext uri="{FF2B5EF4-FFF2-40B4-BE49-F238E27FC236}">
                  <a16:creationId xmlns:a16="http://schemas.microsoft.com/office/drawing/2014/main" id="{9A3A0947-B554-471C-970E-807886111C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8" y="886"/>
            <a:ext cx="63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12447" imgH="291973" progId="Equation.DSMT4">
                    <p:embed/>
                  </p:oleObj>
                </mc:Choice>
                <mc:Fallback>
                  <p:oleObj name="Equation" r:id="rId5" imgW="812447" imgH="291973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886"/>
                          <a:ext cx="63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3" name="Object 34">
            <a:extLst>
              <a:ext uri="{FF2B5EF4-FFF2-40B4-BE49-F238E27FC236}">
                <a16:creationId xmlns:a16="http://schemas.microsoft.com/office/drawing/2014/main" id="{7A930E9A-3AD1-44F4-A321-D8C3477A1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6713" y="2276475"/>
          <a:ext cx="6794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140" imgH="393529" progId="Equation.DSMT4">
                  <p:embed/>
                </p:oleObj>
              </mc:Choice>
              <mc:Fallback>
                <p:oleObj name="Equation" r:id="rId7" imgW="368140" imgH="39352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713" y="2276475"/>
                        <a:ext cx="67945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34">
            <a:extLst>
              <a:ext uri="{FF2B5EF4-FFF2-40B4-BE49-F238E27FC236}">
                <a16:creationId xmlns:a16="http://schemas.microsoft.com/office/drawing/2014/main" id="{ADCDD47D-9AB2-4CD2-9239-0076590A2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276475"/>
          <a:ext cx="70326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35" imgH="393529" progId="Equation.DSMT4">
                  <p:embed/>
                </p:oleObj>
              </mc:Choice>
              <mc:Fallback>
                <p:oleObj name="Equation" r:id="rId9" imgW="380835" imgH="39352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276475"/>
                        <a:ext cx="703263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34">
            <a:extLst>
              <a:ext uri="{FF2B5EF4-FFF2-40B4-BE49-F238E27FC236}">
                <a16:creationId xmlns:a16="http://schemas.microsoft.com/office/drawing/2014/main" id="{0808C641-6624-4F9F-8200-9658E2B45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6238" y="3833813"/>
          <a:ext cx="7016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35" imgH="393529" progId="Equation.DSMT4">
                  <p:embed/>
                </p:oleObj>
              </mc:Choice>
              <mc:Fallback>
                <p:oleObj name="Equation" r:id="rId11" imgW="380835" imgH="39352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8" y="3833813"/>
                        <a:ext cx="701675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34">
            <a:extLst>
              <a:ext uri="{FF2B5EF4-FFF2-40B4-BE49-F238E27FC236}">
                <a16:creationId xmlns:a16="http://schemas.microsoft.com/office/drawing/2014/main" id="{B1F72E72-113F-4E04-B228-D50F9269B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3833813"/>
          <a:ext cx="7032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35" imgH="393529" progId="Equation.DSMT4">
                  <p:embed/>
                </p:oleObj>
              </mc:Choice>
              <mc:Fallback>
                <p:oleObj name="Equation" r:id="rId13" imgW="380835" imgH="39352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3833813"/>
                        <a:ext cx="703263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7" name="Picture 7" descr="mi-niederl-1131">
            <a:extLst>
              <a:ext uri="{FF2B5EF4-FFF2-40B4-BE49-F238E27FC236}">
                <a16:creationId xmlns:a16="http://schemas.microsoft.com/office/drawing/2014/main" id="{B920B142-D9EF-4B02-829D-C33CE599E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276475"/>
            <a:ext cx="3382963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>
            <a:extLst>
              <a:ext uri="{FF2B5EF4-FFF2-40B4-BE49-F238E27FC236}">
                <a16:creationId xmlns:a16="http://schemas.microsoft.com/office/drawing/2014/main" id="{BEA2C9BC-0E32-47B1-85B6-63ACC668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67A162-BEB8-4F3D-B870-6817C883EDC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7084" name="Rectangle 12">
            <a:extLst>
              <a:ext uri="{FF2B5EF4-FFF2-40B4-BE49-F238E27FC236}">
                <a16:creationId xmlns:a16="http://schemas.microsoft.com/office/drawing/2014/main" id="{A535F6EA-065E-4C47-9304-CE6816355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7798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0000CC"/>
                </a:solidFill>
                <a:latin typeface="Arial" panose="020B0604020202020204" pitchFamily="34" charset="0"/>
              </a:rPr>
              <a:t>解：</a:t>
            </a:r>
          </a:p>
        </p:txBody>
      </p:sp>
      <p:sp>
        <p:nvSpPr>
          <p:cNvPr id="387099" name="Text Box 27">
            <a:extLst>
              <a:ext uri="{FF2B5EF4-FFF2-40B4-BE49-F238E27FC236}">
                <a16:creationId xmlns:a16="http://schemas.microsoft.com/office/drawing/2014/main" id="{C0692B14-1F07-4F82-A72D-5D9A3B4FE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2398713"/>
            <a:ext cx="727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根据定理，函数在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(1,1)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处沿此方向</a:t>
            </a:r>
            <a:r>
              <a:rPr lang="zh-CN" altLang="en-US" sz="2400" b="1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方向导数为：</a:t>
            </a:r>
          </a:p>
        </p:txBody>
      </p:sp>
      <p:graphicFrame>
        <p:nvGraphicFramePr>
          <p:cNvPr id="387103" name="Object 31">
            <a:extLst>
              <a:ext uri="{FF2B5EF4-FFF2-40B4-BE49-F238E27FC236}">
                <a16:creationId xmlns:a16="http://schemas.microsoft.com/office/drawing/2014/main" id="{49655A56-2B65-40FC-B178-9E091CFDAC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0" y="2901950"/>
          <a:ext cx="51847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800" imgH="469900" progId="Equation.DSMT4">
                  <p:embed/>
                </p:oleObj>
              </mc:Choice>
              <mc:Fallback>
                <p:oleObj name="Equation" r:id="rId2" imgW="2336800" imgH="469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901950"/>
                        <a:ext cx="51847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5">
            <a:extLst>
              <a:ext uri="{FF2B5EF4-FFF2-40B4-BE49-F238E27FC236}">
                <a16:creationId xmlns:a16="http://schemas.microsoft.com/office/drawing/2014/main" id="{87383D5C-5A4E-4D16-B77E-94838F7A98F4}"/>
              </a:ext>
            </a:extLst>
          </p:cNvPr>
          <p:cNvGrpSpPr>
            <a:grpSpLocks/>
          </p:cNvGrpSpPr>
          <p:nvPr/>
        </p:nvGrpSpPr>
        <p:grpSpPr bwMode="auto">
          <a:xfrm>
            <a:off x="2855913" y="1533525"/>
            <a:ext cx="6480175" cy="700088"/>
            <a:chOff x="793" y="1635"/>
            <a:chExt cx="3629" cy="441"/>
          </a:xfrm>
        </p:grpSpPr>
        <p:graphicFrame>
          <p:nvGraphicFramePr>
            <p:cNvPr id="14349" name="Object 30">
              <a:extLst>
                <a:ext uri="{FF2B5EF4-FFF2-40B4-BE49-F238E27FC236}">
                  <a16:creationId xmlns:a16="http://schemas.microsoft.com/office/drawing/2014/main" id="{F42A3F9C-A00E-4FE2-9AA1-1519B4E811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8" y="1635"/>
            <a:ext cx="1424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60600" imgH="622300" progId="Equation.DSMT4">
                    <p:embed/>
                  </p:oleObj>
                </mc:Choice>
                <mc:Fallback>
                  <p:oleObj name="Equation" r:id="rId4" imgW="2260600" imgH="6223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8" y="1635"/>
                          <a:ext cx="1424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Rectangle 53">
              <a:extLst>
                <a:ext uri="{FF2B5EF4-FFF2-40B4-BE49-F238E27FC236}">
                  <a16:creationId xmlns:a16="http://schemas.microsoft.com/office/drawing/2014/main" id="{BA5F02EE-E568-4CA0-B25D-C393CC09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712"/>
              <a:ext cx="22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方向           的方向余弦为</a:t>
              </a:r>
            </a:p>
          </p:txBody>
        </p:sp>
        <p:graphicFrame>
          <p:nvGraphicFramePr>
            <p:cNvPr id="14351" name="Object 54">
              <a:extLst>
                <a:ext uri="{FF2B5EF4-FFF2-40B4-BE49-F238E27FC236}">
                  <a16:creationId xmlns:a16="http://schemas.microsoft.com/office/drawing/2014/main" id="{C58B85C4-439B-4ED5-97E8-2CCFE0CE98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6" y="1771"/>
            <a:ext cx="51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12447" imgH="291973" progId="Equation.DSMT4">
                    <p:embed/>
                  </p:oleObj>
                </mc:Choice>
                <mc:Fallback>
                  <p:oleObj name="Equation" r:id="rId6" imgW="812447" imgH="291973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771"/>
                          <a:ext cx="51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128" name="Object 56">
            <a:extLst>
              <a:ext uri="{FF2B5EF4-FFF2-40B4-BE49-F238E27FC236}">
                <a16:creationId xmlns:a16="http://schemas.microsoft.com/office/drawing/2014/main" id="{9F1A850D-7CE7-4CC3-B59A-57D4255AB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4054475"/>
          <a:ext cx="1582737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669" imgH="406224" progId="Equation.DSMT4">
                  <p:embed/>
                </p:oleObj>
              </mc:Choice>
              <mc:Fallback>
                <p:oleObj name="Equation" r:id="rId8" imgW="761669" imgH="406224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4054475"/>
                        <a:ext cx="1582737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6">
            <a:extLst>
              <a:ext uri="{FF2B5EF4-FFF2-40B4-BE49-F238E27FC236}">
                <a16:creationId xmlns:a16="http://schemas.microsoft.com/office/drawing/2014/main" id="{29BED5FB-A4DA-4873-BFAC-49A90BDAB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715963"/>
            <a:ext cx="108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宋体" panose="02010600030101010101" pitchFamily="2" charset="-122"/>
              </a:rPr>
              <a:t>例</a:t>
            </a:r>
            <a:r>
              <a:rPr kumimoji="0" lang="en-US" altLang="zh-CN" sz="2800" b="1">
                <a:latin typeface="Times New Roman" panose="02020603050405020304" pitchFamily="18" charset="0"/>
              </a:rPr>
              <a:t>1</a:t>
            </a:r>
            <a:r>
              <a:rPr kumimoji="0" lang="zh-CN" altLang="en-US" sz="2800" b="1">
                <a:latin typeface="宋体" panose="02010600030101010101" pitchFamily="2" charset="-122"/>
              </a:rPr>
              <a:t>：</a:t>
            </a:r>
          </a:p>
        </p:txBody>
      </p:sp>
      <p:grpSp>
        <p:nvGrpSpPr>
          <p:cNvPr id="14345" name="Group 60">
            <a:extLst>
              <a:ext uri="{FF2B5EF4-FFF2-40B4-BE49-F238E27FC236}">
                <a16:creationId xmlns:a16="http://schemas.microsoft.com/office/drawing/2014/main" id="{6BDA5CB2-D73C-43B8-A3CD-2BB34A94CD27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530225"/>
            <a:ext cx="10518775" cy="795338"/>
            <a:chOff x="130" y="733"/>
            <a:chExt cx="5978" cy="501"/>
          </a:xfrm>
        </p:grpSpPr>
        <p:sp>
          <p:nvSpPr>
            <p:cNvPr id="14346" name="Text Box 7">
              <a:extLst>
                <a:ext uri="{FF2B5EF4-FFF2-40B4-BE49-F238E27FC236}">
                  <a16:creationId xmlns:a16="http://schemas.microsoft.com/office/drawing/2014/main" id="{F434BFC7-E05C-48B3-8715-F9BE53563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792"/>
              <a:ext cx="597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kumimoji="0" lang="zh-CN" altLang="en-US" sz="2400" b="1">
                  <a:latin typeface="Arial" panose="020B0604020202020204" pitchFamily="34" charset="0"/>
                </a:rPr>
                <a:t>求函数                                  在点</a:t>
              </a:r>
              <a:r>
                <a:rPr kumimoji="0" lang="en-US" altLang="zh-CN" sz="2400" b="1">
                  <a:latin typeface="Times New Roman" panose="02020603050405020304" pitchFamily="18" charset="0"/>
                </a:rPr>
                <a:t>(1,1)</a:t>
              </a:r>
              <a:r>
                <a:rPr kumimoji="0" lang="zh-CN" altLang="en-US" sz="2400" b="1">
                  <a:latin typeface="Arial" panose="020B0604020202020204" pitchFamily="34" charset="0"/>
                </a:rPr>
                <a:t>处沿着方向               的方向导数。 </a:t>
              </a:r>
            </a:p>
          </p:txBody>
        </p:sp>
        <p:graphicFrame>
          <p:nvGraphicFramePr>
            <p:cNvPr id="14347" name="Object 8">
              <a:extLst>
                <a:ext uri="{FF2B5EF4-FFF2-40B4-BE49-F238E27FC236}">
                  <a16:creationId xmlns:a16="http://schemas.microsoft.com/office/drawing/2014/main" id="{A3CAA349-B137-43E4-9157-A9CCD907B0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2" y="733"/>
            <a:ext cx="1491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30400" imgH="647700" progId="Equation.DSMT4">
                    <p:embed/>
                  </p:oleObj>
                </mc:Choice>
                <mc:Fallback>
                  <p:oleObj name="Equation" r:id="rId10" imgW="1930400" imgH="647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733"/>
                          <a:ext cx="1491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52">
              <a:extLst>
                <a:ext uri="{FF2B5EF4-FFF2-40B4-BE49-F238E27FC236}">
                  <a16:creationId xmlns:a16="http://schemas.microsoft.com/office/drawing/2014/main" id="{A449DF32-F304-411C-B309-0405EAF5D9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8" y="886"/>
            <a:ext cx="63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12447" imgH="291973" progId="Equation.DSMT4">
                    <p:embed/>
                  </p:oleObj>
                </mc:Choice>
                <mc:Fallback>
                  <p:oleObj name="Equation" r:id="rId12" imgW="812447" imgH="291973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886"/>
                          <a:ext cx="63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4" grpId="0"/>
      <p:bldP spid="3870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2">
            <a:extLst>
              <a:ext uri="{FF2B5EF4-FFF2-40B4-BE49-F238E27FC236}">
                <a16:creationId xmlns:a16="http://schemas.microsoft.com/office/drawing/2014/main" id="{3889E57A-604F-4762-A7C4-265C830C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D8AD14-834F-46BE-B02C-B52483B3BC31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22">
            <a:extLst>
              <a:ext uri="{FF2B5EF4-FFF2-40B4-BE49-F238E27FC236}">
                <a16:creationId xmlns:a16="http://schemas.microsoft.com/office/drawing/2014/main" id="{A2DAFF8D-24B9-4F82-B2EF-F6F457B93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363" y="1192213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9" name="Object 37">
            <a:extLst>
              <a:ext uri="{FF2B5EF4-FFF2-40B4-BE49-F238E27FC236}">
                <a16:creationId xmlns:a16="http://schemas.microsoft.com/office/drawing/2014/main" id="{606FC0CF-506B-4063-A7D5-9B489A942C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2566988"/>
          <a:ext cx="10096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9158" imgH="374592" progId="Equation.DSMT4">
                  <p:embed/>
                </p:oleObj>
              </mc:Choice>
              <mc:Fallback>
                <p:oleObj name="Equation" r:id="rId3" imgW="349158" imgH="37459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2566988"/>
                        <a:ext cx="100965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65" name="Object 4">
            <a:extLst>
              <a:ext uri="{FF2B5EF4-FFF2-40B4-BE49-F238E27FC236}">
                <a16:creationId xmlns:a16="http://schemas.microsoft.com/office/drawing/2014/main" id="{E13F83E3-EA60-418F-B935-3040118F2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01025" y="2584450"/>
          <a:ext cx="944563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9158" imgH="374592" progId="Equation.DSMT4">
                  <p:embed/>
                </p:oleObj>
              </mc:Choice>
              <mc:Fallback>
                <p:oleObj name="Equation" r:id="rId5" imgW="349158" imgH="3745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025" y="2584450"/>
                        <a:ext cx="944563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6B1C5587-7836-4A5F-B149-0F98ECF41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4450" y="4094163"/>
          <a:ext cx="8445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5863" imgH="183919" progId="Equation.DSMT4">
                  <p:embed/>
                </p:oleObj>
              </mc:Choice>
              <mc:Fallback>
                <p:oleObj name="Equation" r:id="rId7" imgW="285863" imgH="18391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4094163"/>
                        <a:ext cx="84455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740BFBFA-9734-4E41-AD40-50460E824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3575" y="3716338"/>
          <a:ext cx="1027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2128" imgH="374592" progId="Equation.DSMT4">
                  <p:embed/>
                </p:oleObj>
              </mc:Choice>
              <mc:Fallback>
                <p:oleObj name="Equation" r:id="rId9" imgW="362128" imgH="37459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3575" y="3716338"/>
                        <a:ext cx="10271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8" name="Picture 7" descr="mi-niederl-1131">
            <a:extLst>
              <a:ext uri="{FF2B5EF4-FFF2-40B4-BE49-F238E27FC236}">
                <a16:creationId xmlns:a16="http://schemas.microsoft.com/office/drawing/2014/main" id="{71C37CD3-63E6-4688-B24B-88DC8F97C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524125"/>
            <a:ext cx="3382963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4C456035-AF21-4EF3-85FF-544C23C56DCA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301625"/>
            <a:ext cx="1981200" cy="6096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9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练习题</a:t>
            </a:r>
            <a:r>
              <a:rPr lang="zh-CN" altLang="en-US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  </a:t>
            </a:r>
            <a:r>
              <a:rPr lang="en-US" altLang="zh-CN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1. </a:t>
            </a:r>
            <a:endParaRPr lang="en-US" altLang="zh-CN" sz="2500" b="1" kern="0" dirty="0">
              <a:solidFill>
                <a:srgbClr val="3B812F"/>
              </a:solidFill>
              <a:latin typeface="Garamond"/>
              <a:ea typeface="楷体_GB2312" pitchFamily="49" charset="-122"/>
            </a:endParaRPr>
          </a:p>
        </p:txBody>
      </p:sp>
      <p:grpSp>
        <p:nvGrpSpPr>
          <p:cNvPr id="15370" name="组合 2">
            <a:extLst>
              <a:ext uri="{FF2B5EF4-FFF2-40B4-BE49-F238E27FC236}">
                <a16:creationId xmlns:a16="http://schemas.microsoft.com/office/drawing/2014/main" id="{3F3B4FB4-4DF1-4B30-B9EB-1BE70A03456A}"/>
              </a:ext>
            </a:extLst>
          </p:cNvPr>
          <p:cNvGrpSpPr>
            <a:grpSpLocks/>
          </p:cNvGrpSpPr>
          <p:nvPr/>
        </p:nvGrpSpPr>
        <p:grpSpPr bwMode="auto">
          <a:xfrm>
            <a:off x="1504950" y="320675"/>
            <a:ext cx="8118475" cy="1368425"/>
            <a:chOff x="1504950" y="320675"/>
            <a:chExt cx="8118474" cy="1368822"/>
          </a:xfrm>
        </p:grpSpPr>
        <p:sp>
          <p:nvSpPr>
            <p:cNvPr id="15371" name="Text Box 2">
              <a:extLst>
                <a:ext uri="{FF2B5EF4-FFF2-40B4-BE49-F238E27FC236}">
                  <a16:creationId xmlns:a16="http://schemas.microsoft.com/office/drawing/2014/main" id="{903DBF02-50C2-4E38-B226-48D30326B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075" y="1160463"/>
              <a:ext cx="71628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指向                     方向的方向导数是 </a:t>
              </a:r>
              <a:r>
                <a:rPr lang="zh-CN" altLang="en-US" sz="2800" u="sng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15372" name="Text Box 3">
              <a:extLst>
                <a:ext uri="{FF2B5EF4-FFF2-40B4-BE49-F238E27FC236}">
                  <a16:creationId xmlns:a16="http://schemas.microsoft.com/office/drawing/2014/main" id="{EBBB3D57-09AD-44D3-AE56-8CB7FEED9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6999" y="378679"/>
              <a:ext cx="441642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在点                 处沿点</a:t>
              </a:r>
              <a:endPara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199E074-D083-4F05-B8AB-93C57EC0E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950" y="320675"/>
              <a:ext cx="1447800" cy="609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1" hangingPunct="1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Garamond"/>
                  <a:ea typeface="楷体_GB2312" pitchFamily="49" charset="-122"/>
                </a:rPr>
                <a:t>函数</a:t>
              </a:r>
            </a:p>
          </p:txBody>
        </p:sp>
        <p:graphicFrame>
          <p:nvGraphicFramePr>
            <p:cNvPr id="15374" name="Object 6">
              <a:extLst>
                <a:ext uri="{FF2B5EF4-FFF2-40B4-BE49-F238E27FC236}">
                  <a16:creationId xmlns:a16="http://schemas.microsoft.com/office/drawing/2014/main" id="{4D0D11E5-BAA9-42A8-95A5-68BE44D363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6838" y="334963"/>
            <a:ext cx="3043237" cy="561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90931" imgH="514350" progId="Equation.3">
                    <p:embed/>
                  </p:oleObj>
                </mc:Choice>
                <mc:Fallback>
                  <p:oleObj name="Equation" r:id="rId12" imgW="2990931" imgH="51435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6838" y="334963"/>
                          <a:ext cx="3043237" cy="561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5" name="对象 1">
              <a:extLst>
                <a:ext uri="{FF2B5EF4-FFF2-40B4-BE49-F238E27FC236}">
                  <a16:creationId xmlns:a16="http://schemas.microsoft.com/office/drawing/2014/main" id="{3A8D6532-005C-4262-A522-863E1BC812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8929" y="1243782"/>
            <a:ext cx="1476431" cy="4457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72808" imgH="203112" progId="Equation.DSMT4">
                    <p:embed/>
                  </p:oleObj>
                </mc:Choice>
                <mc:Fallback>
                  <p:oleObj name="Equation" r:id="rId14" imgW="672808" imgH="203112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929" y="1243782"/>
                          <a:ext cx="1476431" cy="4457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对象 15">
              <a:extLst>
                <a:ext uri="{FF2B5EF4-FFF2-40B4-BE49-F238E27FC236}">
                  <a16:creationId xmlns:a16="http://schemas.microsoft.com/office/drawing/2014/main" id="{CB4F85D1-247B-4088-8258-AFDCE4CB3B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58243" y="411163"/>
            <a:ext cx="1361513" cy="519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33169" imgH="203112" progId="Equation.DSMT4">
                    <p:embed/>
                  </p:oleObj>
                </mc:Choice>
                <mc:Fallback>
                  <p:oleObj name="Equation" r:id="rId16" imgW="533169" imgH="203112" progId="Equation.DSMT4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8243" y="411163"/>
                          <a:ext cx="1361513" cy="519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对象 16">
              <a:extLst>
                <a:ext uri="{FF2B5EF4-FFF2-40B4-BE49-F238E27FC236}">
                  <a16:creationId xmlns:a16="http://schemas.microsoft.com/office/drawing/2014/main" id="{99FCE5C0-B579-4AFD-AEB5-5A4509A566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76531" y="429151"/>
            <a:ext cx="388938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268" imgH="164957" progId="Equation.DSMT4">
                    <p:embed/>
                  </p:oleObj>
                </mc:Choice>
                <mc:Fallback>
                  <p:oleObj name="Equation" r:id="rId18" imgW="152268" imgH="164957" progId="Equation.DSMT4">
                    <p:embed/>
                    <p:pic>
                      <p:nvPicPr>
                        <p:cNvPr id="0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6531" y="429151"/>
                          <a:ext cx="388938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CFAF735F-4903-487D-BEE0-ABDFEBCD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1447800" cy="609600"/>
          </a:xfrm>
        </p:spPr>
        <p:txBody>
          <a:bodyPr/>
          <a:lstStyle/>
          <a:p>
            <a:pPr eaLnBrk="1" hangingPunct="1"/>
            <a:r>
              <a:rPr lang="zh-CN" altLang="en-US" sz="2800">
                <a:ea typeface="楷体_GB2312" pitchFamily="49" charset="-122"/>
              </a:rPr>
              <a:t>函数</a:t>
            </a:r>
          </a:p>
        </p:txBody>
      </p:sp>
      <p:sp>
        <p:nvSpPr>
          <p:cNvPr id="17411" name="灯片编号占位符 4">
            <a:extLst>
              <a:ext uri="{FF2B5EF4-FFF2-40B4-BE49-F238E27FC236}">
                <a16:creationId xmlns:a16="http://schemas.microsoft.com/office/drawing/2014/main" id="{87B3A500-A2B4-4038-932C-15A3F4F6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B1CE1B-2658-450F-8F15-596968D68BE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527E8BEA-EB92-4FBA-8AA7-0689880E5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9906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指向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( 3,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2 , 2)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方向的方向导数是 </a:t>
            </a:r>
            <a:r>
              <a:rPr lang="zh-CN" altLang="en-US" sz="2800" u="sng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7413" name="Text Box 3">
            <a:extLst>
              <a:ext uri="{FF2B5EF4-FFF2-40B4-BE49-F238E27FC236}">
                <a16:creationId xmlns:a16="http://schemas.microsoft.com/office/drawing/2014/main" id="{5CFDCFDC-95A3-4C32-A07E-6F2698BF4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95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( 1 , 0 , 1)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处沿点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graphicFrame>
        <p:nvGraphicFramePr>
          <p:cNvPr id="406532" name="Object 4">
            <a:extLst>
              <a:ext uri="{FF2B5EF4-FFF2-40B4-BE49-F238E27FC236}">
                <a16:creationId xmlns:a16="http://schemas.microsoft.com/office/drawing/2014/main" id="{F6AAFE93-127A-412D-B016-F9414F8074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4950" y="3054350"/>
          <a:ext cx="1625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1328" imgH="888942" progId="Equation.3">
                  <p:embed/>
                </p:oleObj>
              </mc:Choice>
              <mc:Fallback>
                <p:oleObj name="Equation" r:id="rId2" imgW="1581328" imgH="88894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3054350"/>
                        <a:ext cx="1625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6">
            <a:extLst>
              <a:ext uri="{FF2B5EF4-FFF2-40B4-BE49-F238E27FC236}">
                <a16:creationId xmlns:a16="http://schemas.microsoft.com/office/drawing/2014/main" id="{EFE2CE5F-0505-4D3C-ADFA-1DDC25E60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52425"/>
          <a:ext cx="30432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0931" imgH="514350" progId="Equation.3">
                  <p:embed/>
                </p:oleObj>
              </mc:Choice>
              <mc:Fallback>
                <p:oleObj name="Equation" r:id="rId4" imgW="2990931" imgH="5143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52425"/>
                        <a:ext cx="30432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5" name="Text Box 7">
            <a:extLst>
              <a:ext uri="{FF2B5EF4-FFF2-40B4-BE49-F238E27FC236}">
                <a16:creationId xmlns:a16="http://schemas.microsoft.com/office/drawing/2014/main" id="{9182A690-E69A-4D41-B502-507085177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5382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33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lang="en-US" altLang="zh-CN" sz="2800" b="1">
                <a:solidFill>
                  <a:srgbClr val="006633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06536" name="Object 8">
            <a:extLst>
              <a:ext uri="{FF2B5EF4-FFF2-40B4-BE49-F238E27FC236}">
                <a16:creationId xmlns:a16="http://schemas.microsoft.com/office/drawing/2014/main" id="{E8564260-4351-4D80-ADC0-B337B05A2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2057400"/>
          <a:ext cx="21050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859" imgH="851015" progId="Equation.3">
                  <p:embed/>
                </p:oleObj>
              </mc:Choice>
              <mc:Fallback>
                <p:oleObj name="Equation" r:id="rId6" imgW="2133859" imgH="8510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2057400"/>
                        <a:ext cx="210502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7" name="Text Box 9">
            <a:extLst>
              <a:ext uri="{FF2B5EF4-FFF2-40B4-BE49-F238E27FC236}">
                <a16:creationId xmlns:a16="http://schemas.microsoft.com/office/drawing/2014/main" id="{D5BC0662-77AA-453A-857F-27ECFB8C5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5240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06538" name="Object 10">
            <a:extLst>
              <a:ext uri="{FF2B5EF4-FFF2-40B4-BE49-F238E27FC236}">
                <a16:creationId xmlns:a16="http://schemas.microsoft.com/office/drawing/2014/main" id="{4E6188FD-900A-47FF-ADC3-7CEAB00F13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2292350"/>
          <a:ext cx="32924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76795" imgH="362123" progId="Equation.3">
                  <p:embed/>
                </p:oleObj>
              </mc:Choice>
              <mc:Fallback>
                <p:oleObj name="Equation" r:id="rId8" imgW="3276795" imgH="3621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292350"/>
                        <a:ext cx="32924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39" name="Object 11">
            <a:extLst>
              <a:ext uri="{FF2B5EF4-FFF2-40B4-BE49-F238E27FC236}">
                <a16:creationId xmlns:a16="http://schemas.microsoft.com/office/drawing/2014/main" id="{FAFB97FF-8AB5-4FCC-9614-8830DBEDC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1000" y="3048000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797" imgH="888942" progId="Equation.3">
                  <p:embed/>
                </p:oleObj>
              </mc:Choice>
              <mc:Fallback>
                <p:oleObj name="Equation" r:id="rId10" imgW="1028797" imgH="88894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3048000"/>
                        <a:ext cx="106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0" name="Object 12">
            <a:extLst>
              <a:ext uri="{FF2B5EF4-FFF2-40B4-BE49-F238E27FC236}">
                <a16:creationId xmlns:a16="http://schemas.microsoft.com/office/drawing/2014/main" id="{AB2DF108-427A-4A61-8833-3C3D88A02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7838" y="3067050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1327" imgH="362123" progId="Equation.3">
                  <p:embed/>
                </p:oleObj>
              </mc:Choice>
              <mc:Fallback>
                <p:oleObj name="Equation" r:id="rId12" imgW="1181327" imgH="36212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838" y="3067050"/>
                        <a:ext cx="1219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41" name="Line 13">
            <a:extLst>
              <a:ext uri="{FF2B5EF4-FFF2-40B4-BE49-F238E27FC236}">
                <a16:creationId xmlns:a16="http://schemas.microsoft.com/office/drawing/2014/main" id="{9CA762DB-8412-4E50-87E3-47CDDE2CF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313848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6542" name="Object 14">
            <a:extLst>
              <a:ext uri="{FF2B5EF4-FFF2-40B4-BE49-F238E27FC236}">
                <a16:creationId xmlns:a16="http://schemas.microsoft.com/office/drawing/2014/main" id="{348D9C6D-D813-4BA1-B86B-55784973E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6600" y="3676650"/>
          <a:ext cx="639763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6669" imgH="279515" progId="Equation.3">
                  <p:embed/>
                </p:oleObj>
              </mc:Choice>
              <mc:Fallback>
                <p:oleObj name="Equation" r:id="rId14" imgW="666669" imgH="27951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3676650"/>
                        <a:ext cx="639763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3" name="Object 15">
            <a:extLst>
              <a:ext uri="{FF2B5EF4-FFF2-40B4-BE49-F238E27FC236}">
                <a16:creationId xmlns:a16="http://schemas.microsoft.com/office/drawing/2014/main" id="{D2DC34E1-63C7-4C08-AB3D-7834B1D43E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0" y="3048000"/>
          <a:ext cx="66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22051" imgH="812569" progId="Equation.3">
                  <p:embed/>
                </p:oleObj>
              </mc:Choice>
              <mc:Fallback>
                <p:oleObj name="Equation" r:id="rId16" imgW="622051" imgH="81256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048000"/>
                        <a:ext cx="660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4" name="Object 16">
            <a:extLst>
              <a:ext uri="{FF2B5EF4-FFF2-40B4-BE49-F238E27FC236}">
                <a16:creationId xmlns:a16="http://schemas.microsoft.com/office/drawing/2014/main" id="{D1CE4D19-C110-40C0-AE88-0967E57476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0" y="4203700"/>
          <a:ext cx="2463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19204" imgH="888942" progId="Equation.3">
                  <p:embed/>
                </p:oleObj>
              </mc:Choice>
              <mc:Fallback>
                <p:oleObj name="Equation" r:id="rId18" imgW="2419204" imgH="88894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4203700"/>
                        <a:ext cx="2463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5" name="Object 17">
            <a:extLst>
              <a:ext uri="{FF2B5EF4-FFF2-40B4-BE49-F238E27FC236}">
                <a16:creationId xmlns:a16="http://schemas.microsoft.com/office/drawing/2014/main" id="{7DDC0AAA-0959-42BD-8E4E-21C6A0D038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4203700"/>
          <a:ext cx="1092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7993" imgH="888942" progId="Equation.3">
                  <p:embed/>
                </p:oleObj>
              </mc:Choice>
              <mc:Fallback>
                <p:oleObj name="Equation" r:id="rId20" imgW="1047993" imgH="88894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203700"/>
                        <a:ext cx="1092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6" name="Object 18">
            <a:extLst>
              <a:ext uri="{FF2B5EF4-FFF2-40B4-BE49-F238E27FC236}">
                <a16:creationId xmlns:a16="http://schemas.microsoft.com/office/drawing/2014/main" id="{F4E8DC90-174C-49C8-BBFB-7C546DFDE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4500" y="4114800"/>
          <a:ext cx="20685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95468" imgH="508115" progId="Equation.3">
                  <p:embed/>
                </p:oleObj>
              </mc:Choice>
              <mc:Fallback>
                <p:oleObj name="Equation" r:id="rId22" imgW="2095468" imgH="50811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4114800"/>
                        <a:ext cx="206851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47" name="Line 19">
            <a:extLst>
              <a:ext uri="{FF2B5EF4-FFF2-40B4-BE49-F238E27FC236}">
                <a16:creationId xmlns:a16="http://schemas.microsoft.com/office/drawing/2014/main" id="{DBED64BD-6686-471C-9A24-3B56F627A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100" y="421163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6548" name="Object 20">
            <a:extLst>
              <a:ext uri="{FF2B5EF4-FFF2-40B4-BE49-F238E27FC236}">
                <a16:creationId xmlns:a16="http://schemas.microsoft.com/office/drawing/2014/main" id="{958340E6-20F0-41D6-B905-2D9F2AC1BC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1300" y="4737100"/>
          <a:ext cx="7191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62130" imgH="355369" progId="Equation.3">
                  <p:embed/>
                </p:oleObj>
              </mc:Choice>
              <mc:Fallback>
                <p:oleObj name="Equation" r:id="rId24" imgW="762130" imgH="3553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00" y="4737100"/>
                        <a:ext cx="7191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49" name="Object 21">
            <a:extLst>
              <a:ext uri="{FF2B5EF4-FFF2-40B4-BE49-F238E27FC236}">
                <a16:creationId xmlns:a16="http://schemas.microsoft.com/office/drawing/2014/main" id="{15301320-43D3-4725-89B0-7995D45586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2500" y="4483100"/>
          <a:ext cx="622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84178" imgH="355369" progId="Equation.3">
                  <p:embed/>
                </p:oleObj>
              </mc:Choice>
              <mc:Fallback>
                <p:oleObj name="Equation" r:id="rId26" imgW="584178" imgH="35536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4483100"/>
                        <a:ext cx="622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1" name="Rectangle 22">
            <a:extLst>
              <a:ext uri="{FF2B5EF4-FFF2-40B4-BE49-F238E27FC236}">
                <a16:creationId xmlns:a16="http://schemas.microsoft.com/office/drawing/2014/main" id="{3C40BC36-1DEE-48E4-A3D3-01D5ABAD0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1066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4DCFB4B7-ECD3-429C-83D3-F08B1359524E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600200"/>
            <a:ext cx="2362200" cy="415925"/>
            <a:chOff x="816" y="1104"/>
            <a:chExt cx="1488" cy="262"/>
          </a:xfrm>
        </p:grpSpPr>
        <p:graphicFrame>
          <p:nvGraphicFramePr>
            <p:cNvPr id="17441" name="Object 31">
              <a:extLst>
                <a:ext uri="{FF2B5EF4-FFF2-40B4-BE49-F238E27FC236}">
                  <a16:creationId xmlns:a16="http://schemas.microsoft.com/office/drawing/2014/main" id="{551C1F2C-CA36-440B-9105-7CD73B30B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1110"/>
            <a:ext cx="148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324262" imgH="362123" progId="Equation.3">
                    <p:embed/>
                  </p:oleObj>
                </mc:Choice>
                <mc:Fallback>
                  <p:oleObj name="Equation" r:id="rId28" imgW="2324262" imgH="36212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110"/>
                          <a:ext cx="148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2" name="Line 32">
              <a:extLst>
                <a:ext uri="{FF2B5EF4-FFF2-40B4-BE49-F238E27FC236}">
                  <a16:creationId xmlns:a16="http://schemas.microsoft.com/office/drawing/2014/main" id="{63DB1AC7-3625-4FB1-8825-2E634FEB5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" y="1104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3">
            <a:extLst>
              <a:ext uri="{FF2B5EF4-FFF2-40B4-BE49-F238E27FC236}">
                <a16:creationId xmlns:a16="http://schemas.microsoft.com/office/drawing/2014/main" id="{85376B0A-6DCB-4E04-8E70-5C895546FBBC}"/>
              </a:ext>
            </a:extLst>
          </p:cNvPr>
          <p:cNvGrpSpPr>
            <a:grpSpLocks/>
          </p:cNvGrpSpPr>
          <p:nvPr/>
        </p:nvGrpSpPr>
        <p:grpSpPr bwMode="auto">
          <a:xfrm>
            <a:off x="3438525" y="2216150"/>
            <a:ext cx="1285875" cy="431800"/>
            <a:chOff x="1206" y="1536"/>
            <a:chExt cx="810" cy="272"/>
          </a:xfrm>
        </p:grpSpPr>
        <p:graphicFrame>
          <p:nvGraphicFramePr>
            <p:cNvPr id="17438" name="Object 34">
              <a:extLst>
                <a:ext uri="{FF2B5EF4-FFF2-40B4-BE49-F238E27FC236}">
                  <a16:creationId xmlns:a16="http://schemas.microsoft.com/office/drawing/2014/main" id="{D00FDAFA-4D4F-4C21-81CE-1D6D79DDCF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0" y="1536"/>
            <a:ext cx="7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193778" imgH="393815" progId="Equation.3">
                    <p:embed/>
                  </p:oleObj>
                </mc:Choice>
                <mc:Fallback>
                  <p:oleObj name="Equation" r:id="rId30" imgW="1193778" imgH="39381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1536"/>
                          <a:ext cx="7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9" name="Line 35">
              <a:extLst>
                <a:ext uri="{FF2B5EF4-FFF2-40B4-BE49-F238E27FC236}">
                  <a16:creationId xmlns:a16="http://schemas.microsoft.com/office/drawing/2014/main" id="{87BBFB27-1C49-48B3-9A64-35A6B0755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" y="1584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36">
              <a:extLst>
                <a:ext uri="{FF2B5EF4-FFF2-40B4-BE49-F238E27FC236}">
                  <a16:creationId xmlns:a16="http://schemas.microsoft.com/office/drawing/2014/main" id="{28E59ABE-4098-47A9-8A55-0C7497804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6" y="1564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6565" name="Object 37">
            <a:extLst>
              <a:ext uri="{FF2B5EF4-FFF2-40B4-BE49-F238E27FC236}">
                <a16:creationId xmlns:a16="http://schemas.microsoft.com/office/drawing/2014/main" id="{34E6C47E-D44C-4CAD-915A-399D27AE7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0500" y="990600"/>
          <a:ext cx="34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05059" imgH="419273" progId="Equation.3">
                  <p:embed/>
                </p:oleObj>
              </mc:Choice>
              <mc:Fallback>
                <p:oleObj name="Equation" r:id="rId32" imgW="305059" imgH="41927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0" y="990600"/>
                        <a:ext cx="34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66" name="Object 38">
            <a:extLst>
              <a:ext uri="{FF2B5EF4-FFF2-40B4-BE49-F238E27FC236}">
                <a16:creationId xmlns:a16="http://schemas.microsoft.com/office/drawing/2014/main" id="{561AF685-66E9-4E02-93B7-3B801824C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0" y="4038600"/>
          <a:ext cx="1358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314661" imgH="952327" progId="Equation.3">
                  <p:embed/>
                </p:oleObj>
              </mc:Choice>
              <mc:Fallback>
                <p:oleObj name="Equation" r:id="rId34" imgW="1314661" imgH="952327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0" y="4038600"/>
                        <a:ext cx="13589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67" name="Object 39">
            <a:extLst>
              <a:ext uri="{FF2B5EF4-FFF2-40B4-BE49-F238E27FC236}">
                <a16:creationId xmlns:a16="http://schemas.microsoft.com/office/drawing/2014/main" id="{F79D1ADF-1FCA-482D-B722-549D5ED400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334000"/>
          <a:ext cx="5511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498851" imgH="888942" progId="Equation.3">
                  <p:embed/>
                </p:oleObj>
              </mc:Choice>
              <mc:Fallback>
                <p:oleObj name="Equation" r:id="rId36" imgW="5498851" imgH="888942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334000"/>
                        <a:ext cx="55118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6568" name="Object 40">
            <a:extLst>
              <a:ext uri="{FF2B5EF4-FFF2-40B4-BE49-F238E27FC236}">
                <a16:creationId xmlns:a16="http://schemas.microsoft.com/office/drawing/2014/main" id="{AE368E96-8F9C-4318-8364-C886EEC04E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5334000"/>
          <a:ext cx="53181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495462" imgH="812569" progId="Equation.3">
                  <p:embed/>
                </p:oleObj>
              </mc:Choice>
              <mc:Fallback>
                <p:oleObj name="Equation" r:id="rId38" imgW="495462" imgH="812569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334000"/>
                        <a:ext cx="53181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>
            <a:extLst>
              <a:ext uri="{FF2B5EF4-FFF2-40B4-BE49-F238E27FC236}">
                <a16:creationId xmlns:a16="http://schemas.microsoft.com/office/drawing/2014/main" id="{789B9EDD-2B48-4040-8FB5-F2F8FC54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163513"/>
            <a:ext cx="489743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 eaLnBrk="1" hangingPunct="1">
              <a:defRPr/>
            </a:pPr>
            <a:r>
              <a:rPr lang="en-US" altLang="zh-CN" b="1" dirty="0">
                <a:solidFill>
                  <a:srgbClr val="0000CC"/>
                </a:solidFill>
                <a:latin typeface="+mn-ea"/>
                <a:ea typeface="+mn-ea"/>
              </a:rPr>
              <a:t>4. </a:t>
            </a:r>
            <a:r>
              <a:rPr lang="zh-CN" altLang="en-US" b="1" dirty="0">
                <a:solidFill>
                  <a:srgbClr val="0000CC"/>
                </a:solidFill>
                <a:latin typeface="+mn-ea"/>
                <a:ea typeface="+mn-ea"/>
              </a:rPr>
              <a:t>方向导数和偏导数的关系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122D28-98CB-42F5-80E3-CE366B35B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1844675"/>
            <a:ext cx="2087563" cy="5048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方向导数存在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75E58F-319F-4965-8EA1-C8355B5ED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1844675"/>
            <a:ext cx="1368425" cy="5762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偏导存在</a:t>
            </a:r>
          </a:p>
        </p:txBody>
      </p:sp>
      <p:sp>
        <p:nvSpPr>
          <p:cNvPr id="18437" name="灯片编号占位符 7">
            <a:extLst>
              <a:ext uri="{FF2B5EF4-FFF2-40B4-BE49-F238E27FC236}">
                <a16:creationId xmlns:a16="http://schemas.microsoft.com/office/drawing/2014/main" id="{EDDBD0DC-A280-437B-9E23-D934E683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46917D-B548-49B8-829B-6EAB3FDA8EAA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438" name="Picture 45" descr="xiaoxuesheng">
            <a:extLst>
              <a:ext uri="{FF2B5EF4-FFF2-40B4-BE49-F238E27FC236}">
                <a16:creationId xmlns:a16="http://schemas.microsoft.com/office/drawing/2014/main" id="{04968ECF-12C0-4367-9B4D-4217E8366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4005263"/>
            <a:ext cx="1414463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AutoShape 46">
            <a:extLst>
              <a:ext uri="{FF2B5EF4-FFF2-40B4-BE49-F238E27FC236}">
                <a16:creationId xmlns:a16="http://schemas.microsoft.com/office/drawing/2014/main" id="{5ADD22A7-78F6-4052-B36E-8723A26D3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2708275"/>
            <a:ext cx="4032250" cy="1657350"/>
          </a:xfrm>
          <a:prstGeom prst="cloudCallout">
            <a:avLst>
              <a:gd name="adj1" fmla="val -69741"/>
              <a:gd name="adj2" fmla="val 9156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940BA4-0D06-48F0-98A6-2112AAD5D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41663"/>
            <a:ext cx="2808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两者有关系吗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9" grpId="0" animBg="1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F241F8C-1FF9-4BDF-A66A-BFB4D4278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241300"/>
            <a:ext cx="13573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思考</a:t>
            </a:r>
            <a:r>
              <a:rPr lang="en-US" altLang="zh-CN" sz="2600" b="1">
                <a:solidFill>
                  <a:srgbClr val="996600"/>
                </a:solidFill>
                <a:latin typeface="楷体_GB2312" pitchFamily="49" charset="-122"/>
              </a:rPr>
              <a:t>1</a:t>
            </a: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：</a:t>
            </a:r>
          </a:p>
        </p:txBody>
      </p:sp>
      <p:sp>
        <p:nvSpPr>
          <p:cNvPr id="19459" name="TextBox 30">
            <a:extLst>
              <a:ext uri="{FF2B5EF4-FFF2-40B4-BE49-F238E27FC236}">
                <a16:creationId xmlns:a16="http://schemas.microsoft.com/office/drawing/2014/main" id="{E33D09CB-6C7F-4551-A0ED-F72D77348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3097213"/>
            <a:ext cx="2305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）存在</a:t>
            </a:r>
          </a:p>
        </p:txBody>
      </p:sp>
      <p:sp>
        <p:nvSpPr>
          <p:cNvPr id="19460" name="TextBox 31">
            <a:extLst>
              <a:ext uri="{FF2B5EF4-FFF2-40B4-BE49-F238E27FC236}">
                <a16:creationId xmlns:a16="http://schemas.microsoft.com/office/drawing/2014/main" id="{D953E756-54F8-4F6B-9EA6-2BEF618B6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3997325"/>
            <a:ext cx="23034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latin typeface="Times New Roman" panose="02020603050405020304" pitchFamily="18" charset="0"/>
              </a:rPr>
              <a:t>）不存在</a:t>
            </a:r>
          </a:p>
        </p:txBody>
      </p:sp>
      <p:pic>
        <p:nvPicPr>
          <p:cNvPr id="19461" name="Picture 9" descr="PE01561_">
            <a:extLst>
              <a:ext uri="{FF2B5EF4-FFF2-40B4-BE49-F238E27FC236}">
                <a16:creationId xmlns:a16="http://schemas.microsoft.com/office/drawing/2014/main" id="{F9DBA21D-B7C0-4C95-B424-13D98B8D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25" y="2781300"/>
            <a:ext cx="3095625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灯片编号占位符 11">
            <a:extLst>
              <a:ext uri="{FF2B5EF4-FFF2-40B4-BE49-F238E27FC236}">
                <a16:creationId xmlns:a16="http://schemas.microsoft.com/office/drawing/2014/main" id="{CB144D8C-9239-4155-AE75-75EF5B84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14549C-DF98-4014-89E5-FF9DF9BA8D03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9463" name="Group 3">
            <a:extLst>
              <a:ext uri="{FF2B5EF4-FFF2-40B4-BE49-F238E27FC236}">
                <a16:creationId xmlns:a16="http://schemas.microsoft.com/office/drawing/2014/main" id="{A1AC8C93-195B-44C4-89FC-AE2D4E4600CC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968375"/>
            <a:ext cx="10585450" cy="1292225"/>
            <a:chOff x="-908" y="-128"/>
            <a:chExt cx="5807" cy="814"/>
          </a:xfrm>
        </p:grpSpPr>
        <p:sp>
          <p:nvSpPr>
            <p:cNvPr id="19464" name="Rectangle 4">
              <a:extLst>
                <a:ext uri="{FF2B5EF4-FFF2-40B4-BE49-F238E27FC236}">
                  <a16:creationId xmlns:a16="http://schemas.microsoft.com/office/drawing/2014/main" id="{6ABF965C-F8BD-4EA1-862D-358E5B8E1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08" y="-128"/>
              <a:ext cx="5807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600" b="1">
                  <a:latin typeface="楷体_GB2312" pitchFamily="49" charset="-122"/>
                </a:rPr>
                <a:t>1.若函数</a:t>
              </a:r>
              <a:r>
                <a:rPr lang="en-US" altLang="zh-CN" sz="2600" b="1">
                  <a:latin typeface="楷体_GB2312" pitchFamily="49" charset="-122"/>
                </a:rPr>
                <a:t>      </a:t>
              </a:r>
              <a:r>
                <a:rPr lang="zh-CN" altLang="zh-CN" sz="2600" b="1">
                  <a:latin typeface="楷体_GB2312" pitchFamily="49" charset="-122"/>
                </a:rPr>
                <a:t>         </a:t>
              </a:r>
              <a:r>
                <a:rPr lang="en-US" altLang="zh-CN" sz="2600" b="1">
                  <a:latin typeface="楷体_GB2312" pitchFamily="49" charset="-122"/>
                </a:rPr>
                <a:t> </a:t>
              </a:r>
              <a:r>
                <a:rPr lang="zh-CN" altLang="zh-CN" sz="2600" b="1">
                  <a:latin typeface="楷体_GB2312" pitchFamily="49" charset="-122"/>
                </a:rPr>
                <a:t>在一点</a:t>
              </a:r>
              <a:r>
                <a:rPr lang="en-US" altLang="zh-CN" sz="2600" b="1">
                  <a:latin typeface="楷体_GB2312" pitchFamily="49" charset="-122"/>
                </a:rPr>
                <a:t>  </a:t>
              </a:r>
              <a:r>
                <a:rPr lang="zh-CN" altLang="zh-CN" sz="2600" b="1">
                  <a:latin typeface="楷体_GB2312" pitchFamily="49" charset="-122"/>
                </a:rPr>
                <a:t>      </a:t>
              </a:r>
              <a:r>
                <a:rPr lang="en-US" altLang="zh-CN" sz="2600" b="1">
                  <a:latin typeface="楷体_GB2312" pitchFamily="49" charset="-122"/>
                </a:rPr>
                <a:t>    </a:t>
              </a:r>
              <a:r>
                <a:rPr lang="zh-CN" altLang="zh-CN" sz="2600" b="1">
                  <a:latin typeface="楷体_GB2312" pitchFamily="49" charset="-122"/>
                </a:rPr>
                <a:t>的偏导数</a:t>
              </a:r>
              <a:r>
                <a:rPr lang="en-US" altLang="zh-CN" sz="2600" b="1">
                  <a:latin typeface="楷体_GB2312" pitchFamily="49" charset="-122"/>
                </a:rPr>
                <a:t>         </a:t>
              </a:r>
              <a:r>
                <a:rPr lang="zh-CN" altLang="zh-CN" sz="2600" b="1">
                  <a:latin typeface="楷体_GB2312" pitchFamily="49" charset="-122"/>
                </a:rPr>
                <a:t>  </a:t>
              </a:r>
              <a:r>
                <a:rPr lang="en-US" altLang="zh-CN" sz="2600" b="1">
                  <a:latin typeface="楷体_GB2312" pitchFamily="49" charset="-122"/>
                </a:rPr>
                <a:t>  </a:t>
              </a:r>
              <a:r>
                <a:rPr lang="zh-CN" altLang="zh-CN" sz="2600" b="1">
                  <a:latin typeface="楷体_GB2312" pitchFamily="49" charset="-122"/>
                </a:rPr>
                <a:t>存在，那么它</a:t>
              </a:r>
              <a:endParaRPr lang="en-US" altLang="zh-CN" sz="2600" b="1">
                <a:latin typeface="楷体_GB2312" pitchFamily="49" charset="-122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zh-CN" sz="2600" b="1">
                <a:latin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600" b="1">
                  <a:latin typeface="楷体_GB2312" pitchFamily="49" charset="-122"/>
                </a:rPr>
                <a:t>       </a:t>
              </a:r>
              <a:r>
                <a:rPr lang="zh-CN" altLang="zh-CN" sz="2600" b="1">
                  <a:latin typeface="楷体_GB2312" pitchFamily="49" charset="-122"/>
                </a:rPr>
                <a:t>沿</a:t>
              </a:r>
              <a:r>
                <a:rPr lang="zh-CN" altLang="zh-CN" sz="2600" b="1" i="1">
                  <a:latin typeface="Times New Roman" panose="02020603050405020304" pitchFamily="18" charset="0"/>
                </a:rPr>
                <a:t>x</a:t>
              </a:r>
              <a:r>
                <a:rPr lang="zh-CN" altLang="zh-CN" sz="2600" b="1">
                  <a:latin typeface="楷体_GB2312" pitchFamily="49" charset="-122"/>
                </a:rPr>
                <a:t>轴正、负方向的方向导数存在吗？</a:t>
              </a:r>
            </a:p>
          </p:txBody>
        </p:sp>
        <p:graphicFrame>
          <p:nvGraphicFramePr>
            <p:cNvPr id="19465" name="Object 12">
              <a:extLst>
                <a:ext uri="{FF2B5EF4-FFF2-40B4-BE49-F238E27FC236}">
                  <a16:creationId xmlns:a16="http://schemas.microsoft.com/office/drawing/2014/main" id="{D18FE6AD-EB6E-4540-A3BA-80DFBC2162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" y="-96"/>
            <a:ext cx="79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49300" imgH="203200" progId="">
                    <p:embed/>
                  </p:oleObj>
                </mc:Choice>
                <mc:Fallback>
                  <p:oleObj r:id="rId4" imgW="749300" imgH="20320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" y="-96"/>
                          <a:ext cx="790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13">
              <a:extLst>
                <a:ext uri="{FF2B5EF4-FFF2-40B4-BE49-F238E27FC236}">
                  <a16:creationId xmlns:a16="http://schemas.microsoft.com/office/drawing/2014/main" id="{39075B14-0A4E-439F-AA52-5ED07AB6B5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3" y="-117"/>
            <a:ext cx="51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08441" imgH="228799" progId="">
                    <p:embed/>
                  </p:oleObj>
                </mc:Choice>
                <mc:Fallback>
                  <p:oleObj r:id="rId6" imgW="508441" imgH="228799" progId="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3" y="-117"/>
                          <a:ext cx="51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14">
              <a:extLst>
                <a:ext uri="{FF2B5EF4-FFF2-40B4-BE49-F238E27FC236}">
                  <a16:creationId xmlns:a16="http://schemas.microsoft.com/office/drawing/2014/main" id="{1C32A140-72FC-4BC3-9940-845FBE35AF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5" y="-122"/>
            <a:ext cx="75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72808" imgH="228501" progId="Equation.DSMT4">
                    <p:embed/>
                  </p:oleObj>
                </mc:Choice>
                <mc:Fallback>
                  <p:oleObj name="Equation" r:id="rId8" imgW="672808" imgH="228501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5" y="-122"/>
                          <a:ext cx="750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E45B4B63-D7FD-4B06-99C0-0B1370311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836613"/>
            <a:ext cx="86756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0" lang="zh-CN" altLang="en-US" sz="2400" b="1" kern="0" dirty="0">
                <a:solidFill>
                  <a:srgbClr val="000000"/>
                </a:solidFill>
              </a:rPr>
              <a:t>假设函数在 </a:t>
            </a:r>
            <a:r>
              <a:rPr kumimoji="0" lang="en-US" altLang="zh-CN" sz="2400" b="1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2400" b="1" kern="0" baseline="-25000" dirty="0">
                <a:solidFill>
                  <a:srgbClr val="000000"/>
                </a:solidFill>
              </a:rPr>
              <a:t>0</a:t>
            </a:r>
            <a:r>
              <a:rPr kumimoji="0" lang="zh-CN" altLang="en-US" sz="2400" b="1" kern="0" dirty="0">
                <a:solidFill>
                  <a:srgbClr val="000000"/>
                </a:solidFill>
              </a:rPr>
              <a:t>点处的</a:t>
            </a:r>
            <a:r>
              <a:rPr kumimoji="0" lang="zh-CN" altLang="en-US" sz="2400" b="1" kern="0" dirty="0">
                <a:solidFill>
                  <a:srgbClr val="0000CC"/>
                </a:solidFill>
              </a:rPr>
              <a:t>偏导数存在</a:t>
            </a:r>
            <a:r>
              <a:rPr kumimoji="0" lang="zh-CN" altLang="en-US" sz="2400" b="1" kern="0" dirty="0">
                <a:solidFill>
                  <a:srgbClr val="000000"/>
                </a:solidFill>
              </a:rPr>
              <a:t>，若取 </a:t>
            </a:r>
            <a:r>
              <a:rPr kumimoji="0" lang="en-US" altLang="zh-CN" sz="2400" b="1" i="1" kern="0" dirty="0">
                <a:solidFill>
                  <a:srgbClr val="000000"/>
                </a:solidFill>
              </a:rPr>
              <a:t>l</a:t>
            </a:r>
            <a:r>
              <a:rPr kumimoji="0" lang="en-US" altLang="zh-CN" sz="2400" b="1" i="1" kern="0" baseline="-25000" dirty="0">
                <a:solidFill>
                  <a:srgbClr val="000000"/>
                </a:solidFill>
              </a:rPr>
              <a:t>x+</a:t>
            </a:r>
            <a:r>
              <a:rPr kumimoji="0" lang="en-US" altLang="zh-CN" sz="2400" b="1" i="1" kern="0" dirty="0">
                <a:solidFill>
                  <a:srgbClr val="000000"/>
                </a:solidFill>
              </a:rPr>
              <a:t> </a:t>
            </a:r>
            <a:r>
              <a:rPr kumimoji="0" lang="zh-CN" altLang="en-US" sz="2400" b="1" kern="0" dirty="0">
                <a:solidFill>
                  <a:srgbClr val="000000"/>
                </a:solidFill>
              </a:rPr>
              <a:t>为 </a:t>
            </a:r>
            <a:r>
              <a:rPr kumimoji="0" lang="en-US" altLang="zh-CN" sz="2400" b="1" i="1" kern="0" dirty="0">
                <a:solidFill>
                  <a:srgbClr val="000000"/>
                </a:solidFill>
              </a:rPr>
              <a:t>x </a:t>
            </a:r>
            <a:r>
              <a:rPr kumimoji="0" lang="zh-CN" altLang="en-US" sz="2400" b="1" kern="0" dirty="0">
                <a:solidFill>
                  <a:srgbClr val="000000"/>
                </a:solidFill>
              </a:rPr>
              <a:t>轴的正方向，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9187091-DEF1-4B06-99EF-C73DCB19F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95538"/>
            <a:ext cx="41036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0" lang="zh-CN" altLang="en-US" sz="2400" b="1" kern="0">
                <a:solidFill>
                  <a:srgbClr val="000000"/>
                </a:solidFill>
              </a:rPr>
              <a:t>若取 </a:t>
            </a:r>
            <a:r>
              <a:rPr kumimoji="0" lang="en-US" altLang="zh-CN" sz="2400" b="1" i="1" kern="0">
                <a:solidFill>
                  <a:srgbClr val="000000"/>
                </a:solidFill>
              </a:rPr>
              <a:t>l</a:t>
            </a:r>
            <a:r>
              <a:rPr kumimoji="0" lang="en-US" altLang="zh-CN" sz="2400" b="1" i="1" kern="0" baseline="-25000">
                <a:solidFill>
                  <a:srgbClr val="000000"/>
                </a:solidFill>
              </a:rPr>
              <a:t>x-</a:t>
            </a:r>
            <a:r>
              <a:rPr kumimoji="0" lang="zh-CN" altLang="en-US" sz="2400" b="1" kern="0">
                <a:solidFill>
                  <a:srgbClr val="000000"/>
                </a:solidFill>
              </a:rPr>
              <a:t>为 </a:t>
            </a:r>
            <a:r>
              <a:rPr kumimoji="0" lang="en-US" altLang="zh-CN" sz="2400" b="1" i="1" kern="0">
                <a:solidFill>
                  <a:srgbClr val="000000"/>
                </a:solidFill>
              </a:rPr>
              <a:t>x </a:t>
            </a:r>
            <a:r>
              <a:rPr kumimoji="0" lang="zh-CN" altLang="en-US" sz="2400" b="1" kern="0">
                <a:solidFill>
                  <a:srgbClr val="000000"/>
                </a:solidFill>
              </a:rPr>
              <a:t>轴的负方向，</a:t>
            </a: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9B8ECCFC-C3A8-4CA6-AC3C-DB7BB3D00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5725" y="1557338"/>
          <a:ext cx="82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825500" progId="">
                  <p:embed/>
                </p:oleObj>
              </mc:Choice>
              <mc:Fallback>
                <p:oleObj name="Equation" r:id="rId2" imgW="825500" imgH="8255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5725" y="1557338"/>
                        <a:ext cx="825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8649441D-4090-4205-A4CA-13198028E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0" y="3068638"/>
          <a:ext cx="102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700" imgH="825500" progId="">
                  <p:embed/>
                </p:oleObj>
              </mc:Choice>
              <mc:Fallback>
                <p:oleObj name="Equation" r:id="rId4" imgW="1028700" imgH="825500" progId="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0" y="3068638"/>
                        <a:ext cx="1028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0">
            <a:extLst>
              <a:ext uri="{FF2B5EF4-FFF2-40B4-BE49-F238E27FC236}">
                <a16:creationId xmlns:a16="http://schemas.microsoft.com/office/drawing/2014/main" id="{E0A081DE-7B2D-4206-9568-C26457AF3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1411288"/>
          <a:ext cx="31130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86000" imgH="673100" progId="Equation.3">
                  <p:embed/>
                </p:oleObj>
              </mc:Choice>
              <mc:Fallback>
                <p:oleObj name="公式" r:id="rId6" imgW="2286000" imgH="6731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1411288"/>
                        <a:ext cx="31130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1">
            <a:extLst>
              <a:ext uri="{FF2B5EF4-FFF2-40B4-BE49-F238E27FC236}">
                <a16:creationId xmlns:a16="http://schemas.microsoft.com/office/drawing/2014/main" id="{F52FB00C-2BE1-4476-9070-07A3F412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4813" y="2995613"/>
          <a:ext cx="30956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73300" imgH="673100" progId="Equation.3">
                  <p:embed/>
                </p:oleObj>
              </mc:Choice>
              <mc:Fallback>
                <p:oleObj name="公式" r:id="rId8" imgW="2273300" imgH="6731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2995613"/>
                        <a:ext cx="30956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2" name="Picture 39">
            <a:extLst>
              <a:ext uri="{FF2B5EF4-FFF2-40B4-BE49-F238E27FC236}">
                <a16:creationId xmlns:a16="http://schemas.microsoft.com/office/drawing/2014/main" id="{35D72527-4E1D-4B78-9711-E69D13D27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0968" name="Object 6">
            <a:extLst>
              <a:ext uri="{FF2B5EF4-FFF2-40B4-BE49-F238E27FC236}">
                <a16:creationId xmlns:a16="http://schemas.microsoft.com/office/drawing/2014/main" id="{D18E3B0F-91D9-4C3A-AFF0-88E13909AB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1484313"/>
          <a:ext cx="411003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044700" imgH="393700" progId="Equation.3">
                  <p:embed/>
                </p:oleObj>
              </mc:Choice>
              <mc:Fallback>
                <p:oleObj name="公式" r:id="rId11" imgW="20447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1484313"/>
                        <a:ext cx="4110038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>
            <a:extLst>
              <a:ext uri="{FF2B5EF4-FFF2-40B4-BE49-F238E27FC236}">
                <a16:creationId xmlns:a16="http://schemas.microsoft.com/office/drawing/2014/main" id="{D1945B36-A8D6-4D02-9ECD-4D5D4EBD7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5" y="2997200"/>
          <a:ext cx="41100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44700" imgH="393700" progId="Equation.3">
                  <p:embed/>
                </p:oleObj>
              </mc:Choice>
              <mc:Fallback>
                <p:oleObj name="公式" r:id="rId13" imgW="20447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2997200"/>
                        <a:ext cx="411003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灯片编号占位符 28">
            <a:extLst>
              <a:ext uri="{FF2B5EF4-FFF2-40B4-BE49-F238E27FC236}">
                <a16:creationId xmlns:a16="http://schemas.microsoft.com/office/drawing/2014/main" id="{B4613881-A828-4A79-9675-8C37CDF6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928149-9D94-44F1-B0D5-9F2787DC919C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B4669E75-5A11-4B52-8370-5E554F2E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A817A0-1EF6-44E3-9E95-04ED7F68BE46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531" name="Group 8">
            <a:extLst>
              <a:ext uri="{FF2B5EF4-FFF2-40B4-BE49-F238E27FC236}">
                <a16:creationId xmlns:a16="http://schemas.microsoft.com/office/drawing/2014/main" id="{5363D0E4-EC68-4079-AC7E-58018D84E856}"/>
              </a:ext>
            </a:extLst>
          </p:cNvPr>
          <p:cNvGrpSpPr>
            <a:grpSpLocks/>
          </p:cNvGrpSpPr>
          <p:nvPr/>
        </p:nvGrpSpPr>
        <p:grpSpPr bwMode="auto">
          <a:xfrm>
            <a:off x="334963" y="1125538"/>
            <a:ext cx="11712575" cy="1292225"/>
            <a:chOff x="13" y="-128"/>
            <a:chExt cx="5012" cy="814"/>
          </a:xfrm>
        </p:grpSpPr>
        <p:sp>
          <p:nvSpPr>
            <p:cNvPr id="22536" name="Rectangle 9">
              <a:extLst>
                <a:ext uri="{FF2B5EF4-FFF2-40B4-BE49-F238E27FC236}">
                  <a16:creationId xmlns:a16="http://schemas.microsoft.com/office/drawing/2014/main" id="{D62E4B4E-3025-4648-AC5C-8D2529B19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-128"/>
              <a:ext cx="5012" cy="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2600" b="1">
                  <a:latin typeface="楷体_GB2312" pitchFamily="49" charset="-122"/>
                </a:rPr>
                <a:t>2.</a:t>
              </a:r>
              <a:r>
                <a:rPr lang="zh-CN" altLang="en-US" sz="2600" b="1">
                  <a:latin typeface="楷体_GB2312" pitchFamily="49" charset="-122"/>
                </a:rPr>
                <a:t>若函数              在一点          沿</a:t>
              </a:r>
              <a:r>
                <a:rPr lang="zh-CN" altLang="zh-CN" sz="2600" b="1" i="1">
                  <a:latin typeface="Times New Roman" panose="02020603050405020304" pitchFamily="18" charset="0"/>
                </a:rPr>
                <a:t>x</a:t>
              </a:r>
              <a:r>
                <a:rPr lang="zh-CN" altLang="en-US" sz="2600" b="1">
                  <a:latin typeface="楷体_GB2312" pitchFamily="49" charset="-122"/>
                </a:rPr>
                <a:t>轴正、负方向的方向导数都存在，能保证在</a:t>
              </a:r>
              <a:endParaRPr lang="en-US" altLang="zh-CN" sz="2600" b="1">
                <a:latin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600" b="1">
                <a:latin typeface="楷体_GB2312" pitchFamily="49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600" b="1">
                  <a:latin typeface="楷体_GB2312" pitchFamily="49" charset="-122"/>
                </a:rPr>
                <a:t>   这点的偏导数                 在吗？</a:t>
              </a:r>
            </a:p>
          </p:txBody>
        </p:sp>
        <p:graphicFrame>
          <p:nvGraphicFramePr>
            <p:cNvPr id="22537" name="Object 2">
              <a:extLst>
                <a:ext uri="{FF2B5EF4-FFF2-40B4-BE49-F238E27FC236}">
                  <a16:creationId xmlns:a16="http://schemas.microsoft.com/office/drawing/2014/main" id="{75513373-EF78-42D1-84FC-85E14CF114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7" y="-91"/>
            <a:ext cx="50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49300" imgH="203200" progId="">
                    <p:embed/>
                  </p:oleObj>
                </mc:Choice>
                <mc:Fallback>
                  <p:oleObj r:id="rId3" imgW="749300" imgH="20320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7" y="-91"/>
                          <a:ext cx="50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8" name="Object 3">
              <a:extLst>
                <a:ext uri="{FF2B5EF4-FFF2-40B4-BE49-F238E27FC236}">
                  <a16:creationId xmlns:a16="http://schemas.microsoft.com/office/drawing/2014/main" id="{CC4D07FD-2F5C-4C19-97B5-A3BE9A2255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23" y="-108"/>
            <a:ext cx="40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08441" imgH="228799" progId="">
                    <p:embed/>
                  </p:oleObj>
                </mc:Choice>
                <mc:Fallback>
                  <p:oleObj r:id="rId5" imgW="508441" imgH="228799" progId="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3" y="-108"/>
                          <a:ext cx="40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9" name="Object 4">
              <a:extLst>
                <a:ext uri="{FF2B5EF4-FFF2-40B4-BE49-F238E27FC236}">
                  <a16:creationId xmlns:a16="http://schemas.microsoft.com/office/drawing/2014/main" id="{C037C673-335B-4619-B162-35E4E48498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6" y="388"/>
            <a:ext cx="649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72808" imgH="228501" progId="Equation.DSMT4">
                    <p:embed/>
                  </p:oleObj>
                </mc:Choice>
                <mc:Fallback>
                  <p:oleObj name="Equation" r:id="rId7" imgW="672808" imgH="228501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6" y="388"/>
                          <a:ext cx="649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" name="Rectangle 2">
            <a:extLst>
              <a:ext uri="{FF2B5EF4-FFF2-40B4-BE49-F238E27FC236}">
                <a16:creationId xmlns:a16="http://schemas.microsoft.com/office/drawing/2014/main" id="{EC0FF853-E339-4662-B206-2EA65FC04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538163"/>
            <a:ext cx="1357313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思考</a:t>
            </a:r>
            <a:r>
              <a:rPr lang="en-US" altLang="zh-CN" sz="2600" b="1">
                <a:solidFill>
                  <a:srgbClr val="996600"/>
                </a:solidFill>
                <a:latin typeface="楷体_GB2312" pitchFamily="49" charset="-122"/>
              </a:rPr>
              <a:t>2</a:t>
            </a: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：</a:t>
            </a:r>
          </a:p>
        </p:txBody>
      </p:sp>
      <p:sp>
        <p:nvSpPr>
          <p:cNvPr id="22533" name="TextBox 8">
            <a:extLst>
              <a:ext uri="{FF2B5EF4-FFF2-40B4-BE49-F238E27FC236}">
                <a16:creationId xmlns:a16="http://schemas.microsoft.com/office/drawing/2014/main" id="{54DD4A6C-CEFC-4CB6-8DD2-914112A0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138" y="2887663"/>
            <a:ext cx="2303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）能</a:t>
            </a:r>
          </a:p>
        </p:txBody>
      </p:sp>
      <p:sp>
        <p:nvSpPr>
          <p:cNvPr id="22534" name="TextBox 9">
            <a:extLst>
              <a:ext uri="{FF2B5EF4-FFF2-40B4-BE49-F238E27FC236}">
                <a16:creationId xmlns:a16="http://schemas.microsoft.com/office/drawing/2014/main" id="{FF1F1C41-4F70-494C-AC47-81587A5F1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083050"/>
            <a:ext cx="23034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latin typeface="Times New Roman" panose="02020603050405020304" pitchFamily="18" charset="0"/>
              </a:rPr>
              <a:t>）不能</a:t>
            </a:r>
          </a:p>
        </p:txBody>
      </p:sp>
      <p:pic>
        <p:nvPicPr>
          <p:cNvPr id="22535" name="Picture 70" descr="0017">
            <a:extLst>
              <a:ext uri="{FF2B5EF4-FFF2-40B4-BE49-F238E27FC236}">
                <a16:creationId xmlns:a16="http://schemas.microsoft.com/office/drawing/2014/main" id="{537FAFB6-8FE2-4509-A553-98E1E990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2755900"/>
            <a:ext cx="2906712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11">
            <a:extLst>
              <a:ext uri="{FF2B5EF4-FFF2-40B4-BE49-F238E27FC236}">
                <a16:creationId xmlns:a16="http://schemas.microsoft.com/office/drawing/2014/main" id="{EB24685F-65C0-44E6-A74E-242679E8ED9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181225" y="1052513"/>
            <a:ext cx="7308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63162152-D279-4590-999E-DF07CE800250}"/>
              </a:ext>
            </a:extLst>
          </p:cNvPr>
          <p:cNvGrpSpPr>
            <a:grpSpLocks/>
          </p:cNvGrpSpPr>
          <p:nvPr/>
        </p:nvGrpSpPr>
        <p:grpSpPr bwMode="auto">
          <a:xfrm>
            <a:off x="-214313" y="460375"/>
            <a:ext cx="10350501" cy="1028700"/>
            <a:chOff x="825" y="1752"/>
            <a:chExt cx="6061" cy="648"/>
          </a:xfrm>
        </p:grpSpPr>
        <p:sp>
          <p:nvSpPr>
            <p:cNvPr id="24589" name="Rectangle 13">
              <a:extLst>
                <a:ext uri="{FF2B5EF4-FFF2-40B4-BE49-F238E27FC236}">
                  <a16:creationId xmlns:a16="http://schemas.microsoft.com/office/drawing/2014/main" id="{4E174BB6-C530-42F6-B088-E2B9316AB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" y="1797"/>
              <a:ext cx="14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讨论函数</a:t>
              </a:r>
              <a:endPara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0" name="Rectangle 33">
              <a:extLst>
                <a:ext uri="{FF2B5EF4-FFF2-40B4-BE49-F238E27FC236}">
                  <a16:creationId xmlns:a16="http://schemas.microsoft.com/office/drawing/2014/main" id="{B76C26C8-5D37-4B74-93A0-2F13CCEAD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1796"/>
              <a:ext cx="28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在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(0,0)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点处的偏导数是否存在？</a:t>
              </a:r>
            </a:p>
          </p:txBody>
        </p:sp>
        <p:sp>
          <p:nvSpPr>
            <p:cNvPr id="24591" name="Rectangle 40">
              <a:extLst>
                <a:ext uri="{FF2B5EF4-FFF2-40B4-BE49-F238E27FC236}">
                  <a16:creationId xmlns:a16="http://schemas.microsoft.com/office/drawing/2014/main" id="{BBF1EE06-FA43-4748-8B6E-74CCE9DE3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167"/>
              <a:ext cx="34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在</a:t>
              </a:r>
              <a:r>
                <a:rPr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(0,0)</a:t>
              </a: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点处方向导数是否存在？</a:t>
              </a:r>
            </a:p>
          </p:txBody>
        </p:sp>
        <p:graphicFrame>
          <p:nvGraphicFramePr>
            <p:cNvPr id="24592" name="Object 41">
              <a:extLst>
                <a:ext uri="{FF2B5EF4-FFF2-40B4-BE49-F238E27FC236}">
                  <a16:creationId xmlns:a16="http://schemas.microsoft.com/office/drawing/2014/main" id="{782FB7EA-FA70-4FAE-A09B-2EB0DCE20F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9" y="1752"/>
            <a:ext cx="170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47900" imgH="457200" progId="">
                    <p:embed/>
                  </p:oleObj>
                </mc:Choice>
                <mc:Fallback>
                  <p:oleObj name="Equation" r:id="rId2" imgW="2247900" imgH="457200" progId="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1752"/>
                          <a:ext cx="170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42">
            <a:extLst>
              <a:ext uri="{FF2B5EF4-FFF2-40B4-BE49-F238E27FC236}">
                <a16:creationId xmlns:a16="http://schemas.microsoft.com/office/drawing/2014/main" id="{4EEB5177-A8FD-4650-B0E1-D164D3BD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2433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81BE4D84-89A6-4D8D-9DB9-0226D4A2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2417763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不存在。</a:t>
            </a:r>
          </a:p>
        </p:txBody>
      </p:sp>
      <p:graphicFrame>
        <p:nvGraphicFramePr>
          <p:cNvPr id="10" name="Object 49">
            <a:extLst>
              <a:ext uri="{FF2B5EF4-FFF2-40B4-BE49-F238E27FC236}">
                <a16:creationId xmlns:a16="http://schemas.microsoft.com/office/drawing/2014/main" id="{31756AB8-7287-475D-8C03-9A46405AC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2900" y="3357563"/>
          <a:ext cx="355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253780" progId="">
                  <p:embed/>
                </p:oleObj>
              </mc:Choice>
              <mc:Fallback>
                <p:oleObj name="Equation" r:id="rId4" imgW="355292" imgH="253780" progId="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2900" y="3357563"/>
                        <a:ext cx="3556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43">
            <a:extLst>
              <a:ext uri="{FF2B5EF4-FFF2-40B4-BE49-F238E27FC236}">
                <a16:creationId xmlns:a16="http://schemas.microsoft.com/office/drawing/2014/main" id="{454BD971-E0A4-4EE7-9109-D5EB51903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7038" y="2082800"/>
          <a:ext cx="62992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10200" imgH="876300" progId="Equation.DSMT4">
                  <p:embed/>
                </p:oleObj>
              </mc:Choice>
              <mc:Fallback>
                <p:oleObj name="Equation" r:id="rId6" imgW="5410200" imgH="8763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2082800"/>
                        <a:ext cx="6299200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2">
            <a:extLst>
              <a:ext uri="{FF2B5EF4-FFF2-40B4-BE49-F238E27FC236}">
                <a16:creationId xmlns:a16="http://schemas.microsoft.com/office/drawing/2014/main" id="{BC1E0C41-E6A5-4B65-AAE6-7DD8531BC4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1950" y="3146425"/>
          <a:ext cx="37449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51100" imgH="533400" progId="Equation.3">
                  <p:embed/>
                </p:oleObj>
              </mc:Choice>
              <mc:Fallback>
                <p:oleObj name="公式" r:id="rId8" imgW="2451100" imgH="5334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3146425"/>
                        <a:ext cx="37449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0">
            <a:extLst>
              <a:ext uri="{FF2B5EF4-FFF2-40B4-BE49-F238E27FC236}">
                <a16:creationId xmlns:a16="http://schemas.microsoft.com/office/drawing/2014/main" id="{9AFBF18B-C37A-4CD7-8E1A-29D4CC219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4975" y="3106738"/>
          <a:ext cx="23764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97000" imgH="469900" progId="Equation.3">
                  <p:embed/>
                </p:oleObj>
              </mc:Choice>
              <mc:Fallback>
                <p:oleObj name="公式" r:id="rId10" imgW="1397000" imgH="4699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3106738"/>
                        <a:ext cx="237648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6" name="Picture 39">
            <a:extLst>
              <a:ext uri="{FF2B5EF4-FFF2-40B4-BE49-F238E27FC236}">
                <a16:creationId xmlns:a16="http://schemas.microsoft.com/office/drawing/2014/main" id="{4D7D6472-92B4-4B82-8D97-11DBDEC8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88" y="3933825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3">
            <a:extLst>
              <a:ext uri="{FF2B5EF4-FFF2-40B4-BE49-F238E27FC236}">
                <a16:creationId xmlns:a16="http://schemas.microsoft.com/office/drawing/2014/main" id="{5AF49B9B-8B89-436D-9BAF-5D7F75BFC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738" y="311150"/>
            <a:ext cx="1639887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8" name="灯片编号占位符 17">
            <a:extLst>
              <a:ext uri="{FF2B5EF4-FFF2-40B4-BE49-F238E27FC236}">
                <a16:creationId xmlns:a16="http://schemas.microsoft.com/office/drawing/2014/main" id="{EADA476B-F55C-4797-9B09-19B64475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2C9F4B-F3BE-424A-9EAC-3CA8E32C260B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CD1007E-DDC1-4589-A7CA-C2964E788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836613"/>
            <a:ext cx="1223963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连续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BB7C24B-0314-4092-88B0-AE670E1CC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偏导连续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B2CD3E42-8396-4840-8732-004D1E1F5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可微分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3251744-BC3E-4B2C-BF05-FE4C51791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2781300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偏导存在</a:t>
            </a:r>
          </a:p>
        </p:txBody>
      </p:sp>
      <p:sp>
        <p:nvSpPr>
          <p:cNvPr id="13321" name="Line 6">
            <a:extLst>
              <a:ext uri="{FF2B5EF4-FFF2-40B4-BE49-F238E27FC236}">
                <a16:creationId xmlns:a16="http://schemas.microsoft.com/office/drawing/2014/main" id="{81018803-5A9E-4711-86C7-A110AB99F9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3975" y="1196975"/>
            <a:ext cx="1150938" cy="1296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1874DF4-A5B5-48CA-8D12-4CA21B0DC95B}"/>
              </a:ext>
            </a:extLst>
          </p:cNvPr>
          <p:cNvGrpSpPr>
            <a:grpSpLocks/>
          </p:cNvGrpSpPr>
          <p:nvPr/>
        </p:nvGrpSpPr>
        <p:grpSpPr bwMode="auto">
          <a:xfrm>
            <a:off x="4079875" y="1341438"/>
            <a:ext cx="1223963" cy="1368425"/>
            <a:chOff x="1610" y="845"/>
            <a:chExt cx="771" cy="862"/>
          </a:xfrm>
        </p:grpSpPr>
        <p:sp>
          <p:nvSpPr>
            <p:cNvPr id="25645" name="Line 8">
              <a:extLst>
                <a:ext uri="{FF2B5EF4-FFF2-40B4-BE49-F238E27FC236}">
                  <a16:creationId xmlns:a16="http://schemas.microsoft.com/office/drawing/2014/main" id="{8A183DD7-94A3-4E40-8C90-E2FA84DEC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845"/>
              <a:ext cx="771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9">
              <a:extLst>
                <a:ext uri="{FF2B5EF4-FFF2-40B4-BE49-F238E27FC236}">
                  <a16:creationId xmlns:a16="http://schemas.microsoft.com/office/drawing/2014/main" id="{187ED27B-EB43-48A5-AD12-E3C7E2EAB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16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3" name="Line 10">
            <a:extLst>
              <a:ext uri="{FF2B5EF4-FFF2-40B4-BE49-F238E27FC236}">
                <a16:creationId xmlns:a16="http://schemas.microsoft.com/office/drawing/2014/main" id="{EC8E403C-1EF4-4A04-A942-EC97F1955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1">
            <a:extLst>
              <a:ext uri="{FF2B5EF4-FFF2-40B4-BE49-F238E27FC236}">
                <a16:creationId xmlns:a16="http://schemas.microsoft.com/office/drawing/2014/main" id="{197225B4-3B4D-437B-8025-41A0BC0BE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6" name="Line 15">
            <a:extLst>
              <a:ext uri="{FF2B5EF4-FFF2-40B4-BE49-F238E27FC236}">
                <a16:creationId xmlns:a16="http://schemas.microsoft.com/office/drawing/2014/main" id="{A419D39B-C86F-42FF-9D79-502A815C4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1412875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EF6D1EDE-EB5B-41FB-80E0-607986F42CAF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1412875"/>
            <a:ext cx="288925" cy="1368425"/>
            <a:chOff x="2835" y="890"/>
            <a:chExt cx="182" cy="862"/>
          </a:xfrm>
        </p:grpSpPr>
        <p:sp>
          <p:nvSpPr>
            <p:cNvPr id="25643" name="Line 17">
              <a:extLst>
                <a:ext uri="{FF2B5EF4-FFF2-40B4-BE49-F238E27FC236}">
                  <a16:creationId xmlns:a16="http://schemas.microsoft.com/office/drawing/2014/main" id="{D40A3119-4874-42EE-A063-9DFE6498C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4" name="Line 18">
              <a:extLst>
                <a:ext uri="{FF2B5EF4-FFF2-40B4-BE49-F238E27FC236}">
                  <a16:creationId xmlns:a16="http://schemas.microsoft.com/office/drawing/2014/main" id="{77697863-158D-4575-B989-3E0C62B04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12" name="Text Box 19">
            <a:extLst>
              <a:ext uri="{FF2B5EF4-FFF2-40B4-BE49-F238E27FC236}">
                <a16:creationId xmlns:a16="http://schemas.microsoft.com/office/drawing/2014/main" id="{AFF8C413-BBD6-49B9-9613-D25527187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404813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小结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3" name="Rectangle 20">
            <a:extLst>
              <a:ext uri="{FF2B5EF4-FFF2-40B4-BE49-F238E27FC236}">
                <a16:creationId xmlns:a16="http://schemas.microsoft.com/office/drawing/2014/main" id="{4CD14845-AEAC-4CEE-9E27-A3B75F54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2352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01B25A31-DB4C-4C56-8EF9-C6FACF9B6B6E}"/>
              </a:ext>
            </a:extLst>
          </p:cNvPr>
          <p:cNvGrpSpPr>
            <a:grpSpLocks/>
          </p:cNvGrpSpPr>
          <p:nvPr/>
        </p:nvGrpSpPr>
        <p:grpSpPr bwMode="auto">
          <a:xfrm>
            <a:off x="4367213" y="2924175"/>
            <a:ext cx="792162" cy="288925"/>
            <a:chOff x="1837" y="1888"/>
            <a:chExt cx="499" cy="182"/>
          </a:xfrm>
        </p:grpSpPr>
        <p:sp>
          <p:nvSpPr>
            <p:cNvPr id="25641" name="Line 29">
              <a:extLst>
                <a:ext uri="{FF2B5EF4-FFF2-40B4-BE49-F238E27FC236}">
                  <a16:creationId xmlns:a16="http://schemas.microsoft.com/office/drawing/2014/main" id="{AD164A2B-1E51-458D-BBA6-3E5860E49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1979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30">
              <a:extLst>
                <a:ext uri="{FF2B5EF4-FFF2-40B4-BE49-F238E27FC236}">
                  <a16:creationId xmlns:a16="http://schemas.microsoft.com/office/drawing/2014/main" id="{A45872B4-464C-4EC4-9D35-08F106BBF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88"/>
              <a:ext cx="45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4">
            <a:extLst>
              <a:ext uri="{FF2B5EF4-FFF2-40B4-BE49-F238E27FC236}">
                <a16:creationId xmlns:a16="http://schemas.microsoft.com/office/drawing/2014/main" id="{6665B526-14AF-4A1F-86C9-F43E88E641BA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2997200"/>
            <a:ext cx="908050" cy="344488"/>
            <a:chOff x="3243" y="1888"/>
            <a:chExt cx="499" cy="182"/>
          </a:xfrm>
        </p:grpSpPr>
        <p:sp>
          <p:nvSpPr>
            <p:cNvPr id="25639" name="Line 35">
              <a:extLst>
                <a:ext uri="{FF2B5EF4-FFF2-40B4-BE49-F238E27FC236}">
                  <a16:creationId xmlns:a16="http://schemas.microsoft.com/office/drawing/2014/main" id="{11C9BE8C-56F9-452E-8864-B4A04A822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979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36">
              <a:extLst>
                <a:ext uri="{FF2B5EF4-FFF2-40B4-BE49-F238E27FC236}">
                  <a16:creationId xmlns:a16="http://schemas.microsoft.com/office/drawing/2014/main" id="{06360996-808C-44BC-BDB9-AF051300A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888"/>
              <a:ext cx="45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5616" name="Picture 39">
            <a:extLst>
              <a:ext uri="{FF2B5EF4-FFF2-40B4-BE49-F238E27FC236}">
                <a16:creationId xmlns:a16="http://schemas.microsoft.com/office/drawing/2014/main" id="{9CBD47A9-60AB-4A85-84B4-CD3FC6168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7" name="Rectangle 4">
            <a:extLst>
              <a:ext uri="{FF2B5EF4-FFF2-40B4-BE49-F238E27FC236}">
                <a16:creationId xmlns:a16="http://schemas.microsoft.com/office/drawing/2014/main" id="{D8509248-91C9-493B-A768-C45667AB2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4868863"/>
            <a:ext cx="2087562" cy="5048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方向导数存在 </a:t>
            </a:r>
          </a:p>
        </p:txBody>
      </p:sp>
      <p:sp>
        <p:nvSpPr>
          <p:cNvPr id="13335" name="Line 6">
            <a:extLst>
              <a:ext uri="{FF2B5EF4-FFF2-40B4-BE49-F238E27FC236}">
                <a16:creationId xmlns:a16="http://schemas.microsoft.com/office/drawing/2014/main" id="{27739D99-233E-49B7-AA28-D03C79573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3357563"/>
            <a:ext cx="0" cy="143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03AAED72-EBD3-4A03-9E39-F73818E3D21D}"/>
              </a:ext>
            </a:extLst>
          </p:cNvPr>
          <p:cNvGrpSpPr>
            <a:grpSpLocks/>
          </p:cNvGrpSpPr>
          <p:nvPr/>
        </p:nvGrpSpPr>
        <p:grpSpPr bwMode="auto">
          <a:xfrm>
            <a:off x="7608888" y="3284538"/>
            <a:ext cx="288925" cy="1368425"/>
            <a:chOff x="2835" y="890"/>
            <a:chExt cx="182" cy="862"/>
          </a:xfrm>
        </p:grpSpPr>
        <p:sp>
          <p:nvSpPr>
            <p:cNvPr id="25637" name="Line 17">
              <a:extLst>
                <a:ext uri="{FF2B5EF4-FFF2-40B4-BE49-F238E27FC236}">
                  <a16:creationId xmlns:a16="http://schemas.microsoft.com/office/drawing/2014/main" id="{52E562E6-2FD0-45B7-937D-FC8C78CA2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18">
              <a:extLst>
                <a:ext uri="{FF2B5EF4-FFF2-40B4-BE49-F238E27FC236}">
                  <a16:creationId xmlns:a16="http://schemas.microsoft.com/office/drawing/2014/main" id="{8055A841-9CB0-4A84-9E0E-F1B5F4C4F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6">
            <a:extLst>
              <a:ext uri="{FF2B5EF4-FFF2-40B4-BE49-F238E27FC236}">
                <a16:creationId xmlns:a16="http://schemas.microsoft.com/office/drawing/2014/main" id="{13F0FA56-151E-43E1-93DE-D5354FAC961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735638" y="3284538"/>
            <a:ext cx="576262" cy="1512887"/>
            <a:chOff x="2835" y="890"/>
            <a:chExt cx="182" cy="862"/>
          </a:xfrm>
        </p:grpSpPr>
        <p:sp>
          <p:nvSpPr>
            <p:cNvPr id="25635" name="Line 17">
              <a:extLst>
                <a:ext uri="{FF2B5EF4-FFF2-40B4-BE49-F238E27FC236}">
                  <a16:creationId xmlns:a16="http://schemas.microsoft.com/office/drawing/2014/main" id="{17597B6E-FF22-4AFB-A472-A8B6FC8DB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18">
              <a:extLst>
                <a:ext uri="{FF2B5EF4-FFF2-40B4-BE49-F238E27FC236}">
                  <a16:creationId xmlns:a16="http://schemas.microsoft.com/office/drawing/2014/main" id="{DDA813D0-2199-4A2B-A126-915BDB29A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FECE0E6D-1A8C-4DC7-9AA4-85747B0F3DC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751763" y="3213100"/>
            <a:ext cx="576262" cy="1511300"/>
            <a:chOff x="2835" y="890"/>
            <a:chExt cx="182" cy="862"/>
          </a:xfrm>
        </p:grpSpPr>
        <p:sp>
          <p:nvSpPr>
            <p:cNvPr id="25633" name="Line 17">
              <a:extLst>
                <a:ext uri="{FF2B5EF4-FFF2-40B4-BE49-F238E27FC236}">
                  <a16:creationId xmlns:a16="http://schemas.microsoft.com/office/drawing/2014/main" id="{2B759D02-EAE9-4460-847E-1592DBFE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18">
              <a:extLst>
                <a:ext uri="{FF2B5EF4-FFF2-40B4-BE49-F238E27FC236}">
                  <a16:creationId xmlns:a16="http://schemas.microsoft.com/office/drawing/2014/main" id="{0C2E036A-7D80-46BB-B58F-6E26C3A65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52">
            <a:extLst>
              <a:ext uri="{FF2B5EF4-FFF2-40B4-BE49-F238E27FC236}">
                <a16:creationId xmlns:a16="http://schemas.microsoft.com/office/drawing/2014/main" id="{E402A7EF-BEE3-4BEA-BD35-8469C3AF1C5E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1341438"/>
            <a:ext cx="1293813" cy="1295400"/>
            <a:chOff x="5076056" y="1340768"/>
            <a:chExt cx="1295078" cy="1295400"/>
          </a:xfrm>
        </p:grpSpPr>
        <p:grpSp>
          <p:nvGrpSpPr>
            <p:cNvPr id="25629" name="Group 22">
              <a:extLst>
                <a:ext uri="{FF2B5EF4-FFF2-40B4-BE49-F238E27FC236}">
                  <a16:creationId xmlns:a16="http://schemas.microsoft.com/office/drawing/2014/main" id="{83A58B4A-7E1C-4C55-A7D8-5426DC85B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6096" y="1340768"/>
              <a:ext cx="935038" cy="1295400"/>
              <a:chOff x="3470" y="890"/>
              <a:chExt cx="589" cy="816"/>
            </a:xfrm>
          </p:grpSpPr>
          <p:sp>
            <p:nvSpPr>
              <p:cNvPr id="25631" name="Line 23">
                <a:extLst>
                  <a:ext uri="{FF2B5EF4-FFF2-40B4-BE49-F238E27FC236}">
                    <a16:creationId xmlns:a16="http://schemas.microsoft.com/office/drawing/2014/main" id="{653BD814-FB92-4201-A90E-A0E7E41EC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0" y="890"/>
                <a:ext cx="589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2" name="Line 24">
                <a:extLst>
                  <a:ext uri="{FF2B5EF4-FFF2-40B4-BE49-F238E27FC236}">
                    <a16:creationId xmlns:a16="http://schemas.microsoft.com/office/drawing/2014/main" id="{1F50152F-8DAF-4315-A637-0365AD71D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162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25630" name="Picture 14" descr="http://images.sbar.com.cn/2009/07/27/09b77af57e00aa1ac8e07f0dddf5f493.jpg">
              <a:extLst>
                <a:ext uri="{FF2B5EF4-FFF2-40B4-BE49-F238E27FC236}">
                  <a16:creationId xmlns:a16="http://schemas.microsoft.com/office/drawing/2014/main" id="{FCB7A369-2DFB-496D-8D2F-1C714EA9D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1772816"/>
              <a:ext cx="576064" cy="787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53">
            <a:extLst>
              <a:ext uri="{FF2B5EF4-FFF2-40B4-BE49-F238E27FC236}">
                <a16:creationId xmlns:a16="http://schemas.microsoft.com/office/drawing/2014/main" id="{A9877F03-C50C-4B20-B5F3-6E33D61AA21D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1052513"/>
            <a:ext cx="1157288" cy="1585912"/>
            <a:chOff x="5724525" y="1052736"/>
            <a:chExt cx="1157337" cy="1585689"/>
          </a:xfrm>
        </p:grpSpPr>
        <p:grpSp>
          <p:nvGrpSpPr>
            <p:cNvPr id="25625" name="Group 12">
              <a:extLst>
                <a:ext uri="{FF2B5EF4-FFF2-40B4-BE49-F238E27FC236}">
                  <a16:creationId xmlns:a16="http://schemas.microsoft.com/office/drawing/2014/main" id="{9EBA0C10-78E9-4F0F-953D-9451736E1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525" y="1196975"/>
              <a:ext cx="1079500" cy="1441450"/>
              <a:chOff x="3606" y="754"/>
              <a:chExt cx="680" cy="908"/>
            </a:xfrm>
          </p:grpSpPr>
          <p:sp>
            <p:nvSpPr>
              <p:cNvPr id="25627" name="Line 13">
                <a:extLst>
                  <a:ext uri="{FF2B5EF4-FFF2-40B4-BE49-F238E27FC236}">
                    <a16:creationId xmlns:a16="http://schemas.microsoft.com/office/drawing/2014/main" id="{897C175A-0909-4693-A87E-8C8194DB4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754"/>
                <a:ext cx="680" cy="9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8" name="Line 14">
                <a:extLst>
                  <a:ext uri="{FF2B5EF4-FFF2-40B4-BE49-F238E27FC236}">
                    <a16:creationId xmlns:a16="http://schemas.microsoft.com/office/drawing/2014/main" id="{EEF77313-7A6E-4A8E-BF84-7336785E7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25626" name="Picture 23">
              <a:extLst>
                <a:ext uri="{FF2B5EF4-FFF2-40B4-BE49-F238E27FC236}">
                  <a16:creationId xmlns:a16="http://schemas.microsoft.com/office/drawing/2014/main" id="{539F33F6-062F-4CCE-9811-6717354E7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184" y="1052736"/>
              <a:ext cx="653678" cy="792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24" name="灯片编号占位符 49">
            <a:extLst>
              <a:ext uri="{FF2B5EF4-FFF2-40B4-BE49-F238E27FC236}">
                <a16:creationId xmlns:a16="http://schemas.microsoft.com/office/drawing/2014/main" id="{4BB5B670-9C13-43C7-AEAA-DE0F24C7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BFE11E-AE86-4B5E-BE48-4275669BCEE2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3" name="Object 3">
            <a:extLst>
              <a:ext uri="{FF2B5EF4-FFF2-40B4-BE49-F238E27FC236}">
                <a16:creationId xmlns:a16="http://schemas.microsoft.com/office/drawing/2014/main" id="{130F2640-20FB-438C-94F3-9CFF5F95922C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87977852"/>
              </p:ext>
            </p:extLst>
          </p:nvPr>
        </p:nvGraphicFramePr>
        <p:xfrm>
          <a:off x="2393950" y="193675"/>
          <a:ext cx="5603875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74560" imgH="507960" progId="Equation.DSMT4">
                  <p:embed/>
                </p:oleObj>
              </mc:Choice>
              <mc:Fallback>
                <p:oleObj name="Equation" r:id="rId7" imgW="2374560" imgH="507960" progId="Equation.DSMT4">
                  <p:embed/>
                  <p:pic>
                    <p:nvPicPr>
                      <p:cNvPr id="76803" name="Object 3">
                        <a:extLst>
                          <a:ext uri="{FF2B5EF4-FFF2-40B4-BE49-F238E27FC236}">
                            <a16:creationId xmlns:a16="http://schemas.microsoft.com/office/drawing/2014/main" id="{130F2640-20FB-438C-94F3-9CFF5F95922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193675"/>
                        <a:ext cx="5603875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CA3847C9-B00A-43F6-8E15-FEBBE255F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620688"/>
            <a:ext cx="1307976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9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练习</a:t>
            </a:r>
            <a:r>
              <a:rPr lang="en-US" altLang="zh-CN" sz="29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2 . 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5D1C3D1-FF34-4B05-8D01-CDFD07B96846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253418" y="207297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3FD2D18-CC2C-4BC9-9B8A-F4265144836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253418" y="286774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7C318B2-0344-4642-B339-BC2E7219EB4E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3253418" y="36341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F7B6C6B-E672-47CC-8D8C-D1D9445D7EBE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3253418" y="445727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0A03CC94-F514-4093-933F-E7A080693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6" y="1988840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二重极限存在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41F6BDDF-C6D9-4C78-BFFE-D71BCD604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2799017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B01C1234-30F2-47F7-AB59-ADCB886F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3575335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偏导数都存在</a:t>
            </a:r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D1F4230E-EFFF-4516-9CB8-63B8E4A6B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4388549"/>
            <a:ext cx="38884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沿任意方向导数存在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FB5D935-31E8-4888-B9A5-91486B3D775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258799" y="5164325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C694C3F2-50FA-4D1E-8BDC-F2B673EB9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117" y="5095596"/>
            <a:ext cx="14347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可微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2">
            <a:extLst>
              <a:ext uri="{FF2B5EF4-FFF2-40B4-BE49-F238E27FC236}">
                <a16:creationId xmlns:a16="http://schemas.microsoft.com/office/drawing/2014/main" id="{F41AAA4F-B912-4485-8039-007553C9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DE027C-3026-47FD-BBC3-B9694B96101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矩形 3">
            <a:extLst>
              <a:ext uri="{FF2B5EF4-FFF2-40B4-BE49-F238E27FC236}">
                <a16:creationId xmlns:a16="http://schemas.microsoft.com/office/drawing/2014/main" id="{CB8B6740-86CB-494C-86EF-A8334362C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1162050"/>
            <a:ext cx="1036955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+mn-ea"/>
                <a:ea typeface="+mn-ea"/>
              </a:rPr>
              <a:t>3.</a:t>
            </a:r>
            <a:r>
              <a:rPr lang="zh-CN" altLang="en-US" sz="2600" b="1" dirty="0">
                <a:solidFill>
                  <a:schemeClr val="tx1"/>
                </a:solidFill>
                <a:latin typeface="+mn-ea"/>
                <a:ea typeface="+mn-ea"/>
              </a:rPr>
              <a:t>当偏导数存在且连续时，它们正好是两个特殊方向的方向导数，</a:t>
            </a:r>
            <a:endParaRPr lang="en-US" altLang="zh-CN" sz="2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2600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2600" b="1" dirty="0">
                <a:solidFill>
                  <a:schemeClr val="tx1"/>
                </a:solidFill>
                <a:latin typeface="+mn-ea"/>
                <a:ea typeface="+mn-ea"/>
              </a:rPr>
              <a:t>并由它们的线性组合，可得出任一方向的方向导数。</a:t>
            </a:r>
            <a:endParaRPr lang="zh-CN" altLang="en-US" sz="26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628" name="TextBox 8">
            <a:extLst>
              <a:ext uri="{FF2B5EF4-FFF2-40B4-BE49-F238E27FC236}">
                <a16:creationId xmlns:a16="http://schemas.microsoft.com/office/drawing/2014/main" id="{F601C7AF-EFCB-4A59-9BCA-ADACA28A9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06713"/>
            <a:ext cx="2303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）对</a:t>
            </a:r>
          </a:p>
        </p:txBody>
      </p:sp>
      <p:sp>
        <p:nvSpPr>
          <p:cNvPr id="26629" name="TextBox 9">
            <a:extLst>
              <a:ext uri="{FF2B5EF4-FFF2-40B4-BE49-F238E27FC236}">
                <a16:creationId xmlns:a16="http://schemas.microsoft.com/office/drawing/2014/main" id="{DBEFAF61-4152-4C07-98FA-B13C6BDBC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4141788"/>
            <a:ext cx="2303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B</a:t>
            </a:r>
            <a:r>
              <a:rPr lang="zh-CN" altLang="en-US" sz="2800">
                <a:latin typeface="Times New Roman" panose="02020603050405020304" pitchFamily="18" charset="0"/>
              </a:rPr>
              <a:t>）不对</a:t>
            </a: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551CA6FF-AEEF-424E-AF55-ACA786E20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519113"/>
            <a:ext cx="13573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思考</a:t>
            </a:r>
            <a:r>
              <a:rPr lang="en-US" altLang="zh-CN" sz="2600" b="1">
                <a:solidFill>
                  <a:srgbClr val="996600"/>
                </a:solidFill>
                <a:latin typeface="楷体_GB2312" pitchFamily="49" charset="-122"/>
              </a:rPr>
              <a:t>3</a:t>
            </a: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：</a:t>
            </a:r>
          </a:p>
        </p:txBody>
      </p:sp>
      <p:pic>
        <p:nvPicPr>
          <p:cNvPr id="26631" name="Picture 9" descr="PE01561_">
            <a:extLst>
              <a:ext uri="{FF2B5EF4-FFF2-40B4-BE49-F238E27FC236}">
                <a16:creationId xmlns:a16="http://schemas.microsoft.com/office/drawing/2014/main" id="{872D30EE-EEBA-4CC7-8699-961B329B3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2781300"/>
            <a:ext cx="3095625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7A3BCB-2799-43EC-ABC2-DAB327D0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BE2BD-13FE-41DA-847D-A7EF3C6A6C8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4" name="Rectangle 74">
            <a:extLst>
              <a:ext uri="{FF2B5EF4-FFF2-40B4-BE49-F238E27FC236}">
                <a16:creationId xmlns:a16="http://schemas.microsoft.com/office/drawing/2014/main" id="{62C5338A-1402-4B8A-BF68-26891F937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60350"/>
            <a:ext cx="3816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3800" b="1" dirty="0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二、梯度</a:t>
            </a:r>
          </a:p>
        </p:txBody>
      </p:sp>
    </p:spTree>
    <p:extLst>
      <p:ext uri="{BB962C8B-B14F-4D97-AF65-F5344CB8AC3E}">
        <p14:creationId xmlns:p14="http://schemas.microsoft.com/office/powerpoint/2010/main" val="1738161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4">
            <a:extLst>
              <a:ext uri="{FF2B5EF4-FFF2-40B4-BE49-F238E27FC236}">
                <a16:creationId xmlns:a16="http://schemas.microsoft.com/office/drawing/2014/main" id="{41C2574A-F0A3-4DA4-95F7-3BB04E6DF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60350"/>
            <a:ext cx="3816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3800" b="1" dirty="0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二、梯度</a:t>
            </a:r>
          </a:p>
        </p:txBody>
      </p:sp>
      <p:pic>
        <p:nvPicPr>
          <p:cNvPr id="3" name="Picture 6" descr="山2">
            <a:extLst>
              <a:ext uri="{FF2B5EF4-FFF2-40B4-BE49-F238E27FC236}">
                <a16:creationId xmlns:a16="http://schemas.microsoft.com/office/drawing/2014/main" id="{D16426D8-5044-4BA3-BC9D-60B5766E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981075"/>
            <a:ext cx="4824412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Line 38">
            <a:extLst>
              <a:ext uri="{FF2B5EF4-FFF2-40B4-BE49-F238E27FC236}">
                <a16:creationId xmlns:a16="http://schemas.microsoft.com/office/drawing/2014/main" id="{91406DBE-675A-496E-842E-139834FBF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2023" y="2302633"/>
            <a:ext cx="131763" cy="36043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39">
            <a:extLst>
              <a:ext uri="{FF2B5EF4-FFF2-40B4-BE49-F238E27FC236}">
                <a16:creationId xmlns:a16="http://schemas.microsoft.com/office/drawing/2014/main" id="{15B6BF34-AED0-43BE-AA3A-6689757BC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026" y="2316592"/>
            <a:ext cx="215900" cy="2874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40">
            <a:extLst>
              <a:ext uri="{FF2B5EF4-FFF2-40B4-BE49-F238E27FC236}">
                <a16:creationId xmlns:a16="http://schemas.microsoft.com/office/drawing/2014/main" id="{A4853383-7873-4E0B-859F-07A9CADDB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40" y="2205039"/>
            <a:ext cx="558700" cy="14446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41">
            <a:extLst>
              <a:ext uri="{FF2B5EF4-FFF2-40B4-BE49-F238E27FC236}">
                <a16:creationId xmlns:a16="http://schemas.microsoft.com/office/drawing/2014/main" id="{E9A3BBDC-A18B-44A2-914D-303E56ED05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40991" y="2060577"/>
            <a:ext cx="342801" cy="14446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3002" name="Object 26">
            <a:extLst>
              <a:ext uri="{FF2B5EF4-FFF2-40B4-BE49-F238E27FC236}">
                <a16:creationId xmlns:a16="http://schemas.microsoft.com/office/drawing/2014/main" id="{D7D6669A-007D-4DDE-AAB2-4930BDE71B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0" y="5205413"/>
          <a:ext cx="40322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241300" progId="Equation.DSMT4">
                  <p:embed/>
                </p:oleObj>
              </mc:Choice>
              <mc:Fallback>
                <p:oleObj name="Equation" r:id="rId3" imgW="1828800" imgH="2413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5205413"/>
                        <a:ext cx="403225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6">
            <a:extLst>
              <a:ext uri="{FF2B5EF4-FFF2-40B4-BE49-F238E27FC236}">
                <a16:creationId xmlns:a16="http://schemas.microsoft.com/office/drawing/2014/main" id="{F1AE2F04-51A4-4046-9D75-572921E290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1775" y="4964113"/>
          <a:ext cx="86518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900" imgH="825500" progId="">
                  <p:embed/>
                </p:oleObj>
              </mc:Choice>
              <mc:Fallback>
                <p:oleObj name="Equation" r:id="rId5" imgW="596900" imgH="82550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4964113"/>
                        <a:ext cx="865188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灯片编号占位符 9">
            <a:extLst>
              <a:ext uri="{FF2B5EF4-FFF2-40B4-BE49-F238E27FC236}">
                <a16:creationId xmlns:a16="http://schemas.microsoft.com/office/drawing/2014/main" id="{B8874F95-2EAE-4912-B9DE-76A53709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E97CD9-17B0-4066-BD3D-7865D15A3ADF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00D9581-5D91-456D-A0D0-D2B35615F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1196975"/>
            <a:ext cx="37449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函数沿某个方向的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变化率的问题；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12119A9-A1CE-4E3F-9DB1-B578AB0EE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2420938"/>
            <a:ext cx="5761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函数沿哪个方向变化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最快的问题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52420-6028-4A8E-BC49-66AB37D00AAA}"/>
              </a:ext>
            </a:extLst>
          </p:cNvPr>
          <p:cNvGrpSpPr>
            <a:grpSpLocks/>
          </p:cNvGrpSpPr>
          <p:nvPr/>
        </p:nvGrpSpPr>
        <p:grpSpPr bwMode="auto">
          <a:xfrm>
            <a:off x="839788" y="5178425"/>
            <a:ext cx="4211637" cy="457200"/>
            <a:chOff x="119386" y="5011737"/>
            <a:chExt cx="4212108" cy="457200"/>
          </a:xfrm>
        </p:grpSpPr>
        <p:sp>
          <p:nvSpPr>
            <p:cNvPr id="28686" name="Rectangle 7">
              <a:extLst>
                <a:ext uri="{FF2B5EF4-FFF2-40B4-BE49-F238E27FC236}">
                  <a16:creationId xmlns:a16="http://schemas.microsoft.com/office/drawing/2014/main" id="{CFB484D7-2792-4950-9368-8044FE8E6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86" y="5011737"/>
              <a:ext cx="421210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若函数  在点        </a:t>
              </a:r>
              <a:r>
                <a:rPr lang="zh-CN" altLang="en-US" sz="2400" b="1">
                  <a:solidFill>
                    <a:srgbClr val="FF0000"/>
                  </a:solidFill>
                  <a:latin typeface="宋体" panose="02010600030101010101" pitchFamily="2" charset="-122"/>
                </a:rPr>
                <a:t>可微</a:t>
              </a:r>
              <a:r>
                <a:rPr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,</a:t>
              </a:r>
              <a:endParaRPr lang="zh-CN" altLang="en-US" sz="240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8687" name="Object 8">
              <a:extLst>
                <a:ext uri="{FF2B5EF4-FFF2-40B4-BE49-F238E27FC236}">
                  <a16:creationId xmlns:a16="http://schemas.microsoft.com/office/drawing/2014/main" id="{8E870200-18A5-42F0-ACAB-2179DD9795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27076" y="5083174"/>
            <a:ext cx="2571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53780" imgH="317225" progId="Equation.DSMT4">
                    <p:embed/>
                  </p:oleObj>
                </mc:Choice>
                <mc:Fallback>
                  <p:oleObj name="Equation" r:id="rId7" imgW="253780" imgH="31722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076" y="5083174"/>
                          <a:ext cx="2571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8" name="Object 9">
              <a:extLst>
                <a:ext uri="{FF2B5EF4-FFF2-40B4-BE49-F238E27FC236}">
                  <a16:creationId xmlns:a16="http://schemas.microsoft.com/office/drawing/2014/main" id="{3739A084-EAA7-4F2A-A2FB-46079511B3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6823" y="5097461"/>
            <a:ext cx="115252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55700" imgH="368300" progId="Equation.DSMT4">
                    <p:embed/>
                  </p:oleObj>
                </mc:Choice>
                <mc:Fallback>
                  <p:oleObj name="Equation" r:id="rId9" imgW="1155700" imgH="3683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6823" y="5097461"/>
                          <a:ext cx="1152525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8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A2B2540-8E2C-46EE-86F2-6C6D0F6CA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493963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方向导数公式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7F289CE-B862-4601-AC27-A2055B2AF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8" y="2276475"/>
          <a:ext cx="399256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393815" progId="Equation.3">
                  <p:embed/>
                </p:oleObj>
              </mc:Choice>
              <mc:Fallback>
                <p:oleObj name="公式" r:id="rId2" imgW="1828800" imgH="3938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276475"/>
                        <a:ext cx="3992562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6">
            <a:extLst>
              <a:ext uri="{FF2B5EF4-FFF2-40B4-BE49-F238E27FC236}">
                <a16:creationId xmlns:a16="http://schemas.microsoft.com/office/drawing/2014/main" id="{2937EEFC-4195-4D5D-BB1A-F1DC767BF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127375"/>
            <a:ext cx="0" cy="1576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52">
            <a:extLst>
              <a:ext uri="{FF2B5EF4-FFF2-40B4-BE49-F238E27FC236}">
                <a16:creationId xmlns:a16="http://schemas.microsoft.com/office/drawing/2014/main" id="{CB96C033-4226-495E-B38C-F0A97CE78B95}"/>
              </a:ext>
            </a:extLst>
          </p:cNvPr>
          <p:cNvGrpSpPr>
            <a:grpSpLocks/>
          </p:cNvGrpSpPr>
          <p:nvPr/>
        </p:nvGrpSpPr>
        <p:grpSpPr bwMode="auto">
          <a:xfrm>
            <a:off x="4583113" y="5084763"/>
            <a:ext cx="2425700" cy="533400"/>
            <a:chOff x="1908" y="2008"/>
            <a:chExt cx="1528" cy="336"/>
          </a:xfrm>
        </p:grpSpPr>
        <p:graphicFrame>
          <p:nvGraphicFramePr>
            <p:cNvPr id="30745" name="Object 53">
              <a:extLst>
                <a:ext uri="{FF2B5EF4-FFF2-40B4-BE49-F238E27FC236}">
                  <a16:creationId xmlns:a16="http://schemas.microsoft.com/office/drawing/2014/main" id="{20568571-F4FC-4144-9DD5-5FF4E87A97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8" y="2008"/>
            <a:ext cx="152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381331" imgH="495127" progId="Equation.3">
                    <p:embed/>
                  </p:oleObj>
                </mc:Choice>
                <mc:Fallback>
                  <p:oleObj name="Equation" r:id="rId4" imgW="2381331" imgH="495127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2008"/>
                          <a:ext cx="152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6" name="Line 54">
              <a:extLst>
                <a:ext uri="{FF2B5EF4-FFF2-40B4-BE49-F238E27FC236}">
                  <a16:creationId xmlns:a16="http://schemas.microsoft.com/office/drawing/2014/main" id="{FC010CAF-EEB4-4BDC-A42C-EBA95E67C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9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55">
              <a:extLst>
                <a:ext uri="{FF2B5EF4-FFF2-40B4-BE49-F238E27FC236}">
                  <a16:creationId xmlns:a16="http://schemas.microsoft.com/office/drawing/2014/main" id="{CC09A6BB-73C5-4F6E-81D1-4BD076FB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56">
              <a:extLst>
                <a:ext uri="{FF2B5EF4-FFF2-40B4-BE49-F238E27FC236}">
                  <a16:creationId xmlns:a16="http://schemas.microsoft.com/office/drawing/2014/main" id="{64FFE6B5-633E-4789-8DB2-FCBC49FFD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57">
            <a:extLst>
              <a:ext uri="{FF2B5EF4-FFF2-40B4-BE49-F238E27FC236}">
                <a16:creationId xmlns:a16="http://schemas.microsoft.com/office/drawing/2014/main" id="{A6143298-A507-45C7-AE6C-73A702C904A7}"/>
              </a:ext>
            </a:extLst>
          </p:cNvPr>
          <p:cNvGrpSpPr>
            <a:grpSpLocks/>
          </p:cNvGrpSpPr>
          <p:nvPr/>
        </p:nvGrpSpPr>
        <p:grpSpPr bwMode="auto">
          <a:xfrm>
            <a:off x="7264400" y="5059363"/>
            <a:ext cx="1651000" cy="533400"/>
            <a:chOff x="3300" y="1968"/>
            <a:chExt cx="1040" cy="336"/>
          </a:xfrm>
        </p:grpSpPr>
        <p:graphicFrame>
          <p:nvGraphicFramePr>
            <p:cNvPr id="30743" name="Object 58">
              <a:extLst>
                <a:ext uri="{FF2B5EF4-FFF2-40B4-BE49-F238E27FC236}">
                  <a16:creationId xmlns:a16="http://schemas.microsoft.com/office/drawing/2014/main" id="{9CCFA2E2-8A69-45D1-9950-9E36C4FA7A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0" y="1968"/>
            <a:ext cx="10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12976" imgH="495127" progId="Equation.3">
                    <p:embed/>
                  </p:oleObj>
                </mc:Choice>
                <mc:Fallback>
                  <p:oleObj name="Equation" r:id="rId6" imgW="1612976" imgH="495127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" y="1968"/>
                          <a:ext cx="104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4" name="Line 59">
              <a:extLst>
                <a:ext uri="{FF2B5EF4-FFF2-40B4-BE49-F238E27FC236}">
                  <a16:creationId xmlns:a16="http://schemas.microsoft.com/office/drawing/2014/main" id="{33CF2D84-5D75-4671-B5AC-FCCE13284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99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0">
            <a:extLst>
              <a:ext uri="{FF2B5EF4-FFF2-40B4-BE49-F238E27FC236}">
                <a16:creationId xmlns:a16="http://schemas.microsoft.com/office/drawing/2014/main" id="{A0F760F0-9277-421C-8E2D-6D6669EE80E0}"/>
              </a:ext>
            </a:extLst>
          </p:cNvPr>
          <p:cNvGrpSpPr>
            <a:grpSpLocks/>
          </p:cNvGrpSpPr>
          <p:nvPr/>
        </p:nvGrpSpPr>
        <p:grpSpPr bwMode="auto">
          <a:xfrm>
            <a:off x="2774950" y="4919663"/>
            <a:ext cx="1714500" cy="927100"/>
            <a:chOff x="788" y="1920"/>
            <a:chExt cx="1080" cy="584"/>
          </a:xfrm>
        </p:grpSpPr>
        <p:graphicFrame>
          <p:nvGraphicFramePr>
            <p:cNvPr id="30740" name="Object 61">
              <a:extLst>
                <a:ext uri="{FF2B5EF4-FFF2-40B4-BE49-F238E27FC236}">
                  <a16:creationId xmlns:a16="http://schemas.microsoft.com/office/drawing/2014/main" id="{45C896CE-DABB-43C0-BF4D-97F24EF427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1920"/>
            <a:ext cx="108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76270" imgH="888942" progId="Equation.3">
                    <p:embed/>
                  </p:oleObj>
                </mc:Choice>
                <mc:Fallback>
                  <p:oleObj name="Equation" r:id="rId8" imgW="1676270" imgH="888942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1920"/>
                          <a:ext cx="1080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1" name="Line 62">
              <a:extLst>
                <a:ext uri="{FF2B5EF4-FFF2-40B4-BE49-F238E27FC236}">
                  <a16:creationId xmlns:a16="http://schemas.microsoft.com/office/drawing/2014/main" id="{659B709D-C1BC-49C3-8BBB-18F4071AF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201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63">
              <a:extLst>
                <a:ext uri="{FF2B5EF4-FFF2-40B4-BE49-F238E27FC236}">
                  <a16:creationId xmlns:a16="http://schemas.microsoft.com/office/drawing/2014/main" id="{6E487658-53DE-4923-8080-C9E980F82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2" y="201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28" name="Rectangle 74">
            <a:extLst>
              <a:ext uri="{FF2B5EF4-FFF2-40B4-BE49-F238E27FC236}">
                <a16:creationId xmlns:a16="http://schemas.microsoft.com/office/drawing/2014/main" id="{FA53CC0A-F0F7-4B07-AFCB-5D1B0962C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328613"/>
            <a:ext cx="3816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3800" b="1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二、梯度</a:t>
            </a:r>
          </a:p>
        </p:txBody>
      </p:sp>
      <p:sp>
        <p:nvSpPr>
          <p:cNvPr id="30729" name="灯片编号占位符 23">
            <a:extLst>
              <a:ext uri="{FF2B5EF4-FFF2-40B4-BE49-F238E27FC236}">
                <a16:creationId xmlns:a16="http://schemas.microsoft.com/office/drawing/2014/main" id="{FD558EE7-0012-45CC-B6FE-E0839DD2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F896DA-E7FA-43F3-9893-672BF2E3A43F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" name="Object 25">
            <a:extLst>
              <a:ext uri="{FF2B5EF4-FFF2-40B4-BE49-F238E27FC236}">
                <a16:creationId xmlns:a16="http://schemas.microsoft.com/office/drawing/2014/main" id="{4A5A610C-ABFD-4627-954A-86FAF6E04F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4219575"/>
          <a:ext cx="26701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400" imgH="279400" progId="Equation.DSMT4">
                  <p:embed/>
                </p:oleObj>
              </mc:Choice>
              <mc:Fallback>
                <p:oleObj name="Equation" r:id="rId10" imgW="1295400" imgH="279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4219575"/>
                        <a:ext cx="267017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26">
            <a:extLst>
              <a:ext uri="{FF2B5EF4-FFF2-40B4-BE49-F238E27FC236}">
                <a16:creationId xmlns:a16="http://schemas.microsoft.com/office/drawing/2014/main" id="{F37800A6-8691-4C07-BCD2-4DDE4E07A653}"/>
              </a:ext>
            </a:extLst>
          </p:cNvPr>
          <p:cNvGrpSpPr>
            <a:grpSpLocks/>
          </p:cNvGrpSpPr>
          <p:nvPr/>
        </p:nvGrpSpPr>
        <p:grpSpPr bwMode="auto">
          <a:xfrm>
            <a:off x="3556000" y="3146425"/>
            <a:ext cx="3703638" cy="995363"/>
            <a:chOff x="2032000" y="2211388"/>
            <a:chExt cx="3703638" cy="995362"/>
          </a:xfrm>
        </p:grpSpPr>
        <p:sp>
          <p:nvSpPr>
            <p:cNvPr id="30738" name="Text Box 5">
              <a:extLst>
                <a:ext uri="{FF2B5EF4-FFF2-40B4-BE49-F238E27FC236}">
                  <a16:creationId xmlns:a16="http://schemas.microsoft.com/office/drawing/2014/main" id="{D84B3128-9838-464C-BEAD-549E38173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2000" y="2492375"/>
              <a:ext cx="1752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令向量</a:t>
              </a:r>
            </a:p>
          </p:txBody>
        </p:sp>
        <p:graphicFrame>
          <p:nvGraphicFramePr>
            <p:cNvPr id="30739" name="Object 26">
              <a:extLst>
                <a:ext uri="{FF2B5EF4-FFF2-40B4-BE49-F238E27FC236}">
                  <a16:creationId xmlns:a16="http://schemas.microsoft.com/office/drawing/2014/main" id="{BC6B78B0-B78E-4CC3-91FE-7AA6204994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1900" y="2211388"/>
            <a:ext cx="1963738" cy="995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952087" imgH="482391" progId="Equation.DSMT4">
                    <p:embed/>
                  </p:oleObj>
                </mc:Choice>
                <mc:Fallback>
                  <p:oleObj name="Equation" r:id="rId12" imgW="952087" imgH="482391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1900" y="2211388"/>
                          <a:ext cx="1963738" cy="995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CEAF9AE-8A93-4422-AA79-911B106DAB9B}"/>
              </a:ext>
            </a:extLst>
          </p:cNvPr>
          <p:cNvGrpSpPr>
            <a:grpSpLocks/>
          </p:cNvGrpSpPr>
          <p:nvPr/>
        </p:nvGrpSpPr>
        <p:grpSpPr bwMode="auto">
          <a:xfrm>
            <a:off x="2224088" y="1268413"/>
            <a:ext cx="4213225" cy="650875"/>
            <a:chOff x="2223989" y="1268760"/>
            <a:chExt cx="4214078" cy="651074"/>
          </a:xfrm>
        </p:grpSpPr>
        <p:grpSp>
          <p:nvGrpSpPr>
            <p:cNvPr id="30733" name="组合 22">
              <a:extLst>
                <a:ext uri="{FF2B5EF4-FFF2-40B4-BE49-F238E27FC236}">
                  <a16:creationId xmlns:a16="http://schemas.microsoft.com/office/drawing/2014/main" id="{544951C1-B5EC-45E4-A96C-C13726F22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5959" y="1350927"/>
              <a:ext cx="4212108" cy="485810"/>
              <a:chOff x="121356" y="4983126"/>
              <a:chExt cx="4212108" cy="485810"/>
            </a:xfrm>
          </p:grpSpPr>
          <p:sp>
            <p:nvSpPr>
              <p:cNvPr id="30735" name="Rectangle 7">
                <a:extLst>
                  <a:ext uri="{FF2B5EF4-FFF2-40B4-BE49-F238E27FC236}">
                    <a16:creationId xmlns:a16="http://schemas.microsoft.com/office/drawing/2014/main" id="{5399B3BD-1D85-4D1C-B13E-EA5463A81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356" y="4983126"/>
                <a:ext cx="4212108" cy="4618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若函数  在点        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可微</a:t>
                </a: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,</a:t>
                </a:r>
                <a:endParaRPr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30736" name="Object 8">
                <a:extLst>
                  <a:ext uri="{FF2B5EF4-FFF2-40B4-BE49-F238E27FC236}">
                    <a16:creationId xmlns:a16="http://schemas.microsoft.com/office/drawing/2014/main" id="{2A99C7C1-7A77-473D-B568-54D56B2B32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7076" y="5083174"/>
              <a:ext cx="257175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53780" imgH="317225" progId="Equation.DSMT4">
                      <p:embed/>
                    </p:oleObj>
                  </mc:Choice>
                  <mc:Fallback>
                    <p:oleObj name="Equation" r:id="rId14" imgW="253780" imgH="317225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7076" y="5083174"/>
                            <a:ext cx="257175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7" name="Object 9">
                <a:extLst>
                  <a:ext uri="{FF2B5EF4-FFF2-40B4-BE49-F238E27FC236}">
                    <a16:creationId xmlns:a16="http://schemas.microsoft.com/office/drawing/2014/main" id="{19E57F09-BAA6-4C0A-97F5-A963B0174F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76823" y="5097461"/>
              <a:ext cx="1152525" cy="3714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155700" imgH="368300" progId="Equation.DSMT4">
                      <p:embed/>
                    </p:oleObj>
                  </mc:Choice>
                  <mc:Fallback>
                    <p:oleObj name="Equation" r:id="rId16" imgW="1155700" imgH="36830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6823" y="5097461"/>
                            <a:ext cx="1152525" cy="3714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62B0D69-1B55-4603-9AD9-F5E2F29E5C63}"/>
                </a:ext>
              </a:extLst>
            </p:cNvPr>
            <p:cNvSpPr/>
            <p:nvPr/>
          </p:nvSpPr>
          <p:spPr>
            <a:xfrm>
              <a:off x="2223989" y="1268760"/>
              <a:ext cx="3993370" cy="65107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4C34E467-E43B-448D-9DEF-341922B3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175" y="3122613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变化率最大的方向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BE36F5AB-64B4-4FA0-AB49-CD74CC9D9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3656013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模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的最大变化率之值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CD656BFC-9665-4282-9D19-AD62FDA095F5}"/>
              </a:ext>
            </a:extLst>
          </p:cNvPr>
          <p:cNvSpPr>
            <a:spLocks/>
          </p:cNvSpPr>
          <p:nvPr/>
        </p:nvSpPr>
        <p:spPr bwMode="auto">
          <a:xfrm>
            <a:off x="3406775" y="31988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D94AE385-FCD0-4556-91E6-6E86C632C84E}"/>
              </a:ext>
            </a:extLst>
          </p:cNvPr>
          <p:cNvGrpSpPr>
            <a:grpSpLocks/>
          </p:cNvGrpSpPr>
          <p:nvPr/>
        </p:nvGrpSpPr>
        <p:grpSpPr bwMode="auto">
          <a:xfrm>
            <a:off x="4633913" y="544513"/>
            <a:ext cx="2425700" cy="533400"/>
            <a:chOff x="1908" y="2008"/>
            <a:chExt cx="1528" cy="336"/>
          </a:xfrm>
        </p:grpSpPr>
        <p:graphicFrame>
          <p:nvGraphicFramePr>
            <p:cNvPr id="31778" name="Object 10">
              <a:extLst>
                <a:ext uri="{FF2B5EF4-FFF2-40B4-BE49-F238E27FC236}">
                  <a16:creationId xmlns:a16="http://schemas.microsoft.com/office/drawing/2014/main" id="{DAC6A4D7-FC7D-477E-BCC5-8159247EE1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8" y="2008"/>
            <a:ext cx="152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81331" imgH="495127" progId="Equation.3">
                    <p:embed/>
                  </p:oleObj>
                </mc:Choice>
                <mc:Fallback>
                  <p:oleObj name="Equation" r:id="rId2" imgW="2381331" imgH="495127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2008"/>
                          <a:ext cx="152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9" name="Line 11">
              <a:extLst>
                <a:ext uri="{FF2B5EF4-FFF2-40B4-BE49-F238E27FC236}">
                  <a16:creationId xmlns:a16="http://schemas.microsoft.com/office/drawing/2014/main" id="{ED50B1C4-9C8C-438C-95DC-DF899CEF3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9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0" name="Line 12">
              <a:extLst>
                <a:ext uri="{FF2B5EF4-FFF2-40B4-BE49-F238E27FC236}">
                  <a16:creationId xmlns:a16="http://schemas.microsoft.com/office/drawing/2014/main" id="{D9988165-7450-4FBE-BD57-82E312AE5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1" name="Line 13">
              <a:extLst>
                <a:ext uri="{FF2B5EF4-FFF2-40B4-BE49-F238E27FC236}">
                  <a16:creationId xmlns:a16="http://schemas.microsoft.com/office/drawing/2014/main" id="{3AE4A3DE-9C09-488E-A411-32E835CB9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4C86D11D-C4DA-4F23-96F1-0E67115E073B}"/>
              </a:ext>
            </a:extLst>
          </p:cNvPr>
          <p:cNvGrpSpPr>
            <a:grpSpLocks/>
          </p:cNvGrpSpPr>
          <p:nvPr/>
        </p:nvGrpSpPr>
        <p:grpSpPr bwMode="auto">
          <a:xfrm>
            <a:off x="7345363" y="544513"/>
            <a:ext cx="1651000" cy="533400"/>
            <a:chOff x="3300" y="1968"/>
            <a:chExt cx="1040" cy="336"/>
          </a:xfrm>
        </p:grpSpPr>
        <p:graphicFrame>
          <p:nvGraphicFramePr>
            <p:cNvPr id="31776" name="Object 15">
              <a:extLst>
                <a:ext uri="{FF2B5EF4-FFF2-40B4-BE49-F238E27FC236}">
                  <a16:creationId xmlns:a16="http://schemas.microsoft.com/office/drawing/2014/main" id="{011E2F0C-2A0A-4D53-BB6E-CB4829517D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0" y="1968"/>
            <a:ext cx="10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12976" imgH="495127" progId="Equation.3">
                    <p:embed/>
                  </p:oleObj>
                </mc:Choice>
                <mc:Fallback>
                  <p:oleObj name="Equation" r:id="rId4" imgW="1612976" imgH="49512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" y="1968"/>
                          <a:ext cx="104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7" name="Line 16">
              <a:extLst>
                <a:ext uri="{FF2B5EF4-FFF2-40B4-BE49-F238E27FC236}">
                  <a16:creationId xmlns:a16="http://schemas.microsoft.com/office/drawing/2014/main" id="{40D697BB-FCE3-4BFB-B2EB-319D84E57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99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7">
            <a:extLst>
              <a:ext uri="{FF2B5EF4-FFF2-40B4-BE49-F238E27FC236}">
                <a16:creationId xmlns:a16="http://schemas.microsoft.com/office/drawing/2014/main" id="{F54EF0EF-907B-4AF3-BE49-9F54667EC6B0}"/>
              </a:ext>
            </a:extLst>
          </p:cNvPr>
          <p:cNvGrpSpPr>
            <a:grpSpLocks/>
          </p:cNvGrpSpPr>
          <p:nvPr/>
        </p:nvGrpSpPr>
        <p:grpSpPr bwMode="auto">
          <a:xfrm>
            <a:off x="2855913" y="404813"/>
            <a:ext cx="1714500" cy="927100"/>
            <a:chOff x="788" y="1920"/>
            <a:chExt cx="1080" cy="584"/>
          </a:xfrm>
        </p:grpSpPr>
        <p:graphicFrame>
          <p:nvGraphicFramePr>
            <p:cNvPr id="31773" name="Object 18">
              <a:extLst>
                <a:ext uri="{FF2B5EF4-FFF2-40B4-BE49-F238E27FC236}">
                  <a16:creationId xmlns:a16="http://schemas.microsoft.com/office/drawing/2014/main" id="{FBAD21F4-6881-4E15-9793-329719A39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1920"/>
            <a:ext cx="108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76270" imgH="888942" progId="Equation.3">
                    <p:embed/>
                  </p:oleObj>
                </mc:Choice>
                <mc:Fallback>
                  <p:oleObj name="Equation" r:id="rId6" imgW="1676270" imgH="88894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1920"/>
                          <a:ext cx="1080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4" name="Line 19">
              <a:extLst>
                <a:ext uri="{FF2B5EF4-FFF2-40B4-BE49-F238E27FC236}">
                  <a16:creationId xmlns:a16="http://schemas.microsoft.com/office/drawing/2014/main" id="{178EA707-0F1B-42A7-A385-2F5B613A9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9" y="201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5" name="Line 20">
              <a:extLst>
                <a:ext uri="{FF2B5EF4-FFF2-40B4-BE49-F238E27FC236}">
                  <a16:creationId xmlns:a16="http://schemas.microsoft.com/office/drawing/2014/main" id="{F7A1FFA0-7541-4891-826A-BE6200C29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2" y="2016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1">
            <a:extLst>
              <a:ext uri="{FF2B5EF4-FFF2-40B4-BE49-F238E27FC236}">
                <a16:creationId xmlns:a16="http://schemas.microsoft.com/office/drawing/2014/main" id="{0E929521-4F47-4F31-9996-8469808D96E3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4508500"/>
            <a:ext cx="4189413" cy="1084263"/>
            <a:chOff x="-630" y="2425"/>
            <a:chExt cx="2639" cy="683"/>
          </a:xfrm>
        </p:grpSpPr>
        <p:graphicFrame>
          <p:nvGraphicFramePr>
            <p:cNvPr id="31770" name="Object 22">
              <a:extLst>
                <a:ext uri="{FF2B5EF4-FFF2-40B4-BE49-F238E27FC236}">
                  <a16:creationId xmlns:a16="http://schemas.microsoft.com/office/drawing/2014/main" id="{5FDD43E2-07CB-4DF6-9588-B3D95EB197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630" y="2743"/>
            <a:ext cx="263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612976" imgH="190673" progId="Equation.3">
                    <p:embed/>
                  </p:oleObj>
                </mc:Choice>
                <mc:Fallback>
                  <p:oleObj name="公式" r:id="rId8" imgW="1612976" imgH="19067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30" y="2743"/>
                          <a:ext cx="2639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1" name="Line 23">
              <a:extLst>
                <a:ext uri="{FF2B5EF4-FFF2-40B4-BE49-F238E27FC236}">
                  <a16:creationId xmlns:a16="http://schemas.microsoft.com/office/drawing/2014/main" id="{40BF3BE0-02E5-4AE8-95A1-B802806AB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" y="2425"/>
              <a:ext cx="17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Line 24">
              <a:extLst>
                <a:ext uri="{FF2B5EF4-FFF2-40B4-BE49-F238E27FC236}">
                  <a16:creationId xmlns:a16="http://schemas.microsoft.com/office/drawing/2014/main" id="{5E1CD0C2-5681-4E02-8145-CCF3CAC40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17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triangl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25">
            <a:extLst>
              <a:ext uri="{FF2B5EF4-FFF2-40B4-BE49-F238E27FC236}">
                <a16:creationId xmlns:a16="http://schemas.microsoft.com/office/drawing/2014/main" id="{254B2514-4FB7-42DF-AC53-BF4C75C0F9FF}"/>
              </a:ext>
            </a:extLst>
          </p:cNvPr>
          <p:cNvGrpSpPr>
            <a:grpSpLocks/>
          </p:cNvGrpSpPr>
          <p:nvPr/>
        </p:nvGrpSpPr>
        <p:grpSpPr bwMode="auto">
          <a:xfrm>
            <a:off x="2873375" y="3427413"/>
            <a:ext cx="431800" cy="381000"/>
            <a:chOff x="1344" y="3552"/>
            <a:chExt cx="272" cy="240"/>
          </a:xfrm>
        </p:grpSpPr>
        <p:graphicFrame>
          <p:nvGraphicFramePr>
            <p:cNvPr id="31768" name="Object 26">
              <a:extLst>
                <a:ext uri="{FF2B5EF4-FFF2-40B4-BE49-F238E27FC236}">
                  <a16:creationId xmlns:a16="http://schemas.microsoft.com/office/drawing/2014/main" id="{569B7638-1851-49F6-87C0-BDB72F80B1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592"/>
            <a:ext cx="27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3776" imgH="279515" progId="Equation.3">
                    <p:embed/>
                  </p:oleObj>
                </mc:Choice>
                <mc:Fallback>
                  <p:oleObj name="Equation" r:id="rId10" imgW="393776" imgH="27951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592"/>
                          <a:ext cx="27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9" name="Line 27">
              <a:extLst>
                <a:ext uri="{FF2B5EF4-FFF2-40B4-BE49-F238E27FC236}">
                  <a16:creationId xmlns:a16="http://schemas.microsoft.com/office/drawing/2014/main" id="{C48F0CD3-3A94-421D-AC0F-E11EDDE0C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3552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28">
            <a:extLst>
              <a:ext uri="{FF2B5EF4-FFF2-40B4-BE49-F238E27FC236}">
                <a16:creationId xmlns:a16="http://schemas.microsoft.com/office/drawing/2014/main" id="{FBE0590F-2144-4DD6-ACF8-DE96A30DB277}"/>
              </a:ext>
            </a:extLst>
          </p:cNvPr>
          <p:cNvGrpSpPr>
            <a:grpSpLocks/>
          </p:cNvGrpSpPr>
          <p:nvPr/>
        </p:nvGrpSpPr>
        <p:grpSpPr bwMode="auto">
          <a:xfrm>
            <a:off x="4079875" y="2060575"/>
            <a:ext cx="2489200" cy="927100"/>
            <a:chOff x="1632" y="2832"/>
            <a:chExt cx="1568" cy="584"/>
          </a:xfrm>
        </p:grpSpPr>
        <p:graphicFrame>
          <p:nvGraphicFramePr>
            <p:cNvPr id="31766" name="Object 29">
              <a:extLst>
                <a:ext uri="{FF2B5EF4-FFF2-40B4-BE49-F238E27FC236}">
                  <a16:creationId xmlns:a16="http://schemas.microsoft.com/office/drawing/2014/main" id="{B46B9FDF-0ABF-427F-8C66-0F628C84F4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832"/>
            <a:ext cx="1568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50851" imgH="888942" progId="Equation.3">
                    <p:embed/>
                  </p:oleObj>
                </mc:Choice>
                <mc:Fallback>
                  <p:oleObj name="Equation" r:id="rId12" imgW="2450851" imgH="888942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832"/>
                          <a:ext cx="1568" cy="5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7" name="Line 30">
              <a:extLst>
                <a:ext uri="{FF2B5EF4-FFF2-40B4-BE49-F238E27FC236}">
                  <a16:creationId xmlns:a16="http://schemas.microsoft.com/office/drawing/2014/main" id="{EA25B7B9-C976-4612-8F68-D7C64EF6F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2947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5" name="灯片编号占位符 37">
            <a:extLst>
              <a:ext uri="{FF2B5EF4-FFF2-40B4-BE49-F238E27FC236}">
                <a16:creationId xmlns:a16="http://schemas.microsoft.com/office/drawing/2014/main" id="{EC036E30-3BD7-4D8F-A8EB-0C58CD8D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8E979C-440F-45B4-A169-96C4716B2735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组合 39">
            <a:extLst>
              <a:ext uri="{FF2B5EF4-FFF2-40B4-BE49-F238E27FC236}">
                <a16:creationId xmlns:a16="http://schemas.microsoft.com/office/drawing/2014/main" id="{8B9D5FB6-9070-4432-9CA5-1FF68D61493A}"/>
              </a:ext>
            </a:extLst>
          </p:cNvPr>
          <p:cNvGrpSpPr>
            <a:grpSpLocks/>
          </p:cNvGrpSpPr>
          <p:nvPr/>
        </p:nvGrpSpPr>
        <p:grpSpPr bwMode="auto">
          <a:xfrm>
            <a:off x="2208213" y="1557338"/>
            <a:ext cx="7958137" cy="519112"/>
            <a:chOff x="684213" y="1557338"/>
            <a:chExt cx="7958137" cy="519112"/>
          </a:xfrm>
        </p:grpSpPr>
        <p:sp>
          <p:nvSpPr>
            <p:cNvPr id="31761" name="Text Box 7">
              <a:extLst>
                <a:ext uri="{FF2B5EF4-FFF2-40B4-BE49-F238E27FC236}">
                  <a16:creationId xmlns:a16="http://schemas.microsoft.com/office/drawing/2014/main" id="{A01A9E88-C8D9-42D9-AB1E-156440E6B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200" y="1557338"/>
              <a:ext cx="450215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方向导数取最大值：</a:t>
              </a:r>
              <a:endParaRPr lang="zh-CN" altLang="en-US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31762" name="Group 21">
              <a:extLst>
                <a:ext uri="{FF2B5EF4-FFF2-40B4-BE49-F238E27FC236}">
                  <a16:creationId xmlns:a16="http://schemas.microsoft.com/office/drawing/2014/main" id="{B26ECB73-D2EC-47BF-BB99-EF976907A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4213" y="1557338"/>
              <a:ext cx="3454400" cy="508000"/>
              <a:chOff x="368" y="2425"/>
              <a:chExt cx="2176" cy="320"/>
            </a:xfrm>
          </p:grpSpPr>
          <p:graphicFrame>
            <p:nvGraphicFramePr>
              <p:cNvPr id="31763" name="Object 8">
                <a:extLst>
                  <a:ext uri="{FF2B5EF4-FFF2-40B4-BE49-F238E27FC236}">
                    <a16:creationId xmlns:a16="http://schemas.microsoft.com/office/drawing/2014/main" id="{2BE69BA7-23A6-482E-8E00-8AA750A0B80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8" y="2425"/>
              <a:ext cx="2176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3410128" imgH="469669" progId="Equation.3">
                      <p:embed/>
                    </p:oleObj>
                  </mc:Choice>
                  <mc:Fallback>
                    <p:oleObj name="Equation" r:id="rId14" imgW="3410128" imgH="469669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" y="2425"/>
                            <a:ext cx="2176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bg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64" name="Line 23">
                <a:extLst>
                  <a:ext uri="{FF2B5EF4-FFF2-40B4-BE49-F238E27FC236}">
                    <a16:creationId xmlns:a16="http://schemas.microsoft.com/office/drawing/2014/main" id="{427B047C-6441-4745-9267-C0968D6D1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" y="2448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5" name="Line 24">
                <a:extLst>
                  <a:ext uri="{FF2B5EF4-FFF2-40B4-BE49-F238E27FC236}">
                    <a16:creationId xmlns:a16="http://schemas.microsoft.com/office/drawing/2014/main" id="{2D7AD770-F191-4DCE-879D-A18BB86280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448"/>
                <a:ext cx="1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4" name="Object 9">
            <a:extLst>
              <a:ext uri="{FF2B5EF4-FFF2-40B4-BE49-F238E27FC236}">
                <a16:creationId xmlns:a16="http://schemas.microsoft.com/office/drawing/2014/main" id="{4DF69732-F979-4ED9-A252-B7F8E8655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4941888"/>
          <a:ext cx="65087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1246" imgH="393815" progId="Equation.3">
                  <p:embed/>
                </p:oleObj>
              </mc:Choice>
              <mc:Fallback>
                <p:oleObj name="公式" r:id="rId16" imgW="241246" imgH="39381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941888"/>
                        <a:ext cx="65087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2150">
            <a:extLst>
              <a:ext uri="{FF2B5EF4-FFF2-40B4-BE49-F238E27FC236}">
                <a16:creationId xmlns:a16="http://schemas.microsoft.com/office/drawing/2014/main" id="{7BADC8F8-2E86-4702-987E-35B11A41D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652963"/>
            <a:ext cx="6900863" cy="1512887"/>
          </a:xfrm>
          <a:prstGeom prst="cloudCallout">
            <a:avLst>
              <a:gd name="adj1" fmla="val 63745"/>
              <a:gd name="adj2" fmla="val -27259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AutoShape 2150">
            <a:extLst>
              <a:ext uri="{FF2B5EF4-FFF2-40B4-BE49-F238E27FC236}">
                <a16:creationId xmlns:a16="http://schemas.microsoft.com/office/drawing/2014/main" id="{75122382-8930-4C75-B57C-B03791AEE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997200"/>
            <a:ext cx="6902450" cy="1511300"/>
          </a:xfrm>
          <a:prstGeom prst="cloudCallout">
            <a:avLst>
              <a:gd name="adj1" fmla="val 56875"/>
              <a:gd name="adj2" fmla="val 43287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9" name="Picture 23" descr="xiaoxuesheng">
            <a:extLst>
              <a:ext uri="{FF2B5EF4-FFF2-40B4-BE49-F238E27FC236}">
                <a16:creationId xmlns:a16="http://schemas.microsoft.com/office/drawing/2014/main" id="{F15F92DD-F8DD-43FE-9960-B5D4EB5A8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650" y="3933825"/>
            <a:ext cx="11938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35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4">
            <a:extLst>
              <a:ext uri="{FF2B5EF4-FFF2-40B4-BE49-F238E27FC236}">
                <a16:creationId xmlns:a16="http://schemas.microsoft.com/office/drawing/2014/main" id="{11D173BD-9A76-432D-910E-807659CFF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328613"/>
            <a:ext cx="38163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zh-CN" altLang="en-US" sz="3800" b="1">
                <a:solidFill>
                  <a:srgbClr val="000000"/>
                </a:solidFill>
                <a:latin typeface="Arial Black" panose="020B0A04020102020204" pitchFamily="34" charset="0"/>
                <a:ea typeface="新宋体" panose="02010609030101010101" pitchFamily="49" charset="-122"/>
              </a:rPr>
              <a:t>二、梯度</a:t>
            </a:r>
          </a:p>
        </p:txBody>
      </p:sp>
      <p:sp>
        <p:nvSpPr>
          <p:cNvPr id="29699" name="灯片编号占位符 23">
            <a:extLst>
              <a:ext uri="{FF2B5EF4-FFF2-40B4-BE49-F238E27FC236}">
                <a16:creationId xmlns:a16="http://schemas.microsoft.com/office/drawing/2014/main" id="{382F3A54-DE94-47D9-85E8-3822C7C30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2B2F2F-A13E-451E-89E3-9C0A68C5C6C0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104">
            <a:extLst>
              <a:ext uri="{FF2B5EF4-FFF2-40B4-BE49-F238E27FC236}">
                <a16:creationId xmlns:a16="http://schemas.microsoft.com/office/drawing/2014/main" id="{4AAC0406-C9A4-4DFB-93BD-50F7F2D4D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464" y="1340768"/>
            <a:ext cx="9793088" cy="1284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函数在一点的梯度是一个向量，其方向为该函数在此点取方向导数最大值的方向，其模等于该点处方向导数的最大值。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5" name="矩形 104">
            <a:extLst>
              <a:ext uri="{FF2B5EF4-FFF2-40B4-BE49-F238E27FC236}">
                <a16:creationId xmlns:a16="http://schemas.microsoft.com/office/drawing/2014/main" id="{D58C4B14-4FCC-4454-9B6F-779C004B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48" y="933443"/>
            <a:ext cx="1487512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物理上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7B8AEF57-0E87-4A00-9D0D-AF5B7F33D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609678"/>
              </p:ext>
            </p:extLst>
          </p:nvPr>
        </p:nvGraphicFramePr>
        <p:xfrm>
          <a:off x="2351584" y="3212976"/>
          <a:ext cx="413067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711000" progId="Equation.DSMT4">
                  <p:embed/>
                </p:oleObj>
              </mc:Choice>
              <mc:Fallback>
                <p:oleObj name="Equation" r:id="rId2" imgW="1993680" imgH="711000" progId="Equation.DSMT4">
                  <p:embed/>
                  <p:pic>
                    <p:nvPicPr>
                      <p:cNvPr id="76803" name="Object 3">
                        <a:extLst>
                          <a:ext uri="{FF2B5EF4-FFF2-40B4-BE49-F238E27FC236}">
                            <a16:creationId xmlns:a16="http://schemas.microsoft.com/office/drawing/2014/main" id="{130F2640-20FB-438C-94F3-9CFF5F95922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3212976"/>
                        <a:ext cx="4130675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52FE8DDC-BF91-4A9C-97EF-B7A196A98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251933"/>
              </p:ext>
            </p:extLst>
          </p:nvPr>
        </p:nvGraphicFramePr>
        <p:xfrm>
          <a:off x="2711624" y="5085184"/>
          <a:ext cx="22891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41200" progId="Equation.DSMT4">
                  <p:embed/>
                </p:oleObj>
              </mc:Choice>
              <mc:Fallback>
                <p:oleObj name="Equation" r:id="rId4" imgW="1104840" imgH="24120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7B8AEF57-0E87-4A00-9D0D-AF5B7F33DEB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5085184"/>
                        <a:ext cx="22891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104">
            <a:extLst>
              <a:ext uri="{FF2B5EF4-FFF2-40B4-BE49-F238E27FC236}">
                <a16:creationId xmlns:a16="http://schemas.microsoft.com/office/drawing/2014/main" id="{39399457-A98F-42A2-B1CA-686BC7C1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856" y="5012768"/>
            <a:ext cx="21033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不是梯度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9" name="矩形 104">
            <a:extLst>
              <a:ext uri="{FF2B5EF4-FFF2-40B4-BE49-F238E27FC236}">
                <a16:creationId xmlns:a16="http://schemas.microsoft.com/office/drawing/2014/main" id="{A53E01B9-E249-49E9-BEF8-CF0280E83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814" y="3687966"/>
            <a:ext cx="695424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例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6198237-C945-4A69-8BFF-29591EAEF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404813"/>
            <a:ext cx="13573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思考</a:t>
            </a:r>
            <a:r>
              <a:rPr lang="en-US" altLang="zh-CN" sz="2600" b="1">
                <a:solidFill>
                  <a:srgbClr val="996600"/>
                </a:solidFill>
                <a:latin typeface="楷体_GB2312" pitchFamily="49" charset="-122"/>
              </a:rPr>
              <a:t>4</a:t>
            </a:r>
            <a:r>
              <a:rPr lang="zh-CN" altLang="en-US" sz="2600" b="1">
                <a:solidFill>
                  <a:srgbClr val="996600"/>
                </a:solidFill>
                <a:latin typeface="楷体_GB2312" pitchFamily="49" charset="-122"/>
              </a:rPr>
              <a:t>：</a:t>
            </a:r>
          </a:p>
        </p:txBody>
      </p:sp>
      <p:sp>
        <p:nvSpPr>
          <p:cNvPr id="32771" name="TextBox 30">
            <a:extLst>
              <a:ext uri="{FF2B5EF4-FFF2-40B4-BE49-F238E27FC236}">
                <a16:creationId xmlns:a16="http://schemas.microsoft.com/office/drawing/2014/main" id="{65DA6EAF-3833-4D2E-BC70-B55C2984E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2341563"/>
            <a:ext cx="23050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A</a:t>
            </a: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）增加</a:t>
            </a:r>
          </a:p>
        </p:txBody>
      </p:sp>
      <p:sp>
        <p:nvSpPr>
          <p:cNvPr id="32772" name="TextBox 31">
            <a:extLst>
              <a:ext uri="{FF2B5EF4-FFF2-40B4-BE49-F238E27FC236}">
                <a16:creationId xmlns:a16="http://schemas.microsoft.com/office/drawing/2014/main" id="{446D8A4A-E77A-40D5-A5DD-07A75631F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838" y="2341563"/>
            <a:ext cx="2303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</a:t>
            </a: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）减小</a:t>
            </a:r>
          </a:p>
        </p:txBody>
      </p:sp>
      <p:grpSp>
        <p:nvGrpSpPr>
          <p:cNvPr id="32773" name="Group 21">
            <a:extLst>
              <a:ext uri="{FF2B5EF4-FFF2-40B4-BE49-F238E27FC236}">
                <a16:creationId xmlns:a16="http://schemas.microsoft.com/office/drawing/2014/main" id="{A041085A-178F-48A0-BDD6-86183C0D7146}"/>
              </a:ext>
            </a:extLst>
          </p:cNvPr>
          <p:cNvGrpSpPr>
            <a:grpSpLocks/>
          </p:cNvGrpSpPr>
          <p:nvPr/>
        </p:nvGrpSpPr>
        <p:grpSpPr bwMode="auto">
          <a:xfrm>
            <a:off x="2246313" y="409575"/>
            <a:ext cx="3454400" cy="508000"/>
            <a:chOff x="368" y="2425"/>
            <a:chExt cx="2176" cy="320"/>
          </a:xfrm>
        </p:grpSpPr>
        <p:graphicFrame>
          <p:nvGraphicFramePr>
            <p:cNvPr id="32790" name="Object 22">
              <a:extLst>
                <a:ext uri="{FF2B5EF4-FFF2-40B4-BE49-F238E27FC236}">
                  <a16:creationId xmlns:a16="http://schemas.microsoft.com/office/drawing/2014/main" id="{B4051799-9415-4D32-861D-38077171EB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" y="2425"/>
            <a:ext cx="217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410128" imgH="469669" progId="Equation.3">
                    <p:embed/>
                  </p:oleObj>
                </mc:Choice>
                <mc:Fallback>
                  <p:oleObj name="Equation" r:id="rId3" imgW="3410128" imgH="469669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" y="2425"/>
                          <a:ext cx="217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6" name="Line 23">
              <a:extLst>
                <a:ext uri="{FF2B5EF4-FFF2-40B4-BE49-F238E27FC236}">
                  <a16:creationId xmlns:a16="http://schemas.microsoft.com/office/drawing/2014/main" id="{6133DB89-E241-4495-932F-D99C95B81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" y="244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8457" name="Line 24">
              <a:extLst>
                <a:ext uri="{FF2B5EF4-FFF2-40B4-BE49-F238E27FC236}">
                  <a16:creationId xmlns:a16="http://schemas.microsoft.com/office/drawing/2014/main" id="{DEC05DF8-C5D1-4B8C-A2F0-E5B37C895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8444" name="Text Box 7">
            <a:extLst>
              <a:ext uri="{FF2B5EF4-FFF2-40B4-BE49-F238E27FC236}">
                <a16:creationId xmlns:a16="http://schemas.microsoft.com/office/drawing/2014/main" id="{A37BB3A7-0961-429F-A935-B8FA8D98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393700"/>
            <a:ext cx="45021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zh-CN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方向导数取最大值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，</a:t>
            </a:r>
            <a:endParaRPr lang="zh-CN" altLang="en-US" i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8445" name="Text Box 7">
            <a:extLst>
              <a:ext uri="{FF2B5EF4-FFF2-40B4-BE49-F238E27FC236}">
                <a16:creationId xmlns:a16="http://schemas.microsoft.com/office/drawing/2014/main" id="{CD7D8115-9D85-4181-AB42-97082A7C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1274763"/>
            <a:ext cx="64087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此时方向是函数（      ）最快方向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.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32776" name="TextBox 31">
            <a:extLst>
              <a:ext uri="{FF2B5EF4-FFF2-40B4-BE49-F238E27FC236}">
                <a16:creationId xmlns:a16="http://schemas.microsoft.com/office/drawing/2014/main" id="{8A43F5CC-1816-40F7-A410-62C67312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325" y="2341563"/>
            <a:ext cx="2303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C</a:t>
            </a:r>
            <a:r>
              <a:rPr lang="zh-CN" altLang="en-US" sz="2800" b="1">
                <a:solidFill>
                  <a:srgbClr val="5F5F5F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）不确定</a:t>
            </a:r>
          </a:p>
        </p:txBody>
      </p:sp>
      <p:grpSp>
        <p:nvGrpSpPr>
          <p:cNvPr id="3" name="Group 52">
            <a:extLst>
              <a:ext uri="{FF2B5EF4-FFF2-40B4-BE49-F238E27FC236}">
                <a16:creationId xmlns:a16="http://schemas.microsoft.com/office/drawing/2014/main" id="{9DE53CF7-38A0-467B-BC08-172CCB46F808}"/>
              </a:ext>
            </a:extLst>
          </p:cNvPr>
          <p:cNvGrpSpPr>
            <a:grpSpLocks/>
          </p:cNvGrpSpPr>
          <p:nvPr/>
        </p:nvGrpSpPr>
        <p:grpSpPr bwMode="auto">
          <a:xfrm>
            <a:off x="4440238" y="3933825"/>
            <a:ext cx="2425700" cy="533400"/>
            <a:chOff x="1908" y="2008"/>
            <a:chExt cx="1528" cy="336"/>
          </a:xfrm>
        </p:grpSpPr>
        <p:graphicFrame>
          <p:nvGraphicFramePr>
            <p:cNvPr id="32786" name="Object 53">
              <a:extLst>
                <a:ext uri="{FF2B5EF4-FFF2-40B4-BE49-F238E27FC236}">
                  <a16:creationId xmlns:a16="http://schemas.microsoft.com/office/drawing/2014/main" id="{FA6255B8-A23A-416D-994D-FD763CB5A7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8" y="2008"/>
            <a:ext cx="152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381331" imgH="495127" progId="Equation.3">
                    <p:embed/>
                  </p:oleObj>
                </mc:Choice>
                <mc:Fallback>
                  <p:oleObj name="Equation" r:id="rId5" imgW="2381331" imgH="495127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8" y="2008"/>
                          <a:ext cx="152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7" name="Line 54">
              <a:extLst>
                <a:ext uri="{FF2B5EF4-FFF2-40B4-BE49-F238E27FC236}">
                  <a16:creationId xmlns:a16="http://schemas.microsoft.com/office/drawing/2014/main" id="{F334A99F-5C30-4B3D-9E09-C89145622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9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Line 55">
              <a:extLst>
                <a:ext uri="{FF2B5EF4-FFF2-40B4-BE49-F238E27FC236}">
                  <a16:creationId xmlns:a16="http://schemas.microsoft.com/office/drawing/2014/main" id="{347FE3F0-BCDA-42DF-974F-B883159B1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9" name="Line 56">
              <a:extLst>
                <a:ext uri="{FF2B5EF4-FFF2-40B4-BE49-F238E27FC236}">
                  <a16:creationId xmlns:a16="http://schemas.microsoft.com/office/drawing/2014/main" id="{0E04F400-C5D6-4280-AC48-2661F30CB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2" y="2027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57">
            <a:extLst>
              <a:ext uri="{FF2B5EF4-FFF2-40B4-BE49-F238E27FC236}">
                <a16:creationId xmlns:a16="http://schemas.microsoft.com/office/drawing/2014/main" id="{FDF36600-112D-415E-85DA-4D9BE1526232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3933825"/>
            <a:ext cx="1651000" cy="533400"/>
            <a:chOff x="3300" y="1968"/>
            <a:chExt cx="1040" cy="336"/>
          </a:xfrm>
        </p:grpSpPr>
        <p:graphicFrame>
          <p:nvGraphicFramePr>
            <p:cNvPr id="32784" name="Object 58">
              <a:extLst>
                <a:ext uri="{FF2B5EF4-FFF2-40B4-BE49-F238E27FC236}">
                  <a16:creationId xmlns:a16="http://schemas.microsoft.com/office/drawing/2014/main" id="{D166AEEB-6C2A-4957-A871-D6E35B9260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0" y="1968"/>
            <a:ext cx="10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12976" imgH="495127" progId="Equation.3">
                    <p:embed/>
                  </p:oleObj>
                </mc:Choice>
                <mc:Fallback>
                  <p:oleObj name="Equation" r:id="rId7" imgW="1612976" imgH="495127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0" y="1968"/>
                          <a:ext cx="104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5" name="Line 59">
              <a:extLst>
                <a:ext uri="{FF2B5EF4-FFF2-40B4-BE49-F238E27FC236}">
                  <a16:creationId xmlns:a16="http://schemas.microsoft.com/office/drawing/2014/main" id="{298AF148-3715-4645-91A5-616F0422F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8" y="1990"/>
              <a:ext cx="1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8" name="Object 61">
            <a:extLst>
              <a:ext uri="{FF2B5EF4-FFF2-40B4-BE49-F238E27FC236}">
                <a16:creationId xmlns:a16="http://schemas.microsoft.com/office/drawing/2014/main" id="{8A1627F9-ED29-44C4-AEE5-08464ED5B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3789363"/>
          <a:ext cx="8159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00001" imgH="393815" progId="Equation.3">
                  <p:embed/>
                </p:oleObj>
              </mc:Choice>
              <mc:Fallback>
                <p:oleObj name="公式" r:id="rId9" imgW="400001" imgH="393815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789363"/>
                        <a:ext cx="8159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7" name="Object 34">
            <a:extLst>
              <a:ext uri="{FF2B5EF4-FFF2-40B4-BE49-F238E27FC236}">
                <a16:creationId xmlns:a16="http://schemas.microsoft.com/office/drawing/2014/main" id="{155F9AD6-109F-485E-9896-2F358A6BF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6313" y="4724400"/>
          <a:ext cx="35036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27200" imgH="469900" progId="Equation.3">
                  <p:embed/>
                </p:oleObj>
              </mc:Choice>
              <mc:Fallback>
                <p:oleObj name="公式" r:id="rId11" imgW="1727200" imgH="4699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4724400"/>
                        <a:ext cx="350361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39">
            <a:extLst>
              <a:ext uri="{FF2B5EF4-FFF2-40B4-BE49-F238E27FC236}">
                <a16:creationId xmlns:a16="http://schemas.microsoft.com/office/drawing/2014/main" id="{B9F866EB-6014-4685-8F1D-FFF26F20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82" name="灯片编号占位符 32">
            <a:extLst>
              <a:ext uri="{FF2B5EF4-FFF2-40B4-BE49-F238E27FC236}">
                <a16:creationId xmlns:a16="http://schemas.microsoft.com/office/drawing/2014/main" id="{DC2911E7-B937-47BE-AA65-331E2790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F189B-314E-445D-A4FC-B2FE90F25487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" name="Picture 3" descr="mi-malediven-228">
            <a:extLst>
              <a:ext uri="{FF2B5EF4-FFF2-40B4-BE49-F238E27FC236}">
                <a16:creationId xmlns:a16="http://schemas.microsoft.com/office/drawing/2014/main" id="{D3DB8CA8-838A-44B6-95C6-01AEBEDA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411538"/>
            <a:ext cx="4211637" cy="251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>
            <a:extLst>
              <a:ext uri="{FF2B5EF4-FFF2-40B4-BE49-F238E27FC236}">
                <a16:creationId xmlns:a16="http://schemas.microsoft.com/office/drawing/2014/main" id="{BB383348-288D-40D8-9BCF-033868FB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07C609-47D2-4061-8A87-F3EF4BDB1B8C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3" name="Rectangle 2">
            <a:extLst>
              <a:ext uri="{FF2B5EF4-FFF2-40B4-BE49-F238E27FC236}">
                <a16:creationId xmlns:a16="http://schemas.microsoft.com/office/drawing/2014/main" id="{FC03E778-B8E9-4C29-B4BF-76AED7BBC6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2613" y="558800"/>
            <a:ext cx="1524000" cy="5334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华文仿宋" pitchFamily="2" charset="-122"/>
                <a:ea typeface="华文仿宋" pitchFamily="2" charset="-122"/>
                <a:cs typeface="+mn-cs"/>
              </a:rPr>
              <a:t>1. </a:t>
            </a:r>
            <a:r>
              <a:rPr lang="zh-CN" altLang="en-US" sz="2800" b="1" dirty="0">
                <a:solidFill>
                  <a:srgbClr val="0000CC"/>
                </a:solidFill>
                <a:latin typeface="华文仿宋" pitchFamily="2" charset="-122"/>
                <a:ea typeface="华文仿宋" pitchFamily="2" charset="-122"/>
                <a:cs typeface="+mn-cs"/>
              </a:rPr>
              <a:t>定义</a:t>
            </a:r>
          </a:p>
        </p:txBody>
      </p:sp>
      <p:graphicFrame>
        <p:nvGraphicFramePr>
          <p:cNvPr id="398339" name="Object 3">
            <a:extLst>
              <a:ext uri="{FF2B5EF4-FFF2-40B4-BE49-F238E27FC236}">
                <a16:creationId xmlns:a16="http://schemas.microsoft.com/office/drawing/2014/main" id="{09B96E43-E7DA-40DA-B571-7D97A60C2B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1484313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7993" imgH="362123" progId="Equation.3">
                  <p:embed/>
                </p:oleObj>
              </mc:Choice>
              <mc:Fallback>
                <p:oleObj name="Equation" r:id="rId2" imgW="1047993" imgH="36212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1484313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0" name="Text Box 4">
            <a:extLst>
              <a:ext uri="{FF2B5EF4-FFF2-40B4-BE49-F238E27FC236}">
                <a16:creationId xmlns:a16="http://schemas.microsoft.com/office/drawing/2014/main" id="{9B43F6EF-13F3-4B61-83D6-A5FFFE0F0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13985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398341" name="Object 5">
            <a:extLst>
              <a:ext uri="{FF2B5EF4-FFF2-40B4-BE49-F238E27FC236}">
                <a16:creationId xmlns:a16="http://schemas.microsoft.com/office/drawing/2014/main" id="{B5B006D2-3B39-421D-BE5F-353C2A67C4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1613" y="2268538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70" imgH="362123" progId="Equation.3">
                  <p:embed/>
                </p:oleObj>
              </mc:Choice>
              <mc:Fallback>
                <p:oleObj name="Equation" r:id="rId4" imgW="1066670" imgH="3621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2268538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2" name="Text Box 6">
            <a:extLst>
              <a:ext uri="{FF2B5EF4-FFF2-40B4-BE49-F238E27FC236}">
                <a16:creationId xmlns:a16="http://schemas.microsoft.com/office/drawing/2014/main" id="{09B27EEC-C7E9-4BFB-8B82-368C5DE77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3" y="3140075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同样可定义三元函数</a:t>
            </a:r>
          </a:p>
        </p:txBody>
      </p:sp>
      <p:graphicFrame>
        <p:nvGraphicFramePr>
          <p:cNvPr id="398343" name="Object 7">
            <a:extLst>
              <a:ext uri="{FF2B5EF4-FFF2-40B4-BE49-F238E27FC236}">
                <a16:creationId xmlns:a16="http://schemas.microsoft.com/office/drawing/2014/main" id="{EDA68D60-79E6-45E8-823A-61A3C57A5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9413" y="3213100"/>
          <a:ext cx="13065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4178" imgH="165215" progId="Equation.3">
                  <p:embed/>
                </p:oleObj>
              </mc:Choice>
              <mc:Fallback>
                <p:oleObj name="公式" r:id="rId6" imgW="584178" imgH="1652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413" y="3213100"/>
                        <a:ext cx="13065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4" name="Object 8">
            <a:extLst>
              <a:ext uri="{FF2B5EF4-FFF2-40B4-BE49-F238E27FC236}">
                <a16:creationId xmlns:a16="http://schemas.microsoft.com/office/drawing/2014/main" id="{E8FFB96F-D228-4EDC-9216-0FF8DBE3E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8888" y="3141663"/>
          <a:ext cx="1517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1727" imgH="165215" progId="Equation.3">
                  <p:embed/>
                </p:oleObj>
              </mc:Choice>
              <mc:Fallback>
                <p:oleObj name="公式" r:id="rId8" imgW="571727" imgH="1652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8" y="3141663"/>
                        <a:ext cx="15176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6" name="Text Box 10">
            <a:extLst>
              <a:ext uri="{FF2B5EF4-FFF2-40B4-BE49-F238E27FC236}">
                <a16:creationId xmlns:a16="http://schemas.microsoft.com/office/drawing/2014/main" id="{F2F7F334-CF42-4AC6-93FE-4D82ECD43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681038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称为函数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在点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处的梯度</a:t>
            </a:r>
          </a:p>
        </p:txBody>
      </p:sp>
      <p:graphicFrame>
        <p:nvGraphicFramePr>
          <p:cNvPr id="398347" name="Object 11">
            <a:extLst>
              <a:ext uri="{FF2B5EF4-FFF2-40B4-BE49-F238E27FC236}">
                <a16:creationId xmlns:a16="http://schemas.microsoft.com/office/drawing/2014/main" id="{F5306027-D2E9-4C5C-877C-12786CBF7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6525" y="2060575"/>
          <a:ext cx="23177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52532" imgH="419273" progId="Equation.3">
                  <p:embed/>
                </p:oleObj>
              </mc:Choice>
              <mc:Fallback>
                <p:oleObj name="公式" r:id="rId10" imgW="952532" imgH="41927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2060575"/>
                        <a:ext cx="23177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8" name="Object 12">
            <a:extLst>
              <a:ext uri="{FF2B5EF4-FFF2-40B4-BE49-F238E27FC236}">
                <a16:creationId xmlns:a16="http://schemas.microsoft.com/office/drawing/2014/main" id="{D936C429-AA16-4480-98CC-3EA6C7EE6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4450" y="2060575"/>
          <a:ext cx="232886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27111" imgH="393815" progId="Equation.3">
                  <p:embed/>
                </p:oleObj>
              </mc:Choice>
              <mc:Fallback>
                <p:oleObj name="公式" r:id="rId12" imgW="927111" imgH="39381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2060575"/>
                        <a:ext cx="232886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9" name="Text Box 13">
            <a:extLst>
              <a:ext uri="{FF2B5EF4-FFF2-40B4-BE49-F238E27FC236}">
                <a16:creationId xmlns:a16="http://schemas.microsoft.com/office/drawing/2014/main" id="{6BD82605-53E9-4BB8-B301-DD3BFE3FB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13843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sp>
        <p:nvSpPr>
          <p:cNvPr id="398350" name="Rectangle 14">
            <a:extLst>
              <a:ext uri="{FF2B5EF4-FFF2-40B4-BE49-F238E27FC236}">
                <a16:creationId xmlns:a16="http://schemas.microsoft.com/office/drawing/2014/main" id="{E4344358-87F0-4732-8221-EEA739622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623888"/>
            <a:ext cx="1752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(gradient),</a:t>
            </a:r>
          </a:p>
        </p:txBody>
      </p:sp>
      <p:sp>
        <p:nvSpPr>
          <p:cNvPr id="398351" name="Text Box 15">
            <a:extLst>
              <a:ext uri="{FF2B5EF4-FFF2-40B4-BE49-F238E27FC236}">
                <a16:creationId xmlns:a16="http://schemas.microsoft.com/office/drawing/2014/main" id="{201BE1B3-83A6-4455-A0B7-2EDB32C8B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31400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</a:p>
        </p:txBody>
      </p:sp>
      <p:sp>
        <p:nvSpPr>
          <p:cNvPr id="398352" name="Text Box 16">
            <a:extLst>
              <a:ext uri="{FF2B5EF4-FFF2-40B4-BE49-F238E27FC236}">
                <a16:creationId xmlns:a16="http://schemas.microsoft.com/office/drawing/2014/main" id="{152A3BBC-1E09-402B-A43C-179569D0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31400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处的梯度 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853112F6-9FE3-4C4D-8995-7DCAF85E8B29}"/>
              </a:ext>
            </a:extLst>
          </p:cNvPr>
          <p:cNvGrpSpPr>
            <a:grpSpLocks/>
          </p:cNvGrpSpPr>
          <p:nvPr/>
        </p:nvGrpSpPr>
        <p:grpSpPr bwMode="auto">
          <a:xfrm>
            <a:off x="3036888" y="754063"/>
            <a:ext cx="334962" cy="360362"/>
            <a:chOff x="1750" y="217"/>
            <a:chExt cx="170" cy="187"/>
          </a:xfrm>
        </p:grpSpPr>
        <p:graphicFrame>
          <p:nvGraphicFramePr>
            <p:cNvPr id="34842" name="Object 25">
              <a:extLst>
                <a:ext uri="{FF2B5EF4-FFF2-40B4-BE49-F238E27FC236}">
                  <a16:creationId xmlns:a16="http://schemas.microsoft.com/office/drawing/2014/main" id="{B2C03556-048D-4518-9445-6930A1193F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0" y="260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1207" imgH="190673" progId="Equation.3">
                    <p:embed/>
                  </p:oleObj>
                </mc:Choice>
                <mc:Fallback>
                  <p:oleObj name="公式" r:id="rId14" imgW="171207" imgH="19067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0" y="260"/>
                          <a:ext cx="13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3" name="Line 26">
              <a:extLst>
                <a:ext uri="{FF2B5EF4-FFF2-40B4-BE49-F238E27FC236}">
                  <a16:creationId xmlns:a16="http://schemas.microsoft.com/office/drawing/2014/main" id="{1007FB80-CFFD-4B73-AE65-2B1FB7825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217"/>
              <a:ext cx="17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8365" name="Text Box 29">
            <a:extLst>
              <a:ext uri="{FF2B5EF4-FFF2-40B4-BE49-F238E27FC236}">
                <a16:creationId xmlns:a16="http://schemas.microsoft.com/office/drawing/2014/main" id="{41042374-2297-485C-854C-CF7738C91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3" y="5921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9A10C55E-FD48-4898-A29C-CA1EB6953A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13" y="3938588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6670" imgH="362123" progId="Equation.3">
                  <p:embed/>
                </p:oleObj>
              </mc:Choice>
              <mc:Fallback>
                <p:oleObj name="Equation" r:id="rId16" imgW="1066670" imgH="36212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3938588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C904BDE0-C010-49C5-940F-FD213D0907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3716338"/>
          <a:ext cx="307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28804" imgH="895177" progId="Equation.3">
                  <p:embed/>
                </p:oleObj>
              </mc:Choice>
              <mc:Fallback>
                <p:oleObj name="Equation" r:id="rId18" imgW="3028804" imgH="89517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3716338"/>
                        <a:ext cx="3073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>
            <a:extLst>
              <a:ext uri="{FF2B5EF4-FFF2-40B4-BE49-F238E27FC236}">
                <a16:creationId xmlns:a16="http://schemas.microsoft.com/office/drawing/2014/main" id="{A4524CA0-EDCD-4AAB-BCCE-E766D7BAC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3413" y="3716338"/>
          <a:ext cx="3390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53059" imgH="895177" progId="Equation.3">
                  <p:embed/>
                </p:oleObj>
              </mc:Choice>
              <mc:Fallback>
                <p:oleObj name="Equation" r:id="rId20" imgW="3353059" imgH="89517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3" y="3716338"/>
                        <a:ext cx="3390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A6934DFC-2304-4978-888D-C736F51ABA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5084763"/>
          <a:ext cx="14287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31649" imgH="165215" progId="Equation.3">
                  <p:embed/>
                </p:oleObj>
              </mc:Choice>
              <mc:Fallback>
                <p:oleObj name="公式" r:id="rId22" imgW="431649" imgH="16521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5084763"/>
                        <a:ext cx="142875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5">
            <a:extLst>
              <a:ext uri="{FF2B5EF4-FFF2-40B4-BE49-F238E27FC236}">
                <a16:creationId xmlns:a16="http://schemas.microsoft.com/office/drawing/2014/main" id="{6110A656-B573-4BF3-965C-B0035DD55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450" y="49403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方向：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变化率最大的方向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6F38918A-C0E5-4417-A429-72CCF7AE8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54737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模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的最大变化率之值</a:t>
            </a: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534EE52B-D27F-4C76-9963-C058FC34FDC9}"/>
              </a:ext>
            </a:extLst>
          </p:cNvPr>
          <p:cNvSpPr>
            <a:spLocks/>
          </p:cNvSpPr>
          <p:nvPr/>
        </p:nvSpPr>
        <p:spPr bwMode="auto">
          <a:xfrm>
            <a:off x="4083050" y="50165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8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8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autoUpdateAnimBg="0"/>
      <p:bldP spid="398342" grpId="0" autoUpdateAnimBg="0"/>
      <p:bldP spid="398346" grpId="0" build="p" autoUpdateAnimBg="0"/>
      <p:bldP spid="398349" grpId="0" autoUpdateAnimBg="0"/>
      <p:bldP spid="398350" grpId="0" autoUpdateAnimBg="0"/>
      <p:bldP spid="398351" grpId="0" autoUpdateAnimBg="0"/>
      <p:bldP spid="398352" grpId="0" autoUpdateAnimBg="0"/>
      <p:bldP spid="398365" grpId="0" build="p" autoUpdateAnimBg="0"/>
      <p:bldP spid="26" grpId="0"/>
      <p:bldP spid="27" grpId="0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2A204034-AF41-4115-A01D-D5CEFD0F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AC21DD-D4C3-495B-A937-A5F164B9EAF6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5843" name="Group 2">
            <a:extLst>
              <a:ext uri="{FF2B5EF4-FFF2-40B4-BE49-F238E27FC236}">
                <a16:creationId xmlns:a16="http://schemas.microsoft.com/office/drawing/2014/main" id="{052E758A-2055-44BD-8781-4BEEE72B5E2A}"/>
              </a:ext>
            </a:extLst>
          </p:cNvPr>
          <p:cNvGrpSpPr>
            <a:grpSpLocks/>
          </p:cNvGrpSpPr>
          <p:nvPr/>
        </p:nvGrpSpPr>
        <p:grpSpPr bwMode="auto">
          <a:xfrm>
            <a:off x="2279650" y="620713"/>
            <a:ext cx="7094538" cy="495300"/>
            <a:chOff x="0" y="0"/>
            <a:chExt cx="4469" cy="312"/>
          </a:xfrm>
        </p:grpSpPr>
        <p:sp>
          <p:nvSpPr>
            <p:cNvPr id="35849" name="Text Box 3">
              <a:extLst>
                <a:ext uri="{FF2B5EF4-FFF2-40B4-BE49-F238E27FC236}">
                  <a16:creationId xmlns:a16="http://schemas.microsoft.com/office/drawing/2014/main" id="{5327562B-B2DE-4512-A827-12A6A88D1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"/>
              <a:ext cx="567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600">
                  <a:latin typeface="楷体_GB2312" pitchFamily="49" charset="-122"/>
                </a:rPr>
                <a:t>例</a:t>
              </a:r>
              <a:r>
                <a:rPr lang="en-US" altLang="zh-CN" sz="2600">
                  <a:latin typeface="楷体_GB2312" pitchFamily="49" charset="-122"/>
                </a:rPr>
                <a:t>2</a:t>
              </a:r>
              <a:endParaRPr lang="zh-CN" altLang="zh-CN" sz="2600">
                <a:latin typeface="楷体_GB2312" pitchFamily="49" charset="-122"/>
              </a:endParaRPr>
            </a:p>
          </p:txBody>
        </p:sp>
        <p:sp>
          <p:nvSpPr>
            <p:cNvPr id="35850" name="Text Box 4">
              <a:extLst>
                <a:ext uri="{FF2B5EF4-FFF2-40B4-BE49-F238E27FC236}">
                  <a16:creationId xmlns:a16="http://schemas.microsoft.com/office/drawing/2014/main" id="{288A476E-186F-4A82-9BE6-CD0FC5D81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" y="4"/>
              <a:ext cx="40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600">
                  <a:latin typeface="Times New Roman" panose="02020603050405020304" pitchFamily="18" charset="0"/>
                </a:rPr>
                <a:t>求函数                   在点          处的梯度．</a:t>
              </a:r>
            </a:p>
          </p:txBody>
        </p:sp>
        <p:graphicFrame>
          <p:nvGraphicFramePr>
            <p:cNvPr id="35851" name="Object 2">
              <a:extLst>
                <a:ext uri="{FF2B5EF4-FFF2-40B4-BE49-F238E27FC236}">
                  <a16:creationId xmlns:a16="http://schemas.microsoft.com/office/drawing/2014/main" id="{B26F1550-3C49-49A9-B11A-66772BFA99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5" y="0"/>
            <a:ext cx="94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24214" imgH="228699" progId="Equation.DSMT4">
                    <p:embed/>
                  </p:oleObj>
                </mc:Choice>
                <mc:Fallback>
                  <p:oleObj r:id="rId3" imgW="724214" imgH="228699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0"/>
                          <a:ext cx="94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2" name="Object 3">
              <a:extLst>
                <a:ext uri="{FF2B5EF4-FFF2-40B4-BE49-F238E27FC236}">
                  <a16:creationId xmlns:a16="http://schemas.microsoft.com/office/drawing/2014/main" id="{C5DC4CC0-2901-4F68-8C52-7E186C9455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2" y="45"/>
            <a:ext cx="44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43049" imgH="203288" progId="Equation.DSMT4">
                    <p:embed/>
                  </p:oleObj>
                </mc:Choice>
                <mc:Fallback>
                  <p:oleObj r:id="rId5" imgW="343049" imgH="203288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2" y="45"/>
                          <a:ext cx="44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44" name="Object 34">
            <a:extLst>
              <a:ext uri="{FF2B5EF4-FFF2-40B4-BE49-F238E27FC236}">
                <a16:creationId xmlns:a16="http://schemas.microsoft.com/office/drawing/2014/main" id="{27B0192A-9824-487D-BD37-2A2D0E40E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0150" y="2074863"/>
          <a:ext cx="1031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8558" imgH="203112" progId="Equation.DSMT4">
                  <p:embed/>
                </p:oleObj>
              </mc:Choice>
              <mc:Fallback>
                <p:oleObj name="Equation" r:id="rId7" imgW="558558" imgH="20311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2074863"/>
                        <a:ext cx="1031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34">
            <a:extLst>
              <a:ext uri="{FF2B5EF4-FFF2-40B4-BE49-F238E27FC236}">
                <a16:creationId xmlns:a16="http://schemas.microsoft.com/office/drawing/2014/main" id="{E38E84C1-7C7B-4A72-9412-2BF7CD241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1350" y="2074863"/>
          <a:ext cx="9842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3169" imgH="203112" progId="Equation.DSMT4">
                  <p:embed/>
                </p:oleObj>
              </mc:Choice>
              <mc:Fallback>
                <p:oleObj name="Equation" r:id="rId9" imgW="533169" imgH="20311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350" y="2074863"/>
                        <a:ext cx="9842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34">
            <a:extLst>
              <a:ext uri="{FF2B5EF4-FFF2-40B4-BE49-F238E27FC236}">
                <a16:creationId xmlns:a16="http://schemas.microsoft.com/office/drawing/2014/main" id="{C65597E9-13C3-493C-95B7-7D5C22A8C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9363" y="3716338"/>
          <a:ext cx="9826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9" imgH="203112" progId="Equation.DSMT4">
                  <p:embed/>
                </p:oleObj>
              </mc:Choice>
              <mc:Fallback>
                <p:oleObj name="Equation" r:id="rId11" imgW="533169" imgH="20311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3716338"/>
                        <a:ext cx="98266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34">
            <a:extLst>
              <a:ext uri="{FF2B5EF4-FFF2-40B4-BE49-F238E27FC236}">
                <a16:creationId xmlns:a16="http://schemas.microsoft.com/office/drawing/2014/main" id="{E905F5B3-B8E5-4CA5-AA2F-461CD66B0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91513" y="3716338"/>
          <a:ext cx="10541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71252" imgH="203112" progId="Equation.DSMT4">
                  <p:embed/>
                </p:oleObj>
              </mc:Choice>
              <mc:Fallback>
                <p:oleObj name="Equation" r:id="rId13" imgW="571252" imgH="203112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513" y="3716338"/>
                        <a:ext cx="10541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" name="Picture 3" descr="mi-malediven-228">
            <a:extLst>
              <a:ext uri="{FF2B5EF4-FFF2-40B4-BE49-F238E27FC236}">
                <a16:creationId xmlns:a16="http://schemas.microsoft.com/office/drawing/2014/main" id="{8D548045-E040-4331-9203-A077CD39A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8" y="1916113"/>
            <a:ext cx="4211637" cy="251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>
            <a:extLst>
              <a:ext uri="{FF2B5EF4-FFF2-40B4-BE49-F238E27FC236}">
                <a16:creationId xmlns:a16="http://schemas.microsoft.com/office/drawing/2014/main" id="{895C3859-D227-448F-906B-9032FEAE19C8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333375"/>
            <a:ext cx="7094537" cy="495300"/>
            <a:chOff x="0" y="0"/>
            <a:chExt cx="4469" cy="312"/>
          </a:xfrm>
        </p:grpSpPr>
        <p:sp>
          <p:nvSpPr>
            <p:cNvPr id="37896" name="Text Box 3">
              <a:extLst>
                <a:ext uri="{FF2B5EF4-FFF2-40B4-BE49-F238E27FC236}">
                  <a16:creationId xmlns:a16="http://schemas.microsoft.com/office/drawing/2014/main" id="{5A76EAA7-1B38-4C6E-B9FE-9B19A2BF6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"/>
              <a:ext cx="567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600">
                  <a:latin typeface="楷体_GB2312" pitchFamily="49" charset="-122"/>
                </a:rPr>
                <a:t>例</a:t>
              </a:r>
              <a:r>
                <a:rPr lang="en-US" altLang="zh-CN" sz="2600">
                  <a:latin typeface="楷体_GB2312" pitchFamily="49" charset="-122"/>
                </a:rPr>
                <a:t>2</a:t>
              </a:r>
              <a:endParaRPr lang="zh-CN" altLang="zh-CN" sz="2600">
                <a:latin typeface="楷体_GB2312" pitchFamily="49" charset="-122"/>
              </a:endParaRPr>
            </a:p>
          </p:txBody>
        </p:sp>
        <p:sp>
          <p:nvSpPr>
            <p:cNvPr id="37897" name="Text Box 4">
              <a:extLst>
                <a:ext uri="{FF2B5EF4-FFF2-40B4-BE49-F238E27FC236}">
                  <a16:creationId xmlns:a16="http://schemas.microsoft.com/office/drawing/2014/main" id="{27DC97FC-ADEB-4EB4-AC73-5C93C6EA5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" y="4"/>
              <a:ext cx="40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600">
                  <a:latin typeface="Times New Roman" panose="02020603050405020304" pitchFamily="18" charset="0"/>
                </a:rPr>
                <a:t>求函数                   在点          处的梯度．</a:t>
              </a:r>
            </a:p>
          </p:txBody>
        </p:sp>
        <p:graphicFrame>
          <p:nvGraphicFramePr>
            <p:cNvPr id="37898" name="Object 5">
              <a:extLst>
                <a:ext uri="{FF2B5EF4-FFF2-40B4-BE49-F238E27FC236}">
                  <a16:creationId xmlns:a16="http://schemas.microsoft.com/office/drawing/2014/main" id="{CC5A4096-C2EB-4AAC-8F04-88FDFC9284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5" y="0"/>
            <a:ext cx="94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24214" imgH="228699" progId="Equation.DSMT4">
                    <p:embed/>
                  </p:oleObj>
                </mc:Choice>
                <mc:Fallback>
                  <p:oleObj r:id="rId2" imgW="724214" imgH="22869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0"/>
                          <a:ext cx="94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9" name="Object 6">
              <a:extLst>
                <a:ext uri="{FF2B5EF4-FFF2-40B4-BE49-F238E27FC236}">
                  <a16:creationId xmlns:a16="http://schemas.microsoft.com/office/drawing/2014/main" id="{6519933D-E2D4-44C9-8163-BDF363FBA1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2" y="45"/>
            <a:ext cx="44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43049" imgH="203288" progId="Equation.DSMT4">
                    <p:embed/>
                  </p:oleObj>
                </mc:Choice>
                <mc:Fallback>
                  <p:oleObj r:id="rId4" imgW="343049" imgH="203288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2" y="45"/>
                          <a:ext cx="44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3850C4CD-A453-480A-893F-7D7AB64467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1771650"/>
          <a:ext cx="606107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919733" imgH="495085" progId="Equation.DSMT4">
                  <p:embed/>
                </p:oleObj>
              </mc:Choice>
              <mc:Fallback>
                <p:oleObj r:id="rId6" imgW="2919733" imgH="4950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771650"/>
                        <a:ext cx="6061075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8">
            <a:extLst>
              <a:ext uri="{FF2B5EF4-FFF2-40B4-BE49-F238E27FC236}">
                <a16:creationId xmlns:a16="http://schemas.microsoft.com/office/drawing/2014/main" id="{6D2BC0C6-7B01-44B5-950D-8B41971EC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1771650"/>
            <a:ext cx="8286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zh-CN" sz="2600" b="1">
                <a:solidFill>
                  <a:schemeClr val="hlink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grpSp>
        <p:nvGrpSpPr>
          <p:cNvPr id="37893" name="Group 10">
            <a:extLst>
              <a:ext uri="{FF2B5EF4-FFF2-40B4-BE49-F238E27FC236}">
                <a16:creationId xmlns:a16="http://schemas.microsoft.com/office/drawing/2014/main" id="{A0996E70-3EFF-49C7-B21C-6D7A5923FBA4}"/>
              </a:ext>
            </a:extLst>
          </p:cNvPr>
          <p:cNvGrpSpPr>
            <a:grpSpLocks/>
          </p:cNvGrpSpPr>
          <p:nvPr/>
        </p:nvGrpSpPr>
        <p:grpSpPr bwMode="auto">
          <a:xfrm>
            <a:off x="2566988" y="2924175"/>
            <a:ext cx="5356225" cy="536575"/>
            <a:chOff x="0" y="0"/>
            <a:chExt cx="3374" cy="338"/>
          </a:xfrm>
        </p:grpSpPr>
        <p:graphicFrame>
          <p:nvGraphicFramePr>
            <p:cNvPr id="37894" name="Object 4">
              <a:extLst>
                <a:ext uri="{FF2B5EF4-FFF2-40B4-BE49-F238E27FC236}">
                  <a16:creationId xmlns:a16="http://schemas.microsoft.com/office/drawing/2014/main" id="{B5B09042-A337-4A2E-B100-9992A2E434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0"/>
            <a:ext cx="237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816100" imgH="241300" progId="Equation.DSMT4">
                    <p:embed/>
                  </p:oleObj>
                </mc:Choice>
                <mc:Fallback>
                  <p:oleObj r:id="rId8" imgW="1816100" imgH="2413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0"/>
                          <a:ext cx="2376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5" name="Text Box 12">
              <a:extLst>
                <a:ext uri="{FF2B5EF4-FFF2-40B4-BE49-F238E27FC236}">
                  <a16:creationId xmlns:a16="http://schemas.microsoft.com/office/drawing/2014/main" id="{EF65A8FC-A304-4B9F-A72F-D0F4463B9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0"/>
              <a:ext cx="817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zh-CN" sz="2600" b="1">
                  <a:latin typeface="Times New Roman" panose="02020603050405020304" pitchFamily="18" charset="0"/>
                </a:rPr>
                <a:t>因此，</a:t>
              </a: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DDC5141F-9918-40D5-B553-D5A3521D8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E7A8BE-BCBE-4944-AA26-BDAD8ADE6C9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8CFF7-7922-4E1F-B40D-0547D72EFAF9}"/>
              </a:ext>
            </a:extLst>
          </p:cNvPr>
          <p:cNvSpPr txBox="1">
            <a:spLocks noChangeArrowheads="1"/>
          </p:cNvSpPr>
          <p:nvPr/>
        </p:nvSpPr>
        <p:spPr>
          <a:xfrm>
            <a:off x="-103188" y="376238"/>
            <a:ext cx="1981201" cy="6096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9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练习题</a:t>
            </a:r>
            <a:r>
              <a:rPr lang="zh-CN" altLang="en-US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  </a:t>
            </a:r>
            <a:r>
              <a:rPr lang="en-US" altLang="zh-CN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3. </a:t>
            </a:r>
            <a:endParaRPr lang="en-US" altLang="zh-CN" sz="2500" b="1" kern="0" dirty="0">
              <a:solidFill>
                <a:srgbClr val="3B812F"/>
              </a:solidFill>
              <a:latin typeface="Garamond"/>
              <a:ea typeface="楷体_GB2312" pitchFamily="49" charset="-122"/>
            </a:endParaRPr>
          </a:p>
        </p:txBody>
      </p:sp>
      <p:sp>
        <p:nvSpPr>
          <p:cNvPr id="38916" name="Text Box 3">
            <a:extLst>
              <a:ext uri="{FF2B5EF4-FFF2-40B4-BE49-F238E27FC236}">
                <a16:creationId xmlns:a16="http://schemas.microsoft.com/office/drawing/2014/main" id="{83960009-B049-40A3-AA8F-7CD9D6E7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877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38917" name="Object 4">
            <a:extLst>
              <a:ext uri="{FF2B5EF4-FFF2-40B4-BE49-F238E27FC236}">
                <a16:creationId xmlns:a16="http://schemas.microsoft.com/office/drawing/2014/main" id="{4B1963FC-864E-4C12-B644-A7C3EA51D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58775"/>
          <a:ext cx="29702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862" imgH="476423" progId="Equation.3">
                  <p:embed/>
                </p:oleObj>
              </mc:Choice>
              <mc:Fallback>
                <p:oleObj name="Equation" r:id="rId3" imgW="2933862" imgH="4764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8775"/>
                        <a:ext cx="29702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5">
            <a:extLst>
              <a:ext uri="{FF2B5EF4-FFF2-40B4-BE49-F238E27FC236}">
                <a16:creationId xmlns:a16="http://schemas.microsoft.com/office/drawing/2014/main" id="{4305BDEE-2F2F-4F09-A321-456E75372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550" y="35877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38919" name="Object 6">
            <a:extLst>
              <a:ext uri="{FF2B5EF4-FFF2-40B4-BE49-F238E27FC236}">
                <a16:creationId xmlns:a16="http://schemas.microsoft.com/office/drawing/2014/main" id="{A456B594-B22D-41C0-84DD-5B6C3C1A6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8238" y="449263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270" imgH="362123" progId="Equation.3">
                  <p:embed/>
                </p:oleObj>
              </mc:Choice>
              <mc:Fallback>
                <p:oleObj name="Equation" r:id="rId5" imgW="1676270" imgH="3621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49263"/>
                        <a:ext cx="171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Text Box 7">
            <a:extLst>
              <a:ext uri="{FF2B5EF4-FFF2-40B4-BE49-F238E27FC236}">
                <a16:creationId xmlns:a16="http://schemas.microsoft.com/office/drawing/2014/main" id="{63699B15-C795-408F-BFE2-4BBF52421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4475" y="3937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处的梯度</a:t>
            </a:r>
          </a:p>
        </p:txBody>
      </p:sp>
      <p:graphicFrame>
        <p:nvGraphicFramePr>
          <p:cNvPr id="38921" name="Object 8">
            <a:extLst>
              <a:ext uri="{FF2B5EF4-FFF2-40B4-BE49-F238E27FC236}">
                <a16:creationId xmlns:a16="http://schemas.microsoft.com/office/drawing/2014/main" id="{80CB99A3-8BD1-4D2A-B981-4645630F8E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71025" y="469900"/>
          <a:ext cx="1624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81328" imgH="431742" progId="Equation.3">
                  <p:embed/>
                </p:oleObj>
              </mc:Choice>
              <mc:Fallback>
                <p:oleObj name="Equation" r:id="rId7" imgW="1581328" imgH="43174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1025" y="469900"/>
                        <a:ext cx="1624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Line 9">
            <a:extLst>
              <a:ext uri="{FF2B5EF4-FFF2-40B4-BE49-F238E27FC236}">
                <a16:creationId xmlns:a16="http://schemas.microsoft.com/office/drawing/2014/main" id="{14BCA1A2-BC2F-49E6-A4C7-66D5A72B7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4888" y="877888"/>
            <a:ext cx="83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Object 21">
            <a:extLst>
              <a:ext uri="{FF2B5EF4-FFF2-40B4-BE49-F238E27FC236}">
                <a16:creationId xmlns:a16="http://schemas.microsoft.com/office/drawing/2014/main" id="{CBF54FEA-CAEB-420D-AADD-67DE13405E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1300" y="1954213"/>
          <a:ext cx="199548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2532" imgH="355369" progId="Equation.DSMT4">
                  <p:embed/>
                </p:oleObj>
              </mc:Choice>
              <mc:Fallback>
                <p:oleObj name="Equation" r:id="rId9" imgW="952532" imgH="35536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1954213"/>
                        <a:ext cx="199548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Rectangle 22">
            <a:extLst>
              <a:ext uri="{FF2B5EF4-FFF2-40B4-BE49-F238E27FC236}">
                <a16:creationId xmlns:a16="http://schemas.microsoft.com/office/drawing/2014/main" id="{FE606702-FC5E-465D-A702-331CF77A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3700" y="112553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405525" name="Object 6">
            <a:extLst>
              <a:ext uri="{FF2B5EF4-FFF2-40B4-BE49-F238E27FC236}">
                <a16:creationId xmlns:a16="http://schemas.microsoft.com/office/drawing/2014/main" id="{F06B7DE3-867E-45DF-96CA-22338462A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3575" y="1954213"/>
          <a:ext cx="19462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111" imgH="355369" progId="Equation.DSMT4">
                  <p:embed/>
                </p:oleObj>
              </mc:Choice>
              <mc:Fallback>
                <p:oleObj name="Equation" r:id="rId11" imgW="927111" imgH="3553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3575" y="1954213"/>
                        <a:ext cx="194627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F66E84CF-656A-41B0-974D-E68692510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1300" y="2962275"/>
          <a:ext cx="19954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52532" imgH="355369" progId="Equation.DSMT4">
                  <p:embed/>
                </p:oleObj>
              </mc:Choice>
              <mc:Fallback>
                <p:oleObj name="Equation" r:id="rId13" imgW="952532" imgH="35536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2962275"/>
                        <a:ext cx="19954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F7A91B0C-8AFA-43BD-848C-5F70CFCBC1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4050" y="2890838"/>
          <a:ext cx="1970088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3337" imgH="355369" progId="Equation.DSMT4">
                  <p:embed/>
                </p:oleObj>
              </mc:Choice>
              <mc:Fallback>
                <p:oleObj name="Equation" r:id="rId15" imgW="933337" imgH="35536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4050" y="2890838"/>
                        <a:ext cx="1970088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9" descr="mi-1130-niederlande">
            <a:extLst>
              <a:ext uri="{FF2B5EF4-FFF2-40B4-BE49-F238E27FC236}">
                <a16:creationId xmlns:a16="http://schemas.microsoft.com/office/drawing/2014/main" id="{F2C6EA6E-B08E-49BA-A642-D6E57C3F4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354138"/>
            <a:ext cx="24765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A332C99-FCF4-4A85-8C3B-A85E87C7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81000"/>
            <a:ext cx="1981200" cy="609600"/>
          </a:xfrm>
        </p:spPr>
        <p:txBody>
          <a:bodyPr/>
          <a:lstStyle/>
          <a:p>
            <a:pPr eaLnBrk="1" hangingPunct="1"/>
            <a:r>
              <a:rPr lang="zh-CN" altLang="en-US" sz="2900" b="1" dirty="0">
                <a:ea typeface="楷体_GB2312" pitchFamily="49" charset="-122"/>
              </a:rPr>
              <a:t>练习题</a:t>
            </a:r>
            <a:r>
              <a:rPr lang="zh-CN" altLang="en-US" sz="2500" b="1" dirty="0"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3. </a:t>
            </a:r>
            <a:endParaRPr lang="en-US" altLang="zh-CN" sz="25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0963" name="灯片编号占位符 4">
            <a:extLst>
              <a:ext uri="{FF2B5EF4-FFF2-40B4-BE49-F238E27FC236}">
                <a16:creationId xmlns:a16="http://schemas.microsoft.com/office/drawing/2014/main" id="{E4D044F6-329B-4D49-AA73-B69CE884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FED495-4F84-4395-96A3-BFF9EC92DA73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4" name="Text Box 3">
            <a:extLst>
              <a:ext uri="{FF2B5EF4-FFF2-40B4-BE49-F238E27FC236}">
                <a16:creationId xmlns:a16="http://schemas.microsoft.com/office/drawing/2014/main" id="{2C330D62-0080-4C04-8232-016A9A95C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572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40965" name="Object 4">
            <a:extLst>
              <a:ext uri="{FF2B5EF4-FFF2-40B4-BE49-F238E27FC236}">
                <a16:creationId xmlns:a16="http://schemas.microsoft.com/office/drawing/2014/main" id="{D8B9EA50-A203-43DF-8431-DBB6D61DB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57200"/>
          <a:ext cx="29702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862" imgH="476423" progId="Equation.3">
                  <p:embed/>
                </p:oleObj>
              </mc:Choice>
              <mc:Fallback>
                <p:oleObj name="Equation" r:id="rId2" imgW="2933862" imgH="4764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"/>
                        <a:ext cx="29702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5">
            <a:extLst>
              <a:ext uri="{FF2B5EF4-FFF2-40B4-BE49-F238E27FC236}">
                <a16:creationId xmlns:a16="http://schemas.microsoft.com/office/drawing/2014/main" id="{775C5637-E9BA-4FF5-8258-23C09CD6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7148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40967" name="Object 6">
            <a:extLst>
              <a:ext uri="{FF2B5EF4-FFF2-40B4-BE49-F238E27FC236}">
                <a16:creationId xmlns:a16="http://schemas.microsoft.com/office/drawing/2014/main" id="{A7EC667B-7460-4022-8295-E0C8E1DFC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0" y="584200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270" imgH="362123" progId="Equation.3">
                  <p:embed/>
                </p:oleObj>
              </mc:Choice>
              <mc:Fallback>
                <p:oleObj name="Equation" r:id="rId4" imgW="1676270" imgH="3621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584200"/>
                        <a:ext cx="171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Text Box 7">
            <a:extLst>
              <a:ext uri="{FF2B5EF4-FFF2-40B4-BE49-F238E27FC236}">
                <a16:creationId xmlns:a16="http://schemas.microsoft.com/office/drawing/2014/main" id="{7E5CCE9D-07CB-4C4D-9BD0-EC886DC5C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1430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处的梯度</a:t>
            </a:r>
          </a:p>
        </p:txBody>
      </p:sp>
      <p:graphicFrame>
        <p:nvGraphicFramePr>
          <p:cNvPr id="40969" name="Object 8">
            <a:extLst>
              <a:ext uri="{FF2B5EF4-FFF2-40B4-BE49-F238E27FC236}">
                <a16:creationId xmlns:a16="http://schemas.microsoft.com/office/drawing/2014/main" id="{28E2A9CB-AA71-48A6-9191-9DBF628E6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1550" y="1219200"/>
          <a:ext cx="1624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1328" imgH="431742" progId="Equation.3">
                  <p:embed/>
                </p:oleObj>
              </mc:Choice>
              <mc:Fallback>
                <p:oleObj name="Equation" r:id="rId6" imgW="1581328" imgH="43174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1219200"/>
                        <a:ext cx="1624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Line 9">
            <a:extLst>
              <a:ext uri="{FF2B5EF4-FFF2-40B4-BE49-F238E27FC236}">
                <a16:creationId xmlns:a16="http://schemas.microsoft.com/office/drawing/2014/main" id="{62E0C90E-9E95-48A4-A294-EE83F14E5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828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971" name="Object 10">
            <a:extLst>
              <a:ext uri="{FF2B5EF4-FFF2-40B4-BE49-F238E27FC236}">
                <a16:creationId xmlns:a16="http://schemas.microsoft.com/office/drawing/2014/main" id="{7E8C68E3-0A93-4136-8306-EF446A2E6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1638" y="2057400"/>
          <a:ext cx="49387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95996" imgH="914400" progId="Equation.3">
                  <p:embed/>
                </p:oleObj>
              </mc:Choice>
              <mc:Fallback>
                <p:oleObj name="Equation" r:id="rId8" imgW="4895996" imgH="914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2057400"/>
                        <a:ext cx="49387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Text Box 11">
            <a:extLst>
              <a:ext uri="{FF2B5EF4-FFF2-40B4-BE49-F238E27FC236}">
                <a16:creationId xmlns:a16="http://schemas.microsoft.com/office/drawing/2014/main" id="{67B0F9D1-C768-4FE1-926F-CF9BF640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2860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6633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>
                <a:solidFill>
                  <a:srgbClr val="006633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0973" name="Object 12">
            <a:extLst>
              <a:ext uri="{FF2B5EF4-FFF2-40B4-BE49-F238E27FC236}">
                <a16:creationId xmlns:a16="http://schemas.microsoft.com/office/drawing/2014/main" id="{07FA65BD-3808-4A4C-AB3E-CB4D8FF138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3150" y="3352800"/>
          <a:ext cx="31988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62138" imgH="508115" progId="Equation.3">
                  <p:embed/>
                </p:oleObj>
              </mc:Choice>
              <mc:Fallback>
                <p:oleObj name="Equation" r:id="rId10" imgW="3162138" imgH="50811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3352800"/>
                        <a:ext cx="31988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4" name="Text Box 13">
            <a:extLst>
              <a:ext uri="{FF2B5EF4-FFF2-40B4-BE49-F238E27FC236}">
                <a16:creationId xmlns:a16="http://schemas.microsoft.com/office/drawing/2014/main" id="{6EE3A184-6EA4-48DF-8D92-7EAA41D24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3655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40975" name="Object 14">
            <a:extLst>
              <a:ext uri="{FF2B5EF4-FFF2-40B4-BE49-F238E27FC236}">
                <a16:creationId xmlns:a16="http://schemas.microsoft.com/office/drawing/2014/main" id="{8B9D3F07-D0E7-4CE8-98C5-7800F64D0A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200400"/>
          <a:ext cx="698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443" imgH="888942" progId="Equation.3">
                  <p:embed/>
                </p:oleObj>
              </mc:Choice>
              <mc:Fallback>
                <p:oleObj name="Equation" r:id="rId12" imgW="660443" imgH="88894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200400"/>
                        <a:ext cx="698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5">
            <a:extLst>
              <a:ext uri="{FF2B5EF4-FFF2-40B4-BE49-F238E27FC236}">
                <a16:creationId xmlns:a16="http://schemas.microsoft.com/office/drawing/2014/main" id="{4F42EB9B-A9DC-4695-BBAF-509DFF3F1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7700" y="3213100"/>
          <a:ext cx="41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05" imgH="851015" progId="Equation.3">
                  <p:embed/>
                </p:oleObj>
              </mc:Choice>
              <mc:Fallback>
                <p:oleObj name="Equation" r:id="rId14" imgW="380805" imgH="85101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700" y="3213100"/>
                        <a:ext cx="419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6">
            <a:extLst>
              <a:ext uri="{FF2B5EF4-FFF2-40B4-BE49-F238E27FC236}">
                <a16:creationId xmlns:a16="http://schemas.microsoft.com/office/drawing/2014/main" id="{E94F1214-FA88-4CC1-9B98-098596436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3462338"/>
          <a:ext cx="546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14" imgH="279515" progId="Equation.3">
                  <p:embed/>
                </p:oleObj>
              </mc:Choice>
              <mc:Fallback>
                <p:oleObj name="Equation" r:id="rId16" imgW="507914" imgH="27951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3462338"/>
                        <a:ext cx="546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Text Box 17">
            <a:extLst>
              <a:ext uri="{FF2B5EF4-FFF2-40B4-BE49-F238E27FC236}">
                <a16:creationId xmlns:a16="http://schemas.microsoft.com/office/drawing/2014/main" id="{CE9739DC-6DDF-460A-B4DE-7FB0902C8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1148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注意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具有轮换对称性</a:t>
            </a:r>
          </a:p>
        </p:txBody>
      </p:sp>
      <p:sp>
        <p:nvSpPr>
          <p:cNvPr id="40979" name="Line 18">
            <a:extLst>
              <a:ext uri="{FF2B5EF4-FFF2-40B4-BE49-F238E27FC236}">
                <a16:creationId xmlns:a16="http://schemas.microsoft.com/office/drawing/2014/main" id="{BB7023C9-9A35-4BB8-9EDB-5107994F0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2004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980" name="Object 19">
            <a:extLst>
              <a:ext uri="{FF2B5EF4-FFF2-40B4-BE49-F238E27FC236}">
                <a16:creationId xmlns:a16="http://schemas.microsoft.com/office/drawing/2014/main" id="{9AC9A9CD-2B21-4DB6-90A5-775EF5D149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8988" y="4927600"/>
          <a:ext cx="35290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86393" imgH="895177" progId="Equation.3">
                  <p:embed/>
                </p:oleObj>
              </mc:Choice>
              <mc:Fallback>
                <p:oleObj name="Equation" r:id="rId18" imgW="3486393" imgH="89517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4927600"/>
                        <a:ext cx="35290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Object 20">
            <a:extLst>
              <a:ext uri="{FF2B5EF4-FFF2-40B4-BE49-F238E27FC236}">
                <a16:creationId xmlns:a16="http://schemas.microsoft.com/office/drawing/2014/main" id="{2A59F500-EC9F-4409-9C55-453A69C25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4940300"/>
          <a:ext cx="19923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55908" imgH="812569" progId="Equation.3">
                  <p:embed/>
                </p:oleObj>
              </mc:Choice>
              <mc:Fallback>
                <p:oleObj name="Equation" r:id="rId20" imgW="1955908" imgH="8125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940300"/>
                        <a:ext cx="19923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5" name="Object 21">
            <a:extLst>
              <a:ext uri="{FF2B5EF4-FFF2-40B4-BE49-F238E27FC236}">
                <a16:creationId xmlns:a16="http://schemas.microsoft.com/office/drawing/2014/main" id="{38D12B69-2D8A-4F9D-9A33-D681FAA45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990600"/>
          <a:ext cx="1701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57593" imgH="812569" progId="Equation.3">
                  <p:embed/>
                </p:oleObj>
              </mc:Choice>
              <mc:Fallback>
                <p:oleObj name="Equation" r:id="rId22" imgW="1657593" imgH="81256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90600"/>
                        <a:ext cx="1701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Rectangle 22">
            <a:extLst>
              <a:ext uri="{FF2B5EF4-FFF2-40B4-BE49-F238E27FC236}">
                <a16:creationId xmlns:a16="http://schemas.microsoft.com/office/drawing/2014/main" id="{CCEA85F2-B24B-4299-9592-16E4F451F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1430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lang="en-US" altLang="zh-CN" sz="2400" b="1">
                <a:solidFill>
                  <a:srgbClr val="3B812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6D0FC4-D674-4A19-B295-35C3726F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17F8BB-34F7-4A86-8158-B3BD03D93EF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3617D-A428-4E5B-9B84-EA428AB79CEF}"/>
              </a:ext>
            </a:extLst>
          </p:cNvPr>
          <p:cNvSpPr txBox="1">
            <a:spLocks/>
          </p:cNvSpPr>
          <p:nvPr/>
        </p:nvSpPr>
        <p:spPr>
          <a:xfrm>
            <a:off x="911424" y="404664"/>
            <a:ext cx="19812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900" b="1" dirty="0">
                <a:ea typeface="楷体_GB2312" pitchFamily="49" charset="-122"/>
              </a:rPr>
              <a:t>练习题</a:t>
            </a:r>
            <a:r>
              <a:rPr kumimoji="0" lang="zh-CN" altLang="en-US" sz="2500" b="1" dirty="0">
                <a:ea typeface="楷体_GB2312" pitchFamily="49" charset="-122"/>
              </a:rPr>
              <a:t>  </a:t>
            </a:r>
            <a:r>
              <a:rPr kumimoji="0" lang="en-US" altLang="zh-CN" sz="2500" b="1" dirty="0">
                <a:ea typeface="楷体_GB2312" pitchFamily="49" charset="-122"/>
              </a:rPr>
              <a:t>4. </a:t>
            </a:r>
            <a:endParaRPr kumimoji="0" lang="en-US" altLang="zh-CN" sz="25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258CE59B-03F4-4B07-8008-68F540F56A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3497"/>
              </p:ext>
            </p:extLst>
          </p:nvPr>
        </p:nvGraphicFramePr>
        <p:xfrm>
          <a:off x="3014976" y="735318"/>
          <a:ext cx="30607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28600" progId="Equation.DSMT4">
                  <p:embed/>
                </p:oleObj>
              </mc:Choice>
              <mc:Fallback>
                <p:oleObj name="Equation" r:id="rId2" imgW="1333440" imgH="228600" progId="Equation.DSMT4">
                  <p:embed/>
                  <p:pic>
                    <p:nvPicPr>
                      <p:cNvPr id="11" name="Object 21">
                        <a:extLst>
                          <a:ext uri="{FF2B5EF4-FFF2-40B4-BE49-F238E27FC236}">
                            <a16:creationId xmlns:a16="http://schemas.microsoft.com/office/drawing/2014/main" id="{EA33CB16-5E9B-41E6-A4CF-211312286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976" y="735318"/>
                        <a:ext cx="30607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6C6237F-7DF2-4AAF-A8B8-39F8ACA088DC}"/>
              </a:ext>
            </a:extLst>
          </p:cNvPr>
          <p:cNvSpPr txBox="1"/>
          <p:nvPr/>
        </p:nvSpPr>
        <p:spPr>
          <a:xfrm>
            <a:off x="6198028" y="780653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在点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C6CBE97-6678-4082-9739-5384DA09C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960633"/>
              </p:ext>
            </p:extLst>
          </p:nvPr>
        </p:nvGraphicFramePr>
        <p:xfrm>
          <a:off x="6989240" y="780653"/>
          <a:ext cx="721832" cy="481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560" imgH="203040" progId="Equation.DSMT4">
                  <p:embed/>
                </p:oleObj>
              </mc:Choice>
              <mc:Fallback>
                <p:oleObj name="Equation" r:id="rId4" imgW="304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89240" y="780653"/>
                        <a:ext cx="721832" cy="481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C53BA9B-21D4-46EB-99B8-315C8AC601C3}"/>
              </a:ext>
            </a:extLst>
          </p:cNvPr>
          <p:cNvSpPr txBox="1"/>
          <p:nvPr/>
        </p:nvSpPr>
        <p:spPr>
          <a:xfrm>
            <a:off x="1127448" y="177281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187CA5-972B-41EF-B184-714E19388D3D}"/>
              </a:ext>
            </a:extLst>
          </p:cNvPr>
          <p:cNvSpPr txBox="1"/>
          <p:nvPr/>
        </p:nvSpPr>
        <p:spPr>
          <a:xfrm>
            <a:off x="1740496" y="1772816"/>
            <a:ext cx="8675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   取何值时，方向导数取得最大值，为多少？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59E867-BF61-4D94-BD21-19FA994E97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231560"/>
              </p:ext>
            </p:extLst>
          </p:nvPr>
        </p:nvGraphicFramePr>
        <p:xfrm>
          <a:off x="2681655" y="1839952"/>
          <a:ext cx="304056" cy="45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228600" progId="Equation.DSMT4">
                  <p:embed/>
                </p:oleObj>
              </mc:Choice>
              <mc:Fallback>
                <p:oleObj name="Equation" r:id="rId6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81655" y="1839952"/>
                        <a:ext cx="304056" cy="456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D2EC969-4A2E-425B-8503-82C723EF5F7E}"/>
              </a:ext>
            </a:extLst>
          </p:cNvPr>
          <p:cNvSpPr txBox="1"/>
          <p:nvPr/>
        </p:nvSpPr>
        <p:spPr>
          <a:xfrm>
            <a:off x="1775520" y="2636912"/>
            <a:ext cx="8675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    取何值时，方向导数取得最小值，为多少？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22A5ADD-87C0-409A-A133-7BB6441E4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094406"/>
              </p:ext>
            </p:extLst>
          </p:nvPr>
        </p:nvGraphicFramePr>
        <p:xfrm>
          <a:off x="2737674" y="2676674"/>
          <a:ext cx="304056" cy="45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B59E867-BF61-4D94-BD21-19FA994E97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37674" y="2676674"/>
                        <a:ext cx="304056" cy="456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707BB3B-ABF7-4954-B6F7-2A8B853BA187}"/>
              </a:ext>
            </a:extLst>
          </p:cNvPr>
          <p:cNvSpPr txBox="1"/>
          <p:nvPr/>
        </p:nvSpPr>
        <p:spPr>
          <a:xfrm>
            <a:off x="1777522" y="3501008"/>
            <a:ext cx="8675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    取何值时，方向导数取得为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？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81E7735-C304-4A01-9DAB-ECE5C7A09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024952"/>
              </p:ext>
            </p:extLst>
          </p:nvPr>
        </p:nvGraphicFramePr>
        <p:xfrm>
          <a:off x="2739676" y="3540770"/>
          <a:ext cx="304056" cy="45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22A5ADD-87C0-409A-A133-7BB6441E4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39676" y="3540770"/>
                        <a:ext cx="304056" cy="456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70928AEE-D42E-4002-89EC-EA7954A6B167}"/>
              </a:ext>
            </a:extLst>
          </p:cNvPr>
          <p:cNvSpPr txBox="1"/>
          <p:nvPr/>
        </p:nvSpPr>
        <p:spPr>
          <a:xfrm>
            <a:off x="1860036" y="4404402"/>
            <a:ext cx="1499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E3EA82D-A152-47D4-B465-6A80DFF09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671447"/>
              </p:ext>
            </p:extLst>
          </p:nvPr>
        </p:nvGraphicFramePr>
        <p:xfrm>
          <a:off x="2737674" y="4350754"/>
          <a:ext cx="1501226" cy="630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680" imgH="266400" progId="Equation.DSMT4">
                  <p:embed/>
                </p:oleObj>
              </mc:Choice>
              <mc:Fallback>
                <p:oleObj name="Equation" r:id="rId10" imgW="6346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37674" y="4350754"/>
                        <a:ext cx="1501226" cy="630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053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82975845-D5DD-4E90-8AF9-545BF317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E2CB31-C822-4F28-AE1F-D44041C5FA58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5B105-7F82-4EFF-A772-E7C7017D5165}"/>
              </a:ext>
            </a:extLst>
          </p:cNvPr>
          <p:cNvSpPr txBox="1">
            <a:spLocks noChangeArrowheads="1"/>
          </p:cNvSpPr>
          <p:nvPr/>
        </p:nvSpPr>
        <p:spPr>
          <a:xfrm>
            <a:off x="28575" y="261938"/>
            <a:ext cx="1981200" cy="6096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9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练习题</a:t>
            </a:r>
            <a:r>
              <a:rPr lang="zh-CN" altLang="en-US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  </a:t>
            </a:r>
            <a:r>
              <a:rPr lang="en-US" altLang="zh-CN" sz="2500" b="1" kern="0" dirty="0">
                <a:solidFill>
                  <a:srgbClr val="006633"/>
                </a:solidFill>
                <a:latin typeface="Garamond"/>
                <a:ea typeface="楷体_GB2312" pitchFamily="49" charset="-122"/>
              </a:rPr>
              <a:t>5. </a:t>
            </a:r>
            <a:endParaRPr lang="en-US" altLang="zh-CN" sz="2500" b="1" kern="0" dirty="0">
              <a:solidFill>
                <a:srgbClr val="3B812F"/>
              </a:solidFill>
              <a:latin typeface="Garamond"/>
              <a:ea typeface="楷体_GB2312" pitchFamily="49" charset="-122"/>
            </a:endParaRPr>
          </a:p>
        </p:txBody>
      </p:sp>
      <p:graphicFrame>
        <p:nvGraphicFramePr>
          <p:cNvPr id="43012" name="Object 2">
            <a:extLst>
              <a:ext uri="{FF2B5EF4-FFF2-40B4-BE49-F238E27FC236}">
                <a16:creationId xmlns:a16="http://schemas.microsoft.com/office/drawing/2014/main" id="{9447D460-81F6-4F52-B1FE-9D84614DE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1150" y="360363"/>
          <a:ext cx="24574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77900" imgH="228600" progId="Equation.3">
                  <p:embed/>
                </p:oleObj>
              </mc:Choice>
              <mc:Fallback>
                <p:oleObj name="公式" r:id="rId3" imgW="9779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60363"/>
                        <a:ext cx="24574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3">
            <a:extLst>
              <a:ext uri="{FF2B5EF4-FFF2-40B4-BE49-F238E27FC236}">
                <a16:creationId xmlns:a16="http://schemas.microsoft.com/office/drawing/2014/main" id="{FBFAE881-419F-4046-B434-F7FAFDA55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422275"/>
          <a:ext cx="7191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1973" imgH="203112" progId="Equation.3">
                  <p:embed/>
                </p:oleObj>
              </mc:Choice>
              <mc:Fallback>
                <p:oleObj name="公式" r:id="rId5" imgW="291973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422275"/>
                        <a:ext cx="7191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5">
            <a:extLst>
              <a:ext uri="{FF2B5EF4-FFF2-40B4-BE49-F238E27FC236}">
                <a16:creationId xmlns:a16="http://schemas.microsoft.com/office/drawing/2014/main" id="{C67FC9F0-681D-4179-9DD6-CB66C2E0C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75" y="1246188"/>
            <a:ext cx="734377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处</a:t>
            </a:r>
            <a:r>
              <a:rPr kumimoji="0"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,</a:t>
            </a: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沿函数在该点梯度方向的方向导数为</a:t>
            </a:r>
            <a:r>
              <a:rPr kumimoji="0" lang="en-US" altLang="zh-CN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(   )</a:t>
            </a:r>
            <a:r>
              <a:rPr kumimoji="0" lang="zh-CN" altLang="en-US" u="sng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                      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28683" name="Rectangle 5">
            <a:extLst>
              <a:ext uri="{FF2B5EF4-FFF2-40B4-BE49-F238E27FC236}">
                <a16:creationId xmlns:a16="http://schemas.microsoft.com/office/drawing/2014/main" id="{13D055EA-46DB-4CA9-8B14-54BB2262D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360363"/>
            <a:ext cx="73469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函数             在点</a:t>
            </a:r>
            <a:endParaRPr kumimoji="0" lang="zh-CN" altLang="en-US" dirty="0">
              <a:solidFill>
                <a:schemeClr val="tx1"/>
              </a:solidFill>
              <a:latin typeface="+mn-ea"/>
              <a:ea typeface="+mn-ea"/>
              <a:cs typeface="宋体" pitchFamily="2" charset="-122"/>
            </a:endParaRPr>
          </a:p>
        </p:txBody>
      </p:sp>
      <p:graphicFrame>
        <p:nvGraphicFramePr>
          <p:cNvPr id="11" name="Object 21">
            <a:extLst>
              <a:ext uri="{FF2B5EF4-FFF2-40B4-BE49-F238E27FC236}">
                <a16:creationId xmlns:a16="http://schemas.microsoft.com/office/drawing/2014/main" id="{EA33CB16-5E9B-41E6-A4CF-211312286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974439"/>
              </p:ext>
            </p:extLst>
          </p:nvPr>
        </p:nvGraphicFramePr>
        <p:xfrm>
          <a:off x="6337960" y="2427349"/>
          <a:ext cx="119644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241200" progId="Equation.DSMT4">
                  <p:embed/>
                </p:oleObj>
              </mc:Choice>
              <mc:Fallback>
                <p:oleObj name="Equation" r:id="rId7" imgW="520560" imgH="24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960" y="2427349"/>
                        <a:ext cx="1196448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5" name="Object 5">
            <a:extLst>
              <a:ext uri="{FF2B5EF4-FFF2-40B4-BE49-F238E27FC236}">
                <a16:creationId xmlns:a16="http://schemas.microsoft.com/office/drawing/2014/main" id="{73FF0216-41E5-46E8-8ECB-CA92528D2B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196606"/>
              </p:ext>
            </p:extLst>
          </p:nvPr>
        </p:nvGraphicFramePr>
        <p:xfrm>
          <a:off x="8968831" y="2372550"/>
          <a:ext cx="1236166" cy="66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240" imgH="241200" progId="Equation.DSMT4">
                  <p:embed/>
                </p:oleObj>
              </mc:Choice>
              <mc:Fallback>
                <p:oleObj name="Equation" r:id="rId9" imgW="44424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8831" y="2372550"/>
                        <a:ext cx="1236166" cy="66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616F8EC8-C05E-4FED-9E59-CB8B18AA8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731641"/>
              </p:ext>
            </p:extLst>
          </p:nvPr>
        </p:nvGraphicFramePr>
        <p:xfrm>
          <a:off x="6337960" y="3392400"/>
          <a:ext cx="762619" cy="549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560" imgH="203040" progId="Equation.DSMT4">
                  <p:embed/>
                </p:oleObj>
              </mc:Choice>
              <mc:Fallback>
                <p:oleObj name="Equation" r:id="rId11" imgW="30456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960" y="3392400"/>
                        <a:ext cx="762619" cy="549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CD54F15B-448D-4FE4-B771-D6A7916B7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342132"/>
              </p:ext>
            </p:extLst>
          </p:nvPr>
        </p:nvGraphicFramePr>
        <p:xfrm>
          <a:off x="9045576" y="3387102"/>
          <a:ext cx="879474" cy="54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320" imgH="203040" progId="Equation.DSMT4">
                  <p:embed/>
                </p:oleObj>
              </mc:Choice>
              <mc:Fallback>
                <p:oleObj name="Equation" r:id="rId13" imgW="35532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5576" y="3387102"/>
                        <a:ext cx="879474" cy="54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" name="Picture 9" descr="mi-1130-niederlande">
            <a:extLst>
              <a:ext uri="{FF2B5EF4-FFF2-40B4-BE49-F238E27FC236}">
                <a16:creationId xmlns:a16="http://schemas.microsoft.com/office/drawing/2014/main" id="{3349061A-D5DE-48F6-89C1-F69C9850C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2011363"/>
            <a:ext cx="24765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>
            <a:extLst>
              <a:ext uri="{FF2B5EF4-FFF2-40B4-BE49-F238E27FC236}">
                <a16:creationId xmlns:a16="http://schemas.microsoft.com/office/drawing/2014/main" id="{9DA7A0C4-C48E-4FCA-9CA4-55A0A3C5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4DDF7F-069D-4D09-A818-74C0425710D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2" name="Rectangle 2">
            <a:extLst>
              <a:ext uri="{FF2B5EF4-FFF2-40B4-BE49-F238E27FC236}">
                <a16:creationId xmlns:a16="http://schemas.microsoft.com/office/drawing/2014/main" id="{A3D24FBA-0C4D-452D-A1B9-6B3B803B76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19075" y="165100"/>
            <a:ext cx="39624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华文仿宋" pitchFamily="2" charset="-122"/>
                <a:ea typeface="华文仿宋" pitchFamily="2" charset="-122"/>
                <a:cs typeface="+mn-cs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华文仿宋" pitchFamily="2" charset="-122"/>
                <a:ea typeface="华文仿宋" pitchFamily="2" charset="-122"/>
                <a:cs typeface="+mn-cs"/>
              </a:rPr>
              <a:t>梯度的基本运算公式</a:t>
            </a:r>
          </a:p>
        </p:txBody>
      </p:sp>
      <p:graphicFrame>
        <p:nvGraphicFramePr>
          <p:cNvPr id="400387" name="Object 3">
            <a:extLst>
              <a:ext uri="{FF2B5EF4-FFF2-40B4-BE49-F238E27FC236}">
                <a16:creationId xmlns:a16="http://schemas.microsoft.com/office/drawing/2014/main" id="{6F77F7F3-F43E-4181-AA6E-BF2668249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219200"/>
          <a:ext cx="2260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576" imgH="431742" progId="Equation.3">
                  <p:embed/>
                </p:oleObj>
              </mc:Choice>
              <mc:Fallback>
                <p:oleObj name="Equation" r:id="rId2" imgW="2222576" imgH="43174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219200"/>
                        <a:ext cx="2260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8" name="Object 4">
            <a:extLst>
              <a:ext uri="{FF2B5EF4-FFF2-40B4-BE49-F238E27FC236}">
                <a16:creationId xmlns:a16="http://schemas.microsoft.com/office/drawing/2014/main" id="{934704A2-09DE-4392-9E6A-B02CCAD0FC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1905000"/>
          <a:ext cx="382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84708" imgH="362123" progId="Equation.3">
                  <p:embed/>
                </p:oleObj>
              </mc:Choice>
              <mc:Fallback>
                <p:oleObj name="Equation" r:id="rId4" imgW="3784708" imgH="3621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1905000"/>
                        <a:ext cx="382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89" name="Object 5">
            <a:extLst>
              <a:ext uri="{FF2B5EF4-FFF2-40B4-BE49-F238E27FC236}">
                <a16:creationId xmlns:a16="http://schemas.microsoft.com/office/drawing/2014/main" id="{C76C5375-7790-4754-BFB2-1F6EDB4EB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2590800"/>
          <a:ext cx="502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90938" imgH="362123" progId="Equation.3">
                  <p:embed/>
                </p:oleObj>
              </mc:Choice>
              <mc:Fallback>
                <p:oleObj name="Equation" r:id="rId6" imgW="4990938" imgH="3621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2590800"/>
                        <a:ext cx="5029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0" name="Object 6">
            <a:extLst>
              <a:ext uri="{FF2B5EF4-FFF2-40B4-BE49-F238E27FC236}">
                <a16:creationId xmlns:a16="http://schemas.microsoft.com/office/drawing/2014/main" id="{78A2F9E9-5287-4CA6-A74F-853870373A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3276600"/>
          <a:ext cx="5216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181859" imgH="362123" progId="Equation.3">
                  <p:embed/>
                </p:oleObj>
              </mc:Choice>
              <mc:Fallback>
                <p:oleObj name="Equation" r:id="rId8" imgW="5181859" imgH="3621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3276600"/>
                        <a:ext cx="5216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391" name="Object 7">
            <a:extLst>
              <a:ext uri="{FF2B5EF4-FFF2-40B4-BE49-F238E27FC236}">
                <a16:creationId xmlns:a16="http://schemas.microsoft.com/office/drawing/2014/main" id="{47686A0D-FF53-4584-8DCA-CFF8FFD74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2350" y="3962400"/>
          <a:ext cx="4254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10131" imgH="380827" progId="Equation.3">
                  <p:embed/>
                </p:oleObj>
              </mc:Choice>
              <mc:Fallback>
                <p:oleObj name="Equation" r:id="rId10" imgW="4210131" imgH="38082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3962400"/>
                        <a:ext cx="4254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0528D22F-EAAF-401F-83CE-5F11550B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23DEFF-3168-41F9-A0E5-0F4C847D074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5">
            <a:extLst>
              <a:ext uri="{FF2B5EF4-FFF2-40B4-BE49-F238E27FC236}">
                <a16:creationId xmlns:a16="http://schemas.microsoft.com/office/drawing/2014/main" id="{1BC0FAF5-574C-4836-8B21-794AE5FB8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33375"/>
            <a:ext cx="33845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内容小结</a:t>
            </a:r>
          </a:p>
        </p:txBody>
      </p:sp>
      <p:sp>
        <p:nvSpPr>
          <p:cNvPr id="394246" name="Text Box 6">
            <a:extLst>
              <a:ext uri="{FF2B5EF4-FFF2-40B4-BE49-F238E27FC236}">
                <a16:creationId xmlns:a16="http://schemas.microsoft.com/office/drawing/2014/main" id="{0DACB1A0-ADFF-41D8-BF80-4A701696A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1341438"/>
            <a:ext cx="309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(1).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方向导数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4265" name="Text Box 25">
            <a:extLst>
              <a:ext uri="{FF2B5EF4-FFF2-40B4-BE49-F238E27FC236}">
                <a16:creationId xmlns:a16="http://schemas.microsoft.com/office/drawing/2014/main" id="{8D134A7C-B98E-4892-B3B3-FAC8BB82F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4870450"/>
            <a:ext cx="4681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(2).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方向导数的几何意义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94266" name="Object 26">
            <a:extLst>
              <a:ext uri="{FF2B5EF4-FFF2-40B4-BE49-F238E27FC236}">
                <a16:creationId xmlns:a16="http://schemas.microsoft.com/office/drawing/2014/main" id="{13FD1666-A559-4B51-ACF2-768DE5B54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976479"/>
              </p:ext>
            </p:extLst>
          </p:nvPr>
        </p:nvGraphicFramePr>
        <p:xfrm>
          <a:off x="3503612" y="1068388"/>
          <a:ext cx="5832747" cy="112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68600" imgH="469900" progId="Equation.3">
                  <p:embed/>
                </p:oleObj>
              </mc:Choice>
              <mc:Fallback>
                <p:oleObj name="公式" r:id="rId2" imgW="2768600" imgH="4699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2" y="1068388"/>
                        <a:ext cx="5832747" cy="1128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3002" name="Object 3">
            <a:extLst>
              <a:ext uri="{FF2B5EF4-FFF2-40B4-BE49-F238E27FC236}">
                <a16:creationId xmlns:a16="http://schemas.microsoft.com/office/drawing/2014/main" id="{F90F95DB-7F98-434A-A653-7ADC63A4E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712672"/>
              </p:ext>
            </p:extLst>
          </p:nvPr>
        </p:nvGraphicFramePr>
        <p:xfrm>
          <a:off x="4511824" y="2352476"/>
          <a:ext cx="3312963" cy="542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241200" progId="Equation.DSMT4">
                  <p:embed/>
                </p:oleObj>
              </mc:Choice>
              <mc:Fallback>
                <p:oleObj name="Equation" r:id="rId4" imgW="18288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2352476"/>
                        <a:ext cx="3312963" cy="542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30">
            <a:extLst>
              <a:ext uri="{FF2B5EF4-FFF2-40B4-BE49-F238E27FC236}">
                <a16:creationId xmlns:a16="http://schemas.microsoft.com/office/drawing/2014/main" id="{AF5999FD-0F32-4C4B-92A7-C653802BA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653739"/>
              </p:ext>
            </p:extLst>
          </p:nvPr>
        </p:nvGraphicFramePr>
        <p:xfrm>
          <a:off x="4543010" y="3050725"/>
          <a:ext cx="2057046" cy="835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304560" progId="Equation.DSMT4">
                  <p:embed/>
                </p:oleObj>
              </mc:Choice>
              <mc:Fallback>
                <p:oleObj name="Equation" r:id="rId6" imgW="927000" imgH="30456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010" y="3050725"/>
                        <a:ext cx="2057046" cy="835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0185" name="Picture 39">
            <a:extLst>
              <a:ext uri="{FF2B5EF4-FFF2-40B4-BE49-F238E27FC236}">
                <a16:creationId xmlns:a16="http://schemas.microsoft.com/office/drawing/2014/main" id="{BBA3876D-6002-4657-800F-884D96284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4800600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187" name="Object 22">
            <a:extLst>
              <a:ext uri="{FF2B5EF4-FFF2-40B4-BE49-F238E27FC236}">
                <a16:creationId xmlns:a16="http://schemas.microsoft.com/office/drawing/2014/main" id="{83522B5C-BF97-4E97-A3F1-3EBDA35C8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26973"/>
              </p:ext>
            </p:extLst>
          </p:nvPr>
        </p:nvGraphicFramePr>
        <p:xfrm>
          <a:off x="4511824" y="3935785"/>
          <a:ext cx="4681538" cy="72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82600" imgH="266400" progId="Equation.DSMT4">
                  <p:embed/>
                </p:oleObj>
              </mc:Choice>
              <mc:Fallback>
                <p:oleObj name="Equation" r:id="rId9" imgW="2082600" imgH="266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3935785"/>
                        <a:ext cx="4681538" cy="72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04">
            <a:extLst>
              <a:ext uri="{FF2B5EF4-FFF2-40B4-BE49-F238E27FC236}">
                <a16:creationId xmlns:a16="http://schemas.microsoft.com/office/drawing/2014/main" id="{D46C2DBA-A0B7-4236-9EBE-E9910A205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1622" y="2337585"/>
            <a:ext cx="95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可微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  <p:sp>
        <p:nvSpPr>
          <p:cNvPr id="16" name="矩形 104">
            <a:extLst>
              <a:ext uri="{FF2B5EF4-FFF2-40B4-BE49-F238E27FC236}">
                <a16:creationId xmlns:a16="http://schemas.microsoft.com/office/drawing/2014/main" id="{B4653697-387C-4078-B477-748820D8F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096" y="3237536"/>
            <a:ext cx="95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可微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6" grpId="0" autoUpdateAnimBg="0"/>
      <p:bldP spid="394265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2E2F2B9C-B82B-4A23-ACC2-AEC007C0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FC29F3-0C8B-4436-9DFA-F836EA12971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4484" name="Text Box 4">
            <a:extLst>
              <a:ext uri="{FF2B5EF4-FFF2-40B4-BE49-F238E27FC236}">
                <a16:creationId xmlns:a16="http://schemas.microsoft.com/office/drawing/2014/main" id="{E691DBAC-A7E1-426E-8A97-3E34D0D3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2420938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变化率最大的方向</a:t>
            </a:r>
          </a:p>
        </p:txBody>
      </p:sp>
      <p:sp>
        <p:nvSpPr>
          <p:cNvPr id="404485" name="Text Box 5">
            <a:extLst>
              <a:ext uri="{FF2B5EF4-FFF2-40B4-BE49-F238E27FC236}">
                <a16:creationId xmlns:a16="http://schemas.microsoft.com/office/drawing/2014/main" id="{9101D917-4089-44C1-B76D-89DD80CD8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924175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模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 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的最大变化率之值</a:t>
            </a:r>
          </a:p>
        </p:txBody>
      </p:sp>
      <p:sp>
        <p:nvSpPr>
          <p:cNvPr id="404486" name="AutoShape 6">
            <a:extLst>
              <a:ext uri="{FF2B5EF4-FFF2-40B4-BE49-F238E27FC236}">
                <a16:creationId xmlns:a16="http://schemas.microsoft.com/office/drawing/2014/main" id="{F4CC5505-41F2-4A8A-BD5F-D3BD6D760691}"/>
              </a:ext>
            </a:extLst>
          </p:cNvPr>
          <p:cNvSpPr>
            <a:spLocks/>
          </p:cNvSpPr>
          <p:nvPr/>
        </p:nvSpPr>
        <p:spPr bwMode="auto">
          <a:xfrm>
            <a:off x="3422650" y="24971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4490" name="Text Box 10">
            <a:extLst>
              <a:ext uri="{FF2B5EF4-FFF2-40B4-BE49-F238E27FC236}">
                <a16:creationId xmlns:a16="http://schemas.microsoft.com/office/drawing/2014/main" id="{4DC1F6E7-1682-4F34-92A1-ABFEF78B0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2738" y="371475"/>
            <a:ext cx="4681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(3).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梯度向量的意义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4491" name="Object 11">
            <a:extLst>
              <a:ext uri="{FF2B5EF4-FFF2-40B4-BE49-F238E27FC236}">
                <a16:creationId xmlns:a16="http://schemas.microsoft.com/office/drawing/2014/main" id="{C8C0A48E-BCF1-45D4-914C-41BEBF33C8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1100" y="1490663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70" imgH="362123" progId="Equation.3">
                  <p:embed/>
                </p:oleObj>
              </mc:Choice>
              <mc:Fallback>
                <p:oleObj name="Equation" r:id="rId2" imgW="1066670" imgH="3621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490663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2" name="Object 12">
            <a:extLst>
              <a:ext uri="{FF2B5EF4-FFF2-40B4-BE49-F238E27FC236}">
                <a16:creationId xmlns:a16="http://schemas.microsoft.com/office/drawing/2014/main" id="{893C95E8-40CB-4E8C-8429-9F8252E52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1268413"/>
          <a:ext cx="307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28804" imgH="895177" progId="Equation.3">
                  <p:embed/>
                </p:oleObj>
              </mc:Choice>
              <mc:Fallback>
                <p:oleObj name="Equation" r:id="rId4" imgW="3028804" imgH="89517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268413"/>
                        <a:ext cx="3073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3" name="Object 13">
            <a:extLst>
              <a:ext uri="{FF2B5EF4-FFF2-40B4-BE49-F238E27FC236}">
                <a16:creationId xmlns:a16="http://schemas.microsoft.com/office/drawing/2014/main" id="{9CBD62A5-3F66-40EC-B2CF-B4FDE53408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1268413"/>
          <a:ext cx="3390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3059" imgH="895177" progId="Equation.3">
                  <p:embed/>
                </p:oleObj>
              </mc:Choice>
              <mc:Fallback>
                <p:oleObj name="Equation" r:id="rId6" imgW="3353059" imgH="89517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268413"/>
                        <a:ext cx="3390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10" name="Picture 39">
            <a:extLst>
              <a:ext uri="{FF2B5EF4-FFF2-40B4-BE49-F238E27FC236}">
                <a16:creationId xmlns:a16="http://schemas.microsoft.com/office/drawing/2014/main" id="{C8629529-1A7C-4725-860B-5A8880F2C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4">
            <a:extLst>
              <a:ext uri="{FF2B5EF4-FFF2-40B4-BE49-F238E27FC236}">
                <a16:creationId xmlns:a16="http://schemas.microsoft.com/office/drawing/2014/main" id="{C4EE2E52-A0D7-476C-8AED-7FFAEB556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4430" y="341502"/>
            <a:ext cx="95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kumimoji="0" lang="zh-CN" altLang="en-US" dirty="0">
                <a:solidFill>
                  <a:schemeClr val="tx1"/>
                </a:solidFill>
                <a:latin typeface="+mn-ea"/>
                <a:ea typeface="+mn-ea"/>
                <a:cs typeface="宋体" pitchFamily="2" charset="-122"/>
                <a:sym typeface="Wingdings" pitchFamily="2" charset="2"/>
              </a:rPr>
              <a:t>可微</a:t>
            </a:r>
            <a:endParaRPr lang="zh-CN" altLang="en-US" dirty="0">
              <a:latin typeface="+mn-ea"/>
              <a:ea typeface="+mn-ea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autoUpdateAnimBg="0"/>
      <p:bldP spid="404485" grpId="0" autoUpdateAnimBg="0"/>
      <p:bldP spid="40448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23F757E-D6D2-4259-91DA-76FD55B20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836613"/>
            <a:ext cx="1223963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连续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DD4F730-FE23-4AC8-A847-F10A309C8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偏导连续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F9E075C-77A9-4289-BB15-CB6B4467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可微分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7FC15E75-6FE5-40BB-8252-E0BC7DFCE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2781300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偏导存在</a:t>
            </a:r>
          </a:p>
        </p:txBody>
      </p:sp>
      <p:sp>
        <p:nvSpPr>
          <p:cNvPr id="52230" name="Line 6">
            <a:extLst>
              <a:ext uri="{FF2B5EF4-FFF2-40B4-BE49-F238E27FC236}">
                <a16:creationId xmlns:a16="http://schemas.microsoft.com/office/drawing/2014/main" id="{098E343B-5985-4C72-AB2E-995416BC6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3975" y="1196975"/>
            <a:ext cx="1150938" cy="1296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231" name="Group 7">
            <a:extLst>
              <a:ext uri="{FF2B5EF4-FFF2-40B4-BE49-F238E27FC236}">
                <a16:creationId xmlns:a16="http://schemas.microsoft.com/office/drawing/2014/main" id="{AFD60515-F5AE-4DD7-8AFC-4A7052F1E42F}"/>
              </a:ext>
            </a:extLst>
          </p:cNvPr>
          <p:cNvGrpSpPr>
            <a:grpSpLocks/>
          </p:cNvGrpSpPr>
          <p:nvPr/>
        </p:nvGrpSpPr>
        <p:grpSpPr bwMode="auto">
          <a:xfrm>
            <a:off x="4079875" y="1341438"/>
            <a:ext cx="1223963" cy="1368425"/>
            <a:chOff x="1610" y="845"/>
            <a:chExt cx="771" cy="862"/>
          </a:xfrm>
        </p:grpSpPr>
        <p:sp>
          <p:nvSpPr>
            <p:cNvPr id="52269" name="Line 8">
              <a:extLst>
                <a:ext uri="{FF2B5EF4-FFF2-40B4-BE49-F238E27FC236}">
                  <a16:creationId xmlns:a16="http://schemas.microsoft.com/office/drawing/2014/main" id="{B3499E08-4355-463B-A77C-EB8930480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845"/>
              <a:ext cx="771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0" name="Line 9">
              <a:extLst>
                <a:ext uri="{FF2B5EF4-FFF2-40B4-BE49-F238E27FC236}">
                  <a16:creationId xmlns:a16="http://schemas.microsoft.com/office/drawing/2014/main" id="{10F095DC-1D38-4F33-95D0-B1AF6DF05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16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32" name="Line 10">
            <a:extLst>
              <a:ext uri="{FF2B5EF4-FFF2-40B4-BE49-F238E27FC236}">
                <a16:creationId xmlns:a16="http://schemas.microsoft.com/office/drawing/2014/main" id="{C26D79AF-2335-45F2-ACF3-392736C93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3" name="Line 11">
            <a:extLst>
              <a:ext uri="{FF2B5EF4-FFF2-40B4-BE49-F238E27FC236}">
                <a16:creationId xmlns:a16="http://schemas.microsoft.com/office/drawing/2014/main" id="{169416B7-0DE9-4BB2-B0BA-A8FA23140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4" name="Line 15">
            <a:extLst>
              <a:ext uri="{FF2B5EF4-FFF2-40B4-BE49-F238E27FC236}">
                <a16:creationId xmlns:a16="http://schemas.microsoft.com/office/drawing/2014/main" id="{81D63201-1D15-42EF-8550-F102D0E34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1412875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235" name="Group 16">
            <a:extLst>
              <a:ext uri="{FF2B5EF4-FFF2-40B4-BE49-F238E27FC236}">
                <a16:creationId xmlns:a16="http://schemas.microsoft.com/office/drawing/2014/main" id="{DC07206E-827C-45AE-A098-AAF0D8E1D5CC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1412875"/>
            <a:ext cx="288925" cy="1368425"/>
            <a:chOff x="2835" y="890"/>
            <a:chExt cx="182" cy="862"/>
          </a:xfrm>
        </p:grpSpPr>
        <p:sp>
          <p:nvSpPr>
            <p:cNvPr id="52267" name="Line 17">
              <a:extLst>
                <a:ext uri="{FF2B5EF4-FFF2-40B4-BE49-F238E27FC236}">
                  <a16:creationId xmlns:a16="http://schemas.microsoft.com/office/drawing/2014/main" id="{11742711-775E-4627-8CA6-DD7B4926A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8" name="Line 18">
              <a:extLst>
                <a:ext uri="{FF2B5EF4-FFF2-40B4-BE49-F238E27FC236}">
                  <a16:creationId xmlns:a16="http://schemas.microsoft.com/office/drawing/2014/main" id="{659810A0-2BC4-4888-A5E8-9763015DE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36" name="Rectangle 20">
            <a:extLst>
              <a:ext uri="{FF2B5EF4-FFF2-40B4-BE49-F238E27FC236}">
                <a16:creationId xmlns:a16="http://schemas.microsoft.com/office/drawing/2014/main" id="{D3BFD041-8C73-4AC4-B879-A54D4F54C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2352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2237" name="Group 28">
            <a:extLst>
              <a:ext uri="{FF2B5EF4-FFF2-40B4-BE49-F238E27FC236}">
                <a16:creationId xmlns:a16="http://schemas.microsoft.com/office/drawing/2014/main" id="{0B3C5408-0346-4017-82B8-8418D9BEAA7C}"/>
              </a:ext>
            </a:extLst>
          </p:cNvPr>
          <p:cNvGrpSpPr>
            <a:grpSpLocks/>
          </p:cNvGrpSpPr>
          <p:nvPr/>
        </p:nvGrpSpPr>
        <p:grpSpPr bwMode="auto">
          <a:xfrm>
            <a:off x="4367213" y="2924175"/>
            <a:ext cx="792162" cy="288925"/>
            <a:chOff x="1837" y="1888"/>
            <a:chExt cx="499" cy="182"/>
          </a:xfrm>
        </p:grpSpPr>
        <p:sp>
          <p:nvSpPr>
            <p:cNvPr id="52265" name="Line 29">
              <a:extLst>
                <a:ext uri="{FF2B5EF4-FFF2-40B4-BE49-F238E27FC236}">
                  <a16:creationId xmlns:a16="http://schemas.microsoft.com/office/drawing/2014/main" id="{F2D25A41-FDD4-4A02-9040-33F284769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1979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6" name="Line 30">
              <a:extLst>
                <a:ext uri="{FF2B5EF4-FFF2-40B4-BE49-F238E27FC236}">
                  <a16:creationId xmlns:a16="http://schemas.microsoft.com/office/drawing/2014/main" id="{8A772D61-D6E5-4F5E-8DA6-0B5943F5D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888"/>
              <a:ext cx="45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8" name="Group 34">
            <a:extLst>
              <a:ext uri="{FF2B5EF4-FFF2-40B4-BE49-F238E27FC236}">
                <a16:creationId xmlns:a16="http://schemas.microsoft.com/office/drawing/2014/main" id="{3FF04C9E-4094-4AE8-B14C-5DF0E1267D60}"/>
              </a:ext>
            </a:extLst>
          </p:cNvPr>
          <p:cNvGrpSpPr>
            <a:grpSpLocks/>
          </p:cNvGrpSpPr>
          <p:nvPr/>
        </p:nvGrpSpPr>
        <p:grpSpPr bwMode="auto">
          <a:xfrm>
            <a:off x="6672263" y="2997200"/>
            <a:ext cx="908050" cy="344488"/>
            <a:chOff x="3243" y="1888"/>
            <a:chExt cx="499" cy="182"/>
          </a:xfrm>
        </p:grpSpPr>
        <p:sp>
          <p:nvSpPr>
            <p:cNvPr id="52263" name="Line 35">
              <a:extLst>
                <a:ext uri="{FF2B5EF4-FFF2-40B4-BE49-F238E27FC236}">
                  <a16:creationId xmlns:a16="http://schemas.microsoft.com/office/drawing/2014/main" id="{850615E3-633C-41DD-8C61-BDF26808D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979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4" name="Line 36">
              <a:extLst>
                <a:ext uri="{FF2B5EF4-FFF2-40B4-BE49-F238E27FC236}">
                  <a16:creationId xmlns:a16="http://schemas.microsoft.com/office/drawing/2014/main" id="{03B7DF52-5971-4B35-ACB1-54926088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888"/>
              <a:ext cx="45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2239" name="Picture 39">
            <a:extLst>
              <a:ext uri="{FF2B5EF4-FFF2-40B4-BE49-F238E27FC236}">
                <a16:creationId xmlns:a16="http://schemas.microsoft.com/office/drawing/2014/main" id="{42F6119F-AC3B-439A-9F7E-780B00177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0" name="Rectangle 4">
            <a:extLst>
              <a:ext uri="{FF2B5EF4-FFF2-40B4-BE49-F238E27FC236}">
                <a16:creationId xmlns:a16="http://schemas.microsoft.com/office/drawing/2014/main" id="{D72D5565-9804-4407-B5A7-2EC8143AD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4868863"/>
            <a:ext cx="2087562" cy="504825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方向导数存在 </a:t>
            </a:r>
          </a:p>
        </p:txBody>
      </p:sp>
      <p:sp>
        <p:nvSpPr>
          <p:cNvPr id="52241" name="Line 6">
            <a:extLst>
              <a:ext uri="{FF2B5EF4-FFF2-40B4-BE49-F238E27FC236}">
                <a16:creationId xmlns:a16="http://schemas.microsoft.com/office/drawing/2014/main" id="{E4F3C213-83C9-4BA6-8F52-C9A462BBF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3357563"/>
            <a:ext cx="0" cy="143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242" name="Group 16">
            <a:extLst>
              <a:ext uri="{FF2B5EF4-FFF2-40B4-BE49-F238E27FC236}">
                <a16:creationId xmlns:a16="http://schemas.microsoft.com/office/drawing/2014/main" id="{D9F84F94-F364-4D27-97DA-0C2489C395A5}"/>
              </a:ext>
            </a:extLst>
          </p:cNvPr>
          <p:cNvGrpSpPr>
            <a:grpSpLocks/>
          </p:cNvGrpSpPr>
          <p:nvPr/>
        </p:nvGrpSpPr>
        <p:grpSpPr bwMode="auto">
          <a:xfrm>
            <a:off x="7608888" y="3284538"/>
            <a:ext cx="288925" cy="1368425"/>
            <a:chOff x="2835" y="890"/>
            <a:chExt cx="182" cy="862"/>
          </a:xfrm>
        </p:grpSpPr>
        <p:sp>
          <p:nvSpPr>
            <p:cNvPr id="52261" name="Line 17">
              <a:extLst>
                <a:ext uri="{FF2B5EF4-FFF2-40B4-BE49-F238E27FC236}">
                  <a16:creationId xmlns:a16="http://schemas.microsoft.com/office/drawing/2014/main" id="{17EC6ADD-9867-4729-9C9A-83B281EE0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2" name="Line 18">
              <a:extLst>
                <a:ext uri="{FF2B5EF4-FFF2-40B4-BE49-F238E27FC236}">
                  <a16:creationId xmlns:a16="http://schemas.microsoft.com/office/drawing/2014/main" id="{11B4D3FA-B171-4D8E-B039-6434377F5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43" name="Group 16">
            <a:extLst>
              <a:ext uri="{FF2B5EF4-FFF2-40B4-BE49-F238E27FC236}">
                <a16:creationId xmlns:a16="http://schemas.microsoft.com/office/drawing/2014/main" id="{5B770171-C4DC-4A0B-B0B9-A63CECA0C6F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735638" y="3284538"/>
            <a:ext cx="576262" cy="1512887"/>
            <a:chOff x="2835" y="890"/>
            <a:chExt cx="182" cy="862"/>
          </a:xfrm>
        </p:grpSpPr>
        <p:sp>
          <p:nvSpPr>
            <p:cNvPr id="52259" name="Line 17">
              <a:extLst>
                <a:ext uri="{FF2B5EF4-FFF2-40B4-BE49-F238E27FC236}">
                  <a16:creationId xmlns:a16="http://schemas.microsoft.com/office/drawing/2014/main" id="{08A47CD6-8E94-4D38-A5FE-E8E1493C0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0" name="Line 18">
              <a:extLst>
                <a:ext uri="{FF2B5EF4-FFF2-40B4-BE49-F238E27FC236}">
                  <a16:creationId xmlns:a16="http://schemas.microsoft.com/office/drawing/2014/main" id="{A800E3D3-4258-4033-9190-D2593C032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44" name="Group 16">
            <a:extLst>
              <a:ext uri="{FF2B5EF4-FFF2-40B4-BE49-F238E27FC236}">
                <a16:creationId xmlns:a16="http://schemas.microsoft.com/office/drawing/2014/main" id="{FAA3BE32-3698-4798-BB9C-61AA04BE201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751763" y="3213100"/>
            <a:ext cx="576262" cy="1511300"/>
            <a:chOff x="2835" y="890"/>
            <a:chExt cx="182" cy="862"/>
          </a:xfrm>
        </p:grpSpPr>
        <p:sp>
          <p:nvSpPr>
            <p:cNvPr id="52257" name="Line 17">
              <a:extLst>
                <a:ext uri="{FF2B5EF4-FFF2-40B4-BE49-F238E27FC236}">
                  <a16:creationId xmlns:a16="http://schemas.microsoft.com/office/drawing/2014/main" id="{076E1F23-59DC-4269-B660-CC84CAD0B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58" name="Line 18">
              <a:extLst>
                <a:ext uri="{FF2B5EF4-FFF2-40B4-BE49-F238E27FC236}">
                  <a16:creationId xmlns:a16="http://schemas.microsoft.com/office/drawing/2014/main" id="{872C62E9-2C59-4D11-AC6A-D366F7294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45" name="组合 52">
            <a:extLst>
              <a:ext uri="{FF2B5EF4-FFF2-40B4-BE49-F238E27FC236}">
                <a16:creationId xmlns:a16="http://schemas.microsoft.com/office/drawing/2014/main" id="{9F31D056-C0F3-4323-8340-BEBDAE98ADC4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1341438"/>
            <a:ext cx="1293813" cy="1295400"/>
            <a:chOff x="5076056" y="1340768"/>
            <a:chExt cx="1295078" cy="1295400"/>
          </a:xfrm>
        </p:grpSpPr>
        <p:grpSp>
          <p:nvGrpSpPr>
            <p:cNvPr id="52253" name="Group 22">
              <a:extLst>
                <a:ext uri="{FF2B5EF4-FFF2-40B4-BE49-F238E27FC236}">
                  <a16:creationId xmlns:a16="http://schemas.microsoft.com/office/drawing/2014/main" id="{226E83B2-76A0-444D-BD33-510C41F8D8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6096" y="1340768"/>
              <a:ext cx="935038" cy="1295400"/>
              <a:chOff x="3470" y="890"/>
              <a:chExt cx="589" cy="816"/>
            </a:xfrm>
          </p:grpSpPr>
          <p:sp>
            <p:nvSpPr>
              <p:cNvPr id="52255" name="Line 23">
                <a:extLst>
                  <a:ext uri="{FF2B5EF4-FFF2-40B4-BE49-F238E27FC236}">
                    <a16:creationId xmlns:a16="http://schemas.microsoft.com/office/drawing/2014/main" id="{EA5F2F66-3872-4D79-8D97-4339FB7FA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0" y="890"/>
                <a:ext cx="589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6" name="Line 24">
                <a:extLst>
                  <a:ext uri="{FF2B5EF4-FFF2-40B4-BE49-F238E27FC236}">
                    <a16:creationId xmlns:a16="http://schemas.microsoft.com/office/drawing/2014/main" id="{9DA17FF5-E7C0-42AA-9D6F-9B83B356E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162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52254" name="Picture 14" descr="http://images.sbar.com.cn/2009/07/27/09b77af57e00aa1ac8e07f0dddf5f493.jpg">
              <a:extLst>
                <a:ext uri="{FF2B5EF4-FFF2-40B4-BE49-F238E27FC236}">
                  <a16:creationId xmlns:a16="http://schemas.microsoft.com/office/drawing/2014/main" id="{A5325BBE-D8C0-4C0F-9FCA-E9A751666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1772816"/>
              <a:ext cx="576064" cy="787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2246" name="组合 53">
            <a:extLst>
              <a:ext uri="{FF2B5EF4-FFF2-40B4-BE49-F238E27FC236}">
                <a16:creationId xmlns:a16="http://schemas.microsoft.com/office/drawing/2014/main" id="{0495530B-23E1-48F2-BEF5-5B5A038ADBD6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1052513"/>
            <a:ext cx="1157288" cy="1585912"/>
            <a:chOff x="5724525" y="1052736"/>
            <a:chExt cx="1157337" cy="1585689"/>
          </a:xfrm>
        </p:grpSpPr>
        <p:grpSp>
          <p:nvGrpSpPr>
            <p:cNvPr id="52249" name="Group 12">
              <a:extLst>
                <a:ext uri="{FF2B5EF4-FFF2-40B4-BE49-F238E27FC236}">
                  <a16:creationId xmlns:a16="http://schemas.microsoft.com/office/drawing/2014/main" id="{5BA35AA6-058A-4FEF-9967-D1FA03D0B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525" y="1196975"/>
              <a:ext cx="1079500" cy="1441450"/>
              <a:chOff x="3606" y="754"/>
              <a:chExt cx="680" cy="908"/>
            </a:xfrm>
          </p:grpSpPr>
          <p:sp>
            <p:nvSpPr>
              <p:cNvPr id="52251" name="Line 13">
                <a:extLst>
                  <a:ext uri="{FF2B5EF4-FFF2-40B4-BE49-F238E27FC236}">
                    <a16:creationId xmlns:a16="http://schemas.microsoft.com/office/drawing/2014/main" id="{80F5728E-E25E-4FE5-8441-1C4361126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754"/>
                <a:ext cx="680" cy="9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2" name="Line 14">
                <a:extLst>
                  <a:ext uri="{FF2B5EF4-FFF2-40B4-BE49-F238E27FC236}">
                    <a16:creationId xmlns:a16="http://schemas.microsoft.com/office/drawing/2014/main" id="{642FAFE7-8CCE-4188-B411-214A16403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52250" name="Picture 23">
              <a:extLst>
                <a:ext uri="{FF2B5EF4-FFF2-40B4-BE49-F238E27FC236}">
                  <a16:creationId xmlns:a16="http://schemas.microsoft.com/office/drawing/2014/main" id="{D461B34B-1B7C-42F7-A9DF-35C2923253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8184" y="1052736"/>
              <a:ext cx="653678" cy="792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247" name="灯片编号占位符 49">
            <a:extLst>
              <a:ext uri="{FF2B5EF4-FFF2-40B4-BE49-F238E27FC236}">
                <a16:creationId xmlns:a16="http://schemas.microsoft.com/office/drawing/2014/main" id="{439F2381-9B79-4788-836E-6B2369E6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72CB91-DEBE-4F41-89C0-9DE0363DABE2}" type="slidenum">
              <a:rPr lang="zh-CN" altLang="en-US" sz="1200" smtClean="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zh-CN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48" name="Text Box 10">
            <a:extLst>
              <a:ext uri="{FF2B5EF4-FFF2-40B4-BE49-F238E27FC236}">
                <a16:creationId xmlns:a16="http://schemas.microsoft.com/office/drawing/2014/main" id="{4BB82D76-AFE4-415E-9F6E-609B67854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271463"/>
            <a:ext cx="4681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(4).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微分学概念之间关系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FF03F0-8478-41F9-8D8C-C409B699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C0F0D-184C-41F9-82CA-CF38B4B2AF0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C035EF-873A-4FC4-ACFE-50A6D1B06363}"/>
              </a:ext>
            </a:extLst>
          </p:cNvPr>
          <p:cNvSpPr txBox="1"/>
          <p:nvPr/>
        </p:nvSpPr>
        <p:spPr>
          <a:xfrm>
            <a:off x="1468287" y="545793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函数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F86284-FA3C-4AE4-B405-387C2A3DE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584" y="545793"/>
          <a:ext cx="1867680" cy="526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53800" progId="Equation.DSMT4">
                  <p:embed/>
                </p:oleObj>
              </mc:Choice>
              <mc:Fallback>
                <p:oleObj name="Equation" r:id="rId2" imgW="901440" imgH="253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F86284-FA3C-4AE4-B405-387C2A3DE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4" y="545793"/>
                        <a:ext cx="1867680" cy="526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E058BC4-D018-42E7-820E-A49DE75ED816}"/>
              </a:ext>
            </a:extLst>
          </p:cNvPr>
          <p:cNvSpPr txBox="1"/>
          <p:nvPr/>
        </p:nvSpPr>
        <p:spPr>
          <a:xfrm>
            <a:off x="4219264" y="545793"/>
            <a:ext cx="2524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        处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DD98358-C13E-4156-AA2E-817A052FD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9714" y="609206"/>
          <a:ext cx="693688" cy="39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203040" progId="Equation.DSMT4">
                  <p:embed/>
                </p:oleObj>
              </mc:Choice>
              <mc:Fallback>
                <p:oleObj name="Equation" r:id="rId4" imgW="35532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DD98358-C13E-4156-AA2E-817A052FD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9714" y="609206"/>
                        <a:ext cx="693688" cy="39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EB85930F-486B-4363-8E5E-0604EF271E23}"/>
              </a:ext>
            </a:extLst>
          </p:cNvPr>
          <p:cNvSpPr txBox="1"/>
          <p:nvPr/>
        </p:nvSpPr>
        <p:spPr>
          <a:xfrm>
            <a:off x="820066" y="1610683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1BF10E-D14F-4B78-8C11-E1082CC6A934}"/>
              </a:ext>
            </a:extLst>
          </p:cNvPr>
          <p:cNvSpPr txBox="1"/>
          <p:nvPr/>
        </p:nvSpPr>
        <p:spPr>
          <a:xfrm>
            <a:off x="1847528" y="1556792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沿各个方向的方向导数都存在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0BD73D-EDD7-49D1-95BB-74E4C849C1DD}"/>
              </a:ext>
            </a:extLst>
          </p:cNvPr>
          <p:cNvSpPr txBox="1"/>
          <p:nvPr/>
        </p:nvSpPr>
        <p:spPr>
          <a:xfrm>
            <a:off x="849690" y="2465427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941A2D-254E-4532-AC3E-C956BC56727E}"/>
              </a:ext>
            </a:extLst>
          </p:cNvPr>
          <p:cNvSpPr txBox="1"/>
          <p:nvPr/>
        </p:nvSpPr>
        <p:spPr>
          <a:xfrm>
            <a:off x="1884860" y="2465427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沿各个方向的方向导数都不存在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DC6285-4828-4626-8C26-327A619C8643}"/>
              </a:ext>
            </a:extLst>
          </p:cNvPr>
          <p:cNvSpPr txBox="1"/>
          <p:nvPr/>
        </p:nvSpPr>
        <p:spPr>
          <a:xfrm>
            <a:off x="849690" y="3266867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916A3A-6240-42D9-B84A-9CDB4985EDD3}"/>
              </a:ext>
            </a:extLst>
          </p:cNvPr>
          <p:cNvSpPr txBox="1"/>
          <p:nvPr/>
        </p:nvSpPr>
        <p:spPr>
          <a:xfrm>
            <a:off x="918172" y="4068307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65A6E3-3603-4694-8DB8-D51770389AC5}"/>
              </a:ext>
            </a:extLst>
          </p:cNvPr>
          <p:cNvSpPr txBox="1"/>
          <p:nvPr/>
        </p:nvSpPr>
        <p:spPr>
          <a:xfrm>
            <a:off x="1884860" y="3283478"/>
            <a:ext cx="9520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除方向          和           外，沿各个方向的方向导数都存在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DA6B1B1-0C11-4CA9-A631-72377B4A8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0306" y="3320172"/>
          <a:ext cx="998571" cy="46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203040" progId="Equation.DSMT4">
                  <p:embed/>
                </p:oleObj>
              </mc:Choice>
              <mc:Fallback>
                <p:oleObj name="Equation" r:id="rId6" imgW="431640" imgH="203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2DA6B1B1-0C11-4CA9-A631-72377B4A8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80306" y="3320172"/>
                        <a:ext cx="998571" cy="469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C613CB1-193D-486B-A417-8841A8C6D7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4063" y="3310314"/>
          <a:ext cx="998571" cy="46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203040" progId="Equation.DSMT4">
                  <p:embed/>
                </p:oleObj>
              </mc:Choice>
              <mc:Fallback>
                <p:oleObj name="Equation" r:id="rId8" imgW="431640" imgH="203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C613CB1-193D-486B-A417-8841A8C6D7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14063" y="3310314"/>
                        <a:ext cx="998571" cy="469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07EC5642-9AFE-43DB-935A-B73BF9A4B59C}"/>
              </a:ext>
            </a:extLst>
          </p:cNvPr>
          <p:cNvSpPr txBox="1"/>
          <p:nvPr/>
        </p:nvSpPr>
        <p:spPr>
          <a:xfrm>
            <a:off x="1889085" y="4041839"/>
            <a:ext cx="9520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除方向          和           外，沿各个方向的方向导数都不存在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42F6193-BD6C-4F4C-9FE8-D84B03FCD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31" y="4078533"/>
          <a:ext cx="998571" cy="46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40" imgH="203040" progId="Equation.DSMT4">
                  <p:embed/>
                </p:oleObj>
              </mc:Choice>
              <mc:Fallback>
                <p:oleObj name="Equation" r:id="rId10" imgW="431640" imgH="2030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42F6193-BD6C-4F4C-9FE8-D84B03FCD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84531" y="4078533"/>
                        <a:ext cx="998571" cy="469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EE3DC08-3B8F-458B-BA91-EF2EE96CA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288" y="4068675"/>
          <a:ext cx="998571" cy="469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1640" imgH="203040" progId="Equation.DSMT4">
                  <p:embed/>
                </p:oleObj>
              </mc:Choice>
              <mc:Fallback>
                <p:oleObj name="Equation" r:id="rId12" imgW="431640" imgH="203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4EE3DC08-3B8F-458B-BA91-EF2EE96CA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18288" y="4068675"/>
                        <a:ext cx="998571" cy="469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9894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00FB8D-F8E6-4653-AC03-AEFDB4F3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C0F0D-184C-41F9-82CA-CF38B4B2AF0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BFB0FC-8D90-45B7-A57A-972AE89A44B2}"/>
              </a:ext>
            </a:extLst>
          </p:cNvPr>
          <p:cNvSpPr txBox="1"/>
          <p:nvPr/>
        </p:nvSpPr>
        <p:spPr>
          <a:xfrm>
            <a:off x="1468287" y="545793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函数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73D743A-DCCD-44E2-AF34-893055E6E8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8563" y="598488"/>
          <a:ext cx="16319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203040" progId="Equation.DSMT4">
                  <p:embed/>
                </p:oleObj>
              </mc:Choice>
              <mc:Fallback>
                <p:oleObj name="Equation" r:id="rId2" imgW="78732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73D743A-DCCD-44E2-AF34-893055E6E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8563" y="598488"/>
                        <a:ext cx="1631950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777DD55-1AA0-49E8-9AAC-043224CB7987}"/>
              </a:ext>
            </a:extLst>
          </p:cNvPr>
          <p:cNvSpPr txBox="1"/>
          <p:nvPr/>
        </p:nvSpPr>
        <p:spPr>
          <a:xfrm>
            <a:off x="4219264" y="545793"/>
            <a:ext cx="6629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        点，函数值增加最快的方向是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BDA2799-6E02-42E2-B766-ECFBD38FB1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9714" y="609206"/>
          <a:ext cx="693688" cy="39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203040" progId="Equation.DSMT4">
                  <p:embed/>
                </p:oleObj>
              </mc:Choice>
              <mc:Fallback>
                <p:oleObj name="Equation" r:id="rId4" imgW="35532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BDA2799-6E02-42E2-B766-ECFBD38FB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9714" y="609206"/>
                        <a:ext cx="693688" cy="39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6FD65EA-2B6F-4D9D-8C05-EB3ED6176266}"/>
              </a:ext>
            </a:extLst>
          </p:cNvPr>
          <p:cNvSpPr txBox="1"/>
          <p:nvPr/>
        </p:nvSpPr>
        <p:spPr>
          <a:xfrm>
            <a:off x="1483880" y="1824305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65ED1B-0566-49AA-9AEF-7D975E33B52C}"/>
              </a:ext>
            </a:extLst>
          </p:cNvPr>
          <p:cNvSpPr txBox="1"/>
          <p:nvPr/>
        </p:nvSpPr>
        <p:spPr>
          <a:xfrm>
            <a:off x="6082229" y="179150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27D330-CDDF-47D8-A989-CACF47D57A55}"/>
              </a:ext>
            </a:extLst>
          </p:cNvPr>
          <p:cNvSpPr txBox="1"/>
          <p:nvPr/>
        </p:nvSpPr>
        <p:spPr>
          <a:xfrm>
            <a:off x="1467370" y="29505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57E48C-A38B-4027-B193-22964FB345EF}"/>
              </a:ext>
            </a:extLst>
          </p:cNvPr>
          <p:cNvSpPr txBox="1"/>
          <p:nvPr/>
        </p:nvSpPr>
        <p:spPr>
          <a:xfrm>
            <a:off x="6119309" y="2859285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4A446BA-DB43-4378-9977-925DEABCB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5714" y="1844824"/>
          <a:ext cx="784832" cy="523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203040" progId="Equation.DSMT4">
                  <p:embed/>
                </p:oleObj>
              </mc:Choice>
              <mc:Fallback>
                <p:oleObj name="Equation" r:id="rId6" imgW="30456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4A446BA-DB43-4378-9977-925DEABCB3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85714" y="1844824"/>
                        <a:ext cx="784832" cy="523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5ACC217-0082-48A2-964F-1C50C830C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7846" y="1801527"/>
          <a:ext cx="13065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03040" progId="Equation.DSMT4">
                  <p:embed/>
                </p:oleObj>
              </mc:Choice>
              <mc:Fallback>
                <p:oleObj name="Equation" r:id="rId8" imgW="507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5ACC217-0082-48A2-964F-1C50C830C1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47846" y="1801527"/>
                        <a:ext cx="1306512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B0123054-525B-4D04-98DF-1BDA2909A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9580" y="2986847"/>
          <a:ext cx="784832" cy="523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203040" progId="Equation.DSMT4">
                  <p:embed/>
                </p:oleObj>
              </mc:Choice>
              <mc:Fallback>
                <p:oleObj name="Equation" r:id="rId6" imgW="30456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0123054-525B-4D04-98DF-1BDA2909A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39580" y="2986847"/>
                        <a:ext cx="784832" cy="523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426A92A-9C79-4F4E-8F1A-8B98AAFC1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2805" y="2959354"/>
          <a:ext cx="13065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03040" progId="Equation.DSMT4">
                  <p:embed/>
                </p:oleObj>
              </mc:Choice>
              <mc:Fallback>
                <p:oleObj name="Equation" r:id="rId8" imgW="507960" imgH="2030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426A92A-9C79-4F4E-8F1A-8B98AAFC1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2805" y="2959354"/>
                        <a:ext cx="1306512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AA0D9AA-AD29-4AA8-BD13-7ABA5789222A}"/>
              </a:ext>
            </a:extLst>
          </p:cNvPr>
          <p:cNvSpPr txBox="1"/>
          <p:nvPr/>
        </p:nvSpPr>
        <p:spPr>
          <a:xfrm>
            <a:off x="3142029" y="2967489"/>
            <a:ext cx="784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EBB0440-0F67-4E6C-A325-4670E1A0E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7846" y="2884057"/>
          <a:ext cx="10461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03040" progId="Equation.DSMT4">
                  <p:embed/>
                </p:oleObj>
              </mc:Choice>
              <mc:Fallback>
                <p:oleObj name="Equation" r:id="rId10" imgW="406080" imgH="203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EBB0440-0F67-4E6C-A325-4670E1A0EF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47846" y="2884057"/>
                        <a:ext cx="1046163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2D0D070-0FE6-4FE5-96AC-30A76889FC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7221" y="2884057"/>
          <a:ext cx="10445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2D0D070-0FE6-4FE5-96AC-30A76889FC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97221" y="2884057"/>
                        <a:ext cx="1044575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3A7237F1-CF09-4CBB-AD37-7B9CF40641A2}"/>
              </a:ext>
            </a:extLst>
          </p:cNvPr>
          <p:cNvSpPr txBox="1"/>
          <p:nvPr/>
        </p:nvSpPr>
        <p:spPr>
          <a:xfrm>
            <a:off x="7951574" y="2834218"/>
            <a:ext cx="784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</a:p>
        </p:txBody>
      </p:sp>
    </p:spTree>
    <p:extLst>
      <p:ext uri="{BB962C8B-B14F-4D97-AF65-F5344CB8AC3E}">
        <p14:creationId xmlns:p14="http://schemas.microsoft.com/office/powerpoint/2010/main" val="3603998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171A90F-9B27-4C44-B6F2-7E289C6C478D}"/>
              </a:ext>
            </a:extLst>
          </p:cNvPr>
          <p:cNvSpPr txBox="1"/>
          <p:nvPr/>
        </p:nvSpPr>
        <p:spPr>
          <a:xfrm>
            <a:off x="1259505" y="724025"/>
            <a:ext cx="257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如果可微函数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4A1F2C1-22A1-4897-BF61-B0F4365CA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2013" y="763144"/>
          <a:ext cx="10001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400" imgH="203040" progId="Equation.DSMT4">
                  <p:embed/>
                </p:oleObj>
              </mc:Choice>
              <mc:Fallback>
                <p:oleObj name="Equation" r:id="rId3" imgW="48240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4A1F2C1-22A1-4897-BF61-B0F4365CA9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52013" y="763144"/>
                        <a:ext cx="1000125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4A9A33-7071-496C-82B8-9591D0FF443A}"/>
              </a:ext>
            </a:extLst>
          </p:cNvPr>
          <p:cNvSpPr txBox="1"/>
          <p:nvPr/>
        </p:nvSpPr>
        <p:spPr>
          <a:xfrm>
            <a:off x="4427857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        点，从         到         的方向导数为    ，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955BA6E-0B77-4430-915A-E6368B853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4199" y="756082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03040" progId="Equation.DSMT4">
                  <p:embed/>
                </p:oleObj>
              </mc:Choice>
              <mc:Fallback>
                <p:oleObj name="Equation" r:id="rId5" imgW="33012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955BA6E-0B77-4430-915A-E6368B853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4199" y="756082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3147808-18C4-469F-8601-B9CEAAEB2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692" y="755868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03040" progId="Equation.DSMT4">
                  <p:embed/>
                </p:oleObj>
              </mc:Choice>
              <mc:Fallback>
                <p:oleObj name="Equation" r:id="rId7" imgW="33012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3147808-18C4-469F-8601-B9CEAAEB2F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2692" y="755868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F76EBD7-7FA9-47F6-B61B-215B80BCC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0214" y="786956"/>
          <a:ext cx="6921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5320" imgH="203040" progId="Equation.DSMT4">
                  <p:embed/>
                </p:oleObj>
              </mc:Choice>
              <mc:Fallback>
                <p:oleObj name="Equation" r:id="rId9" imgW="355320" imgH="2030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F76EBD7-7FA9-47F6-B61B-215B80BCC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70214" y="786956"/>
                        <a:ext cx="6921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51FA936-9AE9-413C-8B7A-46C429146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81552" y="795161"/>
          <a:ext cx="2476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64880" progId="Equation.DSMT4">
                  <p:embed/>
                </p:oleObj>
              </mc:Choice>
              <mc:Fallback>
                <p:oleObj name="Equation" r:id="rId11" imgW="126720" imgH="164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51FA936-9AE9-413C-8B7A-46C429146D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81552" y="795161"/>
                        <a:ext cx="247650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7824738F-AB43-4FB6-8879-4EC37D8801AB}"/>
              </a:ext>
            </a:extLst>
          </p:cNvPr>
          <p:cNvSpPr txBox="1"/>
          <p:nvPr/>
        </p:nvSpPr>
        <p:spPr>
          <a:xfrm>
            <a:off x="1259505" y="1446992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         到         的方向导数为    ，则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17997A-01E7-4408-B269-FA4BB7B04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847" y="1510378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03040" progId="Equation.DSMT4">
                  <p:embed/>
                </p:oleObj>
              </mc:Choice>
              <mc:Fallback>
                <p:oleObj name="Equation" r:id="rId7" imgW="330120" imgH="203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317997A-01E7-4408-B269-FA4BB7B04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5847" y="1510378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73DDC9F-DFC7-40DC-BB31-0BB0D4DE1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4586" y="1513320"/>
          <a:ext cx="5921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03040" progId="Equation.DSMT4">
                  <p:embed/>
                </p:oleObj>
              </mc:Choice>
              <mc:Fallback>
                <p:oleObj name="Equation" r:id="rId13" imgW="30456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73DDC9F-DFC7-40DC-BB31-0BB0D4DE1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44586" y="1513320"/>
                        <a:ext cx="5921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BC08D2C-B9A3-455A-B5AA-E56221208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1774" y="1548245"/>
          <a:ext cx="3952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040" imgH="164880" progId="Equation.DSMT4">
                  <p:embed/>
                </p:oleObj>
              </mc:Choice>
              <mc:Fallback>
                <p:oleObj name="Equation" r:id="rId15" imgW="203040" imgH="164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BC08D2C-B9A3-455A-B5AA-E56221208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41774" y="1548245"/>
                        <a:ext cx="395287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82B00EC-066E-4AA5-A540-E4A7D1BDCF17}"/>
              </a:ext>
            </a:extLst>
          </p:cNvPr>
          <p:cNvSpPr txBox="1"/>
          <p:nvPr/>
        </p:nvSpPr>
        <p:spPr>
          <a:xfrm>
            <a:off x="1240781" y="2348880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）这函数在         的梯度为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3093B16-409D-4F0C-9D76-0B936E31CA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5616" y="2412052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03040" progId="Equation.DSMT4">
                  <p:embed/>
                </p:oleObj>
              </mc:Choice>
              <mc:Fallback>
                <p:oleObj name="Equation" r:id="rId7" imgW="330120" imgH="203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3093B16-409D-4F0C-9D76-0B936E31CA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5616" y="2412052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2059AE6B-36B0-49DD-B0EA-319EF8FB186F}"/>
              </a:ext>
            </a:extLst>
          </p:cNvPr>
          <p:cNvSpPr txBox="1"/>
          <p:nvPr/>
        </p:nvSpPr>
        <p:spPr>
          <a:xfrm>
            <a:off x="1752992" y="2912225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A797C60-500E-47C4-A068-1B09DE55D431}"/>
              </a:ext>
            </a:extLst>
          </p:cNvPr>
          <p:cNvSpPr txBox="1"/>
          <p:nvPr/>
        </p:nvSpPr>
        <p:spPr>
          <a:xfrm>
            <a:off x="6351341" y="287942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0BB2E-E1C3-43D4-8A92-E16CF71C2EC3}"/>
              </a:ext>
            </a:extLst>
          </p:cNvPr>
          <p:cNvSpPr txBox="1"/>
          <p:nvPr/>
        </p:nvSpPr>
        <p:spPr>
          <a:xfrm>
            <a:off x="1736482" y="3592773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4816BEB-7F8C-488F-AB57-0146C0035C56}"/>
              </a:ext>
            </a:extLst>
          </p:cNvPr>
          <p:cNvSpPr txBox="1"/>
          <p:nvPr/>
        </p:nvSpPr>
        <p:spPr>
          <a:xfrm>
            <a:off x="6388421" y="350149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11B0BF1E-CB25-4389-A2B0-C03DB357C7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0909" y="2951695"/>
          <a:ext cx="1146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240" imgH="203040" progId="Equation.DSMT4">
                  <p:embed/>
                </p:oleObj>
              </mc:Choice>
              <mc:Fallback>
                <p:oleObj name="Equation" r:id="rId17" imgW="444240" imgH="2030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11B0BF1E-CB25-4389-A2B0-C03DB357C7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30909" y="2951695"/>
                        <a:ext cx="11461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830A09D-0497-468A-884E-505ED6FAC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2889250"/>
          <a:ext cx="9144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55320" imgH="203040" progId="Equation.DSMT4">
                  <p:embed/>
                </p:oleObj>
              </mc:Choice>
              <mc:Fallback>
                <p:oleObj name="Equation" r:id="rId19" imgW="355320" imgH="2030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E830A09D-0497-468A-884E-505ED6FAC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12050" y="2889250"/>
                        <a:ext cx="914400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312A9E2-DD1D-411C-BF44-318FEFA969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5479" y="3577631"/>
          <a:ext cx="1146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44240" imgH="203040" progId="Equation.DSMT4">
                  <p:embed/>
                </p:oleObj>
              </mc:Choice>
              <mc:Fallback>
                <p:oleObj name="Equation" r:id="rId21" imgW="444240" imgH="2030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D312A9E2-DD1D-411C-BF44-318FEFA969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45479" y="3577631"/>
                        <a:ext cx="11461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16B58AF-0FA8-4BF3-8FF2-2EFD12DBB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3526090"/>
          <a:ext cx="13398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20560" imgH="203040" progId="Equation.DSMT4">
                  <p:embed/>
                </p:oleObj>
              </mc:Choice>
              <mc:Fallback>
                <p:oleObj name="Equation" r:id="rId23" imgW="520560" imgH="20304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616B58AF-0FA8-4BF3-8FF2-2EFD12DBBF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12050" y="3526090"/>
                        <a:ext cx="13398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9225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1860E4-40F1-4D08-BEC3-BDD2140D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C0F0D-184C-41F9-82CA-CF38B4B2AF0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0764BB7-729B-4768-A77B-FC181B97AD58}"/>
              </a:ext>
            </a:extLst>
          </p:cNvPr>
          <p:cNvSpPr txBox="1">
            <a:spLocks/>
          </p:cNvSpPr>
          <p:nvPr/>
        </p:nvSpPr>
        <p:spPr>
          <a:xfrm>
            <a:off x="8574677" y="417009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C0F0D-184C-41F9-82CA-CF38B4B2AF0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F9B6A-09F9-418D-9CF7-78FE66F999E5}"/>
              </a:ext>
            </a:extLst>
          </p:cNvPr>
          <p:cNvSpPr txBox="1"/>
          <p:nvPr/>
        </p:nvSpPr>
        <p:spPr>
          <a:xfrm>
            <a:off x="1120649" y="2564904"/>
            <a:ext cx="10441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）这函数在        处，从         到         的方向导数为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FB7FF72-A083-40CA-BAD7-E20BE2AD98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0089" y="2645082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03040" progId="Equation.DSMT4">
                  <p:embed/>
                </p:oleObj>
              </mc:Choice>
              <mc:Fallback>
                <p:oleObj name="Equation" r:id="rId2" imgW="33012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FB7FF72-A083-40CA-BAD7-E20BE2AD98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90089" y="2645082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0FF245D-502F-4E01-84B6-78266C204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8166" y="2606897"/>
          <a:ext cx="790111" cy="4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203040" progId="Equation.DSMT4">
                  <p:embed/>
                </p:oleObj>
              </mc:Choice>
              <mc:Fallback>
                <p:oleObj name="Equation" r:id="rId4" imgW="35532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0FF245D-502F-4E01-84B6-78266C204E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38166" y="2606897"/>
                        <a:ext cx="790111" cy="45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1CD043A-8675-4C67-9FE0-20916D989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3887" y="2606897"/>
          <a:ext cx="704796" cy="43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03040" progId="Equation.DSMT4">
                  <p:embed/>
                </p:oleObj>
              </mc:Choice>
              <mc:Fallback>
                <p:oleObj name="Equation" r:id="rId2" imgW="33012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1CD043A-8675-4C67-9FE0-20916D98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3887" y="2606897"/>
                        <a:ext cx="704796" cy="435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BED05E9-442A-49F1-9F63-0F6106450DED}"/>
              </a:ext>
            </a:extLst>
          </p:cNvPr>
          <p:cNvSpPr txBox="1"/>
          <p:nvPr/>
        </p:nvSpPr>
        <p:spPr>
          <a:xfrm>
            <a:off x="1605920" y="323572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0A76CB-B847-450D-96F1-DBE6385A6E5F}"/>
              </a:ext>
            </a:extLst>
          </p:cNvPr>
          <p:cNvSpPr txBox="1"/>
          <p:nvPr/>
        </p:nvSpPr>
        <p:spPr>
          <a:xfrm>
            <a:off x="6204269" y="3202925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E8580E-629F-422F-B3DF-D7053D954F57}"/>
              </a:ext>
            </a:extLst>
          </p:cNvPr>
          <p:cNvSpPr txBox="1"/>
          <p:nvPr/>
        </p:nvSpPr>
        <p:spPr>
          <a:xfrm>
            <a:off x="1636396" y="422260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184E3A-D459-48C6-ABB7-8365F906A830}"/>
              </a:ext>
            </a:extLst>
          </p:cNvPr>
          <p:cNvSpPr txBox="1"/>
          <p:nvPr/>
        </p:nvSpPr>
        <p:spPr>
          <a:xfrm>
            <a:off x="6267217" y="4145871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F665B51-D367-40FA-916E-C70AFAC30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6277" y="3288621"/>
          <a:ext cx="325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F665B51-D367-40FA-916E-C70AFAC301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36277" y="3288621"/>
                        <a:ext cx="325437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6A35B5-41BE-459A-B946-8A35F3671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7352" y="2967946"/>
          <a:ext cx="39052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393480" progId="Equation.DSMT4">
                  <p:embed/>
                </p:oleObj>
              </mc:Choice>
              <mc:Fallback>
                <p:oleObj name="Equation" r:id="rId8" imgW="152280" imgH="393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F6A35B5-41BE-459A-B946-8A35F36714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27352" y="2967946"/>
                        <a:ext cx="390525" cy="1011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57940B1-DC6B-44A6-A817-CDDCCF25E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2550" y="4307718"/>
          <a:ext cx="457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164880" progId="Equation.DSMT4">
                  <p:embed/>
                </p:oleObj>
              </mc:Choice>
              <mc:Fallback>
                <p:oleObj name="Equation" r:id="rId10" imgW="177480" imgH="164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57940B1-DC6B-44A6-A817-CDDCCF25E2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72550" y="4307718"/>
                        <a:ext cx="457200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5FA8615-49C4-4E13-8784-3A6AE98AA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3361" y="3881355"/>
          <a:ext cx="5222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393480" progId="Equation.DSMT4">
                  <p:embed/>
                </p:oleObj>
              </mc:Choice>
              <mc:Fallback>
                <p:oleObj name="Equation" r:id="rId12" imgW="20304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5FA8615-49C4-4E13-8784-3A6AE98AA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63361" y="3881355"/>
                        <a:ext cx="522288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45C81438-6E9F-4DD7-8D3F-92DD2C618959}"/>
              </a:ext>
            </a:extLst>
          </p:cNvPr>
          <p:cNvSpPr txBox="1"/>
          <p:nvPr/>
        </p:nvSpPr>
        <p:spPr>
          <a:xfrm>
            <a:off x="1259505" y="724025"/>
            <a:ext cx="257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如果可微函数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1AB52C7-0660-41F1-AC62-DB6ED0D99E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2013" y="763144"/>
          <a:ext cx="10001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400" imgH="203040" progId="Equation.DSMT4">
                  <p:embed/>
                </p:oleObj>
              </mc:Choice>
              <mc:Fallback>
                <p:oleObj name="Equation" r:id="rId14" imgW="482400" imgH="203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1AB52C7-0660-41F1-AC62-DB6ED0D99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52013" y="763144"/>
                        <a:ext cx="1000125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E12E7618-233C-4B8F-BEDF-D2C3F2C8B5F0}"/>
              </a:ext>
            </a:extLst>
          </p:cNvPr>
          <p:cNvSpPr txBox="1"/>
          <p:nvPr/>
        </p:nvSpPr>
        <p:spPr>
          <a:xfrm>
            <a:off x="4427857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         点，从         到         的方向导数为    ，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B675A60-0A12-483F-BCCF-16A0CC0833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4199" y="756082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120" imgH="203040" progId="Equation.DSMT4">
                  <p:embed/>
                </p:oleObj>
              </mc:Choice>
              <mc:Fallback>
                <p:oleObj name="Equation" r:id="rId16" imgW="330120" imgH="203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0B675A60-0A12-483F-BCCF-16A0CC0833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24199" y="756082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43FFBF1-3C09-419D-A1F2-3E68EAFA4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692" y="755868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03040" progId="Equation.DSMT4">
                  <p:embed/>
                </p:oleObj>
              </mc:Choice>
              <mc:Fallback>
                <p:oleObj name="Equation" r:id="rId2" imgW="33012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B43FFBF1-3C09-419D-A1F2-3E68EAFA42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2692" y="755868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483251A-ADC8-412B-8524-B211EEE91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0214" y="786956"/>
          <a:ext cx="6921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5320" imgH="203040" progId="Equation.DSMT4">
                  <p:embed/>
                </p:oleObj>
              </mc:Choice>
              <mc:Fallback>
                <p:oleObj name="Equation" r:id="rId18" imgW="355320" imgH="203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483251A-ADC8-412B-8524-B211EEE919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70214" y="786956"/>
                        <a:ext cx="69215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B0DDC86-22F1-45E0-9814-D1BE376080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81552" y="795161"/>
          <a:ext cx="2476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64880" progId="Equation.DSMT4">
                  <p:embed/>
                </p:oleObj>
              </mc:Choice>
              <mc:Fallback>
                <p:oleObj name="Equation" r:id="rId20" imgW="12672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4B0DDC86-22F1-45E0-9814-D1BE37608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881552" y="795161"/>
                        <a:ext cx="247650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827E2B1D-B6E9-4904-923B-80ACE63C8559}"/>
              </a:ext>
            </a:extLst>
          </p:cNvPr>
          <p:cNvSpPr txBox="1"/>
          <p:nvPr/>
        </p:nvSpPr>
        <p:spPr>
          <a:xfrm>
            <a:off x="1259505" y="1446992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         到         的方向导数为    ，则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0C9439B-F8B7-4051-8D55-BD6347F40F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847" y="1510378"/>
          <a:ext cx="6429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03040" progId="Equation.DSMT4">
                  <p:embed/>
                </p:oleObj>
              </mc:Choice>
              <mc:Fallback>
                <p:oleObj name="Equation" r:id="rId2" imgW="330120" imgH="2030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0C9439B-F8B7-4051-8D55-BD6347F40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55847" y="1510378"/>
                        <a:ext cx="6429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A109B54-5F98-4FA9-B702-D7AC94E37D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4586" y="1513320"/>
          <a:ext cx="5921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4560" imgH="203040" progId="Equation.DSMT4">
                  <p:embed/>
                </p:oleObj>
              </mc:Choice>
              <mc:Fallback>
                <p:oleObj name="Equation" r:id="rId22" imgW="304560" imgH="2030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5A109B54-5F98-4FA9-B702-D7AC94E37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44586" y="1513320"/>
                        <a:ext cx="5921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BF31B9FD-7C0B-4102-A6D8-B83381A7AB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1774" y="1548245"/>
          <a:ext cx="3952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3040" imgH="164880" progId="Equation.DSMT4">
                  <p:embed/>
                </p:oleObj>
              </mc:Choice>
              <mc:Fallback>
                <p:oleObj name="Equation" r:id="rId24" imgW="203040" imgH="1648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BF31B9FD-7C0B-4102-A6D8-B83381A7A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841774" y="1548245"/>
                        <a:ext cx="395287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141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6273</TotalTime>
  <Words>1203</Words>
  <Application>Microsoft Office PowerPoint</Application>
  <PresentationFormat>宽屏</PresentationFormat>
  <Paragraphs>304</Paragraphs>
  <Slides>41</Slides>
  <Notes>10</Notes>
  <HiddenSlides>3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仿宋_GB2312</vt:lpstr>
      <vt:lpstr>华文仿宋</vt:lpstr>
      <vt:lpstr>华文宋体</vt:lpstr>
      <vt:lpstr>华文中宋</vt:lpstr>
      <vt:lpstr>楷体</vt:lpstr>
      <vt:lpstr>楷体_GB2312</vt:lpstr>
      <vt:lpstr>宋体</vt:lpstr>
      <vt:lpstr>Microsoft Yahei</vt:lpstr>
      <vt:lpstr>Arial</vt:lpstr>
      <vt:lpstr>Arial Black</vt:lpstr>
      <vt:lpstr>Calibri</vt:lpstr>
      <vt:lpstr>Garamond</vt:lpstr>
      <vt:lpstr>Symbol</vt:lpstr>
      <vt:lpstr>Times New Roman</vt:lpstr>
      <vt:lpstr>Office 主题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定义</vt:lpstr>
      <vt:lpstr>PowerPoint 演示文稿</vt:lpstr>
      <vt:lpstr>PowerPoint 演示文稿</vt:lpstr>
      <vt:lpstr>PowerPoint 演示文稿</vt:lpstr>
      <vt:lpstr>练习题  3. </vt:lpstr>
      <vt:lpstr>PowerPoint 演示文稿</vt:lpstr>
      <vt:lpstr>PowerPoint 演示文稿</vt:lpstr>
      <vt:lpstr>2. 梯度的基本运算公式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yingluo</dc:creator>
  <cp:lastModifiedBy>玥儿 小</cp:lastModifiedBy>
  <cp:revision>216</cp:revision>
  <dcterms:created xsi:type="dcterms:W3CDTF">2000-02-04T07:19:54Z</dcterms:created>
  <dcterms:modified xsi:type="dcterms:W3CDTF">2025-03-05T01:23:48Z</dcterms:modified>
</cp:coreProperties>
</file>