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42"/>
  </p:notesMasterIdLst>
  <p:sldIdLst>
    <p:sldId id="293" r:id="rId4"/>
    <p:sldId id="257" r:id="rId5"/>
    <p:sldId id="258" r:id="rId6"/>
    <p:sldId id="259" r:id="rId7"/>
    <p:sldId id="260" r:id="rId8"/>
    <p:sldId id="295" r:id="rId9"/>
    <p:sldId id="296" r:id="rId10"/>
    <p:sldId id="263" r:id="rId11"/>
    <p:sldId id="264" r:id="rId12"/>
    <p:sldId id="265" r:id="rId13"/>
    <p:sldId id="266" r:id="rId14"/>
    <p:sldId id="267" r:id="rId15"/>
    <p:sldId id="268" r:id="rId16"/>
    <p:sldId id="269" r:id="rId17"/>
    <p:sldId id="307" r:id="rId18"/>
    <p:sldId id="270" r:id="rId19"/>
    <p:sldId id="271" r:id="rId20"/>
    <p:sldId id="290" r:id="rId21"/>
    <p:sldId id="272" r:id="rId22"/>
    <p:sldId id="273" r:id="rId23"/>
    <p:sldId id="274" r:id="rId24"/>
    <p:sldId id="275" r:id="rId25"/>
    <p:sldId id="280" r:id="rId26"/>
    <p:sldId id="281" r:id="rId27"/>
    <p:sldId id="282" r:id="rId28"/>
    <p:sldId id="283" r:id="rId29"/>
    <p:sldId id="276" r:id="rId30"/>
    <p:sldId id="277" r:id="rId31"/>
    <p:sldId id="287" r:id="rId32"/>
    <p:sldId id="278" r:id="rId33"/>
    <p:sldId id="279" r:id="rId34"/>
    <p:sldId id="284" r:id="rId35"/>
    <p:sldId id="285" r:id="rId36"/>
    <p:sldId id="286" r:id="rId37"/>
    <p:sldId id="288" r:id="rId38"/>
    <p:sldId id="291" r:id="rId39"/>
    <p:sldId id="289" r:id="rId40"/>
    <p:sldId id="292" r:id="rId4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4" d="100"/>
          <a:sy n="54" d="100"/>
        </p:scale>
        <p:origin x="304"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E0004C-B758-4D5E-BE05-6362F6A4DEA8}" type="datetimeFigureOut">
              <a:rPr lang="zh-CN" altLang="en-US" smtClean="0"/>
              <a:pPr/>
              <a:t>2025/5/26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D9F4FD-8AD3-4324-91EF-4B16C2C52168}"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3DF4F1-13E2-4654-B4F9-A7E8CC07498A}" type="slidenum">
              <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xfrm>
            <a:off x="914400" y="4343400"/>
            <a:ext cx="5029200" cy="4114800"/>
          </a:xfrm>
          <a:noFill/>
          <a:ln/>
        </p:spPr>
        <p:txBody>
          <a:bodyPr/>
          <a:lstStyle/>
          <a:p>
            <a:pPr eaLnBrk="1" hangingPunct="1"/>
            <a:r>
              <a:rPr lang="zh-CN" altLang="en-US"/>
              <a:t>运行时</a:t>
            </a:r>
            <a:r>
              <a:rPr lang="en-US" altLang="zh-CN"/>
              <a:t>, </a:t>
            </a:r>
            <a:r>
              <a:rPr lang="zh-CN" altLang="en-US"/>
              <a:t>点击按钮“推导”</a:t>
            </a:r>
            <a:r>
              <a:rPr lang="en-US" altLang="zh-CN"/>
              <a:t>, </a:t>
            </a:r>
            <a:r>
              <a:rPr lang="zh-CN" altLang="en-US"/>
              <a:t>可显示方程的推导过程</a:t>
            </a:r>
            <a:r>
              <a:rPr lang="en-US" altLang="zh-CN"/>
              <a:t>,</a:t>
            </a:r>
            <a:r>
              <a:rPr lang="zh-CN" altLang="en-US"/>
              <a:t>并自动返回</a:t>
            </a:r>
            <a:r>
              <a:rPr lang="en-US" altLang="zh-CN"/>
              <a:t>.</a:t>
            </a:r>
          </a:p>
        </p:txBody>
      </p:sp>
    </p:spTree>
    <p:extLst>
      <p:ext uri="{BB962C8B-B14F-4D97-AF65-F5344CB8AC3E}">
        <p14:creationId xmlns:p14="http://schemas.microsoft.com/office/powerpoint/2010/main" val="1539029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0C8F3E4-3E9E-4820-9A0E-45123A5FB291}"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D46A474-F156-4F43-B2E9-C4559955163D}"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5E08A8C-F089-4F89-AE56-D6F5DEED3F51}"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7258DA9-2E00-48A0-B2DF-605ACA6B6437}"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F09C3D23-73D5-452C-ACA1-93E0C0C66D88}"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33620833-8CF5-4E2D-8EE6-F58A2C511B86}"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1C7E622A-6DD8-40AC-BC28-C984E3CA7714}"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DAA78A2A-88D4-45D2-9064-7E1F4209085F}"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8652E4A4-4000-496A-8970-979A63728526}"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67C0E54-092A-4BC5-820F-3EF5EA7CB0D2}"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7BF9C01-A109-4E40-9D91-85E482698F7F}"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9F3896-B604-1B51-2DD2-9D90860142E5}"/>
              </a:ext>
            </a:extLst>
          </p:cNvPr>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59116FEB-8C3C-5E4D-7B06-695D667BD82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EEEA8A-5564-5EF3-F5A2-A3C21553650D}"/>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145D26A4-EC3F-8EBA-9707-7B9E512E3E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9D6BB0C-61C5-3DBC-9D52-05F4B514FE08}"/>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3458652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7F4408-0904-964D-68B3-5CF83564240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0A53B34-B39C-ECA7-8072-AEEF4AA338F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4B6D934-887D-7195-4253-F40B836F1F95}"/>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827FE310-9EBB-8CA5-363D-0C256BA5FD8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0123E2-12D9-3FED-54BE-5DE7C420D28F}"/>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2899313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D5121E-3C17-60A7-070F-90517AF4567D}"/>
              </a:ext>
            </a:extLst>
          </p:cNvPr>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F07C0711-4E12-9CF9-AC18-69EC77357BCC}"/>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F8240B8-6EFF-E2A7-3BEF-7C053A5891A1}"/>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3F0D039C-8562-3362-1A2D-10A224555CF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141281-AA18-DE61-E47A-E491B43F6873}"/>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31591857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16EC43-4D58-ACB1-F2C8-5390BE7A083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F8FE0A9-4469-0467-2EB3-1953B1ED2F1D}"/>
              </a:ext>
            </a:extLst>
          </p:cNvPr>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F614CE9-7955-50D1-07E9-B9937D2E120B}"/>
              </a:ext>
            </a:extLst>
          </p:cNvPr>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E799D96-D55F-AED6-99D8-DC7375029DD3}"/>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6" name="页脚占位符 5">
            <a:extLst>
              <a:ext uri="{FF2B5EF4-FFF2-40B4-BE49-F238E27FC236}">
                <a16:creationId xmlns:a16="http://schemas.microsoft.com/office/drawing/2014/main" id="{0FAA9E11-ECEC-FC1A-17E3-628430A612F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8786D8A-3B55-6AE3-13F5-BA4A972A6B3E}"/>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1387372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C59D43-29D3-8E89-FA64-89AA6FB9AAD5}"/>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E3A15DB-3951-E86D-3151-BF519B2D7EF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40502DE-4BCF-F0F3-5FA4-954454282704}"/>
              </a:ext>
            </a:extLst>
          </p:cNvPr>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AA88D2A-0CF6-F798-73FB-7B1018DB115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AED43DE-CDB8-3624-E212-9F535BE32B4C}"/>
              </a:ext>
            </a:extLst>
          </p:cNvPr>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3A23237-34E9-04D4-8DB3-3D8EA497CB7A}"/>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8" name="页脚占位符 7">
            <a:extLst>
              <a:ext uri="{FF2B5EF4-FFF2-40B4-BE49-F238E27FC236}">
                <a16:creationId xmlns:a16="http://schemas.microsoft.com/office/drawing/2014/main" id="{F8E56330-6C54-24E2-38F1-A656A186E53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DECD18F-577E-6AB5-A7FD-7626D0FEEC6D}"/>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403535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C9A822-68FE-68BD-5930-048CCA368F6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F6086E1-B2F1-287C-0250-D838625D4D7D}"/>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4" name="页脚占位符 3">
            <a:extLst>
              <a:ext uri="{FF2B5EF4-FFF2-40B4-BE49-F238E27FC236}">
                <a16:creationId xmlns:a16="http://schemas.microsoft.com/office/drawing/2014/main" id="{493A457A-284C-B8BD-F905-CB44C5DB8EB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130A60D-E52A-3D50-C5CC-854F0B8CABA9}"/>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3697714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7C744C8-083F-AB21-EE2A-51891AFA3AC2}"/>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3" name="页脚占位符 2">
            <a:extLst>
              <a:ext uri="{FF2B5EF4-FFF2-40B4-BE49-F238E27FC236}">
                <a16:creationId xmlns:a16="http://schemas.microsoft.com/office/drawing/2014/main" id="{EF87F5F8-CE87-FB5D-8998-2F6BD44993F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DF412AB-C390-73B2-D9C4-BA431E3AB385}"/>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37100444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09B14C-7415-AED4-15D1-5691A26E5ACA}"/>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B7641D14-9AA9-832F-72BC-E41ACA6655B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C2D667C-3F45-7918-D1C1-7DAC4589F82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50A0524-95B9-3635-BE2B-5FC350437A93}"/>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6" name="页脚占位符 5">
            <a:extLst>
              <a:ext uri="{FF2B5EF4-FFF2-40B4-BE49-F238E27FC236}">
                <a16:creationId xmlns:a16="http://schemas.microsoft.com/office/drawing/2014/main" id="{F43333FB-DFF9-F25C-0E5F-E70DB5FC5F9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80FFD9E-929F-A266-EC2F-E96E3D097CB6}"/>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1277262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FF39C8-F813-6EB1-CFDF-62B66B81B694}"/>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1A53A1F2-48E0-D26A-91F6-C2C7A6B80F6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F58BC613-F0ED-2318-0A90-1EDD0599A61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7EBD5B5-3E49-E155-354A-2456FD79E748}"/>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6" name="页脚占位符 5">
            <a:extLst>
              <a:ext uri="{FF2B5EF4-FFF2-40B4-BE49-F238E27FC236}">
                <a16:creationId xmlns:a16="http://schemas.microsoft.com/office/drawing/2014/main" id="{9EB41343-5372-BE3A-E078-73864656C4A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DB3D5EE-BFB9-6B84-142B-40383B6A254D}"/>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12853726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125C4C-C4EA-242B-CEAA-4A171852F5E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0C9F2C0-66F0-234C-2824-1E031A21FA3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91D8B7-E29F-355D-6E1B-F8242A6A6103}"/>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184C2AB6-C371-D837-EE99-FAC1FECD126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54B2BA-6957-24E3-4C6D-3103228004C4}"/>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25081208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BF5E607-59DD-009F-83C5-3C40539C0793}"/>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2E13207-DCB3-3B9E-B265-2521F8BCDBC8}"/>
              </a:ext>
            </a:extLst>
          </p:cNvPr>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B3841C8-9267-27D2-A657-883B5937BD3F}"/>
              </a:ext>
            </a:extLst>
          </p:cNvPr>
          <p:cNvSpPr>
            <a:spLocks noGrp="1"/>
          </p:cNvSpPr>
          <p:nvPr>
            <p:ph type="dt" sz="half" idx="10"/>
          </p:nvPr>
        </p:nvSpPr>
        <p:spPr/>
        <p:txBody>
          <a:bodyPr/>
          <a:lstStyle/>
          <a:p>
            <a:fld id="{42E5F223-E86D-42E2-947A-B35ACF8071F2}"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9675C49A-EB1E-70FB-7C08-25589F3A944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03CC841-23B3-E2BD-0552-345A727914D5}"/>
              </a:ext>
            </a:extLst>
          </p:cNvPr>
          <p:cNvSpPr>
            <a:spLocks noGrp="1"/>
          </p:cNvSpPr>
          <p:nvPr>
            <p:ph type="sldNum" sz="quarter" idx="12"/>
          </p:nvPr>
        </p:nvSpPr>
        <p:spPr/>
        <p:txBody>
          <a:body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40835139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9E379-10E5-4874-8E4C-60A598110C9B}"/>
              </a:ext>
            </a:extLst>
          </p:cNvPr>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E69C9AE5-E542-4DDA-BE2B-AEED3272CC4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565492F-E53E-42A9-8110-FCD4A649CFFA}"/>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E1E1C255-9EB9-4B3C-9344-177922059C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73FD821-6C3D-4D16-9562-1FE3BFCC2406}"/>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3948467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59D413-6BA4-422A-A656-1305D974729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63D7404-C8F4-46EB-AE9A-BE495B321C6A}"/>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1FAFCC1-68C9-416D-90F3-CC3930329588}"/>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03E5C5BF-2F6F-49ED-816B-05AE58BC4E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6F6E1B-8D1F-4B4B-AC65-1E29FE427E87}"/>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7239786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D19783-1965-457E-887D-BEEB5B8047CD}"/>
              </a:ext>
            </a:extLst>
          </p:cNvPr>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B06BB0CC-935D-4E7A-9239-E6A5B0BE059C}"/>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B8ABF5CF-B83F-4804-A1E7-0689095584D6}"/>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A551CA50-D31F-451B-BC5D-2036B1236B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E5F543-EB32-40DA-8109-79A4E08A6906}"/>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5616285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23D0CC-65E0-462E-AE3F-D6D2E0CD8D7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1CA99A-DA92-4792-BC2C-1819AE4769C7}"/>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5026AC87-0322-4C12-AFC6-2B1FB218B393}"/>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CD25DDF9-53FE-4BD8-B717-096BEA32DD85}"/>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6" name="页脚占位符 5">
            <a:extLst>
              <a:ext uri="{FF2B5EF4-FFF2-40B4-BE49-F238E27FC236}">
                <a16:creationId xmlns:a16="http://schemas.microsoft.com/office/drawing/2014/main" id="{8EF303DD-5305-4593-ADEF-B2FD90998A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D3E2B0-CB2E-49A6-827C-DF0F048B2E77}"/>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35594683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0B0F37-2983-4386-8EFE-09EE73BC16BB}"/>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212343A-B18F-47D8-B4DB-84BF9D944231}"/>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40FCB6BC-95FF-4398-96F0-59B4EE94EBEF}"/>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2B12D62-0E64-42E0-A733-DC0A2689E76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F12701E6-00FE-4304-B9B9-981A1F4F563B}"/>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EFB1A094-B0DD-4542-98F8-16D94953A08E}"/>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8" name="页脚占位符 7">
            <a:extLst>
              <a:ext uri="{FF2B5EF4-FFF2-40B4-BE49-F238E27FC236}">
                <a16:creationId xmlns:a16="http://schemas.microsoft.com/office/drawing/2014/main" id="{BFBC63A2-3638-4FBA-A58C-9BF04145012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E2D7020-D45A-4A73-BA87-15A3398FCA3E}"/>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12766941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6C9792-6EB2-4659-A714-0ECCB484F2C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D4C88F1-EC7E-4B3A-B333-68111D826380}"/>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4" name="页脚占位符 3">
            <a:extLst>
              <a:ext uri="{FF2B5EF4-FFF2-40B4-BE49-F238E27FC236}">
                <a16:creationId xmlns:a16="http://schemas.microsoft.com/office/drawing/2014/main" id="{CB4C3379-4551-4382-9394-3C0C3F81CFD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24587BC-F461-42FE-9383-4D216F7E3FE4}"/>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14046170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D5092E3-E8FB-4512-B4D2-5159F5F6FAA9}"/>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3" name="页脚占位符 2">
            <a:extLst>
              <a:ext uri="{FF2B5EF4-FFF2-40B4-BE49-F238E27FC236}">
                <a16:creationId xmlns:a16="http://schemas.microsoft.com/office/drawing/2014/main" id="{E3E86054-8C74-4E9B-A7EE-80554BED241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4E77D32-A9E6-4E39-9A81-BD32B849A345}"/>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35877588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336725-1B21-46DE-840F-F9E6236FB67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22CA29E0-CBC6-4209-8971-5182BDAD700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DD5384C-0444-449C-835A-3DB9B8FACC8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B4916559-5442-4F6C-B452-40DD4C7C3950}"/>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6" name="页脚占位符 5">
            <a:extLst>
              <a:ext uri="{FF2B5EF4-FFF2-40B4-BE49-F238E27FC236}">
                <a16:creationId xmlns:a16="http://schemas.microsoft.com/office/drawing/2014/main" id="{934B9DD6-883E-4516-B177-8F3F31D9773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1963289-10A7-4B0C-9C17-5041E92C3B98}"/>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26395645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B26632-1B25-47B6-9F0B-FD5BB783703F}"/>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C2BFA9A7-95C2-4E55-B552-5076AF73CA1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8625925A-A2AA-4A02-AFB6-9DEE072F5FA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FAD2BCA5-AFF2-42D3-A9B9-8B88EDFA8B12}"/>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6" name="页脚占位符 5">
            <a:extLst>
              <a:ext uri="{FF2B5EF4-FFF2-40B4-BE49-F238E27FC236}">
                <a16:creationId xmlns:a16="http://schemas.microsoft.com/office/drawing/2014/main" id="{E192E25A-C2FE-4D62-9E21-89F605D3FF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46CCA73-D188-4AF9-8EA1-F1FDFC6997B7}"/>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821202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40144C-BD1D-4EBF-BEF3-F2FD7AFCAE8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3E67136-7AD5-4C02-8D09-3DD1E3F4F380}"/>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650051E-C126-4A3B-802E-67401482FBAB}"/>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9F425DAB-CDD2-42AD-86D1-47AB8A8EB0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897336-7D77-4E4C-ABD2-6B896BEA471C}"/>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31650408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098AF64-F85D-4F35-9952-108EFE2CB1CB}"/>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2861407-8DA6-48DA-AF22-8CA2BE698448}"/>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6D8BF33-BF56-4220-9037-3DA0BE07A7B4}"/>
              </a:ext>
            </a:extLst>
          </p:cNvPr>
          <p:cNvSpPr>
            <a:spLocks noGrp="1"/>
          </p:cNvSpPr>
          <p:nvPr>
            <p:ph type="dt" sz="half" idx="10"/>
          </p:nvPr>
        </p:nvSpPr>
        <p:spPr/>
        <p:txBody>
          <a:bodyPr/>
          <a:lstStyle/>
          <a:p>
            <a:fld id="{C90075C0-B261-445E-980D-02230EC336B5}"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B26F4E75-411B-4713-B5C1-B667911ABF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836FE3-1BB0-4F82-B0C9-6262EF529627}"/>
              </a:ext>
            </a:extLst>
          </p:cNvPr>
          <p:cNvSpPr>
            <a:spLocks noGrp="1"/>
          </p:cNvSpPr>
          <p:nvPr>
            <p:ph type="sldNum" sz="quarter" idx="12"/>
          </p:nvPr>
        </p:nvSpPr>
        <p:spPr/>
        <p:txBody>
          <a:body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2307206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5734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defRPr/>
            </a:pPr>
            <a:endParaRPr lang="en-US" altLang="zh-CN">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defRPr/>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defRPr/>
            </a:pPr>
            <a:fld id="{9171623E-81CE-4D1C-A5E5-85953D7D393D}" type="slidenum">
              <a:rPr lang="en-US" altLang="zh-CN">
                <a:solidFill>
                  <a:srgbClr val="000000"/>
                </a:solidFill>
              </a:rPr>
              <a:pPr fontAlgn="base">
                <a:spcBef>
                  <a:spcPct val="0"/>
                </a:spcBef>
                <a:spcAft>
                  <a:spcPct val="0"/>
                </a:spcAft>
                <a:defRPr/>
              </a:pPr>
              <a:t>‹#›</a:t>
            </a:fld>
            <a:endParaRPr lang="en-US" altLang="zh-CN">
              <a:solidFill>
                <a:srgbClr val="000000"/>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33F521D-2327-AD36-6CAB-AD53DD474D7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F0679A8-5937-16A3-FFED-FCB7C70488E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32C99A5-DF24-53C0-47A7-C075339A2FC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2E5F223-E86D-42E2-947A-B35ACF8071F2}"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A9EF765C-5533-B25B-F89C-4DA55CA8ABC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6274B6C-94F5-0627-5546-573D3DC9401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D684E75-493E-412C-8C18-C4645C168944}" type="slidenum">
              <a:rPr lang="zh-CN" altLang="en-US" smtClean="0"/>
              <a:t>‹#›</a:t>
            </a:fld>
            <a:endParaRPr lang="zh-CN" altLang="en-US"/>
          </a:p>
        </p:txBody>
      </p:sp>
    </p:spTree>
    <p:extLst>
      <p:ext uri="{BB962C8B-B14F-4D97-AF65-F5344CB8AC3E}">
        <p14:creationId xmlns:p14="http://schemas.microsoft.com/office/powerpoint/2010/main" val="39057262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62F73A2-85CA-472F-8932-816E947546B0}"/>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2B09C5D-FF8C-4E08-BB64-F3A65038FD1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7780E57-B9A9-4BB9-B6F0-6A09B19B6F8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90075C0-B261-445E-980D-02230EC336B5}" type="datetimeFigureOut">
              <a:rPr lang="zh-CN" altLang="en-US" smtClean="0"/>
              <a:t>2025/5/26</a:t>
            </a:fld>
            <a:endParaRPr lang="zh-CN" altLang="en-US"/>
          </a:p>
        </p:txBody>
      </p:sp>
      <p:sp>
        <p:nvSpPr>
          <p:cNvPr id="5" name="页脚占位符 4">
            <a:extLst>
              <a:ext uri="{FF2B5EF4-FFF2-40B4-BE49-F238E27FC236}">
                <a16:creationId xmlns:a16="http://schemas.microsoft.com/office/drawing/2014/main" id="{C0242B2D-4599-4BD7-8A55-5A7FC807E31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5B54F0E-460B-4CA9-8C47-D7863A4CC516}"/>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301F3E5-6D0F-465A-86E4-19DEF22E1521}" type="slidenum">
              <a:rPr lang="zh-CN" altLang="en-US" smtClean="0"/>
              <a:t>‹#›</a:t>
            </a:fld>
            <a:endParaRPr lang="zh-CN" altLang="en-US"/>
          </a:p>
        </p:txBody>
      </p:sp>
    </p:spTree>
    <p:extLst>
      <p:ext uri="{BB962C8B-B14F-4D97-AF65-F5344CB8AC3E}">
        <p14:creationId xmlns:p14="http://schemas.microsoft.com/office/powerpoint/2010/main" val="23264726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emf"/><Relationship Id="rId18" Type="http://schemas.openxmlformats.org/officeDocument/2006/relationships/oleObject" Target="../embeddings/oleObject9.bin"/><Relationship Id="rId3" Type="http://schemas.openxmlformats.org/officeDocument/2006/relationships/image" Target="../media/image1.emf"/><Relationship Id="rId7" Type="http://schemas.openxmlformats.org/officeDocument/2006/relationships/image" Target="../media/image3.emf"/><Relationship Id="rId12" Type="http://schemas.openxmlformats.org/officeDocument/2006/relationships/oleObject" Target="../embeddings/oleObject6.bin"/><Relationship Id="rId17" Type="http://schemas.openxmlformats.org/officeDocument/2006/relationships/image" Target="../media/image8.emf"/><Relationship Id="rId2" Type="http://schemas.openxmlformats.org/officeDocument/2006/relationships/oleObject" Target="../embeddings/oleObject1.bin"/><Relationship Id="rId16" Type="http://schemas.openxmlformats.org/officeDocument/2006/relationships/oleObject" Target="../embeddings/oleObject8.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5.emf"/><Relationship Id="rId5" Type="http://schemas.openxmlformats.org/officeDocument/2006/relationships/image" Target="../media/image2.emf"/><Relationship Id="rId15" Type="http://schemas.openxmlformats.org/officeDocument/2006/relationships/image" Target="../media/image7.emf"/><Relationship Id="rId10" Type="http://schemas.openxmlformats.org/officeDocument/2006/relationships/oleObject" Target="../embeddings/oleObject5.bin"/><Relationship Id="rId19" Type="http://schemas.openxmlformats.org/officeDocument/2006/relationships/image" Target="../media/image9.emf"/><Relationship Id="rId4" Type="http://schemas.openxmlformats.org/officeDocument/2006/relationships/oleObject" Target="../embeddings/oleObject2.bin"/><Relationship Id="rId9" Type="http://schemas.openxmlformats.org/officeDocument/2006/relationships/image" Target="../media/image4.emf"/><Relationship Id="rId14" Type="http://schemas.openxmlformats.org/officeDocument/2006/relationships/oleObject" Target="../embeddings/oleObject7.bin"/></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15.emf"/><Relationship Id="rId18" Type="http://schemas.openxmlformats.org/officeDocument/2006/relationships/oleObject" Target="../embeddings/oleObject18.bin"/><Relationship Id="rId3" Type="http://schemas.openxmlformats.org/officeDocument/2006/relationships/image" Target="../media/image10.emf"/><Relationship Id="rId21" Type="http://schemas.openxmlformats.org/officeDocument/2006/relationships/image" Target="../media/image19.emf"/><Relationship Id="rId7" Type="http://schemas.openxmlformats.org/officeDocument/2006/relationships/image" Target="../media/image12.emf"/><Relationship Id="rId12" Type="http://schemas.openxmlformats.org/officeDocument/2006/relationships/oleObject" Target="../embeddings/oleObject15.bin"/><Relationship Id="rId17" Type="http://schemas.openxmlformats.org/officeDocument/2006/relationships/image" Target="../media/image17.emf"/><Relationship Id="rId25" Type="http://schemas.openxmlformats.org/officeDocument/2006/relationships/image" Target="../media/image21.emf"/><Relationship Id="rId2" Type="http://schemas.openxmlformats.org/officeDocument/2006/relationships/oleObject" Target="../embeddings/oleObject10.bin"/><Relationship Id="rId16" Type="http://schemas.openxmlformats.org/officeDocument/2006/relationships/oleObject" Target="../embeddings/oleObject17.bin"/><Relationship Id="rId20" Type="http://schemas.openxmlformats.org/officeDocument/2006/relationships/oleObject" Target="../embeddings/oleObject19.bin"/><Relationship Id="rId1" Type="http://schemas.openxmlformats.org/officeDocument/2006/relationships/slideLayout" Target="../slideLayouts/slideLayout7.xml"/><Relationship Id="rId6" Type="http://schemas.openxmlformats.org/officeDocument/2006/relationships/oleObject" Target="../embeddings/oleObject12.bin"/><Relationship Id="rId11" Type="http://schemas.openxmlformats.org/officeDocument/2006/relationships/image" Target="../media/image14.emf"/><Relationship Id="rId24" Type="http://schemas.openxmlformats.org/officeDocument/2006/relationships/oleObject" Target="../embeddings/oleObject21.bin"/><Relationship Id="rId5" Type="http://schemas.openxmlformats.org/officeDocument/2006/relationships/image" Target="../media/image11.emf"/><Relationship Id="rId15" Type="http://schemas.openxmlformats.org/officeDocument/2006/relationships/image" Target="../media/image16.emf"/><Relationship Id="rId23" Type="http://schemas.openxmlformats.org/officeDocument/2006/relationships/image" Target="../media/image20.emf"/><Relationship Id="rId10" Type="http://schemas.openxmlformats.org/officeDocument/2006/relationships/oleObject" Target="../embeddings/oleObject14.bin"/><Relationship Id="rId19" Type="http://schemas.openxmlformats.org/officeDocument/2006/relationships/image" Target="../media/image18.emf"/><Relationship Id="rId4" Type="http://schemas.openxmlformats.org/officeDocument/2006/relationships/oleObject" Target="../embeddings/oleObject11.bin"/><Relationship Id="rId9" Type="http://schemas.openxmlformats.org/officeDocument/2006/relationships/image" Target="../media/image13.emf"/><Relationship Id="rId14" Type="http://schemas.openxmlformats.org/officeDocument/2006/relationships/oleObject" Target="../embeddings/oleObject16.bin"/><Relationship Id="rId22" Type="http://schemas.openxmlformats.org/officeDocument/2006/relationships/oleObject" Target="../embeddings/oleObject20.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27.emf"/><Relationship Id="rId3" Type="http://schemas.openxmlformats.org/officeDocument/2006/relationships/image" Target="../media/image22.emf"/><Relationship Id="rId7" Type="http://schemas.openxmlformats.org/officeDocument/2006/relationships/image" Target="../media/image24.emf"/><Relationship Id="rId12" Type="http://schemas.openxmlformats.org/officeDocument/2006/relationships/oleObject" Target="../embeddings/oleObject27.bin"/><Relationship Id="rId2" Type="http://schemas.openxmlformats.org/officeDocument/2006/relationships/oleObject" Target="../embeddings/oleObject22.bin"/><Relationship Id="rId1" Type="http://schemas.openxmlformats.org/officeDocument/2006/relationships/slideLayout" Target="../slideLayouts/slideLayout7.xml"/><Relationship Id="rId6" Type="http://schemas.openxmlformats.org/officeDocument/2006/relationships/oleObject" Target="../embeddings/oleObject24.bin"/><Relationship Id="rId11" Type="http://schemas.openxmlformats.org/officeDocument/2006/relationships/image" Target="../media/image26.emf"/><Relationship Id="rId5" Type="http://schemas.openxmlformats.org/officeDocument/2006/relationships/image" Target="../media/image23.wmf"/><Relationship Id="rId15" Type="http://schemas.openxmlformats.org/officeDocument/2006/relationships/image" Target="../media/image28.e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25.emf"/><Relationship Id="rId14" Type="http://schemas.openxmlformats.org/officeDocument/2006/relationships/oleObject" Target="../embeddings/oleObject28.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34.emf"/><Relationship Id="rId3" Type="http://schemas.openxmlformats.org/officeDocument/2006/relationships/image" Target="../media/image29.emf"/><Relationship Id="rId7" Type="http://schemas.openxmlformats.org/officeDocument/2006/relationships/image" Target="../media/image31.emf"/><Relationship Id="rId12" Type="http://schemas.openxmlformats.org/officeDocument/2006/relationships/oleObject" Target="../embeddings/oleObject34.bin"/><Relationship Id="rId2" Type="http://schemas.openxmlformats.org/officeDocument/2006/relationships/oleObject" Target="../embeddings/oleObject29.bin"/><Relationship Id="rId1" Type="http://schemas.openxmlformats.org/officeDocument/2006/relationships/slideLayout" Target="../slideLayouts/slideLayout7.xml"/><Relationship Id="rId6" Type="http://schemas.openxmlformats.org/officeDocument/2006/relationships/oleObject" Target="../embeddings/oleObject31.bin"/><Relationship Id="rId11" Type="http://schemas.openxmlformats.org/officeDocument/2006/relationships/image" Target="../media/image33.emf"/><Relationship Id="rId5" Type="http://schemas.openxmlformats.org/officeDocument/2006/relationships/image" Target="../media/image30.emf"/><Relationship Id="rId15" Type="http://schemas.openxmlformats.org/officeDocument/2006/relationships/image" Target="../media/image35.e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32.emf"/><Relationship Id="rId14" Type="http://schemas.openxmlformats.org/officeDocument/2006/relationships/oleObject" Target="../embeddings/oleObject35.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41.emf"/><Relationship Id="rId18" Type="http://schemas.openxmlformats.org/officeDocument/2006/relationships/oleObject" Target="../embeddings/oleObject44.bin"/><Relationship Id="rId3" Type="http://schemas.openxmlformats.org/officeDocument/2006/relationships/image" Target="../media/image36.emf"/><Relationship Id="rId7" Type="http://schemas.openxmlformats.org/officeDocument/2006/relationships/image" Target="../media/image38.emf"/><Relationship Id="rId12" Type="http://schemas.openxmlformats.org/officeDocument/2006/relationships/oleObject" Target="../embeddings/oleObject41.bin"/><Relationship Id="rId17" Type="http://schemas.openxmlformats.org/officeDocument/2006/relationships/image" Target="../media/image43.emf"/><Relationship Id="rId2" Type="http://schemas.openxmlformats.org/officeDocument/2006/relationships/oleObject" Target="../embeddings/oleObject36.bin"/><Relationship Id="rId16" Type="http://schemas.openxmlformats.org/officeDocument/2006/relationships/oleObject" Target="../embeddings/oleObject43.bin"/><Relationship Id="rId1" Type="http://schemas.openxmlformats.org/officeDocument/2006/relationships/slideLayout" Target="../slideLayouts/slideLayout6.xml"/><Relationship Id="rId6" Type="http://schemas.openxmlformats.org/officeDocument/2006/relationships/oleObject" Target="../embeddings/oleObject38.bin"/><Relationship Id="rId11" Type="http://schemas.openxmlformats.org/officeDocument/2006/relationships/image" Target="../media/image40.emf"/><Relationship Id="rId5" Type="http://schemas.openxmlformats.org/officeDocument/2006/relationships/image" Target="../media/image37.emf"/><Relationship Id="rId15" Type="http://schemas.openxmlformats.org/officeDocument/2006/relationships/image" Target="../media/image42.emf"/><Relationship Id="rId10" Type="http://schemas.openxmlformats.org/officeDocument/2006/relationships/oleObject" Target="../embeddings/oleObject40.bin"/><Relationship Id="rId19" Type="http://schemas.openxmlformats.org/officeDocument/2006/relationships/image" Target="../media/image44.emf"/><Relationship Id="rId4" Type="http://schemas.openxmlformats.org/officeDocument/2006/relationships/oleObject" Target="../embeddings/oleObject37.bin"/><Relationship Id="rId9" Type="http://schemas.openxmlformats.org/officeDocument/2006/relationships/image" Target="../media/image39.emf"/><Relationship Id="rId14" Type="http://schemas.openxmlformats.org/officeDocument/2006/relationships/oleObject" Target="../embeddings/oleObject42.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50.emf"/><Relationship Id="rId18" Type="http://schemas.openxmlformats.org/officeDocument/2006/relationships/oleObject" Target="../embeddings/oleObject53.bin"/><Relationship Id="rId26" Type="http://schemas.openxmlformats.org/officeDocument/2006/relationships/oleObject" Target="../embeddings/oleObject57.bin"/><Relationship Id="rId3" Type="http://schemas.openxmlformats.org/officeDocument/2006/relationships/image" Target="../media/image45.emf"/><Relationship Id="rId21" Type="http://schemas.openxmlformats.org/officeDocument/2006/relationships/image" Target="../media/image54.emf"/><Relationship Id="rId7" Type="http://schemas.openxmlformats.org/officeDocument/2006/relationships/image" Target="../media/image47.emf"/><Relationship Id="rId12" Type="http://schemas.openxmlformats.org/officeDocument/2006/relationships/oleObject" Target="../embeddings/oleObject50.bin"/><Relationship Id="rId17" Type="http://schemas.openxmlformats.org/officeDocument/2006/relationships/image" Target="../media/image52.emf"/><Relationship Id="rId25" Type="http://schemas.openxmlformats.org/officeDocument/2006/relationships/image" Target="../media/image56.emf"/><Relationship Id="rId2" Type="http://schemas.openxmlformats.org/officeDocument/2006/relationships/oleObject" Target="../embeddings/oleObject45.bin"/><Relationship Id="rId16" Type="http://schemas.openxmlformats.org/officeDocument/2006/relationships/oleObject" Target="../embeddings/oleObject52.bin"/><Relationship Id="rId20" Type="http://schemas.openxmlformats.org/officeDocument/2006/relationships/oleObject" Target="../embeddings/oleObject54.bin"/><Relationship Id="rId1" Type="http://schemas.openxmlformats.org/officeDocument/2006/relationships/slideLayout" Target="../slideLayouts/slideLayout17.xml"/><Relationship Id="rId6" Type="http://schemas.openxmlformats.org/officeDocument/2006/relationships/oleObject" Target="../embeddings/oleObject47.bin"/><Relationship Id="rId11" Type="http://schemas.openxmlformats.org/officeDocument/2006/relationships/image" Target="../media/image49.emf"/><Relationship Id="rId24" Type="http://schemas.openxmlformats.org/officeDocument/2006/relationships/oleObject" Target="../embeddings/oleObject56.bin"/><Relationship Id="rId5" Type="http://schemas.openxmlformats.org/officeDocument/2006/relationships/image" Target="../media/image46.emf"/><Relationship Id="rId15" Type="http://schemas.openxmlformats.org/officeDocument/2006/relationships/image" Target="../media/image51.emf"/><Relationship Id="rId23" Type="http://schemas.openxmlformats.org/officeDocument/2006/relationships/image" Target="../media/image55.emf"/><Relationship Id="rId10" Type="http://schemas.openxmlformats.org/officeDocument/2006/relationships/oleObject" Target="../embeddings/oleObject49.bin"/><Relationship Id="rId19" Type="http://schemas.openxmlformats.org/officeDocument/2006/relationships/image" Target="../media/image53.wmf"/><Relationship Id="rId4" Type="http://schemas.openxmlformats.org/officeDocument/2006/relationships/oleObject" Target="../embeddings/oleObject46.bin"/><Relationship Id="rId9" Type="http://schemas.openxmlformats.org/officeDocument/2006/relationships/image" Target="../media/image48.emf"/><Relationship Id="rId14" Type="http://schemas.openxmlformats.org/officeDocument/2006/relationships/oleObject" Target="../embeddings/oleObject51.bin"/><Relationship Id="rId22" Type="http://schemas.openxmlformats.org/officeDocument/2006/relationships/oleObject" Target="../embeddings/oleObject55.bin"/><Relationship Id="rId27" Type="http://schemas.openxmlformats.org/officeDocument/2006/relationships/image" Target="../media/image57.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image" Target="../media/image63.emf"/><Relationship Id="rId18" Type="http://schemas.openxmlformats.org/officeDocument/2006/relationships/oleObject" Target="../embeddings/oleObject66.bin"/><Relationship Id="rId26" Type="http://schemas.openxmlformats.org/officeDocument/2006/relationships/oleObject" Target="../embeddings/oleObject69.bin"/><Relationship Id="rId3" Type="http://schemas.openxmlformats.org/officeDocument/2006/relationships/image" Target="../media/image58.emf"/><Relationship Id="rId21" Type="http://schemas.openxmlformats.org/officeDocument/2006/relationships/image" Target="../media/image67.emf"/><Relationship Id="rId7" Type="http://schemas.openxmlformats.org/officeDocument/2006/relationships/image" Target="../media/image60.emf"/><Relationship Id="rId12" Type="http://schemas.openxmlformats.org/officeDocument/2006/relationships/oleObject" Target="../embeddings/oleObject63.bin"/><Relationship Id="rId17" Type="http://schemas.openxmlformats.org/officeDocument/2006/relationships/image" Target="../media/image65.emf"/><Relationship Id="rId25" Type="http://schemas.openxmlformats.org/officeDocument/2006/relationships/image" Target="../media/image57.wmf"/><Relationship Id="rId2" Type="http://schemas.openxmlformats.org/officeDocument/2006/relationships/oleObject" Target="../embeddings/oleObject58.bin"/><Relationship Id="rId16" Type="http://schemas.openxmlformats.org/officeDocument/2006/relationships/oleObject" Target="../embeddings/oleObject65.bin"/><Relationship Id="rId20" Type="http://schemas.openxmlformats.org/officeDocument/2006/relationships/oleObject" Target="../embeddings/oleObject67.bin"/><Relationship Id="rId29" Type="http://schemas.openxmlformats.org/officeDocument/2006/relationships/image" Target="../media/image70.wmf"/><Relationship Id="rId1" Type="http://schemas.openxmlformats.org/officeDocument/2006/relationships/slideLayout" Target="../slideLayouts/slideLayout17.xml"/><Relationship Id="rId6" Type="http://schemas.openxmlformats.org/officeDocument/2006/relationships/oleObject" Target="../embeddings/oleObject60.bin"/><Relationship Id="rId11" Type="http://schemas.openxmlformats.org/officeDocument/2006/relationships/image" Target="../media/image62.emf"/><Relationship Id="rId24" Type="http://schemas.openxmlformats.org/officeDocument/2006/relationships/oleObject" Target="../embeddings/oleObject57.bin"/><Relationship Id="rId5" Type="http://schemas.openxmlformats.org/officeDocument/2006/relationships/image" Target="../media/image59.emf"/><Relationship Id="rId15" Type="http://schemas.openxmlformats.org/officeDocument/2006/relationships/image" Target="../media/image64.emf"/><Relationship Id="rId23" Type="http://schemas.openxmlformats.org/officeDocument/2006/relationships/image" Target="../media/image68.emf"/><Relationship Id="rId28" Type="http://schemas.openxmlformats.org/officeDocument/2006/relationships/oleObject" Target="../embeddings/oleObject70.bin"/><Relationship Id="rId10" Type="http://schemas.openxmlformats.org/officeDocument/2006/relationships/oleObject" Target="../embeddings/oleObject62.bin"/><Relationship Id="rId19" Type="http://schemas.openxmlformats.org/officeDocument/2006/relationships/image" Target="../media/image66.emf"/><Relationship Id="rId4" Type="http://schemas.openxmlformats.org/officeDocument/2006/relationships/oleObject" Target="../embeddings/oleObject59.bin"/><Relationship Id="rId9" Type="http://schemas.openxmlformats.org/officeDocument/2006/relationships/image" Target="../media/image61.emf"/><Relationship Id="rId14" Type="http://schemas.openxmlformats.org/officeDocument/2006/relationships/oleObject" Target="../embeddings/oleObject64.bin"/><Relationship Id="rId22" Type="http://schemas.openxmlformats.org/officeDocument/2006/relationships/oleObject" Target="../embeddings/oleObject68.bin"/><Relationship Id="rId27" Type="http://schemas.openxmlformats.org/officeDocument/2006/relationships/image" Target="../media/image69.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76.emf"/><Relationship Id="rId18" Type="http://schemas.openxmlformats.org/officeDocument/2006/relationships/oleObject" Target="../embeddings/oleObject79.bin"/><Relationship Id="rId3" Type="http://schemas.openxmlformats.org/officeDocument/2006/relationships/image" Target="../media/image71.emf"/><Relationship Id="rId21" Type="http://schemas.openxmlformats.org/officeDocument/2006/relationships/image" Target="../media/image80.emf"/><Relationship Id="rId7" Type="http://schemas.openxmlformats.org/officeDocument/2006/relationships/image" Target="../media/image73.emf"/><Relationship Id="rId12" Type="http://schemas.openxmlformats.org/officeDocument/2006/relationships/oleObject" Target="../embeddings/oleObject76.bin"/><Relationship Id="rId17" Type="http://schemas.openxmlformats.org/officeDocument/2006/relationships/image" Target="../media/image78.emf"/><Relationship Id="rId2" Type="http://schemas.openxmlformats.org/officeDocument/2006/relationships/oleObject" Target="../embeddings/oleObject71.bin"/><Relationship Id="rId16" Type="http://schemas.openxmlformats.org/officeDocument/2006/relationships/oleObject" Target="../embeddings/oleObject78.bin"/><Relationship Id="rId20" Type="http://schemas.openxmlformats.org/officeDocument/2006/relationships/oleObject" Target="../embeddings/oleObject80.bin"/><Relationship Id="rId1" Type="http://schemas.openxmlformats.org/officeDocument/2006/relationships/slideLayout" Target="../slideLayouts/slideLayout6.xml"/><Relationship Id="rId6" Type="http://schemas.openxmlformats.org/officeDocument/2006/relationships/oleObject" Target="../embeddings/oleObject73.bin"/><Relationship Id="rId11" Type="http://schemas.openxmlformats.org/officeDocument/2006/relationships/image" Target="../media/image75.emf"/><Relationship Id="rId5" Type="http://schemas.openxmlformats.org/officeDocument/2006/relationships/image" Target="../media/image72.emf"/><Relationship Id="rId15" Type="http://schemas.openxmlformats.org/officeDocument/2006/relationships/image" Target="../media/image77.emf"/><Relationship Id="rId23" Type="http://schemas.openxmlformats.org/officeDocument/2006/relationships/image" Target="../media/image81.emf"/><Relationship Id="rId10" Type="http://schemas.openxmlformats.org/officeDocument/2006/relationships/oleObject" Target="../embeddings/oleObject75.bin"/><Relationship Id="rId19" Type="http://schemas.openxmlformats.org/officeDocument/2006/relationships/image" Target="../media/image79.emf"/><Relationship Id="rId4" Type="http://schemas.openxmlformats.org/officeDocument/2006/relationships/oleObject" Target="../embeddings/oleObject72.bin"/><Relationship Id="rId9" Type="http://schemas.openxmlformats.org/officeDocument/2006/relationships/image" Target="../media/image74.emf"/><Relationship Id="rId14" Type="http://schemas.openxmlformats.org/officeDocument/2006/relationships/oleObject" Target="../embeddings/oleObject77.bin"/><Relationship Id="rId22" Type="http://schemas.openxmlformats.org/officeDocument/2006/relationships/oleObject" Target="../embeddings/oleObject81.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87.emf"/><Relationship Id="rId18" Type="http://schemas.openxmlformats.org/officeDocument/2006/relationships/oleObject" Target="../embeddings/oleObject90.bin"/><Relationship Id="rId3" Type="http://schemas.openxmlformats.org/officeDocument/2006/relationships/image" Target="../media/image82.emf"/><Relationship Id="rId7" Type="http://schemas.openxmlformats.org/officeDocument/2006/relationships/image" Target="../media/image84.emf"/><Relationship Id="rId12" Type="http://schemas.openxmlformats.org/officeDocument/2006/relationships/oleObject" Target="../embeddings/oleObject87.bin"/><Relationship Id="rId17" Type="http://schemas.openxmlformats.org/officeDocument/2006/relationships/image" Target="../media/image89.emf"/><Relationship Id="rId2" Type="http://schemas.openxmlformats.org/officeDocument/2006/relationships/oleObject" Target="../embeddings/oleObject82.bin"/><Relationship Id="rId16" Type="http://schemas.openxmlformats.org/officeDocument/2006/relationships/oleObject" Target="../embeddings/oleObject89.bin"/><Relationship Id="rId1" Type="http://schemas.openxmlformats.org/officeDocument/2006/relationships/slideLayout" Target="../slideLayouts/slideLayout6.xml"/><Relationship Id="rId6" Type="http://schemas.openxmlformats.org/officeDocument/2006/relationships/oleObject" Target="../embeddings/oleObject84.bin"/><Relationship Id="rId11" Type="http://schemas.openxmlformats.org/officeDocument/2006/relationships/image" Target="../media/image86.emf"/><Relationship Id="rId5" Type="http://schemas.openxmlformats.org/officeDocument/2006/relationships/image" Target="../media/image83.emf"/><Relationship Id="rId15" Type="http://schemas.openxmlformats.org/officeDocument/2006/relationships/image" Target="../media/image88.emf"/><Relationship Id="rId10" Type="http://schemas.openxmlformats.org/officeDocument/2006/relationships/oleObject" Target="../embeddings/oleObject86.bin"/><Relationship Id="rId19" Type="http://schemas.openxmlformats.org/officeDocument/2006/relationships/image" Target="../media/image90.emf"/><Relationship Id="rId4" Type="http://schemas.openxmlformats.org/officeDocument/2006/relationships/oleObject" Target="../embeddings/oleObject83.bin"/><Relationship Id="rId9" Type="http://schemas.openxmlformats.org/officeDocument/2006/relationships/image" Target="../media/image85.emf"/><Relationship Id="rId14" Type="http://schemas.openxmlformats.org/officeDocument/2006/relationships/oleObject" Target="../embeddings/oleObject88.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94.bin"/><Relationship Id="rId13" Type="http://schemas.openxmlformats.org/officeDocument/2006/relationships/image" Target="../media/image96.emf"/><Relationship Id="rId18" Type="http://schemas.openxmlformats.org/officeDocument/2006/relationships/oleObject" Target="../embeddings/oleObject99.bin"/><Relationship Id="rId26" Type="http://schemas.openxmlformats.org/officeDocument/2006/relationships/oleObject" Target="../embeddings/oleObject103.bin"/><Relationship Id="rId3" Type="http://schemas.openxmlformats.org/officeDocument/2006/relationships/image" Target="../media/image91.emf"/><Relationship Id="rId21" Type="http://schemas.openxmlformats.org/officeDocument/2006/relationships/image" Target="../media/image100.emf"/><Relationship Id="rId7" Type="http://schemas.openxmlformats.org/officeDocument/2006/relationships/image" Target="../media/image93.emf"/><Relationship Id="rId12" Type="http://schemas.openxmlformats.org/officeDocument/2006/relationships/oleObject" Target="../embeddings/oleObject96.bin"/><Relationship Id="rId17" Type="http://schemas.openxmlformats.org/officeDocument/2006/relationships/image" Target="../media/image98.emf"/><Relationship Id="rId25" Type="http://schemas.openxmlformats.org/officeDocument/2006/relationships/image" Target="../media/image102.emf"/><Relationship Id="rId2" Type="http://schemas.openxmlformats.org/officeDocument/2006/relationships/oleObject" Target="../embeddings/oleObject91.bin"/><Relationship Id="rId16" Type="http://schemas.openxmlformats.org/officeDocument/2006/relationships/oleObject" Target="../embeddings/oleObject98.bin"/><Relationship Id="rId20" Type="http://schemas.openxmlformats.org/officeDocument/2006/relationships/oleObject" Target="../embeddings/oleObject100.bin"/><Relationship Id="rId1" Type="http://schemas.openxmlformats.org/officeDocument/2006/relationships/slideLayout" Target="../slideLayouts/slideLayout6.xml"/><Relationship Id="rId6" Type="http://schemas.openxmlformats.org/officeDocument/2006/relationships/oleObject" Target="../embeddings/oleObject93.bin"/><Relationship Id="rId11" Type="http://schemas.openxmlformats.org/officeDocument/2006/relationships/image" Target="../media/image95.emf"/><Relationship Id="rId24" Type="http://schemas.openxmlformats.org/officeDocument/2006/relationships/oleObject" Target="../embeddings/oleObject102.bin"/><Relationship Id="rId5" Type="http://schemas.openxmlformats.org/officeDocument/2006/relationships/image" Target="../media/image92.emf"/><Relationship Id="rId15" Type="http://schemas.openxmlformats.org/officeDocument/2006/relationships/image" Target="../media/image97.emf"/><Relationship Id="rId23" Type="http://schemas.openxmlformats.org/officeDocument/2006/relationships/image" Target="../media/image101.emf"/><Relationship Id="rId10" Type="http://schemas.openxmlformats.org/officeDocument/2006/relationships/oleObject" Target="../embeddings/oleObject95.bin"/><Relationship Id="rId19" Type="http://schemas.openxmlformats.org/officeDocument/2006/relationships/image" Target="../media/image99.emf"/><Relationship Id="rId4" Type="http://schemas.openxmlformats.org/officeDocument/2006/relationships/oleObject" Target="../embeddings/oleObject92.bin"/><Relationship Id="rId9" Type="http://schemas.openxmlformats.org/officeDocument/2006/relationships/image" Target="../media/image94.emf"/><Relationship Id="rId14" Type="http://schemas.openxmlformats.org/officeDocument/2006/relationships/oleObject" Target="../embeddings/oleObject97.bin"/><Relationship Id="rId22" Type="http://schemas.openxmlformats.org/officeDocument/2006/relationships/oleObject" Target="../embeddings/oleObject101.bin"/><Relationship Id="rId27" Type="http://schemas.openxmlformats.org/officeDocument/2006/relationships/image" Target="../media/image103.emf"/></Relationships>
</file>

<file path=ppt/slides/_rels/slide11.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oleObject" Target="../embeddings/oleObject104.bin"/><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5.emf"/><Relationship Id="rId7" Type="http://schemas.openxmlformats.org/officeDocument/2006/relationships/oleObject" Target="../embeddings/oleObject107.bin"/><Relationship Id="rId2" Type="http://schemas.openxmlformats.org/officeDocument/2006/relationships/oleObject" Target="../embeddings/oleObject105.bin"/><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image" Target="../media/image106.emf"/><Relationship Id="rId4" Type="http://schemas.openxmlformats.org/officeDocument/2006/relationships/oleObject" Target="../embeddings/oleObject106.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13.emf"/><Relationship Id="rId3" Type="http://schemas.openxmlformats.org/officeDocument/2006/relationships/image" Target="../media/image108.emf"/><Relationship Id="rId7" Type="http://schemas.openxmlformats.org/officeDocument/2006/relationships/image" Target="../media/image110.emf"/><Relationship Id="rId12" Type="http://schemas.openxmlformats.org/officeDocument/2006/relationships/oleObject" Target="../embeddings/oleObject113.bin"/><Relationship Id="rId17" Type="http://schemas.openxmlformats.org/officeDocument/2006/relationships/image" Target="../media/image115.emf"/><Relationship Id="rId2" Type="http://schemas.openxmlformats.org/officeDocument/2006/relationships/oleObject" Target="../embeddings/oleObject108.bin"/><Relationship Id="rId16" Type="http://schemas.openxmlformats.org/officeDocument/2006/relationships/oleObject" Target="../embeddings/oleObject115.bin"/><Relationship Id="rId1" Type="http://schemas.openxmlformats.org/officeDocument/2006/relationships/slideLayout" Target="../slideLayouts/slideLayout7.xml"/><Relationship Id="rId6" Type="http://schemas.openxmlformats.org/officeDocument/2006/relationships/oleObject" Target="../embeddings/oleObject110.bin"/><Relationship Id="rId11" Type="http://schemas.openxmlformats.org/officeDocument/2006/relationships/image" Target="../media/image112.emf"/><Relationship Id="rId5" Type="http://schemas.openxmlformats.org/officeDocument/2006/relationships/image" Target="../media/image109.emf"/><Relationship Id="rId15" Type="http://schemas.openxmlformats.org/officeDocument/2006/relationships/image" Target="../media/image114.emf"/><Relationship Id="rId10" Type="http://schemas.openxmlformats.org/officeDocument/2006/relationships/oleObject" Target="../embeddings/oleObject112.bin"/><Relationship Id="rId4" Type="http://schemas.openxmlformats.org/officeDocument/2006/relationships/oleObject" Target="../embeddings/oleObject109.bin"/><Relationship Id="rId9" Type="http://schemas.openxmlformats.org/officeDocument/2006/relationships/image" Target="../media/image111.emf"/><Relationship Id="rId14" Type="http://schemas.openxmlformats.org/officeDocument/2006/relationships/oleObject" Target="../embeddings/oleObject114.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19.bin"/><Relationship Id="rId3" Type="http://schemas.openxmlformats.org/officeDocument/2006/relationships/image" Target="../media/image116.emf"/><Relationship Id="rId7" Type="http://schemas.openxmlformats.org/officeDocument/2006/relationships/image" Target="../media/image118.emf"/><Relationship Id="rId2" Type="http://schemas.openxmlformats.org/officeDocument/2006/relationships/oleObject" Target="../embeddings/oleObject116.bin"/><Relationship Id="rId1" Type="http://schemas.openxmlformats.org/officeDocument/2006/relationships/slideLayout" Target="../slideLayouts/slideLayout7.xml"/><Relationship Id="rId6" Type="http://schemas.openxmlformats.org/officeDocument/2006/relationships/oleObject" Target="../embeddings/oleObject118.bin"/><Relationship Id="rId11" Type="http://schemas.openxmlformats.org/officeDocument/2006/relationships/image" Target="../media/image120.emf"/><Relationship Id="rId5" Type="http://schemas.openxmlformats.org/officeDocument/2006/relationships/image" Target="../media/image117.emf"/><Relationship Id="rId10" Type="http://schemas.openxmlformats.org/officeDocument/2006/relationships/oleObject" Target="../embeddings/oleObject120.bin"/><Relationship Id="rId4" Type="http://schemas.openxmlformats.org/officeDocument/2006/relationships/oleObject" Target="../embeddings/oleObject117.bin"/><Relationship Id="rId9" Type="http://schemas.openxmlformats.org/officeDocument/2006/relationships/image" Target="../media/image119.e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24.bin"/><Relationship Id="rId3" Type="http://schemas.openxmlformats.org/officeDocument/2006/relationships/image" Target="../media/image121.wmf"/><Relationship Id="rId7" Type="http://schemas.openxmlformats.org/officeDocument/2006/relationships/image" Target="../media/image123.wmf"/><Relationship Id="rId2" Type="http://schemas.openxmlformats.org/officeDocument/2006/relationships/oleObject" Target="../embeddings/oleObject121.bin"/><Relationship Id="rId1" Type="http://schemas.openxmlformats.org/officeDocument/2006/relationships/slideLayout" Target="../slideLayouts/slideLayout29.xml"/><Relationship Id="rId6" Type="http://schemas.openxmlformats.org/officeDocument/2006/relationships/oleObject" Target="../embeddings/oleObject123.bin"/><Relationship Id="rId11" Type="http://schemas.openxmlformats.org/officeDocument/2006/relationships/image" Target="../media/image125.wmf"/><Relationship Id="rId5" Type="http://schemas.openxmlformats.org/officeDocument/2006/relationships/image" Target="../media/image122.wmf"/><Relationship Id="rId10" Type="http://schemas.openxmlformats.org/officeDocument/2006/relationships/oleObject" Target="../embeddings/oleObject125.bin"/><Relationship Id="rId4" Type="http://schemas.openxmlformats.org/officeDocument/2006/relationships/oleObject" Target="../embeddings/oleObject122.bin"/><Relationship Id="rId9" Type="http://schemas.openxmlformats.org/officeDocument/2006/relationships/image" Target="../media/image124.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29.bin"/><Relationship Id="rId13" Type="http://schemas.openxmlformats.org/officeDocument/2006/relationships/image" Target="../media/image131.emf"/><Relationship Id="rId18" Type="http://schemas.openxmlformats.org/officeDocument/2006/relationships/oleObject" Target="../embeddings/oleObject134.bin"/><Relationship Id="rId3" Type="http://schemas.openxmlformats.org/officeDocument/2006/relationships/image" Target="../media/image126.emf"/><Relationship Id="rId21" Type="http://schemas.openxmlformats.org/officeDocument/2006/relationships/image" Target="../media/image135.emf"/><Relationship Id="rId7" Type="http://schemas.openxmlformats.org/officeDocument/2006/relationships/image" Target="../media/image128.emf"/><Relationship Id="rId12" Type="http://schemas.openxmlformats.org/officeDocument/2006/relationships/oleObject" Target="../embeddings/oleObject131.bin"/><Relationship Id="rId17" Type="http://schemas.openxmlformats.org/officeDocument/2006/relationships/image" Target="../media/image133.emf"/><Relationship Id="rId2" Type="http://schemas.openxmlformats.org/officeDocument/2006/relationships/oleObject" Target="../embeddings/oleObject126.bin"/><Relationship Id="rId16" Type="http://schemas.openxmlformats.org/officeDocument/2006/relationships/oleObject" Target="../embeddings/oleObject133.bin"/><Relationship Id="rId20" Type="http://schemas.openxmlformats.org/officeDocument/2006/relationships/oleObject" Target="../embeddings/oleObject135.bin"/><Relationship Id="rId1" Type="http://schemas.openxmlformats.org/officeDocument/2006/relationships/slideLayout" Target="../slideLayouts/slideLayout7.xml"/><Relationship Id="rId6" Type="http://schemas.openxmlformats.org/officeDocument/2006/relationships/oleObject" Target="../embeddings/oleObject128.bin"/><Relationship Id="rId11" Type="http://schemas.openxmlformats.org/officeDocument/2006/relationships/image" Target="../media/image130.emf"/><Relationship Id="rId5" Type="http://schemas.openxmlformats.org/officeDocument/2006/relationships/image" Target="../media/image127.emf"/><Relationship Id="rId15" Type="http://schemas.openxmlformats.org/officeDocument/2006/relationships/image" Target="../media/image132.emf"/><Relationship Id="rId10" Type="http://schemas.openxmlformats.org/officeDocument/2006/relationships/oleObject" Target="../embeddings/oleObject130.bin"/><Relationship Id="rId19" Type="http://schemas.openxmlformats.org/officeDocument/2006/relationships/image" Target="../media/image134.emf"/><Relationship Id="rId4" Type="http://schemas.openxmlformats.org/officeDocument/2006/relationships/oleObject" Target="../embeddings/oleObject127.bin"/><Relationship Id="rId9" Type="http://schemas.openxmlformats.org/officeDocument/2006/relationships/image" Target="../media/image129.emf"/><Relationship Id="rId14" Type="http://schemas.openxmlformats.org/officeDocument/2006/relationships/oleObject" Target="../embeddings/oleObject132.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39.bin"/><Relationship Id="rId13" Type="http://schemas.openxmlformats.org/officeDocument/2006/relationships/image" Target="../media/image141.emf"/><Relationship Id="rId18" Type="http://schemas.openxmlformats.org/officeDocument/2006/relationships/oleObject" Target="../embeddings/oleObject144.bin"/><Relationship Id="rId3" Type="http://schemas.openxmlformats.org/officeDocument/2006/relationships/image" Target="../media/image136.emf"/><Relationship Id="rId21" Type="http://schemas.openxmlformats.org/officeDocument/2006/relationships/image" Target="../media/image145.emf"/><Relationship Id="rId7" Type="http://schemas.openxmlformats.org/officeDocument/2006/relationships/image" Target="../media/image138.emf"/><Relationship Id="rId12" Type="http://schemas.openxmlformats.org/officeDocument/2006/relationships/oleObject" Target="../embeddings/oleObject141.bin"/><Relationship Id="rId17" Type="http://schemas.openxmlformats.org/officeDocument/2006/relationships/image" Target="../media/image143.emf"/><Relationship Id="rId25" Type="http://schemas.openxmlformats.org/officeDocument/2006/relationships/image" Target="../media/image147.emf"/><Relationship Id="rId2" Type="http://schemas.openxmlformats.org/officeDocument/2006/relationships/oleObject" Target="../embeddings/oleObject136.bin"/><Relationship Id="rId16" Type="http://schemas.openxmlformats.org/officeDocument/2006/relationships/oleObject" Target="../embeddings/oleObject143.bin"/><Relationship Id="rId20" Type="http://schemas.openxmlformats.org/officeDocument/2006/relationships/oleObject" Target="../embeddings/oleObject145.bin"/><Relationship Id="rId1" Type="http://schemas.openxmlformats.org/officeDocument/2006/relationships/slideLayout" Target="../slideLayouts/slideLayout7.xml"/><Relationship Id="rId6" Type="http://schemas.openxmlformats.org/officeDocument/2006/relationships/oleObject" Target="../embeddings/oleObject138.bin"/><Relationship Id="rId11" Type="http://schemas.openxmlformats.org/officeDocument/2006/relationships/image" Target="../media/image140.emf"/><Relationship Id="rId24" Type="http://schemas.openxmlformats.org/officeDocument/2006/relationships/oleObject" Target="../embeddings/oleObject147.bin"/><Relationship Id="rId5" Type="http://schemas.openxmlformats.org/officeDocument/2006/relationships/image" Target="../media/image137.emf"/><Relationship Id="rId15" Type="http://schemas.openxmlformats.org/officeDocument/2006/relationships/image" Target="../media/image142.emf"/><Relationship Id="rId23" Type="http://schemas.openxmlformats.org/officeDocument/2006/relationships/image" Target="../media/image146.emf"/><Relationship Id="rId10" Type="http://schemas.openxmlformats.org/officeDocument/2006/relationships/oleObject" Target="../embeddings/oleObject140.bin"/><Relationship Id="rId19" Type="http://schemas.openxmlformats.org/officeDocument/2006/relationships/image" Target="../media/image144.emf"/><Relationship Id="rId4" Type="http://schemas.openxmlformats.org/officeDocument/2006/relationships/oleObject" Target="../embeddings/oleObject137.bin"/><Relationship Id="rId9" Type="http://schemas.openxmlformats.org/officeDocument/2006/relationships/image" Target="../media/image139.emf"/><Relationship Id="rId14" Type="http://schemas.openxmlformats.org/officeDocument/2006/relationships/oleObject" Target="../embeddings/oleObject142.bin"/><Relationship Id="rId22" Type="http://schemas.openxmlformats.org/officeDocument/2006/relationships/oleObject" Target="../embeddings/oleObject146.bin"/></Relationships>
</file>

<file path=ppt/slides/_rels/slide18.xml.rels><?xml version="1.0" encoding="UTF-8" standalone="yes"?>
<Relationships xmlns="http://schemas.openxmlformats.org/package/2006/relationships"><Relationship Id="rId3" Type="http://schemas.openxmlformats.org/officeDocument/2006/relationships/image" Target="../media/image148.emf"/><Relationship Id="rId2" Type="http://schemas.openxmlformats.org/officeDocument/2006/relationships/oleObject" Target="../embeddings/oleObject148.bin"/><Relationship Id="rId1" Type="http://schemas.openxmlformats.org/officeDocument/2006/relationships/slideLayout" Target="../slideLayouts/slideLayout7.xml"/><Relationship Id="rId6" Type="http://schemas.openxmlformats.org/officeDocument/2006/relationships/image" Target="../media/image150.wmf"/><Relationship Id="rId5" Type="http://schemas.openxmlformats.org/officeDocument/2006/relationships/image" Target="../media/image149.emf"/><Relationship Id="rId4" Type="http://schemas.openxmlformats.org/officeDocument/2006/relationships/oleObject" Target="../embeddings/oleObject149.bin"/></Relationships>
</file>

<file path=ppt/slides/_rels/slide19.xml.rels><?xml version="1.0" encoding="UTF-8" standalone="yes"?>
<Relationships xmlns="http://schemas.openxmlformats.org/package/2006/relationships"><Relationship Id="rId3" Type="http://schemas.openxmlformats.org/officeDocument/2006/relationships/image" Target="../media/image151.emf"/><Relationship Id="rId2" Type="http://schemas.openxmlformats.org/officeDocument/2006/relationships/oleObject" Target="../embeddings/oleObject150.bin"/><Relationship Id="rId1" Type="http://schemas.openxmlformats.org/officeDocument/2006/relationships/slideLayout" Target="../slideLayouts/slideLayout7.xml"/><Relationship Id="rId5" Type="http://schemas.openxmlformats.org/officeDocument/2006/relationships/image" Target="../media/image152.emf"/><Relationship Id="rId4" Type="http://schemas.openxmlformats.org/officeDocument/2006/relationships/oleObject" Target="../embeddings/oleObject151.bin"/></Relationships>
</file>

<file path=ppt/slides/_rels/slide20.xml.rels><?xml version="1.0" encoding="UTF-8" standalone="yes"?>
<Relationships xmlns="http://schemas.openxmlformats.org/package/2006/relationships"><Relationship Id="rId13" Type="http://schemas.openxmlformats.org/officeDocument/2006/relationships/image" Target="../media/image158.emf"/><Relationship Id="rId18" Type="http://schemas.openxmlformats.org/officeDocument/2006/relationships/oleObject" Target="../embeddings/oleObject160.bin"/><Relationship Id="rId26" Type="http://schemas.openxmlformats.org/officeDocument/2006/relationships/oleObject" Target="../embeddings/oleObject164.bin"/><Relationship Id="rId39" Type="http://schemas.openxmlformats.org/officeDocument/2006/relationships/image" Target="../media/image171.emf"/><Relationship Id="rId21" Type="http://schemas.openxmlformats.org/officeDocument/2006/relationships/image" Target="../media/image162.emf"/><Relationship Id="rId34" Type="http://schemas.openxmlformats.org/officeDocument/2006/relationships/oleObject" Target="../embeddings/oleObject168.bin"/><Relationship Id="rId42" Type="http://schemas.openxmlformats.org/officeDocument/2006/relationships/oleObject" Target="../embeddings/oleObject172.bin"/><Relationship Id="rId7" Type="http://schemas.openxmlformats.org/officeDocument/2006/relationships/image" Target="../media/image155.emf"/><Relationship Id="rId2" Type="http://schemas.openxmlformats.org/officeDocument/2006/relationships/oleObject" Target="../embeddings/oleObject152.bin"/><Relationship Id="rId16" Type="http://schemas.openxmlformats.org/officeDocument/2006/relationships/oleObject" Target="../embeddings/oleObject159.bin"/><Relationship Id="rId29" Type="http://schemas.openxmlformats.org/officeDocument/2006/relationships/image" Target="../media/image166.emf"/><Relationship Id="rId1" Type="http://schemas.openxmlformats.org/officeDocument/2006/relationships/slideLayout" Target="../slideLayouts/slideLayout7.xml"/><Relationship Id="rId6" Type="http://schemas.openxmlformats.org/officeDocument/2006/relationships/oleObject" Target="../embeddings/oleObject154.bin"/><Relationship Id="rId11" Type="http://schemas.openxmlformats.org/officeDocument/2006/relationships/image" Target="../media/image157.emf"/><Relationship Id="rId24" Type="http://schemas.openxmlformats.org/officeDocument/2006/relationships/oleObject" Target="../embeddings/oleObject163.bin"/><Relationship Id="rId32" Type="http://schemas.openxmlformats.org/officeDocument/2006/relationships/oleObject" Target="../embeddings/oleObject167.bin"/><Relationship Id="rId37" Type="http://schemas.openxmlformats.org/officeDocument/2006/relationships/image" Target="../media/image170.emf"/><Relationship Id="rId40" Type="http://schemas.openxmlformats.org/officeDocument/2006/relationships/oleObject" Target="../embeddings/oleObject171.bin"/><Relationship Id="rId45" Type="http://schemas.openxmlformats.org/officeDocument/2006/relationships/image" Target="../media/image174.emf"/><Relationship Id="rId5" Type="http://schemas.openxmlformats.org/officeDocument/2006/relationships/image" Target="../media/image154.emf"/><Relationship Id="rId15" Type="http://schemas.openxmlformats.org/officeDocument/2006/relationships/image" Target="../media/image159.emf"/><Relationship Id="rId23" Type="http://schemas.openxmlformats.org/officeDocument/2006/relationships/image" Target="../media/image163.emf"/><Relationship Id="rId28" Type="http://schemas.openxmlformats.org/officeDocument/2006/relationships/oleObject" Target="../embeddings/oleObject165.bin"/><Relationship Id="rId36" Type="http://schemas.openxmlformats.org/officeDocument/2006/relationships/oleObject" Target="../embeddings/oleObject169.bin"/><Relationship Id="rId10" Type="http://schemas.openxmlformats.org/officeDocument/2006/relationships/oleObject" Target="../embeddings/oleObject156.bin"/><Relationship Id="rId19" Type="http://schemas.openxmlformats.org/officeDocument/2006/relationships/image" Target="../media/image161.emf"/><Relationship Id="rId31" Type="http://schemas.openxmlformats.org/officeDocument/2006/relationships/image" Target="../media/image167.emf"/><Relationship Id="rId44" Type="http://schemas.openxmlformats.org/officeDocument/2006/relationships/oleObject" Target="../embeddings/oleObject173.bin"/><Relationship Id="rId4" Type="http://schemas.openxmlformats.org/officeDocument/2006/relationships/oleObject" Target="../embeddings/oleObject153.bin"/><Relationship Id="rId9" Type="http://schemas.openxmlformats.org/officeDocument/2006/relationships/image" Target="../media/image156.emf"/><Relationship Id="rId14" Type="http://schemas.openxmlformats.org/officeDocument/2006/relationships/oleObject" Target="../embeddings/oleObject158.bin"/><Relationship Id="rId22" Type="http://schemas.openxmlformats.org/officeDocument/2006/relationships/oleObject" Target="../embeddings/oleObject162.bin"/><Relationship Id="rId27" Type="http://schemas.openxmlformats.org/officeDocument/2006/relationships/image" Target="../media/image165.emf"/><Relationship Id="rId30" Type="http://schemas.openxmlformats.org/officeDocument/2006/relationships/oleObject" Target="../embeddings/oleObject166.bin"/><Relationship Id="rId35" Type="http://schemas.openxmlformats.org/officeDocument/2006/relationships/image" Target="../media/image169.emf"/><Relationship Id="rId43" Type="http://schemas.openxmlformats.org/officeDocument/2006/relationships/image" Target="../media/image173.emf"/><Relationship Id="rId8" Type="http://schemas.openxmlformats.org/officeDocument/2006/relationships/oleObject" Target="../embeddings/oleObject155.bin"/><Relationship Id="rId3" Type="http://schemas.openxmlformats.org/officeDocument/2006/relationships/image" Target="../media/image153.emf"/><Relationship Id="rId12" Type="http://schemas.openxmlformats.org/officeDocument/2006/relationships/oleObject" Target="../embeddings/oleObject157.bin"/><Relationship Id="rId17" Type="http://schemas.openxmlformats.org/officeDocument/2006/relationships/image" Target="../media/image160.emf"/><Relationship Id="rId25" Type="http://schemas.openxmlformats.org/officeDocument/2006/relationships/image" Target="../media/image164.emf"/><Relationship Id="rId33" Type="http://schemas.openxmlformats.org/officeDocument/2006/relationships/image" Target="../media/image168.emf"/><Relationship Id="rId38" Type="http://schemas.openxmlformats.org/officeDocument/2006/relationships/oleObject" Target="../embeddings/oleObject170.bin"/><Relationship Id="rId20" Type="http://schemas.openxmlformats.org/officeDocument/2006/relationships/oleObject" Target="../embeddings/oleObject161.bin"/><Relationship Id="rId41" Type="http://schemas.openxmlformats.org/officeDocument/2006/relationships/image" Target="../media/image172.emf"/></Relationships>
</file>

<file path=ppt/slides/_rels/slide21.xml.rels><?xml version="1.0" encoding="UTF-8" standalone="yes"?>
<Relationships xmlns="http://schemas.openxmlformats.org/package/2006/relationships"><Relationship Id="rId13" Type="http://schemas.openxmlformats.org/officeDocument/2006/relationships/image" Target="../media/image180.emf"/><Relationship Id="rId18" Type="http://schemas.openxmlformats.org/officeDocument/2006/relationships/oleObject" Target="../embeddings/oleObject182.bin"/><Relationship Id="rId26" Type="http://schemas.openxmlformats.org/officeDocument/2006/relationships/oleObject" Target="../embeddings/oleObject186.bin"/><Relationship Id="rId39" Type="http://schemas.openxmlformats.org/officeDocument/2006/relationships/image" Target="../media/image193.emf"/><Relationship Id="rId21" Type="http://schemas.openxmlformats.org/officeDocument/2006/relationships/image" Target="../media/image184.emf"/><Relationship Id="rId34" Type="http://schemas.openxmlformats.org/officeDocument/2006/relationships/oleObject" Target="../embeddings/oleObject190.bin"/><Relationship Id="rId42" Type="http://schemas.openxmlformats.org/officeDocument/2006/relationships/oleObject" Target="../embeddings/oleObject194.bin"/><Relationship Id="rId47" Type="http://schemas.openxmlformats.org/officeDocument/2006/relationships/image" Target="../media/image197.emf"/><Relationship Id="rId7" Type="http://schemas.openxmlformats.org/officeDocument/2006/relationships/image" Target="../media/image177.emf"/><Relationship Id="rId2" Type="http://schemas.openxmlformats.org/officeDocument/2006/relationships/oleObject" Target="../embeddings/oleObject174.bin"/><Relationship Id="rId16" Type="http://schemas.openxmlformats.org/officeDocument/2006/relationships/oleObject" Target="../embeddings/oleObject181.bin"/><Relationship Id="rId29" Type="http://schemas.openxmlformats.org/officeDocument/2006/relationships/image" Target="../media/image188.emf"/><Relationship Id="rId11" Type="http://schemas.openxmlformats.org/officeDocument/2006/relationships/image" Target="../media/image179.emf"/><Relationship Id="rId24" Type="http://schemas.openxmlformats.org/officeDocument/2006/relationships/oleObject" Target="../embeddings/oleObject185.bin"/><Relationship Id="rId32" Type="http://schemas.openxmlformats.org/officeDocument/2006/relationships/oleObject" Target="../embeddings/oleObject189.bin"/><Relationship Id="rId37" Type="http://schemas.openxmlformats.org/officeDocument/2006/relationships/image" Target="../media/image192.emf"/><Relationship Id="rId40" Type="http://schemas.openxmlformats.org/officeDocument/2006/relationships/oleObject" Target="../embeddings/oleObject193.bin"/><Relationship Id="rId45" Type="http://schemas.openxmlformats.org/officeDocument/2006/relationships/image" Target="../media/image196.emf"/><Relationship Id="rId5" Type="http://schemas.openxmlformats.org/officeDocument/2006/relationships/image" Target="../media/image176.emf"/><Relationship Id="rId15" Type="http://schemas.openxmlformats.org/officeDocument/2006/relationships/image" Target="../media/image181.emf"/><Relationship Id="rId23" Type="http://schemas.openxmlformats.org/officeDocument/2006/relationships/image" Target="../media/image185.emf"/><Relationship Id="rId28" Type="http://schemas.openxmlformats.org/officeDocument/2006/relationships/oleObject" Target="../embeddings/oleObject187.bin"/><Relationship Id="rId36" Type="http://schemas.openxmlformats.org/officeDocument/2006/relationships/oleObject" Target="../embeddings/oleObject191.bin"/><Relationship Id="rId49" Type="http://schemas.openxmlformats.org/officeDocument/2006/relationships/image" Target="../media/image198.emf"/><Relationship Id="rId10" Type="http://schemas.openxmlformats.org/officeDocument/2006/relationships/oleObject" Target="../embeddings/oleObject178.bin"/><Relationship Id="rId19" Type="http://schemas.openxmlformats.org/officeDocument/2006/relationships/image" Target="../media/image183.emf"/><Relationship Id="rId31" Type="http://schemas.openxmlformats.org/officeDocument/2006/relationships/image" Target="../media/image189.emf"/><Relationship Id="rId44" Type="http://schemas.openxmlformats.org/officeDocument/2006/relationships/oleObject" Target="../embeddings/oleObject195.bin"/><Relationship Id="rId4" Type="http://schemas.openxmlformats.org/officeDocument/2006/relationships/oleObject" Target="../embeddings/oleObject175.bin"/><Relationship Id="rId9" Type="http://schemas.openxmlformats.org/officeDocument/2006/relationships/image" Target="../media/image178.emf"/><Relationship Id="rId14" Type="http://schemas.openxmlformats.org/officeDocument/2006/relationships/oleObject" Target="../embeddings/oleObject180.bin"/><Relationship Id="rId22" Type="http://schemas.openxmlformats.org/officeDocument/2006/relationships/oleObject" Target="../embeddings/oleObject184.bin"/><Relationship Id="rId27" Type="http://schemas.openxmlformats.org/officeDocument/2006/relationships/image" Target="../media/image187.emf"/><Relationship Id="rId30" Type="http://schemas.openxmlformats.org/officeDocument/2006/relationships/oleObject" Target="../embeddings/oleObject188.bin"/><Relationship Id="rId35" Type="http://schemas.openxmlformats.org/officeDocument/2006/relationships/image" Target="../media/image191.emf"/><Relationship Id="rId43" Type="http://schemas.openxmlformats.org/officeDocument/2006/relationships/image" Target="../media/image195.emf"/><Relationship Id="rId48" Type="http://schemas.openxmlformats.org/officeDocument/2006/relationships/oleObject" Target="../embeddings/oleObject197.bin"/><Relationship Id="rId8" Type="http://schemas.openxmlformats.org/officeDocument/2006/relationships/oleObject" Target="../embeddings/oleObject177.bin"/><Relationship Id="rId3" Type="http://schemas.openxmlformats.org/officeDocument/2006/relationships/image" Target="../media/image175.emf"/><Relationship Id="rId12" Type="http://schemas.openxmlformats.org/officeDocument/2006/relationships/oleObject" Target="../embeddings/oleObject179.bin"/><Relationship Id="rId17" Type="http://schemas.openxmlformats.org/officeDocument/2006/relationships/image" Target="../media/image182.emf"/><Relationship Id="rId25" Type="http://schemas.openxmlformats.org/officeDocument/2006/relationships/image" Target="../media/image186.emf"/><Relationship Id="rId33" Type="http://schemas.openxmlformats.org/officeDocument/2006/relationships/image" Target="../media/image190.emf"/><Relationship Id="rId38" Type="http://schemas.openxmlformats.org/officeDocument/2006/relationships/oleObject" Target="../embeddings/oleObject192.bin"/><Relationship Id="rId46" Type="http://schemas.openxmlformats.org/officeDocument/2006/relationships/oleObject" Target="../embeddings/oleObject196.bin"/><Relationship Id="rId20" Type="http://schemas.openxmlformats.org/officeDocument/2006/relationships/oleObject" Target="../embeddings/oleObject183.bin"/><Relationship Id="rId41" Type="http://schemas.openxmlformats.org/officeDocument/2006/relationships/image" Target="../media/image194.emf"/><Relationship Id="rId1" Type="http://schemas.openxmlformats.org/officeDocument/2006/relationships/slideLayout" Target="../slideLayouts/slideLayout7.xml"/><Relationship Id="rId6" Type="http://schemas.openxmlformats.org/officeDocument/2006/relationships/oleObject" Target="../embeddings/oleObject176.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01.bin"/><Relationship Id="rId3" Type="http://schemas.openxmlformats.org/officeDocument/2006/relationships/image" Target="../media/image199.emf"/><Relationship Id="rId7" Type="http://schemas.openxmlformats.org/officeDocument/2006/relationships/image" Target="../media/image201.emf"/><Relationship Id="rId2" Type="http://schemas.openxmlformats.org/officeDocument/2006/relationships/oleObject" Target="../embeddings/oleObject198.bin"/><Relationship Id="rId1" Type="http://schemas.openxmlformats.org/officeDocument/2006/relationships/slideLayout" Target="../slideLayouts/slideLayout7.xml"/><Relationship Id="rId6" Type="http://schemas.openxmlformats.org/officeDocument/2006/relationships/oleObject" Target="../embeddings/oleObject200.bin"/><Relationship Id="rId5" Type="http://schemas.openxmlformats.org/officeDocument/2006/relationships/image" Target="../media/image200.emf"/><Relationship Id="rId4" Type="http://schemas.openxmlformats.org/officeDocument/2006/relationships/oleObject" Target="../embeddings/oleObject199.bin"/><Relationship Id="rId9" Type="http://schemas.openxmlformats.org/officeDocument/2006/relationships/image" Target="../media/image202.e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05.bin"/><Relationship Id="rId13" Type="http://schemas.openxmlformats.org/officeDocument/2006/relationships/image" Target="../media/image208.emf"/><Relationship Id="rId18" Type="http://schemas.openxmlformats.org/officeDocument/2006/relationships/oleObject" Target="../embeddings/oleObject210.bin"/><Relationship Id="rId3" Type="http://schemas.openxmlformats.org/officeDocument/2006/relationships/image" Target="../media/image203.emf"/><Relationship Id="rId7" Type="http://schemas.openxmlformats.org/officeDocument/2006/relationships/image" Target="../media/image205.emf"/><Relationship Id="rId12" Type="http://schemas.openxmlformats.org/officeDocument/2006/relationships/oleObject" Target="../embeddings/oleObject207.bin"/><Relationship Id="rId17" Type="http://schemas.openxmlformats.org/officeDocument/2006/relationships/image" Target="../media/image210.wmf"/><Relationship Id="rId2" Type="http://schemas.openxmlformats.org/officeDocument/2006/relationships/oleObject" Target="../embeddings/oleObject202.bin"/><Relationship Id="rId16" Type="http://schemas.openxmlformats.org/officeDocument/2006/relationships/oleObject" Target="../embeddings/oleObject209.bin"/><Relationship Id="rId1" Type="http://schemas.openxmlformats.org/officeDocument/2006/relationships/slideLayout" Target="../slideLayouts/slideLayout7.xml"/><Relationship Id="rId6" Type="http://schemas.openxmlformats.org/officeDocument/2006/relationships/oleObject" Target="../embeddings/oleObject204.bin"/><Relationship Id="rId11" Type="http://schemas.openxmlformats.org/officeDocument/2006/relationships/image" Target="../media/image207.emf"/><Relationship Id="rId5" Type="http://schemas.openxmlformats.org/officeDocument/2006/relationships/image" Target="../media/image204.emf"/><Relationship Id="rId15" Type="http://schemas.openxmlformats.org/officeDocument/2006/relationships/image" Target="../media/image209.emf"/><Relationship Id="rId10" Type="http://schemas.openxmlformats.org/officeDocument/2006/relationships/oleObject" Target="../embeddings/oleObject206.bin"/><Relationship Id="rId19" Type="http://schemas.openxmlformats.org/officeDocument/2006/relationships/image" Target="../media/image211.wmf"/><Relationship Id="rId4" Type="http://schemas.openxmlformats.org/officeDocument/2006/relationships/oleObject" Target="../embeddings/oleObject203.bin"/><Relationship Id="rId9" Type="http://schemas.openxmlformats.org/officeDocument/2006/relationships/image" Target="../media/image206.emf"/><Relationship Id="rId14" Type="http://schemas.openxmlformats.org/officeDocument/2006/relationships/oleObject" Target="../embeddings/oleObject208.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14.bin"/><Relationship Id="rId13" Type="http://schemas.openxmlformats.org/officeDocument/2006/relationships/image" Target="../media/image217.emf"/><Relationship Id="rId18" Type="http://schemas.openxmlformats.org/officeDocument/2006/relationships/oleObject" Target="../embeddings/oleObject219.bin"/><Relationship Id="rId3" Type="http://schemas.openxmlformats.org/officeDocument/2006/relationships/image" Target="../media/image212.emf"/><Relationship Id="rId21" Type="http://schemas.openxmlformats.org/officeDocument/2006/relationships/image" Target="../media/image221.emf"/><Relationship Id="rId7" Type="http://schemas.openxmlformats.org/officeDocument/2006/relationships/image" Target="../media/image214.emf"/><Relationship Id="rId12" Type="http://schemas.openxmlformats.org/officeDocument/2006/relationships/oleObject" Target="../embeddings/oleObject216.bin"/><Relationship Id="rId17" Type="http://schemas.openxmlformats.org/officeDocument/2006/relationships/image" Target="../media/image219.emf"/><Relationship Id="rId2" Type="http://schemas.openxmlformats.org/officeDocument/2006/relationships/oleObject" Target="../embeddings/oleObject211.bin"/><Relationship Id="rId16" Type="http://schemas.openxmlformats.org/officeDocument/2006/relationships/oleObject" Target="../embeddings/oleObject218.bin"/><Relationship Id="rId20" Type="http://schemas.openxmlformats.org/officeDocument/2006/relationships/oleObject" Target="../embeddings/oleObject220.bin"/><Relationship Id="rId1" Type="http://schemas.openxmlformats.org/officeDocument/2006/relationships/slideLayout" Target="../slideLayouts/slideLayout7.xml"/><Relationship Id="rId6" Type="http://schemas.openxmlformats.org/officeDocument/2006/relationships/oleObject" Target="../embeddings/oleObject213.bin"/><Relationship Id="rId11" Type="http://schemas.openxmlformats.org/officeDocument/2006/relationships/image" Target="../media/image216.emf"/><Relationship Id="rId5" Type="http://schemas.openxmlformats.org/officeDocument/2006/relationships/image" Target="../media/image213.emf"/><Relationship Id="rId15" Type="http://schemas.openxmlformats.org/officeDocument/2006/relationships/image" Target="../media/image218.emf"/><Relationship Id="rId10" Type="http://schemas.openxmlformats.org/officeDocument/2006/relationships/oleObject" Target="../embeddings/oleObject215.bin"/><Relationship Id="rId19" Type="http://schemas.openxmlformats.org/officeDocument/2006/relationships/image" Target="../media/image220.emf"/><Relationship Id="rId4" Type="http://schemas.openxmlformats.org/officeDocument/2006/relationships/oleObject" Target="../embeddings/oleObject212.bin"/><Relationship Id="rId9" Type="http://schemas.openxmlformats.org/officeDocument/2006/relationships/image" Target="../media/image215.emf"/><Relationship Id="rId14" Type="http://schemas.openxmlformats.org/officeDocument/2006/relationships/oleObject" Target="../embeddings/oleObject217.bin"/></Relationships>
</file>

<file path=ppt/slides/_rels/slide25.xml.rels><?xml version="1.0" encoding="UTF-8" standalone="yes"?>
<Relationships xmlns="http://schemas.openxmlformats.org/package/2006/relationships"><Relationship Id="rId13" Type="http://schemas.openxmlformats.org/officeDocument/2006/relationships/image" Target="../media/image227.emf"/><Relationship Id="rId18" Type="http://schemas.openxmlformats.org/officeDocument/2006/relationships/oleObject" Target="../embeddings/oleObject229.bin"/><Relationship Id="rId26" Type="http://schemas.openxmlformats.org/officeDocument/2006/relationships/oleObject" Target="../embeddings/oleObject233.bin"/><Relationship Id="rId39" Type="http://schemas.openxmlformats.org/officeDocument/2006/relationships/image" Target="../media/image240.emf"/><Relationship Id="rId21" Type="http://schemas.openxmlformats.org/officeDocument/2006/relationships/image" Target="../media/image231.emf"/><Relationship Id="rId34" Type="http://schemas.openxmlformats.org/officeDocument/2006/relationships/oleObject" Target="../embeddings/oleObject237.bin"/><Relationship Id="rId7" Type="http://schemas.openxmlformats.org/officeDocument/2006/relationships/image" Target="../media/image224.emf"/><Relationship Id="rId12" Type="http://schemas.openxmlformats.org/officeDocument/2006/relationships/oleObject" Target="../embeddings/oleObject226.bin"/><Relationship Id="rId17" Type="http://schemas.openxmlformats.org/officeDocument/2006/relationships/image" Target="../media/image229.emf"/><Relationship Id="rId25" Type="http://schemas.openxmlformats.org/officeDocument/2006/relationships/image" Target="../media/image233.emf"/><Relationship Id="rId33" Type="http://schemas.openxmlformats.org/officeDocument/2006/relationships/image" Target="../media/image237.emf"/><Relationship Id="rId38" Type="http://schemas.openxmlformats.org/officeDocument/2006/relationships/oleObject" Target="../embeddings/oleObject239.bin"/><Relationship Id="rId2" Type="http://schemas.openxmlformats.org/officeDocument/2006/relationships/oleObject" Target="../embeddings/oleObject221.bin"/><Relationship Id="rId16" Type="http://schemas.openxmlformats.org/officeDocument/2006/relationships/oleObject" Target="../embeddings/oleObject228.bin"/><Relationship Id="rId20" Type="http://schemas.openxmlformats.org/officeDocument/2006/relationships/oleObject" Target="../embeddings/oleObject230.bin"/><Relationship Id="rId29" Type="http://schemas.openxmlformats.org/officeDocument/2006/relationships/image" Target="../media/image235.emf"/><Relationship Id="rId1" Type="http://schemas.openxmlformats.org/officeDocument/2006/relationships/slideLayout" Target="../slideLayouts/slideLayout7.xml"/><Relationship Id="rId6" Type="http://schemas.openxmlformats.org/officeDocument/2006/relationships/oleObject" Target="../embeddings/oleObject223.bin"/><Relationship Id="rId11" Type="http://schemas.openxmlformats.org/officeDocument/2006/relationships/image" Target="../media/image226.emf"/><Relationship Id="rId24" Type="http://schemas.openxmlformats.org/officeDocument/2006/relationships/oleObject" Target="../embeddings/oleObject232.bin"/><Relationship Id="rId32" Type="http://schemas.openxmlformats.org/officeDocument/2006/relationships/oleObject" Target="../embeddings/oleObject236.bin"/><Relationship Id="rId37" Type="http://schemas.openxmlformats.org/officeDocument/2006/relationships/image" Target="../media/image239.emf"/><Relationship Id="rId5" Type="http://schemas.openxmlformats.org/officeDocument/2006/relationships/image" Target="../media/image223.emf"/><Relationship Id="rId15" Type="http://schemas.openxmlformats.org/officeDocument/2006/relationships/image" Target="../media/image228.emf"/><Relationship Id="rId23" Type="http://schemas.openxmlformats.org/officeDocument/2006/relationships/image" Target="../media/image232.emf"/><Relationship Id="rId28" Type="http://schemas.openxmlformats.org/officeDocument/2006/relationships/oleObject" Target="../embeddings/oleObject234.bin"/><Relationship Id="rId36" Type="http://schemas.openxmlformats.org/officeDocument/2006/relationships/oleObject" Target="../embeddings/oleObject238.bin"/><Relationship Id="rId10" Type="http://schemas.openxmlformats.org/officeDocument/2006/relationships/oleObject" Target="../embeddings/oleObject225.bin"/><Relationship Id="rId19" Type="http://schemas.openxmlformats.org/officeDocument/2006/relationships/image" Target="../media/image230.emf"/><Relationship Id="rId31" Type="http://schemas.openxmlformats.org/officeDocument/2006/relationships/image" Target="../media/image236.emf"/><Relationship Id="rId4" Type="http://schemas.openxmlformats.org/officeDocument/2006/relationships/oleObject" Target="../embeddings/oleObject222.bin"/><Relationship Id="rId9" Type="http://schemas.openxmlformats.org/officeDocument/2006/relationships/image" Target="../media/image225.emf"/><Relationship Id="rId14" Type="http://schemas.openxmlformats.org/officeDocument/2006/relationships/oleObject" Target="../embeddings/oleObject227.bin"/><Relationship Id="rId22" Type="http://schemas.openxmlformats.org/officeDocument/2006/relationships/oleObject" Target="../embeddings/oleObject231.bin"/><Relationship Id="rId27" Type="http://schemas.openxmlformats.org/officeDocument/2006/relationships/image" Target="../media/image234.emf"/><Relationship Id="rId30" Type="http://schemas.openxmlformats.org/officeDocument/2006/relationships/oleObject" Target="../embeddings/oleObject235.bin"/><Relationship Id="rId35" Type="http://schemas.openxmlformats.org/officeDocument/2006/relationships/image" Target="../media/image238.emf"/><Relationship Id="rId8" Type="http://schemas.openxmlformats.org/officeDocument/2006/relationships/oleObject" Target="../embeddings/oleObject224.bin"/><Relationship Id="rId3" Type="http://schemas.openxmlformats.org/officeDocument/2006/relationships/image" Target="../media/image222.emf"/></Relationships>
</file>

<file path=ppt/slides/_rels/slide26.xml.rels><?xml version="1.0" encoding="UTF-8" standalone="yes"?>
<Relationships xmlns="http://schemas.openxmlformats.org/package/2006/relationships"><Relationship Id="rId13" Type="http://schemas.openxmlformats.org/officeDocument/2006/relationships/image" Target="../media/image246.emf"/><Relationship Id="rId18" Type="http://schemas.openxmlformats.org/officeDocument/2006/relationships/oleObject" Target="../embeddings/oleObject248.bin"/><Relationship Id="rId26" Type="http://schemas.openxmlformats.org/officeDocument/2006/relationships/oleObject" Target="../embeddings/oleObject252.bin"/><Relationship Id="rId39" Type="http://schemas.openxmlformats.org/officeDocument/2006/relationships/image" Target="../media/image259.emf"/><Relationship Id="rId21" Type="http://schemas.openxmlformats.org/officeDocument/2006/relationships/image" Target="../media/image250.emf"/><Relationship Id="rId34" Type="http://schemas.openxmlformats.org/officeDocument/2006/relationships/oleObject" Target="../embeddings/oleObject256.bin"/><Relationship Id="rId7" Type="http://schemas.openxmlformats.org/officeDocument/2006/relationships/image" Target="../media/image243.emf"/><Relationship Id="rId2" Type="http://schemas.openxmlformats.org/officeDocument/2006/relationships/oleObject" Target="../embeddings/oleObject240.bin"/><Relationship Id="rId16" Type="http://schemas.openxmlformats.org/officeDocument/2006/relationships/oleObject" Target="../embeddings/oleObject247.bin"/><Relationship Id="rId20" Type="http://schemas.openxmlformats.org/officeDocument/2006/relationships/oleObject" Target="../embeddings/oleObject249.bin"/><Relationship Id="rId29" Type="http://schemas.openxmlformats.org/officeDocument/2006/relationships/image" Target="../media/image254.emf"/><Relationship Id="rId41" Type="http://schemas.openxmlformats.org/officeDocument/2006/relationships/image" Target="../media/image260.emf"/><Relationship Id="rId1" Type="http://schemas.openxmlformats.org/officeDocument/2006/relationships/slideLayout" Target="../slideLayouts/slideLayout7.xml"/><Relationship Id="rId6" Type="http://schemas.openxmlformats.org/officeDocument/2006/relationships/oleObject" Target="../embeddings/oleObject242.bin"/><Relationship Id="rId11" Type="http://schemas.openxmlformats.org/officeDocument/2006/relationships/image" Target="../media/image245.emf"/><Relationship Id="rId24" Type="http://schemas.openxmlformats.org/officeDocument/2006/relationships/oleObject" Target="../embeddings/oleObject251.bin"/><Relationship Id="rId32" Type="http://schemas.openxmlformats.org/officeDocument/2006/relationships/oleObject" Target="../embeddings/oleObject255.bin"/><Relationship Id="rId37" Type="http://schemas.openxmlformats.org/officeDocument/2006/relationships/image" Target="../media/image258.emf"/><Relationship Id="rId40" Type="http://schemas.openxmlformats.org/officeDocument/2006/relationships/oleObject" Target="../embeddings/oleObject259.bin"/><Relationship Id="rId5" Type="http://schemas.openxmlformats.org/officeDocument/2006/relationships/image" Target="../media/image242.emf"/><Relationship Id="rId15" Type="http://schemas.openxmlformats.org/officeDocument/2006/relationships/image" Target="../media/image247.emf"/><Relationship Id="rId23" Type="http://schemas.openxmlformats.org/officeDocument/2006/relationships/image" Target="../media/image251.emf"/><Relationship Id="rId28" Type="http://schemas.openxmlformats.org/officeDocument/2006/relationships/oleObject" Target="../embeddings/oleObject253.bin"/><Relationship Id="rId36" Type="http://schemas.openxmlformats.org/officeDocument/2006/relationships/oleObject" Target="../embeddings/oleObject257.bin"/><Relationship Id="rId10" Type="http://schemas.openxmlformats.org/officeDocument/2006/relationships/oleObject" Target="../embeddings/oleObject244.bin"/><Relationship Id="rId19" Type="http://schemas.openxmlformats.org/officeDocument/2006/relationships/image" Target="../media/image249.emf"/><Relationship Id="rId31" Type="http://schemas.openxmlformats.org/officeDocument/2006/relationships/image" Target="../media/image255.emf"/><Relationship Id="rId4" Type="http://schemas.openxmlformats.org/officeDocument/2006/relationships/oleObject" Target="../embeddings/oleObject241.bin"/><Relationship Id="rId9" Type="http://schemas.openxmlformats.org/officeDocument/2006/relationships/image" Target="../media/image244.emf"/><Relationship Id="rId14" Type="http://schemas.openxmlformats.org/officeDocument/2006/relationships/oleObject" Target="../embeddings/oleObject246.bin"/><Relationship Id="rId22" Type="http://schemas.openxmlformats.org/officeDocument/2006/relationships/oleObject" Target="../embeddings/oleObject250.bin"/><Relationship Id="rId27" Type="http://schemas.openxmlformats.org/officeDocument/2006/relationships/image" Target="../media/image253.emf"/><Relationship Id="rId30" Type="http://schemas.openxmlformats.org/officeDocument/2006/relationships/oleObject" Target="../embeddings/oleObject254.bin"/><Relationship Id="rId35" Type="http://schemas.openxmlformats.org/officeDocument/2006/relationships/image" Target="../media/image257.emf"/><Relationship Id="rId8" Type="http://schemas.openxmlformats.org/officeDocument/2006/relationships/oleObject" Target="../embeddings/oleObject243.bin"/><Relationship Id="rId3" Type="http://schemas.openxmlformats.org/officeDocument/2006/relationships/image" Target="../media/image241.emf"/><Relationship Id="rId12" Type="http://schemas.openxmlformats.org/officeDocument/2006/relationships/oleObject" Target="../embeddings/oleObject245.bin"/><Relationship Id="rId17" Type="http://schemas.openxmlformats.org/officeDocument/2006/relationships/image" Target="../media/image248.emf"/><Relationship Id="rId25" Type="http://schemas.openxmlformats.org/officeDocument/2006/relationships/image" Target="../media/image252.emf"/><Relationship Id="rId33" Type="http://schemas.openxmlformats.org/officeDocument/2006/relationships/image" Target="../media/image256.emf"/><Relationship Id="rId38" Type="http://schemas.openxmlformats.org/officeDocument/2006/relationships/oleObject" Target="../embeddings/oleObject258.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63.bin"/><Relationship Id="rId13" Type="http://schemas.openxmlformats.org/officeDocument/2006/relationships/image" Target="../media/image266.emf"/><Relationship Id="rId18" Type="http://schemas.openxmlformats.org/officeDocument/2006/relationships/oleObject" Target="../embeddings/oleObject268.bin"/><Relationship Id="rId3" Type="http://schemas.openxmlformats.org/officeDocument/2006/relationships/image" Target="../media/image261.emf"/><Relationship Id="rId21" Type="http://schemas.openxmlformats.org/officeDocument/2006/relationships/image" Target="../media/image270.emf"/><Relationship Id="rId7" Type="http://schemas.openxmlformats.org/officeDocument/2006/relationships/image" Target="../media/image263.emf"/><Relationship Id="rId12" Type="http://schemas.openxmlformats.org/officeDocument/2006/relationships/oleObject" Target="../embeddings/oleObject265.bin"/><Relationship Id="rId17" Type="http://schemas.openxmlformats.org/officeDocument/2006/relationships/image" Target="../media/image268.emf"/><Relationship Id="rId2" Type="http://schemas.openxmlformats.org/officeDocument/2006/relationships/oleObject" Target="../embeddings/oleObject260.bin"/><Relationship Id="rId16" Type="http://schemas.openxmlformats.org/officeDocument/2006/relationships/oleObject" Target="../embeddings/oleObject267.bin"/><Relationship Id="rId20" Type="http://schemas.openxmlformats.org/officeDocument/2006/relationships/oleObject" Target="../embeddings/oleObject269.bin"/><Relationship Id="rId1" Type="http://schemas.openxmlformats.org/officeDocument/2006/relationships/slideLayout" Target="../slideLayouts/slideLayout7.xml"/><Relationship Id="rId6" Type="http://schemas.openxmlformats.org/officeDocument/2006/relationships/oleObject" Target="../embeddings/oleObject262.bin"/><Relationship Id="rId11" Type="http://schemas.openxmlformats.org/officeDocument/2006/relationships/image" Target="../media/image265.emf"/><Relationship Id="rId5" Type="http://schemas.openxmlformats.org/officeDocument/2006/relationships/image" Target="../media/image262.emf"/><Relationship Id="rId15" Type="http://schemas.openxmlformats.org/officeDocument/2006/relationships/image" Target="../media/image267.emf"/><Relationship Id="rId23" Type="http://schemas.openxmlformats.org/officeDocument/2006/relationships/image" Target="../media/image271.emf"/><Relationship Id="rId10" Type="http://schemas.openxmlformats.org/officeDocument/2006/relationships/oleObject" Target="../embeddings/oleObject264.bin"/><Relationship Id="rId19" Type="http://schemas.openxmlformats.org/officeDocument/2006/relationships/image" Target="../media/image269.emf"/><Relationship Id="rId4" Type="http://schemas.openxmlformats.org/officeDocument/2006/relationships/oleObject" Target="../embeddings/oleObject261.bin"/><Relationship Id="rId9" Type="http://schemas.openxmlformats.org/officeDocument/2006/relationships/image" Target="../media/image264.emf"/><Relationship Id="rId14" Type="http://schemas.openxmlformats.org/officeDocument/2006/relationships/oleObject" Target="../embeddings/oleObject266.bin"/><Relationship Id="rId22" Type="http://schemas.openxmlformats.org/officeDocument/2006/relationships/oleObject" Target="../embeddings/oleObject270.bin"/></Relationships>
</file>

<file path=ppt/slides/_rels/slide28.xml.rels><?xml version="1.0" encoding="UTF-8" standalone="yes"?>
<Relationships xmlns="http://schemas.openxmlformats.org/package/2006/relationships"><Relationship Id="rId8" Type="http://schemas.openxmlformats.org/officeDocument/2006/relationships/image" Target="../media/image274.emf"/><Relationship Id="rId13" Type="http://schemas.openxmlformats.org/officeDocument/2006/relationships/oleObject" Target="../embeddings/oleObject276.bin"/><Relationship Id="rId18" Type="http://schemas.openxmlformats.org/officeDocument/2006/relationships/image" Target="../media/image279.emf"/><Relationship Id="rId3" Type="http://schemas.openxmlformats.org/officeDocument/2006/relationships/oleObject" Target="../embeddings/oleObject271.bin"/><Relationship Id="rId21" Type="http://schemas.openxmlformats.org/officeDocument/2006/relationships/oleObject" Target="../embeddings/oleObject280.bin"/><Relationship Id="rId7" Type="http://schemas.openxmlformats.org/officeDocument/2006/relationships/oleObject" Target="../embeddings/oleObject273.bin"/><Relationship Id="rId12" Type="http://schemas.openxmlformats.org/officeDocument/2006/relationships/image" Target="../media/image276.emf"/><Relationship Id="rId17" Type="http://schemas.openxmlformats.org/officeDocument/2006/relationships/oleObject" Target="../embeddings/oleObject278.bin"/><Relationship Id="rId2" Type="http://schemas.openxmlformats.org/officeDocument/2006/relationships/notesSlide" Target="../notesSlides/notesSlide1.xml"/><Relationship Id="rId16" Type="http://schemas.openxmlformats.org/officeDocument/2006/relationships/image" Target="../media/image278.emf"/><Relationship Id="rId20" Type="http://schemas.openxmlformats.org/officeDocument/2006/relationships/image" Target="../media/image280.emf"/><Relationship Id="rId1" Type="http://schemas.openxmlformats.org/officeDocument/2006/relationships/slideLayout" Target="../slideLayouts/slideLayout7.xml"/><Relationship Id="rId6" Type="http://schemas.openxmlformats.org/officeDocument/2006/relationships/image" Target="../media/image273.emf"/><Relationship Id="rId11" Type="http://schemas.openxmlformats.org/officeDocument/2006/relationships/oleObject" Target="../embeddings/oleObject275.bin"/><Relationship Id="rId24" Type="http://schemas.openxmlformats.org/officeDocument/2006/relationships/image" Target="../media/image282.emf"/><Relationship Id="rId5" Type="http://schemas.openxmlformats.org/officeDocument/2006/relationships/oleObject" Target="../embeddings/oleObject272.bin"/><Relationship Id="rId15" Type="http://schemas.openxmlformats.org/officeDocument/2006/relationships/oleObject" Target="../embeddings/oleObject277.bin"/><Relationship Id="rId23" Type="http://schemas.openxmlformats.org/officeDocument/2006/relationships/oleObject" Target="../embeddings/oleObject281.bin"/><Relationship Id="rId10" Type="http://schemas.openxmlformats.org/officeDocument/2006/relationships/image" Target="../media/image275.emf"/><Relationship Id="rId19" Type="http://schemas.openxmlformats.org/officeDocument/2006/relationships/oleObject" Target="../embeddings/oleObject279.bin"/><Relationship Id="rId4" Type="http://schemas.openxmlformats.org/officeDocument/2006/relationships/image" Target="../media/image272.emf"/><Relationship Id="rId9" Type="http://schemas.openxmlformats.org/officeDocument/2006/relationships/oleObject" Target="../embeddings/oleObject274.bin"/><Relationship Id="rId14" Type="http://schemas.openxmlformats.org/officeDocument/2006/relationships/image" Target="../media/image277.emf"/><Relationship Id="rId22" Type="http://schemas.openxmlformats.org/officeDocument/2006/relationships/image" Target="../media/image281.e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85.bin"/><Relationship Id="rId13" Type="http://schemas.openxmlformats.org/officeDocument/2006/relationships/image" Target="../media/image288.emf"/><Relationship Id="rId18" Type="http://schemas.openxmlformats.org/officeDocument/2006/relationships/oleObject" Target="../embeddings/oleObject290.bin"/><Relationship Id="rId3" Type="http://schemas.openxmlformats.org/officeDocument/2006/relationships/image" Target="../media/image283.emf"/><Relationship Id="rId21" Type="http://schemas.openxmlformats.org/officeDocument/2006/relationships/image" Target="../media/image292.emf"/><Relationship Id="rId7" Type="http://schemas.openxmlformats.org/officeDocument/2006/relationships/image" Target="../media/image285.emf"/><Relationship Id="rId12" Type="http://schemas.openxmlformats.org/officeDocument/2006/relationships/oleObject" Target="../embeddings/oleObject287.bin"/><Relationship Id="rId17" Type="http://schemas.openxmlformats.org/officeDocument/2006/relationships/image" Target="../media/image290.emf"/><Relationship Id="rId2" Type="http://schemas.openxmlformats.org/officeDocument/2006/relationships/oleObject" Target="../embeddings/oleObject282.bin"/><Relationship Id="rId16" Type="http://schemas.openxmlformats.org/officeDocument/2006/relationships/oleObject" Target="../embeddings/oleObject289.bin"/><Relationship Id="rId20" Type="http://schemas.openxmlformats.org/officeDocument/2006/relationships/oleObject" Target="../embeddings/oleObject291.bin"/><Relationship Id="rId1" Type="http://schemas.openxmlformats.org/officeDocument/2006/relationships/slideLayout" Target="../slideLayouts/slideLayout7.xml"/><Relationship Id="rId6" Type="http://schemas.openxmlformats.org/officeDocument/2006/relationships/oleObject" Target="../embeddings/oleObject284.bin"/><Relationship Id="rId11" Type="http://schemas.openxmlformats.org/officeDocument/2006/relationships/image" Target="../media/image287.emf"/><Relationship Id="rId5" Type="http://schemas.openxmlformats.org/officeDocument/2006/relationships/image" Target="../media/image284.emf"/><Relationship Id="rId15" Type="http://schemas.openxmlformats.org/officeDocument/2006/relationships/image" Target="../media/image289.emf"/><Relationship Id="rId10" Type="http://schemas.openxmlformats.org/officeDocument/2006/relationships/oleObject" Target="../embeddings/oleObject286.bin"/><Relationship Id="rId19" Type="http://schemas.openxmlformats.org/officeDocument/2006/relationships/image" Target="../media/image291.emf"/><Relationship Id="rId4" Type="http://schemas.openxmlformats.org/officeDocument/2006/relationships/oleObject" Target="../embeddings/oleObject283.bin"/><Relationship Id="rId9" Type="http://schemas.openxmlformats.org/officeDocument/2006/relationships/image" Target="../media/image286.emf"/><Relationship Id="rId14" Type="http://schemas.openxmlformats.org/officeDocument/2006/relationships/oleObject" Target="../embeddings/oleObject288.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95.bin"/><Relationship Id="rId3" Type="http://schemas.openxmlformats.org/officeDocument/2006/relationships/image" Target="../media/image293.emf"/><Relationship Id="rId7" Type="http://schemas.openxmlformats.org/officeDocument/2006/relationships/image" Target="../media/image295.emf"/><Relationship Id="rId2" Type="http://schemas.openxmlformats.org/officeDocument/2006/relationships/oleObject" Target="../embeddings/oleObject292.bin"/><Relationship Id="rId1" Type="http://schemas.openxmlformats.org/officeDocument/2006/relationships/slideLayout" Target="../slideLayouts/slideLayout7.xml"/><Relationship Id="rId6" Type="http://schemas.openxmlformats.org/officeDocument/2006/relationships/oleObject" Target="../embeddings/oleObject294.bin"/><Relationship Id="rId5" Type="http://schemas.openxmlformats.org/officeDocument/2006/relationships/image" Target="../media/image294.emf"/><Relationship Id="rId4" Type="http://schemas.openxmlformats.org/officeDocument/2006/relationships/oleObject" Target="../embeddings/oleObject293.bin"/><Relationship Id="rId9" Type="http://schemas.openxmlformats.org/officeDocument/2006/relationships/image" Target="../media/image296.emf"/></Relationships>
</file>

<file path=ppt/slides/_rels/slide31.xml.rels><?xml version="1.0" encoding="UTF-8" standalone="yes"?>
<Relationships xmlns="http://schemas.openxmlformats.org/package/2006/relationships"><Relationship Id="rId13" Type="http://schemas.openxmlformats.org/officeDocument/2006/relationships/image" Target="../media/image302.emf"/><Relationship Id="rId18" Type="http://schemas.openxmlformats.org/officeDocument/2006/relationships/oleObject" Target="../embeddings/oleObject304.bin"/><Relationship Id="rId26" Type="http://schemas.openxmlformats.org/officeDocument/2006/relationships/oleObject" Target="../embeddings/oleObject308.bin"/><Relationship Id="rId39" Type="http://schemas.openxmlformats.org/officeDocument/2006/relationships/image" Target="../media/image315.emf"/><Relationship Id="rId21" Type="http://schemas.openxmlformats.org/officeDocument/2006/relationships/image" Target="../media/image306.emf"/><Relationship Id="rId34" Type="http://schemas.openxmlformats.org/officeDocument/2006/relationships/oleObject" Target="../embeddings/oleObject312.bin"/><Relationship Id="rId7" Type="http://schemas.openxmlformats.org/officeDocument/2006/relationships/image" Target="../media/image299.emf"/><Relationship Id="rId12" Type="http://schemas.openxmlformats.org/officeDocument/2006/relationships/oleObject" Target="../embeddings/oleObject301.bin"/><Relationship Id="rId17" Type="http://schemas.openxmlformats.org/officeDocument/2006/relationships/image" Target="../media/image304.emf"/><Relationship Id="rId25" Type="http://schemas.openxmlformats.org/officeDocument/2006/relationships/image" Target="../media/image308.emf"/><Relationship Id="rId33" Type="http://schemas.openxmlformats.org/officeDocument/2006/relationships/image" Target="../media/image312.emf"/><Relationship Id="rId38" Type="http://schemas.openxmlformats.org/officeDocument/2006/relationships/oleObject" Target="../embeddings/oleObject314.bin"/><Relationship Id="rId2" Type="http://schemas.openxmlformats.org/officeDocument/2006/relationships/oleObject" Target="../embeddings/oleObject296.bin"/><Relationship Id="rId16" Type="http://schemas.openxmlformats.org/officeDocument/2006/relationships/oleObject" Target="../embeddings/oleObject303.bin"/><Relationship Id="rId20" Type="http://schemas.openxmlformats.org/officeDocument/2006/relationships/oleObject" Target="../embeddings/oleObject305.bin"/><Relationship Id="rId29" Type="http://schemas.openxmlformats.org/officeDocument/2006/relationships/image" Target="../media/image310.emf"/><Relationship Id="rId1" Type="http://schemas.openxmlformats.org/officeDocument/2006/relationships/slideLayout" Target="../slideLayouts/slideLayout7.xml"/><Relationship Id="rId6" Type="http://schemas.openxmlformats.org/officeDocument/2006/relationships/oleObject" Target="../embeddings/oleObject298.bin"/><Relationship Id="rId11" Type="http://schemas.openxmlformats.org/officeDocument/2006/relationships/image" Target="../media/image301.emf"/><Relationship Id="rId24" Type="http://schemas.openxmlformats.org/officeDocument/2006/relationships/oleObject" Target="../embeddings/oleObject307.bin"/><Relationship Id="rId32" Type="http://schemas.openxmlformats.org/officeDocument/2006/relationships/oleObject" Target="../embeddings/oleObject311.bin"/><Relationship Id="rId37" Type="http://schemas.openxmlformats.org/officeDocument/2006/relationships/image" Target="../media/image314.emf"/><Relationship Id="rId5" Type="http://schemas.openxmlformats.org/officeDocument/2006/relationships/image" Target="../media/image298.emf"/><Relationship Id="rId15" Type="http://schemas.openxmlformats.org/officeDocument/2006/relationships/image" Target="../media/image303.emf"/><Relationship Id="rId23" Type="http://schemas.openxmlformats.org/officeDocument/2006/relationships/image" Target="../media/image307.emf"/><Relationship Id="rId28" Type="http://schemas.openxmlformats.org/officeDocument/2006/relationships/oleObject" Target="../embeddings/oleObject309.bin"/><Relationship Id="rId36" Type="http://schemas.openxmlformats.org/officeDocument/2006/relationships/oleObject" Target="../embeddings/oleObject313.bin"/><Relationship Id="rId10" Type="http://schemas.openxmlformats.org/officeDocument/2006/relationships/oleObject" Target="../embeddings/oleObject300.bin"/><Relationship Id="rId19" Type="http://schemas.openxmlformats.org/officeDocument/2006/relationships/image" Target="../media/image305.emf"/><Relationship Id="rId31" Type="http://schemas.openxmlformats.org/officeDocument/2006/relationships/image" Target="../media/image311.emf"/><Relationship Id="rId4" Type="http://schemas.openxmlformats.org/officeDocument/2006/relationships/oleObject" Target="../embeddings/oleObject297.bin"/><Relationship Id="rId9" Type="http://schemas.openxmlformats.org/officeDocument/2006/relationships/image" Target="../media/image300.emf"/><Relationship Id="rId14" Type="http://schemas.openxmlformats.org/officeDocument/2006/relationships/oleObject" Target="../embeddings/oleObject302.bin"/><Relationship Id="rId22" Type="http://schemas.openxmlformats.org/officeDocument/2006/relationships/oleObject" Target="../embeddings/oleObject306.bin"/><Relationship Id="rId27" Type="http://schemas.openxmlformats.org/officeDocument/2006/relationships/image" Target="../media/image309.emf"/><Relationship Id="rId30" Type="http://schemas.openxmlformats.org/officeDocument/2006/relationships/oleObject" Target="../embeddings/oleObject310.bin"/><Relationship Id="rId35" Type="http://schemas.openxmlformats.org/officeDocument/2006/relationships/image" Target="../media/image313.emf"/><Relationship Id="rId8" Type="http://schemas.openxmlformats.org/officeDocument/2006/relationships/oleObject" Target="../embeddings/oleObject299.bin"/><Relationship Id="rId3" Type="http://schemas.openxmlformats.org/officeDocument/2006/relationships/image" Target="../media/image297.e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18.bin"/><Relationship Id="rId13" Type="http://schemas.openxmlformats.org/officeDocument/2006/relationships/image" Target="../media/image321.emf"/><Relationship Id="rId18" Type="http://schemas.openxmlformats.org/officeDocument/2006/relationships/oleObject" Target="../embeddings/oleObject323.bin"/><Relationship Id="rId26" Type="http://schemas.openxmlformats.org/officeDocument/2006/relationships/oleObject" Target="../embeddings/oleObject327.bin"/><Relationship Id="rId3" Type="http://schemas.openxmlformats.org/officeDocument/2006/relationships/image" Target="../media/image316.emf"/><Relationship Id="rId21" Type="http://schemas.openxmlformats.org/officeDocument/2006/relationships/image" Target="../media/image325.emf"/><Relationship Id="rId7" Type="http://schemas.openxmlformats.org/officeDocument/2006/relationships/image" Target="../media/image318.emf"/><Relationship Id="rId12" Type="http://schemas.openxmlformats.org/officeDocument/2006/relationships/oleObject" Target="../embeddings/oleObject320.bin"/><Relationship Id="rId17" Type="http://schemas.openxmlformats.org/officeDocument/2006/relationships/image" Target="../media/image323.emf"/><Relationship Id="rId25" Type="http://schemas.openxmlformats.org/officeDocument/2006/relationships/image" Target="../media/image327.emf"/><Relationship Id="rId2" Type="http://schemas.openxmlformats.org/officeDocument/2006/relationships/oleObject" Target="../embeddings/oleObject315.bin"/><Relationship Id="rId16" Type="http://schemas.openxmlformats.org/officeDocument/2006/relationships/oleObject" Target="../embeddings/oleObject322.bin"/><Relationship Id="rId20" Type="http://schemas.openxmlformats.org/officeDocument/2006/relationships/oleObject" Target="../embeddings/oleObject324.bin"/><Relationship Id="rId29" Type="http://schemas.openxmlformats.org/officeDocument/2006/relationships/image" Target="../media/image329.emf"/><Relationship Id="rId1" Type="http://schemas.openxmlformats.org/officeDocument/2006/relationships/slideLayout" Target="../slideLayouts/slideLayout7.xml"/><Relationship Id="rId6" Type="http://schemas.openxmlformats.org/officeDocument/2006/relationships/oleObject" Target="../embeddings/oleObject317.bin"/><Relationship Id="rId11" Type="http://schemas.openxmlformats.org/officeDocument/2006/relationships/image" Target="../media/image320.emf"/><Relationship Id="rId24" Type="http://schemas.openxmlformats.org/officeDocument/2006/relationships/oleObject" Target="../embeddings/oleObject326.bin"/><Relationship Id="rId5" Type="http://schemas.openxmlformats.org/officeDocument/2006/relationships/image" Target="../media/image317.emf"/><Relationship Id="rId15" Type="http://schemas.openxmlformats.org/officeDocument/2006/relationships/image" Target="../media/image322.emf"/><Relationship Id="rId23" Type="http://schemas.openxmlformats.org/officeDocument/2006/relationships/image" Target="../media/image326.emf"/><Relationship Id="rId28" Type="http://schemas.openxmlformats.org/officeDocument/2006/relationships/oleObject" Target="../embeddings/oleObject328.bin"/><Relationship Id="rId10" Type="http://schemas.openxmlformats.org/officeDocument/2006/relationships/oleObject" Target="../embeddings/oleObject319.bin"/><Relationship Id="rId19" Type="http://schemas.openxmlformats.org/officeDocument/2006/relationships/image" Target="../media/image324.emf"/><Relationship Id="rId4" Type="http://schemas.openxmlformats.org/officeDocument/2006/relationships/oleObject" Target="../embeddings/oleObject316.bin"/><Relationship Id="rId9" Type="http://schemas.openxmlformats.org/officeDocument/2006/relationships/image" Target="../media/image319.emf"/><Relationship Id="rId14" Type="http://schemas.openxmlformats.org/officeDocument/2006/relationships/oleObject" Target="../embeddings/oleObject321.bin"/><Relationship Id="rId22" Type="http://schemas.openxmlformats.org/officeDocument/2006/relationships/oleObject" Target="../embeddings/oleObject325.bin"/><Relationship Id="rId27" Type="http://schemas.openxmlformats.org/officeDocument/2006/relationships/image" Target="../media/image328.emf"/></Relationships>
</file>

<file path=ppt/slides/_rels/slide33.xml.rels><?xml version="1.0" encoding="UTF-8" standalone="yes"?>
<Relationships xmlns="http://schemas.openxmlformats.org/package/2006/relationships"><Relationship Id="rId13" Type="http://schemas.openxmlformats.org/officeDocument/2006/relationships/image" Target="../media/image335.emf"/><Relationship Id="rId18" Type="http://schemas.openxmlformats.org/officeDocument/2006/relationships/oleObject" Target="../embeddings/oleObject337.bin"/><Relationship Id="rId26" Type="http://schemas.openxmlformats.org/officeDocument/2006/relationships/oleObject" Target="../embeddings/oleObject341.bin"/><Relationship Id="rId39" Type="http://schemas.openxmlformats.org/officeDocument/2006/relationships/image" Target="../media/image348.emf"/><Relationship Id="rId21" Type="http://schemas.openxmlformats.org/officeDocument/2006/relationships/image" Target="../media/image339.emf"/><Relationship Id="rId34" Type="http://schemas.openxmlformats.org/officeDocument/2006/relationships/oleObject" Target="../embeddings/oleObject345.bin"/><Relationship Id="rId42" Type="http://schemas.openxmlformats.org/officeDocument/2006/relationships/oleObject" Target="../embeddings/oleObject349.bin"/><Relationship Id="rId47" Type="http://schemas.openxmlformats.org/officeDocument/2006/relationships/image" Target="../media/image352.emf"/><Relationship Id="rId7" Type="http://schemas.openxmlformats.org/officeDocument/2006/relationships/image" Target="../media/image332.emf"/><Relationship Id="rId2" Type="http://schemas.openxmlformats.org/officeDocument/2006/relationships/oleObject" Target="../embeddings/oleObject329.bin"/><Relationship Id="rId16" Type="http://schemas.openxmlformats.org/officeDocument/2006/relationships/oleObject" Target="../embeddings/oleObject336.bin"/><Relationship Id="rId29" Type="http://schemas.openxmlformats.org/officeDocument/2006/relationships/image" Target="../media/image343.emf"/><Relationship Id="rId11" Type="http://schemas.openxmlformats.org/officeDocument/2006/relationships/image" Target="../media/image334.emf"/><Relationship Id="rId24" Type="http://schemas.openxmlformats.org/officeDocument/2006/relationships/oleObject" Target="../embeddings/oleObject340.bin"/><Relationship Id="rId32" Type="http://schemas.openxmlformats.org/officeDocument/2006/relationships/oleObject" Target="../embeddings/oleObject344.bin"/><Relationship Id="rId37" Type="http://schemas.openxmlformats.org/officeDocument/2006/relationships/image" Target="../media/image347.emf"/><Relationship Id="rId40" Type="http://schemas.openxmlformats.org/officeDocument/2006/relationships/oleObject" Target="../embeddings/oleObject348.bin"/><Relationship Id="rId45" Type="http://schemas.openxmlformats.org/officeDocument/2006/relationships/image" Target="../media/image351.emf"/><Relationship Id="rId5" Type="http://schemas.openxmlformats.org/officeDocument/2006/relationships/image" Target="../media/image331.emf"/><Relationship Id="rId15" Type="http://schemas.openxmlformats.org/officeDocument/2006/relationships/image" Target="../media/image336.emf"/><Relationship Id="rId23" Type="http://schemas.openxmlformats.org/officeDocument/2006/relationships/image" Target="../media/image340.emf"/><Relationship Id="rId28" Type="http://schemas.openxmlformats.org/officeDocument/2006/relationships/oleObject" Target="../embeddings/oleObject342.bin"/><Relationship Id="rId36" Type="http://schemas.openxmlformats.org/officeDocument/2006/relationships/oleObject" Target="../embeddings/oleObject346.bin"/><Relationship Id="rId49" Type="http://schemas.openxmlformats.org/officeDocument/2006/relationships/image" Target="../media/image353.emf"/><Relationship Id="rId10" Type="http://schemas.openxmlformats.org/officeDocument/2006/relationships/oleObject" Target="../embeddings/oleObject333.bin"/><Relationship Id="rId19" Type="http://schemas.openxmlformats.org/officeDocument/2006/relationships/image" Target="../media/image338.emf"/><Relationship Id="rId31" Type="http://schemas.openxmlformats.org/officeDocument/2006/relationships/image" Target="../media/image344.emf"/><Relationship Id="rId44" Type="http://schemas.openxmlformats.org/officeDocument/2006/relationships/oleObject" Target="../embeddings/oleObject350.bin"/><Relationship Id="rId4" Type="http://schemas.openxmlformats.org/officeDocument/2006/relationships/oleObject" Target="../embeddings/oleObject330.bin"/><Relationship Id="rId9" Type="http://schemas.openxmlformats.org/officeDocument/2006/relationships/image" Target="../media/image333.emf"/><Relationship Id="rId14" Type="http://schemas.openxmlformats.org/officeDocument/2006/relationships/oleObject" Target="../embeddings/oleObject335.bin"/><Relationship Id="rId22" Type="http://schemas.openxmlformats.org/officeDocument/2006/relationships/oleObject" Target="../embeddings/oleObject339.bin"/><Relationship Id="rId27" Type="http://schemas.openxmlformats.org/officeDocument/2006/relationships/image" Target="../media/image342.emf"/><Relationship Id="rId30" Type="http://schemas.openxmlformats.org/officeDocument/2006/relationships/oleObject" Target="../embeddings/oleObject343.bin"/><Relationship Id="rId35" Type="http://schemas.openxmlformats.org/officeDocument/2006/relationships/image" Target="../media/image346.emf"/><Relationship Id="rId43" Type="http://schemas.openxmlformats.org/officeDocument/2006/relationships/image" Target="../media/image350.emf"/><Relationship Id="rId48" Type="http://schemas.openxmlformats.org/officeDocument/2006/relationships/oleObject" Target="../embeddings/oleObject352.bin"/><Relationship Id="rId8" Type="http://schemas.openxmlformats.org/officeDocument/2006/relationships/oleObject" Target="../embeddings/oleObject332.bin"/><Relationship Id="rId3" Type="http://schemas.openxmlformats.org/officeDocument/2006/relationships/image" Target="../media/image330.emf"/><Relationship Id="rId12" Type="http://schemas.openxmlformats.org/officeDocument/2006/relationships/oleObject" Target="../embeddings/oleObject334.bin"/><Relationship Id="rId17" Type="http://schemas.openxmlformats.org/officeDocument/2006/relationships/image" Target="../media/image337.emf"/><Relationship Id="rId25" Type="http://schemas.openxmlformats.org/officeDocument/2006/relationships/image" Target="../media/image341.emf"/><Relationship Id="rId33" Type="http://schemas.openxmlformats.org/officeDocument/2006/relationships/image" Target="../media/image345.emf"/><Relationship Id="rId38" Type="http://schemas.openxmlformats.org/officeDocument/2006/relationships/oleObject" Target="../embeddings/oleObject347.bin"/><Relationship Id="rId46" Type="http://schemas.openxmlformats.org/officeDocument/2006/relationships/oleObject" Target="../embeddings/oleObject351.bin"/><Relationship Id="rId20" Type="http://schemas.openxmlformats.org/officeDocument/2006/relationships/oleObject" Target="../embeddings/oleObject338.bin"/><Relationship Id="rId41" Type="http://schemas.openxmlformats.org/officeDocument/2006/relationships/image" Target="../media/image349.emf"/><Relationship Id="rId1" Type="http://schemas.openxmlformats.org/officeDocument/2006/relationships/slideLayout" Target="../slideLayouts/slideLayout7.xml"/><Relationship Id="rId6" Type="http://schemas.openxmlformats.org/officeDocument/2006/relationships/oleObject" Target="../embeddings/oleObject331.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56.bin"/><Relationship Id="rId13" Type="http://schemas.openxmlformats.org/officeDocument/2006/relationships/image" Target="../media/image359.emf"/><Relationship Id="rId3" Type="http://schemas.openxmlformats.org/officeDocument/2006/relationships/image" Target="../media/image354.emf"/><Relationship Id="rId7" Type="http://schemas.openxmlformats.org/officeDocument/2006/relationships/image" Target="../media/image356.emf"/><Relationship Id="rId12" Type="http://schemas.openxmlformats.org/officeDocument/2006/relationships/oleObject" Target="../embeddings/oleObject358.bin"/><Relationship Id="rId2" Type="http://schemas.openxmlformats.org/officeDocument/2006/relationships/oleObject" Target="../embeddings/oleObject353.bin"/><Relationship Id="rId1" Type="http://schemas.openxmlformats.org/officeDocument/2006/relationships/slideLayout" Target="../slideLayouts/slideLayout7.xml"/><Relationship Id="rId6" Type="http://schemas.openxmlformats.org/officeDocument/2006/relationships/oleObject" Target="../embeddings/oleObject355.bin"/><Relationship Id="rId11" Type="http://schemas.openxmlformats.org/officeDocument/2006/relationships/image" Target="../media/image358.emf"/><Relationship Id="rId5" Type="http://schemas.openxmlformats.org/officeDocument/2006/relationships/image" Target="../media/image355.emf"/><Relationship Id="rId10" Type="http://schemas.openxmlformats.org/officeDocument/2006/relationships/oleObject" Target="../embeddings/oleObject357.bin"/><Relationship Id="rId4" Type="http://schemas.openxmlformats.org/officeDocument/2006/relationships/oleObject" Target="../embeddings/oleObject354.bin"/><Relationship Id="rId9" Type="http://schemas.openxmlformats.org/officeDocument/2006/relationships/image" Target="../media/image357.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62.bin"/><Relationship Id="rId13" Type="http://schemas.openxmlformats.org/officeDocument/2006/relationships/image" Target="../media/image365.emf"/><Relationship Id="rId3" Type="http://schemas.openxmlformats.org/officeDocument/2006/relationships/image" Target="../media/image360.emf"/><Relationship Id="rId7" Type="http://schemas.openxmlformats.org/officeDocument/2006/relationships/image" Target="../media/image362.emf"/><Relationship Id="rId12" Type="http://schemas.openxmlformats.org/officeDocument/2006/relationships/oleObject" Target="../embeddings/oleObject364.bin"/><Relationship Id="rId2" Type="http://schemas.openxmlformats.org/officeDocument/2006/relationships/oleObject" Target="../embeddings/oleObject359.bin"/><Relationship Id="rId1" Type="http://schemas.openxmlformats.org/officeDocument/2006/relationships/slideLayout" Target="../slideLayouts/slideLayout7.xml"/><Relationship Id="rId6" Type="http://schemas.openxmlformats.org/officeDocument/2006/relationships/oleObject" Target="../embeddings/oleObject361.bin"/><Relationship Id="rId11" Type="http://schemas.openxmlformats.org/officeDocument/2006/relationships/image" Target="../media/image364.emf"/><Relationship Id="rId5" Type="http://schemas.openxmlformats.org/officeDocument/2006/relationships/image" Target="../media/image361.emf"/><Relationship Id="rId10" Type="http://schemas.openxmlformats.org/officeDocument/2006/relationships/oleObject" Target="../embeddings/oleObject363.bin"/><Relationship Id="rId4" Type="http://schemas.openxmlformats.org/officeDocument/2006/relationships/oleObject" Target="../embeddings/oleObject360.bin"/><Relationship Id="rId9" Type="http://schemas.openxmlformats.org/officeDocument/2006/relationships/image" Target="../media/image363.e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68.bin"/><Relationship Id="rId13" Type="http://schemas.openxmlformats.org/officeDocument/2006/relationships/image" Target="../media/image371.emf"/><Relationship Id="rId18" Type="http://schemas.openxmlformats.org/officeDocument/2006/relationships/oleObject" Target="../embeddings/oleObject373.bin"/><Relationship Id="rId3" Type="http://schemas.openxmlformats.org/officeDocument/2006/relationships/image" Target="../media/image366.emf"/><Relationship Id="rId21" Type="http://schemas.openxmlformats.org/officeDocument/2006/relationships/image" Target="../media/image375.emf"/><Relationship Id="rId7" Type="http://schemas.openxmlformats.org/officeDocument/2006/relationships/image" Target="../media/image368.emf"/><Relationship Id="rId12" Type="http://schemas.openxmlformats.org/officeDocument/2006/relationships/oleObject" Target="../embeddings/oleObject370.bin"/><Relationship Id="rId17" Type="http://schemas.openxmlformats.org/officeDocument/2006/relationships/image" Target="../media/image373.emf"/><Relationship Id="rId2" Type="http://schemas.openxmlformats.org/officeDocument/2006/relationships/oleObject" Target="../embeddings/oleObject365.bin"/><Relationship Id="rId16" Type="http://schemas.openxmlformats.org/officeDocument/2006/relationships/oleObject" Target="../embeddings/oleObject372.bin"/><Relationship Id="rId20" Type="http://schemas.openxmlformats.org/officeDocument/2006/relationships/oleObject" Target="../embeddings/oleObject374.bin"/><Relationship Id="rId1" Type="http://schemas.openxmlformats.org/officeDocument/2006/relationships/slideLayout" Target="../slideLayouts/slideLayout7.xml"/><Relationship Id="rId6" Type="http://schemas.openxmlformats.org/officeDocument/2006/relationships/oleObject" Target="../embeddings/oleObject367.bin"/><Relationship Id="rId11" Type="http://schemas.openxmlformats.org/officeDocument/2006/relationships/image" Target="../media/image370.emf"/><Relationship Id="rId5" Type="http://schemas.openxmlformats.org/officeDocument/2006/relationships/image" Target="../media/image367.emf"/><Relationship Id="rId15" Type="http://schemas.openxmlformats.org/officeDocument/2006/relationships/image" Target="../media/image372.emf"/><Relationship Id="rId23" Type="http://schemas.openxmlformats.org/officeDocument/2006/relationships/image" Target="../media/image376.emf"/><Relationship Id="rId10" Type="http://schemas.openxmlformats.org/officeDocument/2006/relationships/oleObject" Target="../embeddings/oleObject369.bin"/><Relationship Id="rId19" Type="http://schemas.openxmlformats.org/officeDocument/2006/relationships/image" Target="../media/image374.emf"/><Relationship Id="rId4" Type="http://schemas.openxmlformats.org/officeDocument/2006/relationships/oleObject" Target="../embeddings/oleObject366.bin"/><Relationship Id="rId9" Type="http://schemas.openxmlformats.org/officeDocument/2006/relationships/image" Target="../media/image369.emf"/><Relationship Id="rId14" Type="http://schemas.openxmlformats.org/officeDocument/2006/relationships/oleObject" Target="../embeddings/oleObject371.bin"/><Relationship Id="rId22" Type="http://schemas.openxmlformats.org/officeDocument/2006/relationships/oleObject" Target="../embeddings/oleObject375.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379.bin"/><Relationship Id="rId13" Type="http://schemas.openxmlformats.org/officeDocument/2006/relationships/image" Target="../media/image382.emf"/><Relationship Id="rId3" Type="http://schemas.openxmlformats.org/officeDocument/2006/relationships/image" Target="../media/image377.emf"/><Relationship Id="rId7" Type="http://schemas.openxmlformats.org/officeDocument/2006/relationships/image" Target="../media/image379.emf"/><Relationship Id="rId12" Type="http://schemas.openxmlformats.org/officeDocument/2006/relationships/oleObject" Target="../embeddings/oleObject381.bin"/><Relationship Id="rId2" Type="http://schemas.openxmlformats.org/officeDocument/2006/relationships/oleObject" Target="../embeddings/oleObject376.bin"/><Relationship Id="rId1" Type="http://schemas.openxmlformats.org/officeDocument/2006/relationships/slideLayout" Target="../slideLayouts/slideLayout7.xml"/><Relationship Id="rId6" Type="http://schemas.openxmlformats.org/officeDocument/2006/relationships/oleObject" Target="../embeddings/oleObject378.bin"/><Relationship Id="rId11" Type="http://schemas.openxmlformats.org/officeDocument/2006/relationships/image" Target="../media/image381.emf"/><Relationship Id="rId5" Type="http://schemas.openxmlformats.org/officeDocument/2006/relationships/image" Target="../media/image378.emf"/><Relationship Id="rId10" Type="http://schemas.openxmlformats.org/officeDocument/2006/relationships/oleObject" Target="../embeddings/oleObject380.bin"/><Relationship Id="rId4" Type="http://schemas.openxmlformats.org/officeDocument/2006/relationships/oleObject" Target="../embeddings/oleObject377.bin"/><Relationship Id="rId9" Type="http://schemas.openxmlformats.org/officeDocument/2006/relationships/image" Target="../media/image380.emf"/></Relationships>
</file>

<file path=ppt/slides/_rels/slide38.xml.rels><?xml version="1.0" encoding="UTF-8" standalone="yes"?>
<Relationships xmlns="http://schemas.openxmlformats.org/package/2006/relationships"><Relationship Id="rId13" Type="http://schemas.openxmlformats.org/officeDocument/2006/relationships/image" Target="../media/image388.emf"/><Relationship Id="rId18" Type="http://schemas.openxmlformats.org/officeDocument/2006/relationships/oleObject" Target="../embeddings/oleObject390.bin"/><Relationship Id="rId26" Type="http://schemas.openxmlformats.org/officeDocument/2006/relationships/oleObject" Target="../embeddings/oleObject394.bin"/><Relationship Id="rId39" Type="http://schemas.openxmlformats.org/officeDocument/2006/relationships/image" Target="../media/image401.emf"/><Relationship Id="rId21" Type="http://schemas.openxmlformats.org/officeDocument/2006/relationships/image" Target="../media/image392.emf"/><Relationship Id="rId34" Type="http://schemas.openxmlformats.org/officeDocument/2006/relationships/oleObject" Target="../embeddings/oleObject398.bin"/><Relationship Id="rId42" Type="http://schemas.openxmlformats.org/officeDocument/2006/relationships/oleObject" Target="../embeddings/oleObject402.bin"/><Relationship Id="rId7" Type="http://schemas.openxmlformats.org/officeDocument/2006/relationships/image" Target="../media/image385.emf"/><Relationship Id="rId2" Type="http://schemas.openxmlformats.org/officeDocument/2006/relationships/oleObject" Target="../embeddings/oleObject382.bin"/><Relationship Id="rId16" Type="http://schemas.openxmlformats.org/officeDocument/2006/relationships/oleObject" Target="../embeddings/oleObject389.bin"/><Relationship Id="rId20" Type="http://schemas.openxmlformats.org/officeDocument/2006/relationships/oleObject" Target="../embeddings/oleObject391.bin"/><Relationship Id="rId29" Type="http://schemas.openxmlformats.org/officeDocument/2006/relationships/image" Target="../media/image396.emf"/><Relationship Id="rId41" Type="http://schemas.openxmlformats.org/officeDocument/2006/relationships/image" Target="../media/image402.emf"/><Relationship Id="rId1" Type="http://schemas.openxmlformats.org/officeDocument/2006/relationships/slideLayout" Target="../slideLayouts/slideLayout7.xml"/><Relationship Id="rId6" Type="http://schemas.openxmlformats.org/officeDocument/2006/relationships/oleObject" Target="../embeddings/oleObject384.bin"/><Relationship Id="rId11" Type="http://schemas.openxmlformats.org/officeDocument/2006/relationships/image" Target="../media/image387.emf"/><Relationship Id="rId24" Type="http://schemas.openxmlformats.org/officeDocument/2006/relationships/oleObject" Target="../embeddings/oleObject393.bin"/><Relationship Id="rId32" Type="http://schemas.openxmlformats.org/officeDocument/2006/relationships/oleObject" Target="../embeddings/oleObject397.bin"/><Relationship Id="rId37" Type="http://schemas.openxmlformats.org/officeDocument/2006/relationships/image" Target="../media/image400.emf"/><Relationship Id="rId40" Type="http://schemas.openxmlformats.org/officeDocument/2006/relationships/oleObject" Target="../embeddings/oleObject401.bin"/><Relationship Id="rId5" Type="http://schemas.openxmlformats.org/officeDocument/2006/relationships/image" Target="../media/image384.emf"/><Relationship Id="rId15" Type="http://schemas.openxmlformats.org/officeDocument/2006/relationships/image" Target="../media/image389.emf"/><Relationship Id="rId23" Type="http://schemas.openxmlformats.org/officeDocument/2006/relationships/image" Target="../media/image393.emf"/><Relationship Id="rId28" Type="http://schemas.openxmlformats.org/officeDocument/2006/relationships/oleObject" Target="../embeddings/oleObject395.bin"/><Relationship Id="rId36" Type="http://schemas.openxmlformats.org/officeDocument/2006/relationships/oleObject" Target="../embeddings/oleObject399.bin"/><Relationship Id="rId10" Type="http://schemas.openxmlformats.org/officeDocument/2006/relationships/oleObject" Target="../embeddings/oleObject386.bin"/><Relationship Id="rId19" Type="http://schemas.openxmlformats.org/officeDocument/2006/relationships/image" Target="../media/image391.emf"/><Relationship Id="rId31" Type="http://schemas.openxmlformats.org/officeDocument/2006/relationships/image" Target="../media/image397.emf"/><Relationship Id="rId4" Type="http://schemas.openxmlformats.org/officeDocument/2006/relationships/oleObject" Target="../embeddings/oleObject383.bin"/><Relationship Id="rId9" Type="http://schemas.openxmlformats.org/officeDocument/2006/relationships/image" Target="../media/image386.emf"/><Relationship Id="rId14" Type="http://schemas.openxmlformats.org/officeDocument/2006/relationships/oleObject" Target="../embeddings/oleObject388.bin"/><Relationship Id="rId22" Type="http://schemas.openxmlformats.org/officeDocument/2006/relationships/oleObject" Target="../embeddings/oleObject392.bin"/><Relationship Id="rId27" Type="http://schemas.openxmlformats.org/officeDocument/2006/relationships/image" Target="../media/image395.emf"/><Relationship Id="rId30" Type="http://schemas.openxmlformats.org/officeDocument/2006/relationships/oleObject" Target="../embeddings/oleObject396.bin"/><Relationship Id="rId35" Type="http://schemas.openxmlformats.org/officeDocument/2006/relationships/image" Target="../media/image399.emf"/><Relationship Id="rId43" Type="http://schemas.openxmlformats.org/officeDocument/2006/relationships/image" Target="../media/image403.emf"/><Relationship Id="rId8" Type="http://schemas.openxmlformats.org/officeDocument/2006/relationships/oleObject" Target="../embeddings/oleObject385.bin"/><Relationship Id="rId3" Type="http://schemas.openxmlformats.org/officeDocument/2006/relationships/image" Target="../media/image383.emf"/><Relationship Id="rId12" Type="http://schemas.openxmlformats.org/officeDocument/2006/relationships/oleObject" Target="../embeddings/oleObject387.bin"/><Relationship Id="rId17" Type="http://schemas.openxmlformats.org/officeDocument/2006/relationships/image" Target="../media/image390.emf"/><Relationship Id="rId25" Type="http://schemas.openxmlformats.org/officeDocument/2006/relationships/image" Target="../media/image394.emf"/><Relationship Id="rId33" Type="http://schemas.openxmlformats.org/officeDocument/2006/relationships/image" Target="../media/image398.emf"/><Relationship Id="rId38" Type="http://schemas.openxmlformats.org/officeDocument/2006/relationships/oleObject" Target="../embeddings/oleObject40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9" name="Rectangle 2"/>
          <p:cNvSpPr>
            <a:spLocks noGrp="1" noChangeArrowheads="1"/>
          </p:cNvSpPr>
          <p:nvPr>
            <p:ph type="title" idx="4294967295"/>
          </p:nvPr>
        </p:nvSpPr>
        <p:spPr>
          <a:xfrm>
            <a:off x="0" y="0"/>
            <a:ext cx="5292080" cy="609600"/>
          </a:xfrm>
        </p:spPr>
        <p:txBody>
          <a:bodyPr/>
          <a:lstStyle/>
          <a:p>
            <a:pPr algn="l" eaLnBrk="1" hangingPunct="1"/>
            <a:r>
              <a:rPr lang="zh-CN" altLang="en-US" sz="3200" b="1" dirty="0">
                <a:solidFill>
                  <a:schemeClr val="accent2"/>
                </a:solidFill>
                <a:ea typeface="楷体_GB2312" pitchFamily="49" charset="-122"/>
              </a:rPr>
              <a:t>（二）幂级数的性质</a:t>
            </a:r>
          </a:p>
        </p:txBody>
      </p:sp>
      <p:sp>
        <p:nvSpPr>
          <p:cNvPr id="22540" name="Text Box 3"/>
          <p:cNvSpPr txBox="1">
            <a:spLocks noChangeArrowheads="1"/>
          </p:cNvSpPr>
          <p:nvPr/>
        </p:nvSpPr>
        <p:spPr bwMode="auto">
          <a:xfrm>
            <a:off x="381000" y="914400"/>
            <a:ext cx="3024188" cy="488950"/>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600" b="1">
                <a:solidFill>
                  <a:srgbClr val="000000"/>
                </a:solidFill>
                <a:latin typeface="宋体" pitchFamily="2" charset="-122"/>
              </a:rPr>
              <a:t>1.</a:t>
            </a:r>
            <a:r>
              <a:rPr kumimoji="1" lang="zh-CN" altLang="en-US" sz="2600" b="1">
                <a:solidFill>
                  <a:srgbClr val="000000"/>
                </a:solidFill>
                <a:latin typeface="宋体" pitchFamily="2" charset="-122"/>
              </a:rPr>
              <a:t>四则运算性质</a:t>
            </a:r>
          </a:p>
        </p:txBody>
      </p:sp>
      <p:grpSp>
        <p:nvGrpSpPr>
          <p:cNvPr id="2" name="Group 4"/>
          <p:cNvGrpSpPr>
            <a:grpSpLocks/>
          </p:cNvGrpSpPr>
          <p:nvPr/>
        </p:nvGrpSpPr>
        <p:grpSpPr bwMode="auto">
          <a:xfrm>
            <a:off x="2397125" y="5084763"/>
            <a:ext cx="4467225" cy="687387"/>
            <a:chOff x="793" y="2976"/>
            <a:chExt cx="2814" cy="433"/>
          </a:xfrm>
        </p:grpSpPr>
        <p:sp>
          <p:nvSpPr>
            <p:cNvPr id="22548" name="Text Box 5"/>
            <p:cNvSpPr txBox="1">
              <a:spLocks noChangeArrowheads="1"/>
            </p:cNvSpPr>
            <p:nvPr/>
          </p:nvSpPr>
          <p:spPr bwMode="auto">
            <a:xfrm>
              <a:off x="793" y="2976"/>
              <a:ext cx="635" cy="433"/>
            </a:xfrm>
            <a:prstGeom prst="rect">
              <a:avLst/>
            </a:prstGeom>
            <a:noFill/>
            <a:ln w="9525">
              <a:noFill/>
              <a:miter lim="800000"/>
              <a:headEnd/>
              <a:tailEnd/>
            </a:ln>
          </p:spPr>
          <p:txBody>
            <a:bodyPr>
              <a:spAutoFit/>
            </a:bodyPr>
            <a:lstStyle/>
            <a:p>
              <a:pPr fontAlgn="base">
                <a:lnSpc>
                  <a:spcPct val="150000"/>
                </a:lnSpc>
                <a:spcBef>
                  <a:spcPct val="50000"/>
                </a:spcBef>
                <a:spcAft>
                  <a:spcPct val="0"/>
                </a:spcAft>
              </a:pPr>
              <a:r>
                <a:rPr kumimoji="1" lang="zh-CN" altLang="en-US" sz="2600" b="1">
                  <a:solidFill>
                    <a:srgbClr val="000000"/>
                  </a:solidFill>
                  <a:latin typeface="Times New Roman" pitchFamily="18" charset="0"/>
                  <a:ea typeface="楷体_GB2312" pitchFamily="49" charset="-122"/>
                </a:rPr>
                <a:t>其中</a:t>
              </a:r>
            </a:p>
          </p:txBody>
        </p:sp>
        <p:graphicFrame>
          <p:nvGraphicFramePr>
            <p:cNvPr id="22538" name="Object 6"/>
            <p:cNvGraphicFramePr>
              <a:graphicFrameLocks noChangeAspect="1"/>
            </p:cNvGraphicFramePr>
            <p:nvPr/>
          </p:nvGraphicFramePr>
          <p:xfrm>
            <a:off x="1474" y="3067"/>
            <a:ext cx="2133" cy="272"/>
          </p:xfrm>
          <a:graphic>
            <a:graphicData uri="http://schemas.openxmlformats.org/presentationml/2006/ole">
              <mc:AlternateContent xmlns:mc="http://schemas.openxmlformats.org/markup-compatibility/2006">
                <mc:Choice xmlns:v="urn:schemas-microsoft-com:vml" Requires="v">
                  <p:oleObj name="公式" r:id="rId2" imgW="1866600" imgH="228600" progId="">
                    <p:embed/>
                  </p:oleObj>
                </mc:Choice>
                <mc:Fallback>
                  <p:oleObj name="公式" r:id="rId2" imgW="1866600" imgH="228600" progId="">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4" y="3067"/>
                          <a:ext cx="2133"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7"/>
          <p:cNvGrpSpPr>
            <a:grpSpLocks/>
          </p:cNvGrpSpPr>
          <p:nvPr/>
        </p:nvGrpSpPr>
        <p:grpSpPr bwMode="auto">
          <a:xfrm>
            <a:off x="596900" y="1535113"/>
            <a:ext cx="7966075" cy="1241425"/>
            <a:chOff x="431" y="1154"/>
            <a:chExt cx="5018" cy="782"/>
          </a:xfrm>
        </p:grpSpPr>
        <p:sp>
          <p:nvSpPr>
            <p:cNvPr id="22547" name="Text Box 8"/>
            <p:cNvSpPr txBox="1">
              <a:spLocks noChangeArrowheads="1"/>
            </p:cNvSpPr>
            <p:nvPr/>
          </p:nvSpPr>
          <p:spPr bwMode="auto">
            <a:xfrm>
              <a:off x="431" y="1178"/>
              <a:ext cx="4898" cy="758"/>
            </a:xfrm>
            <a:prstGeom prst="rect">
              <a:avLst/>
            </a:prstGeom>
            <a:noFill/>
            <a:ln w="9525">
              <a:noFill/>
              <a:miter lim="800000"/>
              <a:headEnd/>
              <a:tailEnd/>
            </a:ln>
          </p:spPr>
          <p:txBody>
            <a:bodyPr>
              <a:spAutoFit/>
            </a:bodyPr>
            <a:lstStyle/>
            <a:p>
              <a:pPr fontAlgn="base">
                <a:lnSpc>
                  <a:spcPct val="140000"/>
                </a:lnSpc>
                <a:spcBef>
                  <a:spcPct val="50000"/>
                </a:spcBef>
                <a:spcAft>
                  <a:spcPct val="0"/>
                </a:spcAft>
              </a:pPr>
              <a:r>
                <a:rPr kumimoji="1" lang="zh-CN" altLang="zh-CN" sz="2600" b="1">
                  <a:solidFill>
                    <a:srgbClr val="000000"/>
                  </a:solidFill>
                  <a:latin typeface="Times New Roman" pitchFamily="18" charset="0"/>
                  <a:ea typeface="楷体_GB2312" pitchFamily="49" charset="-122"/>
                </a:rPr>
                <a:t>设有幂级数 </a:t>
              </a:r>
              <a:r>
                <a:rPr kumimoji="1" lang="zh-CN" altLang="en-US" sz="2600" b="1">
                  <a:solidFill>
                    <a:srgbClr val="000000"/>
                  </a:solidFill>
                  <a:latin typeface="Times New Roman" pitchFamily="18" charset="0"/>
                  <a:ea typeface="楷体_GB2312" pitchFamily="49" charset="-122"/>
                </a:rPr>
                <a:t>           </a:t>
              </a:r>
              <a:r>
                <a:rPr kumimoji="1" lang="zh-CN" altLang="zh-CN" sz="2600" b="1">
                  <a:solidFill>
                    <a:srgbClr val="000000"/>
                  </a:solidFill>
                  <a:latin typeface="Times New Roman" pitchFamily="18" charset="0"/>
                  <a:ea typeface="楷体_GB2312" pitchFamily="49" charset="-122"/>
                </a:rPr>
                <a:t>与 </a:t>
              </a:r>
              <a:r>
                <a:rPr kumimoji="1" lang="zh-CN" altLang="en-US" sz="2600" b="1">
                  <a:solidFill>
                    <a:srgbClr val="000000"/>
                  </a:solidFill>
                  <a:latin typeface="Times New Roman" pitchFamily="18" charset="0"/>
                  <a:ea typeface="楷体_GB2312" pitchFamily="49" charset="-122"/>
                </a:rPr>
                <a:t>          </a:t>
              </a:r>
              <a:r>
                <a:rPr kumimoji="1" lang="zh-CN" altLang="zh-CN" sz="2600" b="1">
                  <a:solidFill>
                    <a:srgbClr val="000000"/>
                  </a:solidFill>
                  <a:latin typeface="Times New Roman" pitchFamily="18" charset="0"/>
                  <a:ea typeface="楷体_GB2312" pitchFamily="49" charset="-122"/>
                </a:rPr>
                <a:t>，它们的收敛半径分别为 </a:t>
              </a:r>
              <a:r>
                <a:rPr kumimoji="1" lang="zh-CN" altLang="en-US" sz="2600" b="1">
                  <a:solidFill>
                    <a:srgbClr val="000000"/>
                  </a:solidFill>
                  <a:latin typeface="Times New Roman" pitchFamily="18" charset="0"/>
                  <a:ea typeface="楷体_GB2312" pitchFamily="49" charset="-122"/>
                </a:rPr>
                <a:t>  </a:t>
              </a:r>
              <a:r>
                <a:rPr kumimoji="1" lang="zh-CN" altLang="zh-CN" sz="2600" b="1">
                  <a:solidFill>
                    <a:srgbClr val="000000"/>
                  </a:solidFill>
                  <a:latin typeface="Times New Roman" pitchFamily="18" charset="0"/>
                  <a:ea typeface="楷体_GB2312" pitchFamily="49" charset="-122"/>
                </a:rPr>
                <a:t>与 </a:t>
              </a:r>
              <a:r>
                <a:rPr kumimoji="1" lang="zh-CN" altLang="en-US" sz="2600" b="1">
                  <a:solidFill>
                    <a:srgbClr val="000000"/>
                  </a:solidFill>
                  <a:latin typeface="Times New Roman" pitchFamily="18" charset="0"/>
                  <a:ea typeface="楷体_GB2312" pitchFamily="49" charset="-122"/>
                </a:rPr>
                <a:t>    </a:t>
              </a:r>
              <a:r>
                <a:rPr kumimoji="1" lang="zh-CN" altLang="zh-CN" sz="2600" b="1">
                  <a:solidFill>
                    <a:srgbClr val="000000"/>
                  </a:solidFill>
                  <a:latin typeface="Times New Roman" pitchFamily="18" charset="0"/>
                  <a:ea typeface="楷体_GB2312" pitchFamily="49" charset="-122"/>
                </a:rPr>
                <a:t>，记</a:t>
              </a:r>
              <a:r>
                <a:rPr kumimoji="1" lang="zh-CN" altLang="en-US" sz="2600" b="1">
                  <a:solidFill>
                    <a:srgbClr val="000000"/>
                  </a:solidFill>
                  <a:latin typeface="Times New Roman" pitchFamily="18" charset="0"/>
                  <a:ea typeface="楷体_GB2312" pitchFamily="49" charset="-122"/>
                </a:rPr>
                <a:t>                          </a:t>
              </a:r>
              <a:r>
                <a:rPr kumimoji="1" lang="zh-CN" altLang="zh-CN" sz="2600" b="1">
                  <a:solidFill>
                    <a:srgbClr val="000000"/>
                  </a:solidFill>
                  <a:latin typeface="Times New Roman" pitchFamily="18" charset="0"/>
                  <a:ea typeface="楷体_GB2312" pitchFamily="49" charset="-122"/>
                </a:rPr>
                <a:t>，</a:t>
              </a:r>
              <a:r>
                <a:rPr kumimoji="1" lang="zh-CN" altLang="en-US" sz="2600" b="1">
                  <a:solidFill>
                    <a:srgbClr val="000000"/>
                  </a:solidFill>
                  <a:latin typeface="Times New Roman" pitchFamily="18" charset="0"/>
                  <a:ea typeface="楷体_GB2312" pitchFamily="49" charset="-122"/>
                </a:rPr>
                <a:t>且          </a:t>
              </a:r>
              <a:r>
                <a:rPr kumimoji="1" lang="en-US" altLang="zh-CN" sz="2600" b="1">
                  <a:solidFill>
                    <a:srgbClr val="000000"/>
                  </a:solidFill>
                  <a:latin typeface="Times New Roman" pitchFamily="18" charset="0"/>
                  <a:ea typeface="楷体_GB2312" pitchFamily="49" charset="-122"/>
                </a:rPr>
                <a:t>.</a:t>
              </a:r>
              <a:r>
                <a:rPr kumimoji="1" lang="zh-CN" altLang="en-US" sz="2600" b="1">
                  <a:solidFill>
                    <a:srgbClr val="000000"/>
                  </a:solidFill>
                  <a:latin typeface="Times New Roman" pitchFamily="18" charset="0"/>
                  <a:ea typeface="楷体_GB2312" pitchFamily="49" charset="-122"/>
                </a:rPr>
                <a:t>则</a:t>
              </a:r>
            </a:p>
          </p:txBody>
        </p:sp>
        <p:graphicFrame>
          <p:nvGraphicFramePr>
            <p:cNvPr id="22532" name="Object 9"/>
            <p:cNvGraphicFramePr>
              <a:graphicFrameLocks noChangeAspect="1"/>
            </p:cNvGraphicFramePr>
            <p:nvPr/>
          </p:nvGraphicFramePr>
          <p:xfrm>
            <a:off x="5216" y="1298"/>
            <a:ext cx="233" cy="272"/>
          </p:xfrm>
          <a:graphic>
            <a:graphicData uri="http://schemas.openxmlformats.org/presentationml/2006/ole">
              <mc:AlternateContent xmlns:mc="http://schemas.openxmlformats.org/markup-compatibility/2006">
                <mc:Choice xmlns:v="urn:schemas-microsoft-com:vml" Requires="v">
                  <p:oleObj name="公式" r:id="rId4" imgW="203040" imgH="215640" progId="">
                    <p:embed/>
                  </p:oleObj>
                </mc:Choice>
                <mc:Fallback>
                  <p:oleObj name="公式" r:id="rId4" imgW="203040" imgH="215640" progId="">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6" y="1298"/>
                          <a:ext cx="233"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3" name="Object 10"/>
            <p:cNvGraphicFramePr>
              <a:graphicFrameLocks noChangeAspect="1"/>
            </p:cNvGraphicFramePr>
            <p:nvPr/>
          </p:nvGraphicFramePr>
          <p:xfrm>
            <a:off x="1519" y="1154"/>
            <a:ext cx="637" cy="515"/>
          </p:xfrm>
          <a:graphic>
            <a:graphicData uri="http://schemas.openxmlformats.org/presentationml/2006/ole">
              <mc:AlternateContent xmlns:mc="http://schemas.openxmlformats.org/markup-compatibility/2006">
                <mc:Choice xmlns:v="urn:schemas-microsoft-com:vml" Requires="v">
                  <p:oleObj name="公式" r:id="rId6" imgW="558720" imgH="431640" progId="">
                    <p:embed/>
                  </p:oleObj>
                </mc:Choice>
                <mc:Fallback>
                  <p:oleObj name="公式" r:id="rId6" imgW="558720" imgH="431640" progId="">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9" y="1154"/>
                          <a:ext cx="637" cy="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4" name="Object 11"/>
            <p:cNvGraphicFramePr>
              <a:graphicFrameLocks noChangeAspect="1"/>
            </p:cNvGraphicFramePr>
            <p:nvPr/>
          </p:nvGraphicFramePr>
          <p:xfrm>
            <a:off x="2349" y="1170"/>
            <a:ext cx="622" cy="515"/>
          </p:xfrm>
          <a:graphic>
            <a:graphicData uri="http://schemas.openxmlformats.org/presentationml/2006/ole">
              <mc:AlternateContent xmlns:mc="http://schemas.openxmlformats.org/markup-compatibility/2006">
                <mc:Choice xmlns:v="urn:schemas-microsoft-com:vml" Requires="v">
                  <p:oleObj name="公式" r:id="rId8" imgW="545760" imgH="431640" progId="">
                    <p:embed/>
                  </p:oleObj>
                </mc:Choice>
                <mc:Fallback>
                  <p:oleObj name="公式" r:id="rId8" imgW="545760" imgH="431640" progId="">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49" y="1170"/>
                          <a:ext cx="622" cy="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5" name="Object 12"/>
            <p:cNvGraphicFramePr>
              <a:graphicFrameLocks noChangeAspect="1"/>
            </p:cNvGraphicFramePr>
            <p:nvPr/>
          </p:nvGraphicFramePr>
          <p:xfrm>
            <a:off x="703" y="1637"/>
            <a:ext cx="233" cy="272"/>
          </p:xfrm>
          <a:graphic>
            <a:graphicData uri="http://schemas.openxmlformats.org/presentationml/2006/ole">
              <mc:AlternateContent xmlns:mc="http://schemas.openxmlformats.org/markup-compatibility/2006">
                <mc:Choice xmlns:v="urn:schemas-microsoft-com:vml" Requires="v">
                  <p:oleObj name="公式" r:id="rId10" imgW="203040" imgH="215640" progId="">
                    <p:embed/>
                  </p:oleObj>
                </mc:Choice>
                <mc:Fallback>
                  <p:oleObj name="公式" r:id="rId10" imgW="203040" imgH="215640" progId="">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3" y="1637"/>
                          <a:ext cx="233"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6" name="Object 13"/>
            <p:cNvGraphicFramePr>
              <a:graphicFrameLocks noChangeAspect="1"/>
            </p:cNvGraphicFramePr>
            <p:nvPr/>
          </p:nvGraphicFramePr>
          <p:xfrm>
            <a:off x="1418" y="1653"/>
            <a:ext cx="1267" cy="272"/>
          </p:xfrm>
          <a:graphic>
            <a:graphicData uri="http://schemas.openxmlformats.org/presentationml/2006/ole">
              <mc:AlternateContent xmlns:mc="http://schemas.openxmlformats.org/markup-compatibility/2006">
                <mc:Choice xmlns:v="urn:schemas-microsoft-com:vml" Requires="v">
                  <p:oleObj name="公式" r:id="rId12" imgW="1104840" imgH="215640" progId="">
                    <p:embed/>
                  </p:oleObj>
                </mc:Choice>
                <mc:Fallback>
                  <p:oleObj name="公式" r:id="rId12" imgW="1104840" imgH="215640" progId="">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18" y="1653"/>
                          <a:ext cx="1267"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7" name="Object 14"/>
            <p:cNvGraphicFramePr>
              <a:graphicFrameLocks noChangeAspect="1"/>
            </p:cNvGraphicFramePr>
            <p:nvPr/>
          </p:nvGraphicFramePr>
          <p:xfrm>
            <a:off x="3176" y="1652"/>
            <a:ext cx="451" cy="224"/>
          </p:xfrm>
          <a:graphic>
            <a:graphicData uri="http://schemas.openxmlformats.org/presentationml/2006/ole">
              <mc:AlternateContent xmlns:mc="http://schemas.openxmlformats.org/markup-compatibility/2006">
                <mc:Choice xmlns:v="urn:schemas-microsoft-com:vml" Requires="v">
                  <p:oleObj name="公式" r:id="rId14" imgW="393480" imgH="177480" progId="">
                    <p:embed/>
                  </p:oleObj>
                </mc:Choice>
                <mc:Fallback>
                  <p:oleObj name="公式" r:id="rId14" imgW="393480" imgH="177480" progId="">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76" y="1652"/>
                          <a:ext cx="451" cy="2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Group 15"/>
          <p:cNvGrpSpPr>
            <a:grpSpLocks/>
          </p:cNvGrpSpPr>
          <p:nvPr/>
        </p:nvGrpSpPr>
        <p:grpSpPr bwMode="auto">
          <a:xfrm>
            <a:off x="381000" y="2851150"/>
            <a:ext cx="6448425" cy="890588"/>
            <a:chOff x="295" y="1706"/>
            <a:chExt cx="4062" cy="561"/>
          </a:xfrm>
        </p:grpSpPr>
        <p:sp>
          <p:nvSpPr>
            <p:cNvPr id="22546" name="Text Box 16"/>
            <p:cNvSpPr txBox="1">
              <a:spLocks noChangeArrowheads="1"/>
            </p:cNvSpPr>
            <p:nvPr/>
          </p:nvSpPr>
          <p:spPr bwMode="auto">
            <a:xfrm>
              <a:off x="295" y="1706"/>
              <a:ext cx="499" cy="461"/>
            </a:xfrm>
            <a:prstGeom prst="rect">
              <a:avLst/>
            </a:prstGeom>
            <a:noFill/>
            <a:ln w="9525">
              <a:noFill/>
              <a:miter lim="800000"/>
              <a:headEnd/>
              <a:tailEnd/>
            </a:ln>
          </p:spPr>
          <p:txBody>
            <a:bodyPr>
              <a:spAutoFit/>
            </a:bodyPr>
            <a:lstStyle/>
            <a:p>
              <a:pPr fontAlgn="base">
                <a:lnSpc>
                  <a:spcPct val="175000"/>
                </a:lnSpc>
                <a:spcBef>
                  <a:spcPct val="50000"/>
                </a:spcBef>
                <a:spcAft>
                  <a:spcPct val="0"/>
                </a:spcAft>
              </a:pPr>
              <a:r>
                <a:rPr kumimoji="1" lang="en-US" altLang="zh-CN" sz="2400" b="1">
                  <a:solidFill>
                    <a:srgbClr val="000000"/>
                  </a:solidFill>
                  <a:latin typeface="楷体_GB2312" pitchFamily="49" charset="-122"/>
                  <a:ea typeface="楷体_GB2312" pitchFamily="49" charset="-122"/>
                  <a:cs typeface="Times New Roman" pitchFamily="18" charset="0"/>
                </a:rPr>
                <a:t>(1)</a:t>
              </a:r>
            </a:p>
          </p:txBody>
        </p:sp>
        <p:graphicFrame>
          <p:nvGraphicFramePr>
            <p:cNvPr id="22531" name="Object 17"/>
            <p:cNvGraphicFramePr>
              <a:graphicFrameLocks noChangeAspect="1"/>
            </p:cNvGraphicFramePr>
            <p:nvPr/>
          </p:nvGraphicFramePr>
          <p:xfrm>
            <a:off x="839" y="1752"/>
            <a:ext cx="3518" cy="515"/>
          </p:xfrm>
          <a:graphic>
            <a:graphicData uri="http://schemas.openxmlformats.org/presentationml/2006/ole">
              <mc:AlternateContent xmlns:mc="http://schemas.openxmlformats.org/markup-compatibility/2006">
                <mc:Choice xmlns:v="urn:schemas-microsoft-com:vml" Requires="v">
                  <p:oleObj name="公式" r:id="rId16" imgW="3085920" imgH="431640" progId="">
                    <p:embed/>
                  </p:oleObj>
                </mc:Choice>
                <mc:Fallback>
                  <p:oleObj name="公式" r:id="rId16" imgW="3085920" imgH="431640" progId="">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39" y="1752"/>
                          <a:ext cx="3518" cy="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18"/>
          <p:cNvGrpSpPr>
            <a:grpSpLocks/>
          </p:cNvGrpSpPr>
          <p:nvPr/>
        </p:nvGrpSpPr>
        <p:grpSpPr bwMode="auto">
          <a:xfrm>
            <a:off x="381000" y="3932238"/>
            <a:ext cx="6126163" cy="938212"/>
            <a:chOff x="295" y="2296"/>
            <a:chExt cx="3859" cy="591"/>
          </a:xfrm>
        </p:grpSpPr>
        <p:sp>
          <p:nvSpPr>
            <p:cNvPr id="22545" name="Text Box 19"/>
            <p:cNvSpPr txBox="1">
              <a:spLocks noChangeArrowheads="1"/>
            </p:cNvSpPr>
            <p:nvPr/>
          </p:nvSpPr>
          <p:spPr bwMode="auto">
            <a:xfrm>
              <a:off x="295" y="2296"/>
              <a:ext cx="499" cy="461"/>
            </a:xfrm>
            <a:prstGeom prst="rect">
              <a:avLst/>
            </a:prstGeom>
            <a:noFill/>
            <a:ln w="9525">
              <a:noFill/>
              <a:miter lim="800000"/>
              <a:headEnd/>
              <a:tailEnd/>
            </a:ln>
          </p:spPr>
          <p:txBody>
            <a:bodyPr>
              <a:spAutoFit/>
            </a:bodyPr>
            <a:lstStyle/>
            <a:p>
              <a:pPr fontAlgn="base">
                <a:lnSpc>
                  <a:spcPct val="175000"/>
                </a:lnSpc>
                <a:spcBef>
                  <a:spcPct val="50000"/>
                </a:spcBef>
                <a:spcAft>
                  <a:spcPct val="0"/>
                </a:spcAft>
              </a:pPr>
              <a:r>
                <a:rPr kumimoji="1" lang="en-US" altLang="zh-CN" sz="2400" b="1">
                  <a:solidFill>
                    <a:srgbClr val="000000"/>
                  </a:solidFill>
                  <a:latin typeface="楷体_GB2312" pitchFamily="49" charset="-122"/>
                  <a:ea typeface="楷体_GB2312" pitchFamily="49" charset="-122"/>
                  <a:cs typeface="Times New Roman" pitchFamily="18" charset="0"/>
                </a:rPr>
                <a:t>(2)</a:t>
              </a:r>
            </a:p>
          </p:txBody>
        </p:sp>
        <p:graphicFrame>
          <p:nvGraphicFramePr>
            <p:cNvPr id="22530" name="Object 20"/>
            <p:cNvGraphicFramePr>
              <a:graphicFrameLocks noChangeAspect="1"/>
            </p:cNvGraphicFramePr>
            <p:nvPr/>
          </p:nvGraphicFramePr>
          <p:xfrm>
            <a:off x="839" y="2341"/>
            <a:ext cx="3315" cy="546"/>
          </p:xfrm>
          <a:graphic>
            <a:graphicData uri="http://schemas.openxmlformats.org/presentationml/2006/ole">
              <mc:AlternateContent xmlns:mc="http://schemas.openxmlformats.org/markup-compatibility/2006">
                <mc:Choice xmlns:v="urn:schemas-microsoft-com:vml" Requires="v">
                  <p:oleObj name="公式" r:id="rId18" imgW="2908080" imgH="457200" progId="">
                    <p:embed/>
                  </p:oleObj>
                </mc:Choice>
                <mc:Fallback>
                  <p:oleObj name="公式" r:id="rId18" imgW="2908080" imgH="457200" progId="">
                    <p:embed/>
                    <p:pic>
                      <p:nvPicPr>
                        <p:cNvPr id="0"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39" y="2341"/>
                          <a:ext cx="3315" cy="5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par>
                                <p:cTn id="18" presetID="3" presetClass="entr" presetSubtype="10" fill="hold"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6" name="Rectangle 2"/>
          <p:cNvSpPr>
            <a:spLocks noGrp="1" noChangeArrowheads="1"/>
          </p:cNvSpPr>
          <p:nvPr>
            <p:ph type="title" idx="4294967295"/>
          </p:nvPr>
        </p:nvSpPr>
        <p:spPr>
          <a:xfrm>
            <a:off x="0" y="0"/>
            <a:ext cx="1295400" cy="609600"/>
          </a:xfrm>
        </p:spPr>
        <p:txBody>
          <a:bodyPr/>
          <a:lstStyle/>
          <a:p>
            <a:pPr algn="l" eaLnBrk="1" hangingPunct="1"/>
            <a:r>
              <a:rPr lang="zh-CN" altLang="en-US" sz="2800" b="1">
                <a:solidFill>
                  <a:schemeClr val="accent2"/>
                </a:solidFill>
                <a:ea typeface="楷体_GB2312" pitchFamily="49" charset="-122"/>
              </a:rPr>
              <a:t>说明</a:t>
            </a:r>
            <a:r>
              <a:rPr lang="en-US" altLang="zh-CN" sz="2800" b="1">
                <a:solidFill>
                  <a:schemeClr val="accent2"/>
                </a:solidFill>
                <a:ea typeface="楷体_GB2312" pitchFamily="49" charset="-122"/>
              </a:rPr>
              <a:t>:</a:t>
            </a:r>
            <a:endParaRPr lang="en-US" altLang="zh-CN" sz="2800">
              <a:solidFill>
                <a:schemeClr val="accent2"/>
              </a:solidFill>
              <a:ea typeface="楷体_GB2312" pitchFamily="49" charset="-122"/>
            </a:endParaRPr>
          </a:p>
        </p:txBody>
      </p:sp>
      <p:sp>
        <p:nvSpPr>
          <p:cNvPr id="30723" name="Text Box 3"/>
          <p:cNvSpPr txBox="1">
            <a:spLocks noChangeArrowheads="1"/>
          </p:cNvSpPr>
          <p:nvPr/>
        </p:nvSpPr>
        <p:spPr bwMode="auto">
          <a:xfrm>
            <a:off x="1752600" y="0"/>
            <a:ext cx="73914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两个幂级数相除所得幂级数的收敛半径可能比</a:t>
            </a:r>
          </a:p>
        </p:txBody>
      </p:sp>
      <p:sp>
        <p:nvSpPr>
          <p:cNvPr id="30724" name="Text Box 4"/>
          <p:cNvSpPr txBox="1">
            <a:spLocks noChangeArrowheads="1"/>
          </p:cNvSpPr>
          <p:nvPr/>
        </p:nvSpPr>
        <p:spPr bwMode="auto">
          <a:xfrm>
            <a:off x="250825" y="549275"/>
            <a:ext cx="57150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原来两个幂级数的收敛半径小得多</a:t>
            </a:r>
            <a:r>
              <a:rPr kumimoji="1" lang="en-US" altLang="zh-CN" sz="2800">
                <a:solidFill>
                  <a:srgbClr val="000000"/>
                </a:solidFill>
                <a:latin typeface="Times New Roman" pitchFamily="18" charset="0"/>
                <a:ea typeface="楷体_GB2312" pitchFamily="49" charset="-122"/>
              </a:rPr>
              <a:t>.</a:t>
            </a:r>
          </a:p>
        </p:txBody>
      </p:sp>
      <p:sp>
        <p:nvSpPr>
          <p:cNvPr id="30725" name="Text Box 5"/>
          <p:cNvSpPr txBox="1">
            <a:spLocks noChangeArrowheads="1"/>
          </p:cNvSpPr>
          <p:nvPr/>
        </p:nvSpPr>
        <p:spPr bwMode="auto">
          <a:xfrm>
            <a:off x="6011863" y="549275"/>
            <a:ext cx="1828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例如</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设 </a:t>
            </a:r>
          </a:p>
        </p:txBody>
      </p:sp>
      <p:graphicFrame>
        <p:nvGraphicFramePr>
          <p:cNvPr id="30726" name="Object 6"/>
          <p:cNvGraphicFramePr>
            <a:graphicFrameLocks/>
          </p:cNvGraphicFramePr>
          <p:nvPr/>
        </p:nvGraphicFramePr>
        <p:xfrm>
          <a:off x="755650" y="908050"/>
          <a:ext cx="1168400" cy="1016000"/>
        </p:xfrm>
        <a:graphic>
          <a:graphicData uri="http://schemas.openxmlformats.org/presentationml/2006/ole">
            <mc:AlternateContent xmlns:mc="http://schemas.openxmlformats.org/markup-compatibility/2006">
              <mc:Choice xmlns:v="urn:schemas-microsoft-com:vml" Requires="v">
                <p:oleObj name="Equation" r:id="rId2" imgW="1168200" imgH="1015920" progId="">
                  <p:embed/>
                </p:oleObj>
              </mc:Choice>
              <mc:Fallback>
                <p:oleObj name="Equation" r:id="rId2" imgW="1168200" imgH="1015920" progId="">
                  <p:embed/>
                  <p:pic>
                    <p:nvPicPr>
                      <p:cNvPr id="0" name="Object 6"/>
                      <p:cNvPicPr>
                        <a:picLocks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755650" y="908050"/>
                        <a:ext cx="11684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7" name="Object 7"/>
          <p:cNvGraphicFramePr>
            <a:graphicFrameLocks noChangeAspect="1"/>
          </p:cNvGraphicFramePr>
          <p:nvPr/>
        </p:nvGraphicFramePr>
        <p:xfrm>
          <a:off x="755650" y="1916113"/>
          <a:ext cx="1130300" cy="1016000"/>
        </p:xfrm>
        <a:graphic>
          <a:graphicData uri="http://schemas.openxmlformats.org/presentationml/2006/ole">
            <mc:AlternateContent xmlns:mc="http://schemas.openxmlformats.org/markup-compatibility/2006">
              <mc:Choice xmlns:v="urn:schemas-microsoft-com:vml" Requires="v">
                <p:oleObj name="Equation" r:id="rId4" imgW="1130040" imgH="1015920" progId="">
                  <p:embed/>
                </p:oleObj>
              </mc:Choice>
              <mc:Fallback>
                <p:oleObj name="Equation" r:id="rId4" imgW="1130040" imgH="1015920" progId="">
                  <p:embed/>
                  <p:pic>
                    <p:nvPicPr>
                      <p:cNvPr id="0" name="Object 7"/>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755650" y="1916113"/>
                        <a:ext cx="11303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8" name="Object 8"/>
          <p:cNvGraphicFramePr>
            <a:graphicFrameLocks noChangeAspect="1"/>
          </p:cNvGraphicFramePr>
          <p:nvPr/>
        </p:nvGraphicFramePr>
        <p:xfrm>
          <a:off x="3203575" y="1196975"/>
          <a:ext cx="4152900" cy="444500"/>
        </p:xfrm>
        <a:graphic>
          <a:graphicData uri="http://schemas.openxmlformats.org/presentationml/2006/ole">
            <mc:AlternateContent xmlns:mc="http://schemas.openxmlformats.org/markup-compatibility/2006">
              <mc:Choice xmlns:v="urn:schemas-microsoft-com:vml" Requires="v">
                <p:oleObj name="Equation" r:id="rId6" imgW="4152600" imgH="444240" progId="">
                  <p:embed/>
                </p:oleObj>
              </mc:Choice>
              <mc:Fallback>
                <p:oleObj name="Equation" r:id="rId6" imgW="4152600" imgH="444240" progId="">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3575" y="1196975"/>
                        <a:ext cx="41529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9" name="Object 9"/>
          <p:cNvGraphicFramePr>
            <a:graphicFrameLocks noChangeAspect="1"/>
          </p:cNvGraphicFramePr>
          <p:nvPr/>
        </p:nvGraphicFramePr>
        <p:xfrm>
          <a:off x="3419475" y="1844675"/>
          <a:ext cx="3213100" cy="901700"/>
        </p:xfrm>
        <a:graphic>
          <a:graphicData uri="http://schemas.openxmlformats.org/presentationml/2006/ole">
            <mc:AlternateContent xmlns:mc="http://schemas.openxmlformats.org/markup-compatibility/2006">
              <mc:Choice xmlns:v="urn:schemas-microsoft-com:vml" Requires="v">
                <p:oleObj name="Equation" r:id="rId8" imgW="3213000" imgH="901440" progId="">
                  <p:embed/>
                </p:oleObj>
              </mc:Choice>
              <mc:Fallback>
                <p:oleObj name="Equation" r:id="rId8" imgW="3213000" imgH="901440" progId="">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9475" y="1844675"/>
                        <a:ext cx="3213100" cy="90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30" name="Text Box 10"/>
          <p:cNvSpPr txBox="1">
            <a:spLocks noChangeArrowheads="1"/>
          </p:cNvSpPr>
          <p:nvPr/>
        </p:nvSpPr>
        <p:spPr bwMode="auto">
          <a:xfrm>
            <a:off x="0" y="3068638"/>
            <a:ext cx="35814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它们的收敛半径均为</a:t>
            </a:r>
          </a:p>
        </p:txBody>
      </p:sp>
      <p:graphicFrame>
        <p:nvGraphicFramePr>
          <p:cNvPr id="30731" name="Object 11"/>
          <p:cNvGraphicFramePr>
            <a:graphicFrameLocks noChangeAspect="1"/>
          </p:cNvGraphicFramePr>
          <p:nvPr/>
        </p:nvGraphicFramePr>
        <p:xfrm>
          <a:off x="3348038" y="3141663"/>
          <a:ext cx="1079500" cy="393700"/>
        </p:xfrm>
        <a:graphic>
          <a:graphicData uri="http://schemas.openxmlformats.org/presentationml/2006/ole">
            <mc:AlternateContent xmlns:mc="http://schemas.openxmlformats.org/markup-compatibility/2006">
              <mc:Choice xmlns:v="urn:schemas-microsoft-com:vml" Requires="v">
                <p:oleObj name="Equation" r:id="rId10" imgW="1079280" imgH="393480" progId="">
                  <p:embed/>
                </p:oleObj>
              </mc:Choice>
              <mc:Fallback>
                <p:oleObj name="Equation" r:id="rId10" imgW="1079280" imgH="393480" progId="">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8038" y="3141663"/>
                        <a:ext cx="10795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32" name="Text Box 12"/>
          <p:cNvSpPr txBox="1">
            <a:spLocks noChangeArrowheads="1"/>
          </p:cNvSpPr>
          <p:nvPr/>
        </p:nvSpPr>
        <p:spPr bwMode="auto">
          <a:xfrm>
            <a:off x="4572000" y="2997200"/>
            <a:ext cx="1371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但是</a:t>
            </a:r>
          </a:p>
        </p:txBody>
      </p:sp>
      <p:graphicFrame>
        <p:nvGraphicFramePr>
          <p:cNvPr id="30733" name="Object 13"/>
          <p:cNvGraphicFramePr>
            <a:graphicFrameLocks noChangeAspect="1"/>
          </p:cNvGraphicFramePr>
          <p:nvPr/>
        </p:nvGraphicFramePr>
        <p:xfrm>
          <a:off x="5435600" y="2781300"/>
          <a:ext cx="1062038" cy="925513"/>
        </p:xfrm>
        <a:graphic>
          <a:graphicData uri="http://schemas.openxmlformats.org/presentationml/2006/ole">
            <mc:AlternateContent xmlns:mc="http://schemas.openxmlformats.org/markup-compatibility/2006">
              <mc:Choice xmlns:v="urn:schemas-microsoft-com:vml" Requires="v">
                <p:oleObj name="Equation" r:id="rId12" imgW="1180800" imgH="1028520" progId="">
                  <p:embed/>
                </p:oleObj>
              </mc:Choice>
              <mc:Fallback>
                <p:oleObj name="Equation" r:id="rId12" imgW="1180800" imgH="1028520" progId="">
                  <p:embed/>
                  <p:pic>
                    <p:nvPicPr>
                      <p:cNvPr id="0" name="Object 13"/>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5435600" y="2781300"/>
                        <a:ext cx="1062038"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4" name="Object 14"/>
          <p:cNvGraphicFramePr>
            <a:graphicFrameLocks noChangeAspect="1"/>
          </p:cNvGraphicFramePr>
          <p:nvPr/>
        </p:nvGraphicFramePr>
        <p:xfrm>
          <a:off x="1476375" y="3933825"/>
          <a:ext cx="3810000" cy="508000"/>
        </p:xfrm>
        <a:graphic>
          <a:graphicData uri="http://schemas.openxmlformats.org/presentationml/2006/ole">
            <mc:AlternateContent xmlns:mc="http://schemas.openxmlformats.org/markup-compatibility/2006">
              <mc:Choice xmlns:v="urn:schemas-microsoft-com:vml" Requires="v">
                <p:oleObj name="Equation" r:id="rId14" imgW="3809880" imgH="507960" progId="">
                  <p:embed/>
                </p:oleObj>
              </mc:Choice>
              <mc:Fallback>
                <p:oleObj name="Equation" r:id="rId14" imgW="3809880" imgH="507960" progId="">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76375" y="3933825"/>
                        <a:ext cx="38100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35" name="Text Box 15"/>
          <p:cNvSpPr txBox="1">
            <a:spLocks noChangeArrowheads="1"/>
          </p:cNvSpPr>
          <p:nvPr/>
        </p:nvSpPr>
        <p:spPr bwMode="auto">
          <a:xfrm>
            <a:off x="5292725" y="4005263"/>
            <a:ext cx="2971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其收敛半径只是 </a:t>
            </a:r>
          </a:p>
        </p:txBody>
      </p:sp>
      <p:graphicFrame>
        <p:nvGraphicFramePr>
          <p:cNvPr id="30736" name="Object 16"/>
          <p:cNvGraphicFramePr>
            <a:graphicFrameLocks noChangeAspect="1"/>
          </p:cNvGraphicFramePr>
          <p:nvPr/>
        </p:nvGraphicFramePr>
        <p:xfrm>
          <a:off x="7956550" y="4076700"/>
          <a:ext cx="901700" cy="393700"/>
        </p:xfrm>
        <a:graphic>
          <a:graphicData uri="http://schemas.openxmlformats.org/presentationml/2006/ole">
            <mc:AlternateContent xmlns:mc="http://schemas.openxmlformats.org/markup-compatibility/2006">
              <mc:Choice xmlns:v="urn:schemas-microsoft-com:vml" Requires="v">
                <p:oleObj name="Equation" r:id="rId16" imgW="901440" imgH="393480" progId="">
                  <p:embed/>
                </p:oleObj>
              </mc:Choice>
              <mc:Fallback>
                <p:oleObj name="Equation" r:id="rId16" imgW="901440" imgH="393480" progId="">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56550" y="4076700"/>
                        <a:ext cx="9017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7" name="Object 17"/>
          <p:cNvGraphicFramePr>
            <a:graphicFrameLocks/>
          </p:cNvGraphicFramePr>
          <p:nvPr/>
        </p:nvGraphicFramePr>
        <p:xfrm>
          <a:off x="2268538" y="1196975"/>
          <a:ext cx="431800" cy="301625"/>
        </p:xfrm>
        <a:graphic>
          <a:graphicData uri="http://schemas.openxmlformats.org/presentationml/2006/ole">
            <mc:AlternateContent xmlns:mc="http://schemas.openxmlformats.org/markup-compatibility/2006">
              <mc:Choice xmlns:v="urn:schemas-microsoft-com:vml" Requires="v">
                <p:oleObj name="Equation" r:id="rId18" imgW="431640" imgH="304560" progId="">
                  <p:embed/>
                </p:oleObj>
              </mc:Choice>
              <mc:Fallback>
                <p:oleObj name="Equation" r:id="rId18" imgW="431640" imgH="304560" progId="">
                  <p:embed/>
                  <p:pic>
                    <p:nvPicPr>
                      <p:cNvPr id="0" name="Object 17"/>
                      <p:cNvPicPr>
                        <a:picLocks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2268538" y="1196975"/>
                        <a:ext cx="431800" cy="30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8" name="Object 18"/>
          <p:cNvGraphicFramePr>
            <a:graphicFrameLocks noChangeAspect="1"/>
          </p:cNvGraphicFramePr>
          <p:nvPr/>
        </p:nvGraphicFramePr>
        <p:xfrm>
          <a:off x="2124075" y="2205038"/>
          <a:ext cx="965200" cy="317500"/>
        </p:xfrm>
        <a:graphic>
          <a:graphicData uri="http://schemas.openxmlformats.org/presentationml/2006/ole">
            <mc:AlternateContent xmlns:mc="http://schemas.openxmlformats.org/markup-compatibility/2006">
              <mc:Choice xmlns:v="urn:schemas-microsoft-com:vml" Requires="v">
                <p:oleObj name="Equation" r:id="rId20" imgW="965160" imgH="317160" progId="">
                  <p:embed/>
                </p:oleObj>
              </mc:Choice>
              <mc:Fallback>
                <p:oleObj name="Equation" r:id="rId20" imgW="965160" imgH="317160" progId="">
                  <p:embed/>
                  <p:pic>
                    <p:nvPicPr>
                      <p:cNvPr id="0" name="Object 18"/>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2124075" y="2205038"/>
                        <a:ext cx="965200"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39" name="Line 19"/>
          <p:cNvSpPr>
            <a:spLocks noChangeShapeType="1"/>
          </p:cNvSpPr>
          <p:nvPr/>
        </p:nvSpPr>
        <p:spPr bwMode="auto">
          <a:xfrm flipH="1">
            <a:off x="6011863" y="2492375"/>
            <a:ext cx="1066800" cy="144780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a:solidFill>
                <a:srgbClr val="000000"/>
              </a:solidFill>
            </a:endParaRPr>
          </a:p>
        </p:txBody>
      </p:sp>
      <p:graphicFrame>
        <p:nvGraphicFramePr>
          <p:cNvPr id="30740" name="Object 20"/>
          <p:cNvGraphicFramePr>
            <a:graphicFrameLocks noChangeAspect="1"/>
          </p:cNvGraphicFramePr>
          <p:nvPr/>
        </p:nvGraphicFramePr>
        <p:xfrm>
          <a:off x="6877050" y="2852738"/>
          <a:ext cx="1039813" cy="925512"/>
        </p:xfrm>
        <a:graphic>
          <a:graphicData uri="http://schemas.openxmlformats.org/presentationml/2006/ole">
            <mc:AlternateContent xmlns:mc="http://schemas.openxmlformats.org/markup-compatibility/2006">
              <mc:Choice xmlns:v="urn:schemas-microsoft-com:vml" Requires="v">
                <p:oleObj name="Equation" r:id="rId22" imgW="1155600" imgH="1028520" progId="">
                  <p:embed/>
                </p:oleObj>
              </mc:Choice>
              <mc:Fallback>
                <p:oleObj name="Equation" r:id="rId22" imgW="1155600" imgH="1028520" progId="">
                  <p:embed/>
                  <p:pic>
                    <p:nvPicPr>
                      <p:cNvPr id="0" name="Object 20"/>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6877050" y="2852738"/>
                        <a:ext cx="1039813" cy="925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41" name="Object 21"/>
          <p:cNvGraphicFramePr>
            <a:graphicFrameLocks noChangeAspect="1"/>
          </p:cNvGraphicFramePr>
          <p:nvPr/>
        </p:nvGraphicFramePr>
        <p:xfrm>
          <a:off x="323850" y="3789363"/>
          <a:ext cx="990600" cy="850900"/>
        </p:xfrm>
        <a:graphic>
          <a:graphicData uri="http://schemas.openxmlformats.org/presentationml/2006/ole">
            <mc:AlternateContent xmlns:mc="http://schemas.openxmlformats.org/markup-compatibility/2006">
              <mc:Choice xmlns:v="urn:schemas-microsoft-com:vml" Requires="v">
                <p:oleObj name="Equation" r:id="rId24" imgW="990360" imgH="850680" progId="">
                  <p:embed/>
                </p:oleObj>
              </mc:Choice>
              <mc:Fallback>
                <p:oleObj name="Equation" r:id="rId24" imgW="990360" imgH="850680" progId="">
                  <p:embed/>
                  <p:pic>
                    <p:nvPicPr>
                      <p:cNvPr id="0" name="Object 21"/>
                      <p:cNvPicPr>
                        <a:picLocks noChangeAspect="1" noChangeArrowheads="1"/>
                      </p:cNvPicPr>
                      <p:nvPr/>
                    </p:nvPicPr>
                    <p:blipFill>
                      <a:blip r:embed="rId25">
                        <a:grayscl/>
                        <a:biLevel thresh="50000"/>
                        <a:extLst>
                          <a:ext uri="{28A0092B-C50C-407E-A947-70E740481C1C}">
                            <a14:useLocalDpi xmlns:a14="http://schemas.microsoft.com/office/drawing/2010/main" val="0"/>
                          </a:ext>
                        </a:extLst>
                      </a:blip>
                      <a:srcRect/>
                      <a:stretch>
                        <a:fillRect/>
                      </a:stretch>
                    </p:blipFill>
                    <p:spPr bwMode="auto">
                      <a:xfrm>
                        <a:off x="323850" y="3789363"/>
                        <a:ext cx="990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wipe(left)">
                                      <p:cBhvr>
                                        <p:cTn id="7" dur="500"/>
                                        <p:tgtEl>
                                          <p:spTgt spid="307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4"/>
                                        </p:tgtEl>
                                        <p:attrNameLst>
                                          <p:attrName>style.visibility</p:attrName>
                                        </p:attrNameLst>
                                      </p:cBhvr>
                                      <p:to>
                                        <p:strVal val="visible"/>
                                      </p:to>
                                    </p:set>
                                    <p:animEffect transition="in" filter="wipe(left)">
                                      <p:cBhvr>
                                        <p:cTn id="12" dur="500"/>
                                        <p:tgtEl>
                                          <p:spTgt spid="307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25"/>
                                        </p:tgtEl>
                                        <p:attrNameLst>
                                          <p:attrName>style.visibility</p:attrName>
                                        </p:attrNameLst>
                                      </p:cBhvr>
                                      <p:to>
                                        <p:strVal val="visible"/>
                                      </p:to>
                                    </p:set>
                                    <p:animEffect transition="in" filter="wipe(left)">
                                      <p:cBhvr>
                                        <p:cTn id="17" dur="500"/>
                                        <p:tgtEl>
                                          <p:spTgt spid="307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726"/>
                                        </p:tgtEl>
                                        <p:attrNameLst>
                                          <p:attrName>style.visibility</p:attrName>
                                        </p:attrNameLst>
                                      </p:cBhvr>
                                      <p:to>
                                        <p:strVal val="visible"/>
                                      </p:to>
                                    </p:set>
                                    <p:animEffect transition="in" filter="wipe(left)">
                                      <p:cBhvr>
                                        <p:cTn id="22" dur="500"/>
                                        <p:tgtEl>
                                          <p:spTgt spid="307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0728"/>
                                        </p:tgtEl>
                                        <p:attrNameLst>
                                          <p:attrName>style.visibility</p:attrName>
                                        </p:attrNameLst>
                                      </p:cBhvr>
                                      <p:to>
                                        <p:strVal val="visible"/>
                                      </p:to>
                                    </p:set>
                                    <p:animEffect transition="in" filter="wipe(left)">
                                      <p:cBhvr>
                                        <p:cTn id="27" dur="500"/>
                                        <p:tgtEl>
                                          <p:spTgt spid="307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0737"/>
                                        </p:tgtEl>
                                        <p:attrNameLst>
                                          <p:attrName>style.visibility</p:attrName>
                                        </p:attrNameLst>
                                      </p:cBhvr>
                                      <p:to>
                                        <p:strVal val="visible"/>
                                      </p:to>
                                    </p:set>
                                    <p:animEffect transition="in" filter="wipe(left)">
                                      <p:cBhvr>
                                        <p:cTn id="32" dur="500"/>
                                        <p:tgtEl>
                                          <p:spTgt spid="307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0727"/>
                                        </p:tgtEl>
                                        <p:attrNameLst>
                                          <p:attrName>style.visibility</p:attrName>
                                        </p:attrNameLst>
                                      </p:cBhvr>
                                      <p:to>
                                        <p:strVal val="visible"/>
                                      </p:to>
                                    </p:set>
                                    <p:animEffect transition="in" filter="wipe(left)">
                                      <p:cBhvr>
                                        <p:cTn id="37" dur="500"/>
                                        <p:tgtEl>
                                          <p:spTgt spid="307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0729"/>
                                        </p:tgtEl>
                                        <p:attrNameLst>
                                          <p:attrName>style.visibility</p:attrName>
                                        </p:attrNameLst>
                                      </p:cBhvr>
                                      <p:to>
                                        <p:strVal val="visible"/>
                                      </p:to>
                                    </p:set>
                                    <p:animEffect transition="in" filter="wipe(left)">
                                      <p:cBhvr>
                                        <p:cTn id="42" dur="500"/>
                                        <p:tgtEl>
                                          <p:spTgt spid="3072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0738"/>
                                        </p:tgtEl>
                                        <p:attrNameLst>
                                          <p:attrName>style.visibility</p:attrName>
                                        </p:attrNameLst>
                                      </p:cBhvr>
                                      <p:to>
                                        <p:strVal val="visible"/>
                                      </p:to>
                                    </p:set>
                                    <p:animEffect transition="in" filter="wipe(left)">
                                      <p:cBhvr>
                                        <p:cTn id="47" dur="500"/>
                                        <p:tgtEl>
                                          <p:spTgt spid="3073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0730"/>
                                        </p:tgtEl>
                                        <p:attrNameLst>
                                          <p:attrName>style.visibility</p:attrName>
                                        </p:attrNameLst>
                                      </p:cBhvr>
                                      <p:to>
                                        <p:strVal val="visible"/>
                                      </p:to>
                                    </p:set>
                                    <p:animEffect transition="in" filter="wipe(left)">
                                      <p:cBhvr>
                                        <p:cTn id="52" dur="500"/>
                                        <p:tgtEl>
                                          <p:spTgt spid="30730"/>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30731"/>
                                        </p:tgtEl>
                                        <p:attrNameLst>
                                          <p:attrName>style.visibility</p:attrName>
                                        </p:attrNameLst>
                                      </p:cBhvr>
                                      <p:to>
                                        <p:strVal val="visible"/>
                                      </p:to>
                                    </p:set>
                                    <p:animEffect transition="in" filter="wipe(left)">
                                      <p:cBhvr>
                                        <p:cTn id="56" dur="500"/>
                                        <p:tgtEl>
                                          <p:spTgt spid="3073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0732"/>
                                        </p:tgtEl>
                                        <p:attrNameLst>
                                          <p:attrName>style.visibility</p:attrName>
                                        </p:attrNameLst>
                                      </p:cBhvr>
                                      <p:to>
                                        <p:strVal val="visible"/>
                                      </p:to>
                                    </p:set>
                                    <p:animEffect transition="in" filter="wipe(left)">
                                      <p:cBhvr>
                                        <p:cTn id="61" dur="500"/>
                                        <p:tgtEl>
                                          <p:spTgt spid="30732"/>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30733"/>
                                        </p:tgtEl>
                                        <p:attrNameLst>
                                          <p:attrName>style.visibility</p:attrName>
                                        </p:attrNameLst>
                                      </p:cBhvr>
                                      <p:to>
                                        <p:strVal val="visible"/>
                                      </p:to>
                                    </p:set>
                                    <p:animEffect transition="in" filter="wipe(left)">
                                      <p:cBhvr>
                                        <p:cTn id="65" dur="500"/>
                                        <p:tgtEl>
                                          <p:spTgt spid="30733"/>
                                        </p:tgtEl>
                                      </p:cBhvr>
                                    </p:animEffect>
                                  </p:childTnLst>
                                </p:cTn>
                              </p:par>
                            </p:childTnLst>
                          </p:cTn>
                        </p:par>
                        <p:par>
                          <p:cTn id="66" fill="hold">
                            <p:stCondLst>
                              <p:cond delay="1000"/>
                            </p:stCondLst>
                            <p:childTnLst>
                              <p:par>
                                <p:cTn id="67" presetID="22" presetClass="entr" presetSubtype="1" fill="hold" grpId="0" nodeType="afterEffect">
                                  <p:stCondLst>
                                    <p:cond delay="0"/>
                                  </p:stCondLst>
                                  <p:childTnLst>
                                    <p:set>
                                      <p:cBhvr>
                                        <p:cTn id="68" dur="1" fill="hold">
                                          <p:stCondLst>
                                            <p:cond delay="0"/>
                                          </p:stCondLst>
                                        </p:cTn>
                                        <p:tgtEl>
                                          <p:spTgt spid="30739"/>
                                        </p:tgtEl>
                                        <p:attrNameLst>
                                          <p:attrName>style.visibility</p:attrName>
                                        </p:attrNameLst>
                                      </p:cBhvr>
                                      <p:to>
                                        <p:strVal val="visible"/>
                                      </p:to>
                                    </p:set>
                                    <p:animEffect transition="in" filter="wipe(up)">
                                      <p:cBhvr>
                                        <p:cTn id="69" dur="500"/>
                                        <p:tgtEl>
                                          <p:spTgt spid="30739"/>
                                        </p:tgtEl>
                                      </p:cBhvr>
                                    </p:animEffect>
                                  </p:childTnLst>
                                </p:cTn>
                              </p:par>
                            </p:childTnLst>
                          </p:cTn>
                        </p:par>
                        <p:par>
                          <p:cTn id="70" fill="hold">
                            <p:stCondLst>
                              <p:cond delay="1500"/>
                            </p:stCondLst>
                            <p:childTnLst>
                              <p:par>
                                <p:cTn id="71" presetID="22" presetClass="entr" presetSubtype="8" fill="hold" nodeType="afterEffect">
                                  <p:stCondLst>
                                    <p:cond delay="0"/>
                                  </p:stCondLst>
                                  <p:childTnLst>
                                    <p:set>
                                      <p:cBhvr>
                                        <p:cTn id="72" dur="1" fill="hold">
                                          <p:stCondLst>
                                            <p:cond delay="0"/>
                                          </p:stCondLst>
                                        </p:cTn>
                                        <p:tgtEl>
                                          <p:spTgt spid="30740"/>
                                        </p:tgtEl>
                                        <p:attrNameLst>
                                          <p:attrName>style.visibility</p:attrName>
                                        </p:attrNameLst>
                                      </p:cBhvr>
                                      <p:to>
                                        <p:strVal val="visible"/>
                                      </p:to>
                                    </p:set>
                                    <p:animEffect transition="in" filter="wipe(left)">
                                      <p:cBhvr>
                                        <p:cTn id="73" dur="500"/>
                                        <p:tgtEl>
                                          <p:spTgt spid="3074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30741"/>
                                        </p:tgtEl>
                                        <p:attrNameLst>
                                          <p:attrName>style.visibility</p:attrName>
                                        </p:attrNameLst>
                                      </p:cBhvr>
                                      <p:to>
                                        <p:strVal val="visible"/>
                                      </p:to>
                                    </p:set>
                                    <p:animEffect transition="in" filter="wipe(left)">
                                      <p:cBhvr>
                                        <p:cTn id="78" dur="500"/>
                                        <p:tgtEl>
                                          <p:spTgt spid="3074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30734"/>
                                        </p:tgtEl>
                                        <p:attrNameLst>
                                          <p:attrName>style.visibility</p:attrName>
                                        </p:attrNameLst>
                                      </p:cBhvr>
                                      <p:to>
                                        <p:strVal val="visible"/>
                                      </p:to>
                                    </p:set>
                                    <p:animEffect transition="in" filter="wipe(left)">
                                      <p:cBhvr>
                                        <p:cTn id="83" dur="500"/>
                                        <p:tgtEl>
                                          <p:spTgt spid="3073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30735"/>
                                        </p:tgtEl>
                                        <p:attrNameLst>
                                          <p:attrName>style.visibility</p:attrName>
                                        </p:attrNameLst>
                                      </p:cBhvr>
                                      <p:to>
                                        <p:strVal val="visible"/>
                                      </p:to>
                                    </p:set>
                                    <p:animEffect transition="in" filter="wipe(left)">
                                      <p:cBhvr>
                                        <p:cTn id="88" dur="500"/>
                                        <p:tgtEl>
                                          <p:spTgt spid="30735"/>
                                        </p:tgtEl>
                                      </p:cBhvr>
                                    </p:animEffect>
                                  </p:childTnLst>
                                </p:cTn>
                              </p:par>
                            </p:childTnLst>
                          </p:cTn>
                        </p:par>
                        <p:par>
                          <p:cTn id="89" fill="hold">
                            <p:stCondLst>
                              <p:cond delay="500"/>
                            </p:stCondLst>
                            <p:childTnLst>
                              <p:par>
                                <p:cTn id="90" presetID="22" presetClass="entr" presetSubtype="8" fill="hold" nodeType="afterEffect">
                                  <p:stCondLst>
                                    <p:cond delay="0"/>
                                  </p:stCondLst>
                                  <p:childTnLst>
                                    <p:set>
                                      <p:cBhvr>
                                        <p:cTn id="91" dur="1" fill="hold">
                                          <p:stCondLst>
                                            <p:cond delay="0"/>
                                          </p:stCondLst>
                                        </p:cTn>
                                        <p:tgtEl>
                                          <p:spTgt spid="30736"/>
                                        </p:tgtEl>
                                        <p:attrNameLst>
                                          <p:attrName>style.visibility</p:attrName>
                                        </p:attrNameLst>
                                      </p:cBhvr>
                                      <p:to>
                                        <p:strVal val="visible"/>
                                      </p:to>
                                    </p:set>
                                    <p:animEffect transition="in" filter="wipe(left)">
                                      <p:cBhvr>
                                        <p:cTn id="92" dur="500"/>
                                        <p:tgtEl>
                                          <p:spTgt spid="30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utoUpdateAnimBg="0"/>
      <p:bldP spid="30724" grpId="0" autoUpdateAnimBg="0"/>
      <p:bldP spid="30725" grpId="0" autoUpdateAnimBg="0"/>
      <p:bldP spid="30730" grpId="0" autoUpdateAnimBg="0"/>
      <p:bldP spid="30732" grpId="0" autoUpdateAnimBg="0"/>
      <p:bldP spid="30735" grpId="0" autoUpdateAnimBg="0"/>
      <p:bldP spid="3073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6" name="Text Box 2"/>
          <p:cNvSpPr txBox="1">
            <a:spLocks noChangeArrowheads="1"/>
          </p:cNvSpPr>
          <p:nvPr/>
        </p:nvSpPr>
        <p:spPr bwMode="auto">
          <a:xfrm>
            <a:off x="468313" y="549275"/>
            <a:ext cx="5688012" cy="488950"/>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600" b="1">
                <a:solidFill>
                  <a:srgbClr val="000000"/>
                </a:solidFill>
                <a:latin typeface="Times New Roman" pitchFamily="18" charset="0"/>
                <a:ea typeface="楷体_GB2312" pitchFamily="49" charset="-122"/>
              </a:rPr>
              <a:t>2.</a:t>
            </a:r>
            <a:r>
              <a:rPr kumimoji="1" lang="zh-CN" altLang="en-US" sz="2600" b="1">
                <a:solidFill>
                  <a:srgbClr val="000000"/>
                </a:solidFill>
                <a:latin typeface="Times New Roman" pitchFamily="18" charset="0"/>
                <a:ea typeface="楷体_GB2312" pitchFamily="49" charset="-122"/>
              </a:rPr>
              <a:t>幂级数的和函数的分析性质</a:t>
            </a:r>
          </a:p>
        </p:txBody>
      </p:sp>
      <p:grpSp>
        <p:nvGrpSpPr>
          <p:cNvPr id="2" name="Group 3"/>
          <p:cNvGrpSpPr>
            <a:grpSpLocks/>
          </p:cNvGrpSpPr>
          <p:nvPr/>
        </p:nvGrpSpPr>
        <p:grpSpPr bwMode="auto">
          <a:xfrm>
            <a:off x="1150938" y="4724400"/>
            <a:ext cx="6950076" cy="936625"/>
            <a:chOff x="725" y="2750"/>
            <a:chExt cx="4378" cy="590"/>
          </a:xfrm>
        </p:grpSpPr>
        <p:graphicFrame>
          <p:nvGraphicFramePr>
            <p:cNvPr id="24585" name="Object 4"/>
            <p:cNvGraphicFramePr>
              <a:graphicFrameLocks noChangeAspect="1"/>
            </p:cNvGraphicFramePr>
            <p:nvPr/>
          </p:nvGraphicFramePr>
          <p:xfrm>
            <a:off x="725" y="2795"/>
            <a:ext cx="3674" cy="545"/>
          </p:xfrm>
          <a:graphic>
            <a:graphicData uri="http://schemas.openxmlformats.org/presentationml/2006/ole">
              <mc:AlternateContent xmlns:mc="http://schemas.openxmlformats.org/markup-compatibility/2006">
                <mc:Choice xmlns:v="urn:schemas-microsoft-com:vml" Requires="v">
                  <p:oleObj name="Equation" r:id="rId2" imgW="3225600" imgH="457200" progId="Equation.DSMT4">
                    <p:embed/>
                  </p:oleObj>
                </mc:Choice>
                <mc:Fallback>
                  <p:oleObj name="Equation" r:id="rId2" imgW="3225600" imgH="4572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 y="2795"/>
                          <a:ext cx="3674" cy="5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96" name="Text Box 5"/>
            <p:cNvSpPr txBox="1">
              <a:spLocks noChangeArrowheads="1"/>
            </p:cNvSpPr>
            <p:nvPr/>
          </p:nvSpPr>
          <p:spPr bwMode="auto">
            <a:xfrm>
              <a:off x="4422" y="2750"/>
              <a:ext cx="681" cy="461"/>
            </a:xfrm>
            <a:prstGeom prst="rect">
              <a:avLst/>
            </a:prstGeom>
            <a:noFill/>
            <a:ln w="9525">
              <a:noFill/>
              <a:miter lim="800000"/>
              <a:headEnd/>
              <a:tailEnd/>
            </a:ln>
          </p:spPr>
          <p:txBody>
            <a:bodyPr>
              <a:spAutoFit/>
            </a:bodyPr>
            <a:lstStyle/>
            <a:p>
              <a:pPr fontAlgn="base">
                <a:lnSpc>
                  <a:spcPct val="175000"/>
                </a:lnSpc>
                <a:spcBef>
                  <a:spcPct val="50000"/>
                </a:spcBef>
                <a:spcAft>
                  <a:spcPct val="0"/>
                </a:spcAft>
              </a:pPr>
              <a:r>
                <a:rPr kumimoji="1" lang="en-US" altLang="zh-CN" sz="2400" b="1" dirty="0">
                  <a:solidFill>
                    <a:srgbClr val="000000"/>
                  </a:solidFill>
                  <a:latin typeface="楷体_GB2312" pitchFamily="49" charset="-122"/>
                  <a:ea typeface="楷体_GB2312" pitchFamily="49" charset="-122"/>
                  <a:cs typeface="Times New Roman" pitchFamily="18" charset="0"/>
                </a:rPr>
                <a:t>(4.8)</a:t>
              </a:r>
            </a:p>
          </p:txBody>
        </p:sp>
      </p:grpSp>
      <p:grpSp>
        <p:nvGrpSpPr>
          <p:cNvPr id="3" name="Group 6"/>
          <p:cNvGrpSpPr>
            <a:grpSpLocks/>
          </p:cNvGrpSpPr>
          <p:nvPr/>
        </p:nvGrpSpPr>
        <p:grpSpPr bwMode="auto">
          <a:xfrm>
            <a:off x="498953" y="1034892"/>
            <a:ext cx="8352159" cy="1381125"/>
            <a:chOff x="295" y="663"/>
            <a:chExt cx="4989" cy="870"/>
          </a:xfrm>
        </p:grpSpPr>
        <p:sp>
          <p:nvSpPr>
            <p:cNvPr id="24595" name="Text Box 7"/>
            <p:cNvSpPr txBox="1">
              <a:spLocks noChangeArrowheads="1"/>
            </p:cNvSpPr>
            <p:nvPr/>
          </p:nvSpPr>
          <p:spPr bwMode="auto">
            <a:xfrm>
              <a:off x="295" y="663"/>
              <a:ext cx="4989" cy="814"/>
            </a:xfrm>
            <a:prstGeom prst="rect">
              <a:avLst/>
            </a:prstGeom>
            <a:noFill/>
            <a:ln w="9525">
              <a:noFill/>
              <a:miter lim="800000"/>
              <a:headEnd/>
              <a:tailEnd/>
            </a:ln>
          </p:spPr>
          <p:txBody>
            <a:bodyPr>
              <a:spAutoFit/>
            </a:bodyPr>
            <a:lstStyle/>
            <a:p>
              <a:pPr fontAlgn="base">
                <a:lnSpc>
                  <a:spcPct val="150000"/>
                </a:lnSpc>
                <a:spcBef>
                  <a:spcPct val="50000"/>
                </a:spcBef>
                <a:spcAft>
                  <a:spcPct val="0"/>
                </a:spcAft>
              </a:pPr>
              <a:r>
                <a:rPr kumimoji="1" lang="zh-CN" altLang="en-US" sz="2600" b="1" dirty="0">
                  <a:solidFill>
                    <a:srgbClr val="000000"/>
                  </a:solidFill>
                  <a:latin typeface="Times New Roman" pitchFamily="18" charset="0"/>
                  <a:ea typeface="楷体_GB2312" pitchFamily="49" charset="-122"/>
                </a:rPr>
                <a:t>性质</a:t>
              </a:r>
              <a:r>
                <a:rPr kumimoji="1" lang="en-US" altLang="zh-CN" sz="2600" b="1" dirty="0">
                  <a:solidFill>
                    <a:srgbClr val="000000"/>
                  </a:solidFill>
                  <a:latin typeface="Times New Roman" pitchFamily="18" charset="0"/>
                  <a:ea typeface="楷体_GB2312" pitchFamily="49" charset="-122"/>
                </a:rPr>
                <a:t>1  </a:t>
              </a:r>
              <a:r>
                <a:rPr kumimoji="1" lang="zh-CN" altLang="en-US" sz="2600" b="1" dirty="0">
                  <a:solidFill>
                    <a:srgbClr val="000000"/>
                  </a:solidFill>
                  <a:latin typeface="Times New Roman" pitchFamily="18" charset="0"/>
                  <a:ea typeface="楷体_GB2312" pitchFamily="49" charset="-122"/>
                </a:rPr>
                <a:t>幂级数            的和函数       在其收敛区间上连续</a:t>
              </a:r>
              <a:r>
                <a:rPr kumimoji="1" lang="en-US" altLang="zh-CN" sz="2600" b="1" dirty="0">
                  <a:solidFill>
                    <a:srgbClr val="000000"/>
                  </a:solidFill>
                  <a:latin typeface="Times New Roman" pitchFamily="18" charset="0"/>
                  <a:ea typeface="楷体_GB2312" pitchFamily="49" charset="-122"/>
                </a:rPr>
                <a:t>.</a:t>
              </a:r>
              <a:r>
                <a:rPr kumimoji="1" lang="zh-CN" altLang="en-US" sz="2600" b="1" dirty="0">
                  <a:solidFill>
                    <a:srgbClr val="000000"/>
                  </a:solidFill>
                  <a:latin typeface="Times New Roman" pitchFamily="18" charset="0"/>
                  <a:ea typeface="楷体_GB2312" pitchFamily="49" charset="-122"/>
                </a:rPr>
                <a:t>即有                          或</a:t>
              </a:r>
            </a:p>
          </p:txBody>
        </p:sp>
        <p:graphicFrame>
          <p:nvGraphicFramePr>
            <p:cNvPr id="24582" name="Object 8"/>
            <p:cNvGraphicFramePr>
              <a:graphicFrameLocks noChangeAspect="1"/>
            </p:cNvGraphicFramePr>
            <p:nvPr>
              <p:extLst>
                <p:ext uri="{D42A27DB-BD31-4B8C-83A1-F6EECF244321}">
                  <p14:modId xmlns:p14="http://schemas.microsoft.com/office/powerpoint/2010/main" val="1562018595"/>
                </p:ext>
              </p:extLst>
            </p:nvPr>
          </p:nvGraphicFramePr>
          <p:xfrm>
            <a:off x="1591" y="665"/>
            <a:ext cx="579" cy="515"/>
          </p:xfrm>
          <a:graphic>
            <a:graphicData uri="http://schemas.openxmlformats.org/presentationml/2006/ole">
              <mc:AlternateContent xmlns:mc="http://schemas.openxmlformats.org/markup-compatibility/2006">
                <mc:Choice xmlns:v="urn:schemas-microsoft-com:vml" Requires="v">
                  <p:oleObj name="Equation" r:id="rId4" imgW="507960" imgH="431640" progId="Equation.DSMT4">
                    <p:embed/>
                  </p:oleObj>
                </mc:Choice>
                <mc:Fallback>
                  <p:oleObj name="Equation" r:id="rId4" imgW="507960" imgH="431640" progId="Equation.DSMT4">
                    <p:embed/>
                    <p:pic>
                      <p:nvPicPr>
                        <p:cNvPr id="0" name="Object 8"/>
                        <p:cNvPicPr>
                          <a:picLocks noChangeAspect="1" noChangeArrowheads="1"/>
                        </p:cNvPicPr>
                        <p:nvPr/>
                      </p:nvPicPr>
                      <p:blipFill>
                        <a:blip r:embed="rId5"/>
                        <a:srcRect/>
                        <a:stretch>
                          <a:fillRect/>
                        </a:stretch>
                      </p:blipFill>
                      <p:spPr bwMode="auto">
                        <a:xfrm>
                          <a:off x="1591" y="665"/>
                          <a:ext cx="579" cy="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3" name="Object 9"/>
            <p:cNvGraphicFramePr>
              <a:graphicFrameLocks noChangeAspect="1"/>
            </p:cNvGraphicFramePr>
            <p:nvPr/>
          </p:nvGraphicFramePr>
          <p:xfrm>
            <a:off x="2918" y="754"/>
            <a:ext cx="363" cy="256"/>
          </p:xfrm>
          <a:graphic>
            <a:graphicData uri="http://schemas.openxmlformats.org/presentationml/2006/ole">
              <mc:AlternateContent xmlns:mc="http://schemas.openxmlformats.org/markup-compatibility/2006">
                <mc:Choice xmlns:v="urn:schemas-microsoft-com:vml" Requires="v">
                  <p:oleObj name="公式" r:id="rId6" imgW="317160" imgH="203040" progId="">
                    <p:embed/>
                  </p:oleObj>
                </mc:Choice>
                <mc:Fallback>
                  <p:oleObj name="公式" r:id="rId6" imgW="317160" imgH="203040" progId="">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8" y="754"/>
                          <a:ext cx="363"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4" name="Object 10"/>
            <p:cNvGraphicFramePr>
              <a:graphicFrameLocks noChangeAspect="1"/>
            </p:cNvGraphicFramePr>
            <p:nvPr>
              <p:extLst>
                <p:ext uri="{D42A27DB-BD31-4B8C-83A1-F6EECF244321}">
                  <p14:modId xmlns:p14="http://schemas.microsoft.com/office/powerpoint/2010/main" val="3957100311"/>
                </p:ext>
              </p:extLst>
            </p:nvPr>
          </p:nvGraphicFramePr>
          <p:xfrm>
            <a:off x="793" y="1165"/>
            <a:ext cx="1247" cy="368"/>
          </p:xfrm>
          <a:graphic>
            <a:graphicData uri="http://schemas.openxmlformats.org/presentationml/2006/ole">
              <mc:AlternateContent xmlns:mc="http://schemas.openxmlformats.org/markup-compatibility/2006">
                <mc:Choice xmlns:v="urn:schemas-microsoft-com:vml" Requires="v">
                  <p:oleObj name="Equation" r:id="rId8" imgW="1091880" imgH="291960" progId="Equation.DSMT4">
                    <p:embed/>
                  </p:oleObj>
                </mc:Choice>
                <mc:Fallback>
                  <p:oleObj name="Equation" r:id="rId8" imgW="1091880" imgH="29196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3" y="1165"/>
                          <a:ext cx="1247" cy="368"/>
                        </a:xfrm>
                        <a:prstGeom prst="rect">
                          <a:avLst/>
                        </a:prstGeom>
                        <a:solidFill>
                          <a:schemeClr val="bg1"/>
                        </a:solidFill>
                        <a:ln>
                          <a:solidFill>
                            <a:schemeClr val="bg1"/>
                          </a:solidFill>
                        </a:ln>
                      </p:spPr>
                    </p:pic>
                  </p:oleObj>
                </mc:Fallback>
              </mc:AlternateContent>
            </a:graphicData>
          </a:graphic>
        </p:graphicFrame>
      </p:grpSp>
      <p:grpSp>
        <p:nvGrpSpPr>
          <p:cNvPr id="4" name="Group 11"/>
          <p:cNvGrpSpPr>
            <a:grpSpLocks/>
          </p:cNvGrpSpPr>
          <p:nvPr/>
        </p:nvGrpSpPr>
        <p:grpSpPr bwMode="auto">
          <a:xfrm>
            <a:off x="1666875" y="2420938"/>
            <a:ext cx="6002338" cy="866775"/>
            <a:chOff x="1050" y="1525"/>
            <a:chExt cx="3781" cy="546"/>
          </a:xfrm>
        </p:grpSpPr>
        <p:sp>
          <p:nvSpPr>
            <p:cNvPr id="24594" name="Text Box 12"/>
            <p:cNvSpPr txBox="1">
              <a:spLocks noChangeArrowheads="1"/>
            </p:cNvSpPr>
            <p:nvPr/>
          </p:nvSpPr>
          <p:spPr bwMode="auto">
            <a:xfrm>
              <a:off x="4105" y="1525"/>
              <a:ext cx="726" cy="403"/>
            </a:xfrm>
            <a:prstGeom prst="rect">
              <a:avLst/>
            </a:prstGeom>
            <a:noFill/>
            <a:ln w="9525">
              <a:noFill/>
              <a:miter lim="800000"/>
              <a:headEnd/>
              <a:tailEnd/>
            </a:ln>
          </p:spPr>
          <p:txBody>
            <a:bodyPr lIns="0" tIns="0" rIns="0" bIns="0">
              <a:spAutoFit/>
            </a:bodyPr>
            <a:lstStyle/>
            <a:p>
              <a:pPr fontAlgn="base">
                <a:lnSpc>
                  <a:spcPct val="175000"/>
                </a:lnSpc>
                <a:spcBef>
                  <a:spcPct val="50000"/>
                </a:spcBef>
                <a:spcAft>
                  <a:spcPct val="0"/>
                </a:spcAft>
              </a:pPr>
              <a:r>
                <a:rPr kumimoji="1" lang="en-US" altLang="zh-CN" sz="2400" b="1">
                  <a:solidFill>
                    <a:srgbClr val="000000"/>
                  </a:solidFill>
                  <a:latin typeface="楷体_GB2312" pitchFamily="49" charset="-122"/>
                  <a:ea typeface="楷体_GB2312" pitchFamily="49" charset="-122"/>
                  <a:cs typeface="Times New Roman" pitchFamily="18" charset="0"/>
                </a:rPr>
                <a:t>(4.7)</a:t>
              </a:r>
            </a:p>
          </p:txBody>
        </p:sp>
        <p:graphicFrame>
          <p:nvGraphicFramePr>
            <p:cNvPr id="24581" name="Object 13"/>
            <p:cNvGraphicFramePr>
              <a:graphicFrameLocks noChangeAspect="1"/>
            </p:cNvGraphicFramePr>
            <p:nvPr/>
          </p:nvGraphicFramePr>
          <p:xfrm>
            <a:off x="1050" y="1525"/>
            <a:ext cx="2692" cy="546"/>
          </p:xfrm>
          <a:graphic>
            <a:graphicData uri="http://schemas.openxmlformats.org/presentationml/2006/ole">
              <mc:AlternateContent xmlns:mc="http://schemas.openxmlformats.org/markup-compatibility/2006">
                <mc:Choice xmlns:v="urn:schemas-microsoft-com:vml" Requires="v">
                  <p:oleObj name="Equation" r:id="rId10" imgW="2361960" imgH="457200" progId="Equation.DSMT4">
                    <p:embed/>
                  </p:oleObj>
                </mc:Choice>
                <mc:Fallback>
                  <p:oleObj name="Equation" r:id="rId10" imgW="2361960" imgH="457200"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50" y="1525"/>
                          <a:ext cx="2692" cy="5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14"/>
          <p:cNvGrpSpPr>
            <a:grpSpLocks/>
          </p:cNvGrpSpPr>
          <p:nvPr/>
        </p:nvGrpSpPr>
        <p:grpSpPr bwMode="auto">
          <a:xfrm>
            <a:off x="468313" y="3573463"/>
            <a:ext cx="8207375" cy="1292225"/>
            <a:chOff x="295" y="2251"/>
            <a:chExt cx="5170" cy="814"/>
          </a:xfrm>
        </p:grpSpPr>
        <p:sp>
          <p:nvSpPr>
            <p:cNvPr id="24593" name="Text Box 15"/>
            <p:cNvSpPr txBox="1">
              <a:spLocks noChangeArrowheads="1"/>
            </p:cNvSpPr>
            <p:nvPr/>
          </p:nvSpPr>
          <p:spPr bwMode="auto">
            <a:xfrm>
              <a:off x="295" y="2251"/>
              <a:ext cx="5170" cy="814"/>
            </a:xfrm>
            <a:prstGeom prst="rect">
              <a:avLst/>
            </a:prstGeom>
            <a:noFill/>
            <a:ln w="9525">
              <a:noFill/>
              <a:miter lim="800000"/>
              <a:headEnd/>
              <a:tailEnd/>
            </a:ln>
          </p:spPr>
          <p:txBody>
            <a:bodyPr>
              <a:spAutoFit/>
            </a:bodyPr>
            <a:lstStyle/>
            <a:p>
              <a:pPr fontAlgn="base">
                <a:lnSpc>
                  <a:spcPct val="150000"/>
                </a:lnSpc>
                <a:spcBef>
                  <a:spcPct val="50000"/>
                </a:spcBef>
                <a:spcAft>
                  <a:spcPct val="0"/>
                </a:spcAft>
              </a:pPr>
              <a:r>
                <a:rPr kumimoji="1" lang="zh-CN" altLang="en-US" sz="2600" b="1" dirty="0">
                  <a:solidFill>
                    <a:srgbClr val="000000"/>
                  </a:solidFill>
                  <a:latin typeface="Times New Roman" pitchFamily="18" charset="0"/>
                  <a:ea typeface="楷体_GB2312" pitchFamily="49" charset="-122"/>
                </a:rPr>
                <a:t>性质</a:t>
              </a:r>
              <a:r>
                <a:rPr kumimoji="1" lang="en-US" altLang="zh-CN" sz="2600" b="1" dirty="0">
                  <a:solidFill>
                    <a:srgbClr val="000000"/>
                  </a:solidFill>
                  <a:latin typeface="Times New Roman" pitchFamily="18" charset="0"/>
                  <a:ea typeface="楷体_GB2312" pitchFamily="49" charset="-122"/>
                </a:rPr>
                <a:t>2  </a:t>
              </a:r>
              <a:r>
                <a:rPr kumimoji="1" lang="zh-CN" altLang="en-US" sz="2600" b="1" dirty="0">
                  <a:solidFill>
                    <a:srgbClr val="000000"/>
                  </a:solidFill>
                  <a:latin typeface="Times New Roman" pitchFamily="18" charset="0"/>
                  <a:ea typeface="楷体_GB2312" pitchFamily="49" charset="-122"/>
                </a:rPr>
                <a:t>幂级数             的和函数        在其收敛区间  上可积，并且可以逐项积分，即有</a:t>
              </a:r>
            </a:p>
          </p:txBody>
        </p:sp>
        <p:graphicFrame>
          <p:nvGraphicFramePr>
            <p:cNvPr id="24578" name="Object 16"/>
            <p:cNvGraphicFramePr>
              <a:graphicFrameLocks noChangeAspect="1"/>
            </p:cNvGraphicFramePr>
            <p:nvPr/>
          </p:nvGraphicFramePr>
          <p:xfrm>
            <a:off x="1608" y="2272"/>
            <a:ext cx="637" cy="515"/>
          </p:xfrm>
          <a:graphic>
            <a:graphicData uri="http://schemas.openxmlformats.org/presentationml/2006/ole">
              <mc:AlternateContent xmlns:mc="http://schemas.openxmlformats.org/markup-compatibility/2006">
                <mc:Choice xmlns:v="urn:schemas-microsoft-com:vml" Requires="v">
                  <p:oleObj name="公式" r:id="rId12" imgW="558720" imgH="431640" progId="">
                    <p:embed/>
                  </p:oleObj>
                </mc:Choice>
                <mc:Fallback>
                  <p:oleObj name="公式" r:id="rId12" imgW="558720" imgH="431640" progId="">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8" y="2272"/>
                          <a:ext cx="637" cy="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9" name="Object 17"/>
            <p:cNvGraphicFramePr>
              <a:graphicFrameLocks noChangeAspect="1"/>
            </p:cNvGraphicFramePr>
            <p:nvPr/>
          </p:nvGraphicFramePr>
          <p:xfrm>
            <a:off x="3131" y="2379"/>
            <a:ext cx="363" cy="256"/>
          </p:xfrm>
          <a:graphic>
            <a:graphicData uri="http://schemas.openxmlformats.org/presentationml/2006/ole">
              <mc:AlternateContent xmlns:mc="http://schemas.openxmlformats.org/markup-compatibility/2006">
                <mc:Choice xmlns:v="urn:schemas-microsoft-com:vml" Requires="v">
                  <p:oleObj name="公式" r:id="rId14" imgW="317160" imgH="203040" progId="">
                    <p:embed/>
                  </p:oleObj>
                </mc:Choice>
                <mc:Fallback>
                  <p:oleObj name="公式" r:id="rId14" imgW="317160" imgH="203040" progId="">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31" y="2379"/>
                          <a:ext cx="363"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1763" name="Rectangle 19"/>
          <p:cNvSpPr>
            <a:spLocks noChangeArrowheads="1"/>
          </p:cNvSpPr>
          <p:nvPr/>
        </p:nvSpPr>
        <p:spPr bwMode="auto">
          <a:xfrm>
            <a:off x="6156325" y="2492375"/>
            <a:ext cx="2303463" cy="720725"/>
          </a:xfrm>
          <a:prstGeom prst="rect">
            <a:avLst/>
          </a:prstGeom>
          <a:solidFill>
            <a:srgbClr val="FFFFFF"/>
          </a:solidFill>
          <a:ln w="9525" algn="ctr">
            <a:solidFill>
              <a:srgbClr val="0000FF"/>
            </a:solidFill>
            <a:miter lim="800000"/>
            <a:headEnd/>
            <a:tailEnd/>
          </a:ln>
        </p:spPr>
        <p:txBody>
          <a:bodyPr wrap="none" anchor="ctr"/>
          <a:lstStyle/>
          <a:p>
            <a:pPr algn="ctr" fontAlgn="base">
              <a:spcBef>
                <a:spcPct val="50000"/>
              </a:spcBef>
              <a:spcAft>
                <a:spcPct val="0"/>
              </a:spcAft>
            </a:pPr>
            <a:r>
              <a:rPr kumimoji="1" lang="zh-CN" altLang="en-US" sz="2800" b="1">
                <a:solidFill>
                  <a:srgbClr val="000000"/>
                </a:solidFill>
                <a:latin typeface="Times New Roman" pitchFamily="18" charset="0"/>
                <a:ea typeface="楷体_GB2312" pitchFamily="49" charset="-122"/>
              </a:rPr>
              <a:t>逐项求极限</a:t>
            </a:r>
          </a:p>
        </p:txBody>
      </p:sp>
      <p:sp>
        <p:nvSpPr>
          <p:cNvPr id="31764" name="Rectangle 20"/>
          <p:cNvSpPr>
            <a:spLocks noChangeArrowheads="1"/>
          </p:cNvSpPr>
          <p:nvPr/>
        </p:nvSpPr>
        <p:spPr bwMode="auto">
          <a:xfrm>
            <a:off x="1905000" y="4267200"/>
            <a:ext cx="1368425" cy="431800"/>
          </a:xfrm>
          <a:prstGeom prst="rect">
            <a:avLst/>
          </a:prstGeom>
          <a:noFill/>
          <a:ln w="38100" algn="ctr">
            <a:solidFill>
              <a:srgbClr val="0000FF"/>
            </a:solidFill>
            <a:miter lim="800000"/>
            <a:headEnd/>
            <a:tailEnd/>
          </a:ln>
        </p:spPr>
        <p:txBody>
          <a:bodyPr wrap="none" anchor="ctr"/>
          <a:lstStyle/>
          <a:p>
            <a:pPr algn="ctr" fontAlgn="base">
              <a:spcBef>
                <a:spcPct val="0"/>
              </a:spcBef>
              <a:spcAft>
                <a:spcPct val="0"/>
              </a:spcAft>
            </a:pPr>
            <a:endParaRPr lang="zh-CN" altLang="zh-CN">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1763"/>
                                        </p:tgtEl>
                                        <p:attrNameLst>
                                          <p:attrName>style.visibility</p:attrName>
                                        </p:attrNameLst>
                                      </p:cBhvr>
                                      <p:to>
                                        <p:strVal val="visible"/>
                                      </p:to>
                                    </p:set>
                                    <p:animEffect transition="in" filter="blinds(horizontal)">
                                      <p:cBhvr>
                                        <p:cTn id="15" dur="500"/>
                                        <p:tgtEl>
                                          <p:spTgt spid="3176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par>
                                <p:cTn id="21" presetID="3" presetClass="entr" presetSubtype="1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1764"/>
                                        </p:tgtEl>
                                        <p:attrNameLst>
                                          <p:attrName>style.visibility</p:attrName>
                                        </p:attrNameLst>
                                      </p:cBhvr>
                                      <p:to>
                                        <p:strVal val="visible"/>
                                      </p:to>
                                    </p:set>
                                    <p:animEffect transition="in" filter="blinds(horizontal)">
                                      <p:cBhvr>
                                        <p:cTn id="28" dur="500"/>
                                        <p:tgtEl>
                                          <p:spTgt spid="31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3" grpId="0" animBg="1"/>
      <p:bldP spid="3176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57200" y="228600"/>
            <a:ext cx="8064500" cy="1287463"/>
            <a:chOff x="340" y="298"/>
            <a:chExt cx="5080" cy="811"/>
          </a:xfrm>
        </p:grpSpPr>
        <p:sp>
          <p:nvSpPr>
            <p:cNvPr id="25619" name="Text Box 3"/>
            <p:cNvSpPr txBox="1">
              <a:spLocks noChangeArrowheads="1"/>
            </p:cNvSpPr>
            <p:nvPr/>
          </p:nvSpPr>
          <p:spPr bwMode="auto">
            <a:xfrm>
              <a:off x="340" y="301"/>
              <a:ext cx="5080" cy="808"/>
            </a:xfrm>
            <a:prstGeom prst="rect">
              <a:avLst/>
            </a:prstGeom>
            <a:noFill/>
            <a:ln w="9525">
              <a:noFill/>
              <a:miter lim="800000"/>
              <a:headEnd/>
              <a:tailEnd/>
            </a:ln>
          </p:spPr>
          <p:txBody>
            <a:bodyPr>
              <a:spAutoFit/>
            </a:bodyPr>
            <a:lstStyle/>
            <a:p>
              <a:pPr fontAlgn="base">
                <a:lnSpc>
                  <a:spcPct val="150000"/>
                </a:lnSpc>
                <a:spcBef>
                  <a:spcPct val="50000"/>
                </a:spcBef>
                <a:spcAft>
                  <a:spcPct val="0"/>
                </a:spcAft>
              </a:pPr>
              <a:r>
                <a:rPr kumimoji="1" lang="zh-CN" altLang="en-US" sz="2600" b="1">
                  <a:solidFill>
                    <a:srgbClr val="000000"/>
                  </a:solidFill>
                  <a:latin typeface="Times New Roman" pitchFamily="18" charset="0"/>
                  <a:ea typeface="楷体_GB2312" pitchFamily="49" charset="-122"/>
                </a:rPr>
                <a:t>性质</a:t>
              </a:r>
              <a:r>
                <a:rPr kumimoji="1" lang="en-US" altLang="zh-CN" sz="2600" b="1">
                  <a:solidFill>
                    <a:srgbClr val="000000"/>
                  </a:solidFill>
                  <a:latin typeface="Times New Roman" pitchFamily="18" charset="0"/>
                  <a:ea typeface="楷体_GB2312" pitchFamily="49" charset="-122"/>
                </a:rPr>
                <a:t>3  </a:t>
              </a:r>
              <a:r>
                <a:rPr kumimoji="1" lang="zh-CN" altLang="en-US" sz="2600" b="1">
                  <a:solidFill>
                    <a:srgbClr val="000000"/>
                  </a:solidFill>
                  <a:latin typeface="Times New Roman" pitchFamily="18" charset="0"/>
                  <a:ea typeface="楷体_GB2312" pitchFamily="49" charset="-122"/>
                </a:rPr>
                <a:t>幂级数             的和函数       在其收敛区间             内可导，并且可以逐项求导，即有</a:t>
              </a:r>
            </a:p>
          </p:txBody>
        </p:sp>
        <p:graphicFrame>
          <p:nvGraphicFramePr>
            <p:cNvPr id="25606" name="Object 4"/>
            <p:cNvGraphicFramePr>
              <a:graphicFrameLocks noChangeAspect="1"/>
            </p:cNvGraphicFramePr>
            <p:nvPr/>
          </p:nvGraphicFramePr>
          <p:xfrm>
            <a:off x="1655" y="298"/>
            <a:ext cx="637" cy="515"/>
          </p:xfrm>
          <a:graphic>
            <a:graphicData uri="http://schemas.openxmlformats.org/presentationml/2006/ole">
              <mc:AlternateContent xmlns:mc="http://schemas.openxmlformats.org/markup-compatibility/2006">
                <mc:Choice xmlns:v="urn:schemas-microsoft-com:vml" Requires="v">
                  <p:oleObj name="公式" r:id="rId2" imgW="558720" imgH="431640" progId="">
                    <p:embed/>
                  </p:oleObj>
                </mc:Choice>
                <mc:Fallback>
                  <p:oleObj name="公式" r:id="rId2" imgW="558720" imgH="431640"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 y="298"/>
                          <a:ext cx="637" cy="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7" name="Object 5"/>
            <p:cNvGraphicFramePr>
              <a:graphicFrameLocks noChangeAspect="1"/>
            </p:cNvGraphicFramePr>
            <p:nvPr/>
          </p:nvGraphicFramePr>
          <p:xfrm>
            <a:off x="4777" y="423"/>
            <a:ext cx="598" cy="256"/>
          </p:xfrm>
          <a:graphic>
            <a:graphicData uri="http://schemas.openxmlformats.org/presentationml/2006/ole">
              <mc:AlternateContent xmlns:mc="http://schemas.openxmlformats.org/markup-compatibility/2006">
                <mc:Choice xmlns:v="urn:schemas-microsoft-com:vml" Requires="v">
                  <p:oleObj name="公式" r:id="rId4" imgW="520560" imgH="203040" progId="">
                    <p:embed/>
                  </p:oleObj>
                </mc:Choice>
                <mc:Fallback>
                  <p:oleObj name="公式" r:id="rId4" imgW="520560" imgH="20304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7" y="423"/>
                          <a:ext cx="598"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8" name="Object 6"/>
            <p:cNvGraphicFramePr>
              <a:graphicFrameLocks noChangeAspect="1"/>
            </p:cNvGraphicFramePr>
            <p:nvPr/>
          </p:nvGraphicFramePr>
          <p:xfrm>
            <a:off x="3168" y="442"/>
            <a:ext cx="363" cy="256"/>
          </p:xfrm>
          <a:graphic>
            <a:graphicData uri="http://schemas.openxmlformats.org/presentationml/2006/ole">
              <mc:AlternateContent xmlns:mc="http://schemas.openxmlformats.org/markup-compatibility/2006">
                <mc:Choice xmlns:v="urn:schemas-microsoft-com:vml" Requires="v">
                  <p:oleObj name="公式" r:id="rId6" imgW="317160" imgH="203040" progId="">
                    <p:embed/>
                  </p:oleObj>
                </mc:Choice>
                <mc:Fallback>
                  <p:oleObj name="公式" r:id="rId6" imgW="317160" imgH="203040" progId="">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 y="442"/>
                          <a:ext cx="363"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2775" name="Text Box 7"/>
          <p:cNvSpPr txBox="1">
            <a:spLocks noChangeArrowheads="1"/>
          </p:cNvSpPr>
          <p:nvPr/>
        </p:nvSpPr>
        <p:spPr bwMode="auto">
          <a:xfrm>
            <a:off x="457200" y="2676525"/>
            <a:ext cx="8207375" cy="885825"/>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600" b="1">
                <a:solidFill>
                  <a:srgbClr val="000000"/>
                </a:solidFill>
                <a:latin typeface="Times New Roman" pitchFamily="18" charset="0"/>
                <a:ea typeface="楷体_GB2312" pitchFamily="49" charset="-122"/>
              </a:rPr>
              <a:t>并且逐项求积或逐项求导后所得的幂级数与原级数有相同的收敛半径</a:t>
            </a:r>
            <a:r>
              <a:rPr kumimoji="1" lang="en-US" altLang="zh-CN" sz="2600" b="1">
                <a:solidFill>
                  <a:srgbClr val="000000"/>
                </a:solidFill>
                <a:latin typeface="Times New Roman" pitchFamily="18" charset="0"/>
                <a:ea typeface="楷体_GB2312" pitchFamily="49" charset="-122"/>
              </a:rPr>
              <a:t>.</a:t>
            </a:r>
          </a:p>
        </p:txBody>
      </p:sp>
      <p:grpSp>
        <p:nvGrpSpPr>
          <p:cNvPr id="3" name="Group 8"/>
          <p:cNvGrpSpPr>
            <a:grpSpLocks/>
          </p:cNvGrpSpPr>
          <p:nvPr/>
        </p:nvGrpSpPr>
        <p:grpSpPr bwMode="auto">
          <a:xfrm>
            <a:off x="673100" y="1452563"/>
            <a:ext cx="7921625" cy="1011237"/>
            <a:chOff x="476" y="1162"/>
            <a:chExt cx="4990" cy="637"/>
          </a:xfrm>
        </p:grpSpPr>
        <p:sp>
          <p:nvSpPr>
            <p:cNvPr id="25618" name="Text Box 9"/>
            <p:cNvSpPr txBox="1">
              <a:spLocks noChangeArrowheads="1"/>
            </p:cNvSpPr>
            <p:nvPr/>
          </p:nvSpPr>
          <p:spPr bwMode="auto">
            <a:xfrm>
              <a:off x="4785" y="1207"/>
              <a:ext cx="681" cy="461"/>
            </a:xfrm>
            <a:prstGeom prst="rect">
              <a:avLst/>
            </a:prstGeom>
            <a:noFill/>
            <a:ln w="9525">
              <a:noFill/>
              <a:miter lim="800000"/>
              <a:headEnd/>
              <a:tailEnd/>
            </a:ln>
          </p:spPr>
          <p:txBody>
            <a:bodyPr>
              <a:spAutoFit/>
            </a:bodyPr>
            <a:lstStyle/>
            <a:p>
              <a:pPr fontAlgn="base">
                <a:lnSpc>
                  <a:spcPct val="175000"/>
                </a:lnSpc>
                <a:spcBef>
                  <a:spcPct val="50000"/>
                </a:spcBef>
                <a:spcAft>
                  <a:spcPct val="0"/>
                </a:spcAft>
              </a:pPr>
              <a:r>
                <a:rPr kumimoji="1" lang="en-US" altLang="zh-CN" sz="2400" b="1">
                  <a:solidFill>
                    <a:srgbClr val="000000"/>
                  </a:solidFill>
                  <a:latin typeface="楷体_GB2312" pitchFamily="49" charset="-122"/>
                  <a:ea typeface="楷体_GB2312" pitchFamily="49" charset="-122"/>
                  <a:cs typeface="Times New Roman" pitchFamily="18" charset="0"/>
                </a:rPr>
                <a:t>(4.9)</a:t>
              </a:r>
            </a:p>
          </p:txBody>
        </p:sp>
        <p:graphicFrame>
          <p:nvGraphicFramePr>
            <p:cNvPr id="25605" name="Object 10"/>
            <p:cNvGraphicFramePr>
              <a:graphicFrameLocks noChangeAspect="1"/>
            </p:cNvGraphicFramePr>
            <p:nvPr/>
          </p:nvGraphicFramePr>
          <p:xfrm>
            <a:off x="476" y="1162"/>
            <a:ext cx="4227" cy="637"/>
          </p:xfrm>
          <a:graphic>
            <a:graphicData uri="http://schemas.openxmlformats.org/presentationml/2006/ole">
              <mc:AlternateContent xmlns:mc="http://schemas.openxmlformats.org/markup-compatibility/2006">
                <mc:Choice xmlns:v="urn:schemas-microsoft-com:vml" Requires="v">
                  <p:oleObj name="公式" r:id="rId8" imgW="3708360" imgH="533160" progId="">
                    <p:embed/>
                  </p:oleObj>
                </mc:Choice>
                <mc:Fallback>
                  <p:oleObj name="公式" r:id="rId8" imgW="3708360" imgH="533160" progId="">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6" y="1162"/>
                          <a:ext cx="4227" cy="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Group 11"/>
          <p:cNvGrpSpPr>
            <a:grpSpLocks/>
          </p:cNvGrpSpPr>
          <p:nvPr/>
        </p:nvGrpSpPr>
        <p:grpSpPr bwMode="auto">
          <a:xfrm>
            <a:off x="395968" y="3500960"/>
            <a:ext cx="8359080" cy="1276035"/>
            <a:chOff x="300" y="2275"/>
            <a:chExt cx="5170" cy="809"/>
          </a:xfrm>
        </p:grpSpPr>
        <p:sp>
          <p:nvSpPr>
            <p:cNvPr id="25617" name="Text Box 12"/>
            <p:cNvSpPr txBox="1">
              <a:spLocks noChangeArrowheads="1"/>
            </p:cNvSpPr>
            <p:nvPr/>
          </p:nvSpPr>
          <p:spPr bwMode="auto">
            <a:xfrm>
              <a:off x="300" y="2321"/>
              <a:ext cx="5170" cy="763"/>
            </a:xfrm>
            <a:prstGeom prst="rect">
              <a:avLst/>
            </a:prstGeom>
            <a:noFill/>
            <a:ln w="9525">
              <a:noFill/>
              <a:miter lim="800000"/>
              <a:headEnd/>
              <a:tailEnd/>
            </a:ln>
          </p:spPr>
          <p:txBody>
            <a:bodyPr>
              <a:spAutoFit/>
            </a:bodyPr>
            <a:lstStyle/>
            <a:p>
              <a:pPr fontAlgn="base">
                <a:lnSpc>
                  <a:spcPct val="140000"/>
                </a:lnSpc>
                <a:spcBef>
                  <a:spcPct val="50000"/>
                </a:spcBef>
                <a:spcAft>
                  <a:spcPct val="0"/>
                </a:spcAft>
              </a:pPr>
              <a:r>
                <a:rPr kumimoji="1" lang="zh-CN" altLang="en-US" sz="2600" b="1" dirty="0">
                  <a:solidFill>
                    <a:srgbClr val="000000"/>
                  </a:solidFill>
                  <a:latin typeface="Times New Roman" pitchFamily="18" charset="0"/>
                  <a:ea typeface="楷体_GB2312" pitchFamily="49" charset="-122"/>
                </a:rPr>
                <a:t>反复应用上述结论可得，幂级数             的和函数        在其收敛区间            内具有任意阶导数</a:t>
              </a:r>
              <a:r>
                <a:rPr kumimoji="1" lang="en-US" altLang="zh-CN" sz="2600" b="1" dirty="0">
                  <a:solidFill>
                    <a:srgbClr val="000000"/>
                  </a:solidFill>
                  <a:latin typeface="Times New Roman" pitchFamily="18" charset="0"/>
                  <a:ea typeface="楷体_GB2312" pitchFamily="49" charset="-122"/>
                </a:rPr>
                <a:t>.</a:t>
              </a:r>
            </a:p>
          </p:txBody>
        </p:sp>
        <p:graphicFrame>
          <p:nvGraphicFramePr>
            <p:cNvPr id="25602" name="Object 13"/>
            <p:cNvGraphicFramePr>
              <a:graphicFrameLocks noChangeAspect="1"/>
            </p:cNvGraphicFramePr>
            <p:nvPr/>
          </p:nvGraphicFramePr>
          <p:xfrm>
            <a:off x="3239" y="2275"/>
            <a:ext cx="637" cy="515"/>
          </p:xfrm>
          <a:graphic>
            <a:graphicData uri="http://schemas.openxmlformats.org/presentationml/2006/ole">
              <mc:AlternateContent xmlns:mc="http://schemas.openxmlformats.org/markup-compatibility/2006">
                <mc:Choice xmlns:v="urn:schemas-microsoft-com:vml" Requires="v">
                  <p:oleObj name="公式" r:id="rId10" imgW="558720" imgH="431640" progId="">
                    <p:embed/>
                  </p:oleObj>
                </mc:Choice>
                <mc:Fallback>
                  <p:oleObj name="公式" r:id="rId10" imgW="558720" imgH="431640" progId="">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9" y="2275"/>
                          <a:ext cx="637" cy="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3" name="Object 14"/>
            <p:cNvGraphicFramePr>
              <a:graphicFrameLocks noChangeAspect="1"/>
            </p:cNvGraphicFramePr>
            <p:nvPr/>
          </p:nvGraphicFramePr>
          <p:xfrm>
            <a:off x="4753" y="2412"/>
            <a:ext cx="363" cy="256"/>
          </p:xfrm>
          <a:graphic>
            <a:graphicData uri="http://schemas.openxmlformats.org/presentationml/2006/ole">
              <mc:AlternateContent xmlns:mc="http://schemas.openxmlformats.org/markup-compatibility/2006">
                <mc:Choice xmlns:v="urn:schemas-microsoft-com:vml" Requires="v">
                  <p:oleObj name="公式" r:id="rId12" imgW="317160" imgH="203040" progId="">
                    <p:embed/>
                  </p:oleObj>
                </mc:Choice>
                <mc:Fallback>
                  <p:oleObj name="公式" r:id="rId12" imgW="317160" imgH="203040" progId="">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53" y="2412"/>
                          <a:ext cx="363"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4" name="Object 15"/>
            <p:cNvGraphicFramePr>
              <a:graphicFrameLocks noChangeAspect="1"/>
            </p:cNvGraphicFramePr>
            <p:nvPr/>
          </p:nvGraphicFramePr>
          <p:xfrm>
            <a:off x="1413" y="2732"/>
            <a:ext cx="598" cy="256"/>
          </p:xfrm>
          <a:graphic>
            <a:graphicData uri="http://schemas.openxmlformats.org/presentationml/2006/ole">
              <mc:AlternateContent xmlns:mc="http://schemas.openxmlformats.org/markup-compatibility/2006">
                <mc:Choice xmlns:v="urn:schemas-microsoft-com:vml" Requires="v">
                  <p:oleObj name="公式" r:id="rId14" imgW="520560" imgH="203040" progId="">
                    <p:embed/>
                  </p:oleObj>
                </mc:Choice>
                <mc:Fallback>
                  <p:oleObj name="公式" r:id="rId14" imgW="520560" imgH="203040" progId="">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13" y="2732"/>
                          <a:ext cx="598"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2784" name="Rectangle 16"/>
          <p:cNvSpPr>
            <a:spLocks noChangeArrowheads="1"/>
          </p:cNvSpPr>
          <p:nvPr/>
        </p:nvSpPr>
        <p:spPr bwMode="auto">
          <a:xfrm>
            <a:off x="3171825" y="1033463"/>
            <a:ext cx="1368425" cy="431800"/>
          </a:xfrm>
          <a:prstGeom prst="rect">
            <a:avLst/>
          </a:prstGeom>
          <a:noFill/>
          <a:ln w="38100" algn="ctr">
            <a:solidFill>
              <a:srgbClr val="0000FF"/>
            </a:solidFill>
            <a:miter lim="800000"/>
            <a:headEnd/>
            <a:tailEnd/>
          </a:ln>
        </p:spPr>
        <p:txBody>
          <a:bodyPr wrap="none" anchor="ctr"/>
          <a:lstStyle/>
          <a:p>
            <a:pPr algn="ctr" fontAlgn="base">
              <a:spcBef>
                <a:spcPct val="0"/>
              </a:spcBef>
              <a:spcAft>
                <a:spcPct val="0"/>
              </a:spcAft>
            </a:pPr>
            <a:endParaRPr lang="zh-CN" altLang="zh-CN">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84"/>
                                        </p:tgtEl>
                                        <p:attrNameLst>
                                          <p:attrName>style.visibility</p:attrName>
                                        </p:attrNameLst>
                                      </p:cBhvr>
                                      <p:to>
                                        <p:strVal val="visible"/>
                                      </p:to>
                                    </p:set>
                                    <p:animEffect transition="in" filter="blinds(horizontal)">
                                      <p:cBhvr>
                                        <p:cTn id="7" dur="500"/>
                                        <p:tgtEl>
                                          <p:spTgt spid="3278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775"/>
                                        </p:tgtEl>
                                        <p:attrNameLst>
                                          <p:attrName>style.visibility</p:attrName>
                                        </p:attrNameLst>
                                      </p:cBhvr>
                                      <p:to>
                                        <p:strVal val="visible"/>
                                      </p:to>
                                    </p:set>
                                    <p:animEffect transition="in" filter="blinds(horizontal)">
                                      <p:cBhvr>
                                        <p:cTn id="12" dur="500"/>
                                        <p:tgtEl>
                                          <p:spTgt spid="3277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5" grpId="0"/>
      <p:bldP spid="3278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5" name="Rectangle 2"/>
          <p:cNvSpPr>
            <a:spLocks noGrp="1" noChangeArrowheads="1"/>
          </p:cNvSpPr>
          <p:nvPr>
            <p:ph type="title"/>
          </p:nvPr>
        </p:nvSpPr>
        <p:spPr>
          <a:xfrm>
            <a:off x="609600" y="468313"/>
            <a:ext cx="2438400" cy="457200"/>
          </a:xfrm>
        </p:spPr>
        <p:txBody>
          <a:bodyPr/>
          <a:lstStyle/>
          <a:p>
            <a:pPr algn="l" eaLnBrk="1" hangingPunct="1"/>
            <a:r>
              <a:rPr lang="zh-CN" altLang="en-US" sz="2800" b="1">
                <a:ea typeface="楷体_GB2312" pitchFamily="49" charset="-122"/>
              </a:rPr>
              <a:t>例</a:t>
            </a:r>
            <a:r>
              <a:rPr lang="en-US" altLang="zh-CN" sz="2800" b="1">
                <a:ea typeface="楷体_GB2312" pitchFamily="49" charset="-122"/>
              </a:rPr>
              <a:t>1.</a:t>
            </a:r>
            <a:r>
              <a:rPr lang="en-US" altLang="zh-CN" sz="2800">
                <a:ea typeface="楷体_GB2312" pitchFamily="49" charset="-122"/>
              </a:rPr>
              <a:t> </a:t>
            </a:r>
            <a:endParaRPr lang="en-US" altLang="zh-CN" sz="2800">
              <a:solidFill>
                <a:schemeClr val="tx1"/>
              </a:solidFill>
              <a:ea typeface="楷体_GB2312" pitchFamily="49" charset="-122"/>
            </a:endParaRPr>
          </a:p>
        </p:txBody>
      </p:sp>
      <p:graphicFrame>
        <p:nvGraphicFramePr>
          <p:cNvPr id="26626" name="Object 3"/>
          <p:cNvGraphicFramePr>
            <a:graphicFrameLocks noChangeAspect="1"/>
          </p:cNvGraphicFramePr>
          <p:nvPr/>
        </p:nvGraphicFramePr>
        <p:xfrm>
          <a:off x="1524000" y="228600"/>
          <a:ext cx="2603500" cy="1028700"/>
        </p:xfrm>
        <a:graphic>
          <a:graphicData uri="http://schemas.openxmlformats.org/presentationml/2006/ole">
            <mc:AlternateContent xmlns:mc="http://schemas.openxmlformats.org/markup-compatibility/2006">
              <mc:Choice xmlns:v="urn:schemas-microsoft-com:vml" Requires="v">
                <p:oleObj name="Equation" r:id="rId2" imgW="2603160" imgH="1028520" progId="">
                  <p:embed/>
                </p:oleObj>
              </mc:Choice>
              <mc:Fallback>
                <p:oleObj name="Equation" r:id="rId2" imgW="2603160" imgH="1028520" progId="">
                  <p:embed/>
                  <p:pic>
                    <p:nvPicPr>
                      <p:cNvPr id="0" name="Object 3"/>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1524000" y="228600"/>
                        <a:ext cx="2603500"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6" name="Text Box 4"/>
          <p:cNvSpPr txBox="1">
            <a:spLocks noChangeArrowheads="1"/>
          </p:cNvSpPr>
          <p:nvPr/>
        </p:nvSpPr>
        <p:spPr bwMode="auto">
          <a:xfrm>
            <a:off x="4038600" y="395288"/>
            <a:ext cx="1752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的和函数</a:t>
            </a:r>
          </a:p>
        </p:txBody>
      </p:sp>
      <p:sp>
        <p:nvSpPr>
          <p:cNvPr id="33797" name="Text Box 5"/>
          <p:cNvSpPr txBox="1">
            <a:spLocks noChangeArrowheads="1"/>
          </p:cNvSpPr>
          <p:nvPr/>
        </p:nvSpPr>
        <p:spPr bwMode="auto">
          <a:xfrm>
            <a:off x="609600" y="1295400"/>
            <a:ext cx="5638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000000"/>
                </a:solidFill>
                <a:latin typeface="Times New Roman" pitchFamily="18" charset="0"/>
                <a:ea typeface="楷体_GB2312" pitchFamily="49" charset="-122"/>
              </a:rPr>
              <a:t>解</a:t>
            </a:r>
            <a:r>
              <a:rPr kumimoji="1" lang="en-US" altLang="zh-CN" sz="2800" b="1">
                <a:solidFill>
                  <a:srgbClr val="000000"/>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易求出幂级数的收敛半径为 </a:t>
            </a:r>
            <a:r>
              <a:rPr kumimoji="1" lang="en-US" altLang="zh-CN" sz="2800">
                <a:solidFill>
                  <a:srgbClr val="000000"/>
                </a:solidFill>
                <a:latin typeface="Times New Roman" pitchFamily="18" charset="0"/>
                <a:ea typeface="楷体_GB2312" pitchFamily="49" charset="-122"/>
              </a:rPr>
              <a:t>1 ,</a:t>
            </a:r>
          </a:p>
        </p:txBody>
      </p:sp>
      <p:sp>
        <p:nvSpPr>
          <p:cNvPr id="33798" name="Text Box 6"/>
          <p:cNvSpPr txBox="1">
            <a:spLocks noChangeArrowheads="1"/>
          </p:cNvSpPr>
          <p:nvPr/>
        </p:nvSpPr>
        <p:spPr bwMode="auto">
          <a:xfrm>
            <a:off x="6019800" y="1295400"/>
            <a:ext cx="2895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i="1">
                <a:solidFill>
                  <a:srgbClr val="000000"/>
                </a:solidFill>
                <a:latin typeface="Times New Roman" pitchFamily="18" charset="0"/>
                <a:ea typeface="楷体_GB2312" pitchFamily="49" charset="-122"/>
              </a:rPr>
              <a:t>x</a:t>
            </a:r>
            <a:r>
              <a:rPr kumimoji="1" lang="zh-CN" altLang="en-US" sz="2800">
                <a:solidFill>
                  <a:srgbClr val="000000"/>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±1 </a:t>
            </a:r>
            <a:r>
              <a:rPr kumimoji="1" lang="zh-CN" altLang="en-US" sz="2800">
                <a:solidFill>
                  <a:srgbClr val="000000"/>
                </a:solidFill>
                <a:latin typeface="Times New Roman" pitchFamily="18" charset="0"/>
                <a:ea typeface="楷体_GB2312" pitchFamily="49" charset="-122"/>
              </a:rPr>
              <a:t>时级数发</a:t>
            </a:r>
          </a:p>
        </p:txBody>
      </p:sp>
      <p:graphicFrame>
        <p:nvGraphicFramePr>
          <p:cNvPr id="33799" name="Object 7"/>
          <p:cNvGraphicFramePr>
            <a:graphicFrameLocks noChangeAspect="1"/>
          </p:cNvGraphicFramePr>
          <p:nvPr/>
        </p:nvGraphicFramePr>
        <p:xfrm>
          <a:off x="1047750" y="1917700"/>
          <a:ext cx="2819400" cy="444500"/>
        </p:xfrm>
        <a:graphic>
          <a:graphicData uri="http://schemas.openxmlformats.org/presentationml/2006/ole">
            <mc:AlternateContent xmlns:mc="http://schemas.openxmlformats.org/markup-compatibility/2006">
              <mc:Choice xmlns:v="urn:schemas-microsoft-com:vml" Requires="v">
                <p:oleObj name="Equation" r:id="rId4" imgW="2819160" imgH="444240" progId="">
                  <p:embed/>
                </p:oleObj>
              </mc:Choice>
              <mc:Fallback>
                <p:oleObj name="Equation" r:id="rId4" imgW="2819160" imgH="444240" progId="">
                  <p:embed/>
                  <p:pic>
                    <p:nvPicPr>
                      <p:cNvPr id="0" name="Object 7"/>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1047750" y="1917700"/>
                        <a:ext cx="28194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0" name="Object 8"/>
          <p:cNvGraphicFramePr>
            <a:graphicFrameLocks noChangeAspect="1"/>
          </p:cNvGraphicFramePr>
          <p:nvPr/>
        </p:nvGraphicFramePr>
        <p:xfrm>
          <a:off x="2155825" y="2536825"/>
          <a:ext cx="2070100" cy="1016000"/>
        </p:xfrm>
        <a:graphic>
          <a:graphicData uri="http://schemas.openxmlformats.org/presentationml/2006/ole">
            <mc:AlternateContent xmlns:mc="http://schemas.openxmlformats.org/markup-compatibility/2006">
              <mc:Choice xmlns:v="urn:schemas-microsoft-com:vml" Requires="v">
                <p:oleObj name="Equation" r:id="rId6" imgW="2070000" imgH="1015920" progId="">
                  <p:embed/>
                </p:oleObj>
              </mc:Choice>
              <mc:Fallback>
                <p:oleObj name="Equation" r:id="rId6" imgW="2070000" imgH="1015920" progId="">
                  <p:embed/>
                  <p:pic>
                    <p:nvPicPr>
                      <p:cNvPr id="0" name="Object 8"/>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2155825" y="2536825"/>
                        <a:ext cx="20701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1" name="Object 9"/>
          <p:cNvGraphicFramePr>
            <a:graphicFrameLocks noChangeAspect="1"/>
          </p:cNvGraphicFramePr>
          <p:nvPr/>
        </p:nvGraphicFramePr>
        <p:xfrm>
          <a:off x="2841625" y="3835400"/>
          <a:ext cx="1701800" cy="1016000"/>
        </p:xfrm>
        <a:graphic>
          <a:graphicData uri="http://schemas.openxmlformats.org/presentationml/2006/ole">
            <mc:AlternateContent xmlns:mc="http://schemas.openxmlformats.org/markup-compatibility/2006">
              <mc:Choice xmlns:v="urn:schemas-microsoft-com:vml" Requires="v">
                <p:oleObj name="Equation" r:id="rId8" imgW="1701720" imgH="1015920" progId="">
                  <p:embed/>
                </p:oleObj>
              </mc:Choice>
              <mc:Fallback>
                <p:oleObj name="Equation" r:id="rId8" imgW="1701720" imgH="1015920" progId="">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41625" y="3835400"/>
                        <a:ext cx="17018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2" name="Object 10"/>
          <p:cNvGraphicFramePr>
            <a:graphicFrameLocks noChangeAspect="1"/>
          </p:cNvGraphicFramePr>
          <p:nvPr/>
        </p:nvGraphicFramePr>
        <p:xfrm>
          <a:off x="2841625" y="4965700"/>
          <a:ext cx="1638300" cy="1066800"/>
        </p:xfrm>
        <a:graphic>
          <a:graphicData uri="http://schemas.openxmlformats.org/presentationml/2006/ole">
            <mc:AlternateContent xmlns:mc="http://schemas.openxmlformats.org/markup-compatibility/2006">
              <mc:Choice xmlns:v="urn:schemas-microsoft-com:vml" Requires="v">
                <p:oleObj name="Equation" r:id="rId10" imgW="1638000" imgH="1066680" progId="">
                  <p:embed/>
                </p:oleObj>
              </mc:Choice>
              <mc:Fallback>
                <p:oleObj name="Equation" r:id="rId10" imgW="1638000" imgH="1066680" progId="">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41625" y="4965700"/>
                        <a:ext cx="163830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3" name="Object 11"/>
          <p:cNvGraphicFramePr>
            <a:graphicFrameLocks noChangeAspect="1"/>
          </p:cNvGraphicFramePr>
          <p:nvPr/>
        </p:nvGraphicFramePr>
        <p:xfrm>
          <a:off x="4572000" y="5143500"/>
          <a:ext cx="1422400" cy="952500"/>
        </p:xfrm>
        <a:graphic>
          <a:graphicData uri="http://schemas.openxmlformats.org/presentationml/2006/ole">
            <mc:AlternateContent xmlns:mc="http://schemas.openxmlformats.org/markup-compatibility/2006">
              <mc:Choice xmlns:v="urn:schemas-microsoft-com:vml" Requires="v">
                <p:oleObj name="Equation" r:id="rId12" imgW="1422360" imgH="952200" progId="">
                  <p:embed/>
                </p:oleObj>
              </mc:Choice>
              <mc:Fallback>
                <p:oleObj name="Equation" r:id="rId12" imgW="1422360" imgH="952200" progId="">
                  <p:embed/>
                  <p:pic>
                    <p:nvPicPr>
                      <p:cNvPr id="0" name="Object 11"/>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4572000" y="5143500"/>
                        <a:ext cx="14224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2" name="Object 12"/>
          <p:cNvGraphicFramePr>
            <a:graphicFrameLocks noChangeAspect="1"/>
          </p:cNvGraphicFramePr>
          <p:nvPr/>
        </p:nvGraphicFramePr>
        <p:xfrm>
          <a:off x="5638800" y="508000"/>
          <a:ext cx="838200" cy="406400"/>
        </p:xfrm>
        <a:graphic>
          <a:graphicData uri="http://schemas.openxmlformats.org/presentationml/2006/ole">
            <mc:AlternateContent xmlns:mc="http://schemas.openxmlformats.org/markup-compatibility/2006">
              <mc:Choice xmlns:v="urn:schemas-microsoft-com:vml" Requires="v">
                <p:oleObj name="Equation" r:id="rId14" imgW="838080" imgH="406080" progId="">
                  <p:embed/>
                </p:oleObj>
              </mc:Choice>
              <mc:Fallback>
                <p:oleObj name="Equation" r:id="rId14" imgW="838080" imgH="406080" progId="">
                  <p:embed/>
                  <p:pic>
                    <p:nvPicPr>
                      <p:cNvPr id="0" name="Object 12"/>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5638800" y="508000"/>
                        <a:ext cx="8382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5" name="Object 13"/>
          <p:cNvGraphicFramePr>
            <a:graphicFrameLocks noChangeAspect="1"/>
          </p:cNvGraphicFramePr>
          <p:nvPr/>
        </p:nvGraphicFramePr>
        <p:xfrm>
          <a:off x="4289425" y="2546350"/>
          <a:ext cx="1765300" cy="1016000"/>
        </p:xfrm>
        <a:graphic>
          <a:graphicData uri="http://schemas.openxmlformats.org/presentationml/2006/ole">
            <mc:AlternateContent xmlns:mc="http://schemas.openxmlformats.org/markup-compatibility/2006">
              <mc:Choice xmlns:v="urn:schemas-microsoft-com:vml" Requires="v">
                <p:oleObj name="Equation" r:id="rId16" imgW="1765080" imgH="1015920" progId="">
                  <p:embed/>
                </p:oleObj>
              </mc:Choice>
              <mc:Fallback>
                <p:oleObj name="Equation" r:id="rId16" imgW="1765080" imgH="1015920" progId="">
                  <p:embed/>
                  <p:pic>
                    <p:nvPicPr>
                      <p:cNvPr id="0" name="Object 13"/>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4289425" y="2546350"/>
                        <a:ext cx="17653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6" name="Object 14"/>
          <p:cNvGraphicFramePr>
            <a:graphicFrameLocks noChangeAspect="1"/>
          </p:cNvGraphicFramePr>
          <p:nvPr/>
        </p:nvGraphicFramePr>
        <p:xfrm>
          <a:off x="4660900" y="3841750"/>
          <a:ext cx="1739900" cy="1016000"/>
        </p:xfrm>
        <a:graphic>
          <a:graphicData uri="http://schemas.openxmlformats.org/presentationml/2006/ole">
            <mc:AlternateContent xmlns:mc="http://schemas.openxmlformats.org/markup-compatibility/2006">
              <mc:Choice xmlns:v="urn:schemas-microsoft-com:vml" Requires="v">
                <p:oleObj name="Equation" r:id="rId18" imgW="1739880" imgH="1015920" progId="">
                  <p:embed/>
                </p:oleObj>
              </mc:Choice>
              <mc:Fallback>
                <p:oleObj name="Equation" r:id="rId18" imgW="1739880" imgH="1015920" progId="">
                  <p:embed/>
                  <p:pic>
                    <p:nvPicPr>
                      <p:cNvPr id="0" name="Object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60900" y="3841750"/>
                        <a:ext cx="17399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07" name="Text Box 15"/>
          <p:cNvSpPr txBox="1">
            <a:spLocks noChangeArrowheads="1"/>
          </p:cNvSpPr>
          <p:nvPr/>
        </p:nvSpPr>
        <p:spPr bwMode="auto">
          <a:xfrm>
            <a:off x="304800" y="1895475"/>
            <a:ext cx="628650" cy="519113"/>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2800">
                <a:solidFill>
                  <a:srgbClr val="000000"/>
                </a:solidFill>
                <a:latin typeface="Times New Roman" pitchFamily="18" charset="0"/>
                <a:ea typeface="楷体_GB2312" pitchFamily="49" charset="-122"/>
              </a:rPr>
              <a:t>散</a:t>
            </a:r>
            <a:r>
              <a:rPr kumimoji="1" lang="en-US" altLang="zh-CN" sz="2800">
                <a:solidFill>
                  <a:srgbClr val="000000"/>
                </a:solidFill>
                <a:latin typeface="Times New Roman" pitchFamily="18" charset="0"/>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wipe(left)">
                                      <p:cBhvr>
                                        <p:cTn id="7" dur="500"/>
                                        <p:tgtEl>
                                          <p:spTgt spid="337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8"/>
                                        </p:tgtEl>
                                        <p:attrNameLst>
                                          <p:attrName>style.visibility</p:attrName>
                                        </p:attrNameLst>
                                      </p:cBhvr>
                                      <p:to>
                                        <p:strVal val="visible"/>
                                      </p:to>
                                    </p:set>
                                    <p:animEffect transition="in" filter="wipe(left)">
                                      <p:cBhvr>
                                        <p:cTn id="12" dur="500"/>
                                        <p:tgtEl>
                                          <p:spTgt spid="3379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3807">
                                            <p:txEl>
                                              <p:pRg st="0" end="0"/>
                                            </p:txEl>
                                          </p:spTgt>
                                        </p:tgtEl>
                                        <p:attrNameLst>
                                          <p:attrName>style.visibility</p:attrName>
                                        </p:attrNameLst>
                                      </p:cBhvr>
                                      <p:to>
                                        <p:strVal val="visible"/>
                                      </p:to>
                                    </p:set>
                                    <p:animEffect transition="in" filter="wipe(left)">
                                      <p:cBhvr>
                                        <p:cTn id="16" dur="500"/>
                                        <p:tgtEl>
                                          <p:spTgt spid="3380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3799"/>
                                        </p:tgtEl>
                                        <p:attrNameLst>
                                          <p:attrName>style.visibility</p:attrName>
                                        </p:attrNameLst>
                                      </p:cBhvr>
                                      <p:to>
                                        <p:strVal val="visible"/>
                                      </p:to>
                                    </p:set>
                                    <p:animEffect transition="in" filter="wipe(left)">
                                      <p:cBhvr>
                                        <p:cTn id="21" dur="500"/>
                                        <p:tgtEl>
                                          <p:spTgt spid="3379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3800"/>
                                        </p:tgtEl>
                                        <p:attrNameLst>
                                          <p:attrName>style.visibility</p:attrName>
                                        </p:attrNameLst>
                                      </p:cBhvr>
                                      <p:to>
                                        <p:strVal val="visible"/>
                                      </p:to>
                                    </p:set>
                                    <p:animEffect transition="in" filter="wipe(left)">
                                      <p:cBhvr>
                                        <p:cTn id="26" dur="500"/>
                                        <p:tgtEl>
                                          <p:spTgt spid="3380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3805"/>
                                        </p:tgtEl>
                                        <p:attrNameLst>
                                          <p:attrName>style.visibility</p:attrName>
                                        </p:attrNameLst>
                                      </p:cBhvr>
                                      <p:to>
                                        <p:strVal val="visible"/>
                                      </p:to>
                                    </p:set>
                                    <p:animEffect transition="in" filter="wipe(left)">
                                      <p:cBhvr>
                                        <p:cTn id="31" dur="500"/>
                                        <p:tgtEl>
                                          <p:spTgt spid="3380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3801"/>
                                        </p:tgtEl>
                                        <p:attrNameLst>
                                          <p:attrName>style.visibility</p:attrName>
                                        </p:attrNameLst>
                                      </p:cBhvr>
                                      <p:to>
                                        <p:strVal val="visible"/>
                                      </p:to>
                                    </p:set>
                                    <p:animEffect transition="in" filter="wipe(left)">
                                      <p:cBhvr>
                                        <p:cTn id="36" dur="500"/>
                                        <p:tgtEl>
                                          <p:spTgt spid="3380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3806"/>
                                        </p:tgtEl>
                                        <p:attrNameLst>
                                          <p:attrName>style.visibility</p:attrName>
                                        </p:attrNameLst>
                                      </p:cBhvr>
                                      <p:to>
                                        <p:strVal val="visible"/>
                                      </p:to>
                                    </p:set>
                                    <p:animEffect transition="in" filter="wipe(left)">
                                      <p:cBhvr>
                                        <p:cTn id="41" dur="500"/>
                                        <p:tgtEl>
                                          <p:spTgt spid="3380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3802"/>
                                        </p:tgtEl>
                                        <p:attrNameLst>
                                          <p:attrName>style.visibility</p:attrName>
                                        </p:attrNameLst>
                                      </p:cBhvr>
                                      <p:to>
                                        <p:strVal val="visible"/>
                                      </p:to>
                                    </p:set>
                                    <p:animEffect transition="in" filter="wipe(left)">
                                      <p:cBhvr>
                                        <p:cTn id="46" dur="500"/>
                                        <p:tgtEl>
                                          <p:spTgt spid="3380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3803"/>
                                        </p:tgtEl>
                                        <p:attrNameLst>
                                          <p:attrName>style.visibility</p:attrName>
                                        </p:attrNameLst>
                                      </p:cBhvr>
                                      <p:to>
                                        <p:strVal val="visible"/>
                                      </p:to>
                                    </p:set>
                                    <p:animEffect transition="in" filter="wipe(left)">
                                      <p:cBhvr>
                                        <p:cTn id="51" dur="500"/>
                                        <p:tgtEl>
                                          <p:spTgt spid="33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autoUpdateAnimBg="0"/>
      <p:bldP spid="33798" grpId="0" autoUpdateAnimBg="0"/>
      <p:bldP spid="33807" grpId="0" build="p" autoUpdateAnimBg="0"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DC8D91B1-9F67-269D-728B-580102F8A2A2}"/>
              </a:ext>
            </a:extLst>
          </p:cNvPr>
          <p:cNvSpPr>
            <a:spLocks noGrp="1" noChangeArrowheads="1"/>
          </p:cNvSpPr>
          <p:nvPr>
            <p:ph type="title"/>
          </p:nvPr>
        </p:nvSpPr>
        <p:spPr>
          <a:xfrm>
            <a:off x="1485900" y="1257300"/>
            <a:ext cx="1714500" cy="342900"/>
          </a:xfrm>
        </p:spPr>
        <p:txBody>
          <a:bodyPr>
            <a:normAutofit fontScale="90000"/>
          </a:bodyPr>
          <a:lstStyle/>
          <a:p>
            <a:pPr eaLnBrk="1" hangingPunct="1"/>
            <a:r>
              <a:rPr lang="zh-CN" altLang="en-US" sz="2100" b="1">
                <a:ea typeface="楷体_GB2312" pitchFamily="49" charset="-122"/>
              </a:rPr>
              <a:t>例</a:t>
            </a:r>
            <a:r>
              <a:rPr lang="en-US" altLang="zh-CN" sz="2100" b="1">
                <a:ea typeface="楷体_GB2312" pitchFamily="49" charset="-122"/>
              </a:rPr>
              <a:t>2.</a:t>
            </a:r>
            <a:r>
              <a:rPr lang="en-US" altLang="zh-CN" sz="2100">
                <a:ea typeface="楷体_GB2312" pitchFamily="49" charset="-122"/>
              </a:rPr>
              <a:t> </a:t>
            </a:r>
            <a:r>
              <a:rPr lang="zh-CN" altLang="en-US" sz="2100">
                <a:ea typeface="楷体_GB2312" pitchFamily="49" charset="-122"/>
              </a:rPr>
              <a:t>求级数</a:t>
            </a:r>
          </a:p>
        </p:txBody>
      </p:sp>
      <p:graphicFrame>
        <p:nvGraphicFramePr>
          <p:cNvPr id="68611" name="Object 3">
            <a:extLst>
              <a:ext uri="{FF2B5EF4-FFF2-40B4-BE49-F238E27FC236}">
                <a16:creationId xmlns:a16="http://schemas.microsoft.com/office/drawing/2014/main" id="{3471B4F4-2CD4-BCB7-AD22-9D6310C31CE1}"/>
              </a:ext>
            </a:extLst>
          </p:cNvPr>
          <p:cNvGraphicFramePr>
            <a:graphicFrameLocks noChangeAspect="1"/>
          </p:cNvGraphicFramePr>
          <p:nvPr/>
        </p:nvGraphicFramePr>
        <p:xfrm>
          <a:off x="3086100" y="1047750"/>
          <a:ext cx="857250" cy="781050"/>
        </p:xfrm>
        <a:graphic>
          <a:graphicData uri="http://schemas.openxmlformats.org/presentationml/2006/ole">
            <mc:AlternateContent xmlns:mc="http://schemas.openxmlformats.org/markup-compatibility/2006">
              <mc:Choice xmlns:v="urn:schemas-microsoft-com:vml" Requires="v">
                <p:oleObj name="Equation" r:id="rId2" imgW="21017160" imgH="19180800" progId="">
                  <p:embed/>
                </p:oleObj>
              </mc:Choice>
              <mc:Fallback>
                <p:oleObj name="Equation" r:id="rId2" imgW="21017160" imgH="19180800" progId="">
                  <p:embed/>
                  <p:pic>
                    <p:nvPicPr>
                      <p:cNvPr id="68611" name="Object 3">
                        <a:extLst>
                          <a:ext uri="{FF2B5EF4-FFF2-40B4-BE49-F238E27FC236}">
                            <a16:creationId xmlns:a16="http://schemas.microsoft.com/office/drawing/2014/main" id="{3471B4F4-2CD4-BCB7-AD22-9D6310C31CE1}"/>
                          </a:ext>
                        </a:extLst>
                      </p:cNvPr>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3086100" y="1047750"/>
                        <a:ext cx="85725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2" name="Text Box 4">
            <a:extLst>
              <a:ext uri="{FF2B5EF4-FFF2-40B4-BE49-F238E27FC236}">
                <a16:creationId xmlns:a16="http://schemas.microsoft.com/office/drawing/2014/main" id="{F81B491B-15E8-F2B4-A8E0-5C572221DE75}"/>
              </a:ext>
            </a:extLst>
          </p:cNvPr>
          <p:cNvSpPr txBox="1">
            <a:spLocks noChangeArrowheads="1"/>
          </p:cNvSpPr>
          <p:nvPr/>
        </p:nvSpPr>
        <p:spPr bwMode="auto">
          <a:xfrm>
            <a:off x="3943350" y="1200150"/>
            <a:ext cx="14287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800">
              <a:spcBef>
                <a:spcPct val="50000"/>
              </a:spcBef>
              <a:buNone/>
            </a:pPr>
            <a:r>
              <a:rPr kumimoji="1" lang="zh-CN" altLang="en-US" sz="2100">
                <a:solidFill>
                  <a:srgbClr val="000000"/>
                </a:solidFill>
                <a:latin typeface="Times New Roman" panose="02020603050405020304" pitchFamily="18" charset="0"/>
                <a:ea typeface="楷体_GB2312" pitchFamily="49" charset="-122"/>
              </a:rPr>
              <a:t>的和函数</a:t>
            </a:r>
          </a:p>
        </p:txBody>
      </p:sp>
      <p:graphicFrame>
        <p:nvGraphicFramePr>
          <p:cNvPr id="68613" name="Object 5">
            <a:extLst>
              <a:ext uri="{FF2B5EF4-FFF2-40B4-BE49-F238E27FC236}">
                <a16:creationId xmlns:a16="http://schemas.microsoft.com/office/drawing/2014/main" id="{ACCEEDC2-C5AD-5B91-BC12-83C5138155E7}"/>
              </a:ext>
            </a:extLst>
          </p:cNvPr>
          <p:cNvGraphicFramePr>
            <a:graphicFrameLocks noChangeAspect="1"/>
          </p:cNvGraphicFramePr>
          <p:nvPr/>
        </p:nvGraphicFramePr>
        <p:xfrm>
          <a:off x="5200650" y="1257300"/>
          <a:ext cx="628650" cy="304800"/>
        </p:xfrm>
        <a:graphic>
          <a:graphicData uri="http://schemas.openxmlformats.org/presentationml/2006/ole">
            <mc:AlternateContent xmlns:mc="http://schemas.openxmlformats.org/markup-compatibility/2006">
              <mc:Choice xmlns:v="urn:schemas-microsoft-com:vml" Requires="v">
                <p:oleObj name="Equation" r:id="rId4" imgW="795600" imgH="380160" progId="">
                  <p:embed/>
                </p:oleObj>
              </mc:Choice>
              <mc:Fallback>
                <p:oleObj name="Equation" r:id="rId4" imgW="795600" imgH="380160" progId="">
                  <p:embed/>
                  <p:pic>
                    <p:nvPicPr>
                      <p:cNvPr id="68613" name="Object 5">
                        <a:extLst>
                          <a:ext uri="{FF2B5EF4-FFF2-40B4-BE49-F238E27FC236}">
                            <a16:creationId xmlns:a16="http://schemas.microsoft.com/office/drawing/2014/main" id="{ACCEEDC2-C5AD-5B91-BC12-83C5138155E7}"/>
                          </a:ext>
                        </a:extLst>
                      </p:cNvPr>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5200650" y="1257300"/>
                        <a:ext cx="6286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2" name="Text Box 6">
            <a:extLst>
              <a:ext uri="{FF2B5EF4-FFF2-40B4-BE49-F238E27FC236}">
                <a16:creationId xmlns:a16="http://schemas.microsoft.com/office/drawing/2014/main" id="{F293204B-312E-1BCF-3291-E49B2A94473A}"/>
              </a:ext>
            </a:extLst>
          </p:cNvPr>
          <p:cNvSpPr txBox="1">
            <a:spLocks noChangeArrowheads="1"/>
          </p:cNvSpPr>
          <p:nvPr/>
        </p:nvSpPr>
        <p:spPr bwMode="auto">
          <a:xfrm>
            <a:off x="1600200" y="1908572"/>
            <a:ext cx="48577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800">
              <a:spcBef>
                <a:spcPct val="50000"/>
              </a:spcBef>
              <a:buNone/>
            </a:pPr>
            <a:r>
              <a:rPr kumimoji="1" lang="zh-CN" altLang="en-US" sz="2100" b="1">
                <a:solidFill>
                  <a:srgbClr val="000000"/>
                </a:solidFill>
                <a:latin typeface="Times New Roman" panose="02020603050405020304" pitchFamily="18" charset="0"/>
                <a:ea typeface="楷体_GB2312" pitchFamily="49" charset="-122"/>
              </a:rPr>
              <a:t>解</a:t>
            </a:r>
            <a:r>
              <a:rPr kumimoji="1" lang="en-US" altLang="zh-CN" sz="2100" b="1">
                <a:solidFill>
                  <a:srgbClr val="000000"/>
                </a:solidFill>
                <a:latin typeface="Times New Roman" panose="02020603050405020304" pitchFamily="18" charset="0"/>
                <a:ea typeface="楷体_GB2312" pitchFamily="49" charset="-122"/>
              </a:rPr>
              <a:t>:</a:t>
            </a:r>
            <a:r>
              <a:rPr kumimoji="1" lang="en-US" altLang="zh-CN" sz="2100">
                <a:solidFill>
                  <a:srgbClr val="000000"/>
                </a:solidFill>
                <a:latin typeface="Times New Roman" panose="02020603050405020304" pitchFamily="18" charset="0"/>
                <a:ea typeface="楷体_GB2312" pitchFamily="49" charset="-122"/>
              </a:rPr>
              <a:t> </a:t>
            </a:r>
            <a:r>
              <a:rPr kumimoji="1" lang="zh-CN" altLang="en-US" sz="2100">
                <a:solidFill>
                  <a:srgbClr val="000000"/>
                </a:solidFill>
                <a:latin typeface="Times New Roman" panose="02020603050405020304" pitchFamily="18" charset="0"/>
                <a:ea typeface="楷体_GB2312" pitchFamily="49" charset="-122"/>
              </a:rPr>
              <a:t>易求出幂级数的收敛半径为 </a:t>
            </a:r>
            <a:r>
              <a:rPr kumimoji="1" lang="en-US" altLang="zh-CN" sz="2100">
                <a:solidFill>
                  <a:srgbClr val="000000"/>
                </a:solidFill>
                <a:latin typeface="Times New Roman" panose="02020603050405020304" pitchFamily="18" charset="0"/>
                <a:ea typeface="楷体_GB2312" pitchFamily="49" charset="-122"/>
              </a:rPr>
              <a:t>1 , </a:t>
            </a:r>
          </a:p>
        </p:txBody>
      </p:sp>
      <p:graphicFrame>
        <p:nvGraphicFramePr>
          <p:cNvPr id="34823" name="Object 7">
            <a:extLst>
              <a:ext uri="{FF2B5EF4-FFF2-40B4-BE49-F238E27FC236}">
                <a16:creationId xmlns:a16="http://schemas.microsoft.com/office/drawing/2014/main" id="{DC154D81-2C37-6BE0-045B-50ACAF55BF43}"/>
              </a:ext>
            </a:extLst>
          </p:cNvPr>
          <p:cNvGraphicFramePr>
            <a:graphicFrameLocks noChangeAspect="1"/>
          </p:cNvGraphicFramePr>
          <p:nvPr/>
        </p:nvGraphicFramePr>
        <p:xfrm>
          <a:off x="5715000" y="1952625"/>
          <a:ext cx="1866900" cy="333375"/>
        </p:xfrm>
        <a:graphic>
          <a:graphicData uri="http://schemas.openxmlformats.org/presentationml/2006/ole">
            <mc:AlternateContent xmlns:mc="http://schemas.openxmlformats.org/markup-compatibility/2006">
              <mc:Choice xmlns:v="urn:schemas-microsoft-com:vml" Requires="v">
                <p:oleObj name="Equation" r:id="rId6" imgW="45779040" imgH="8182800" progId="">
                  <p:embed/>
                </p:oleObj>
              </mc:Choice>
              <mc:Fallback>
                <p:oleObj name="Equation" r:id="rId6" imgW="45779040" imgH="8182800" progId="">
                  <p:embed/>
                  <p:pic>
                    <p:nvPicPr>
                      <p:cNvPr id="34823" name="Object 7">
                        <a:extLst>
                          <a:ext uri="{FF2B5EF4-FFF2-40B4-BE49-F238E27FC236}">
                            <a16:creationId xmlns:a16="http://schemas.microsoft.com/office/drawing/2014/main" id="{DC154D81-2C37-6BE0-045B-50ACAF55BF43}"/>
                          </a:ext>
                        </a:extLst>
                      </p:cNvPr>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5715000" y="1952625"/>
                        <a:ext cx="18669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4" name="Object 8">
            <a:extLst>
              <a:ext uri="{FF2B5EF4-FFF2-40B4-BE49-F238E27FC236}">
                <a16:creationId xmlns:a16="http://schemas.microsoft.com/office/drawing/2014/main" id="{3F2F79EE-E375-1619-0715-15A8840202E1}"/>
              </a:ext>
            </a:extLst>
          </p:cNvPr>
          <p:cNvGraphicFramePr>
            <a:graphicFrameLocks noChangeAspect="1"/>
          </p:cNvGraphicFramePr>
          <p:nvPr/>
        </p:nvGraphicFramePr>
        <p:xfrm>
          <a:off x="2060972" y="2815829"/>
          <a:ext cx="1647825" cy="781050"/>
        </p:xfrm>
        <a:graphic>
          <a:graphicData uri="http://schemas.openxmlformats.org/presentationml/2006/ole">
            <mc:AlternateContent xmlns:mc="http://schemas.openxmlformats.org/markup-compatibility/2006">
              <mc:Choice xmlns:v="urn:schemas-microsoft-com:vml" Requires="v">
                <p:oleObj name="Equation" r:id="rId8" imgW="40406400" imgH="19180800" progId="">
                  <p:embed/>
                </p:oleObj>
              </mc:Choice>
              <mc:Fallback>
                <p:oleObj name="Equation" r:id="rId8" imgW="40406400" imgH="19180800" progId="">
                  <p:embed/>
                  <p:pic>
                    <p:nvPicPr>
                      <p:cNvPr id="34824" name="Object 8">
                        <a:extLst>
                          <a:ext uri="{FF2B5EF4-FFF2-40B4-BE49-F238E27FC236}">
                            <a16:creationId xmlns:a16="http://schemas.microsoft.com/office/drawing/2014/main" id="{3F2F79EE-E375-1619-0715-15A8840202E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0972" y="2815829"/>
                        <a:ext cx="16478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5" name="Object 9">
            <a:extLst>
              <a:ext uri="{FF2B5EF4-FFF2-40B4-BE49-F238E27FC236}">
                <a16:creationId xmlns:a16="http://schemas.microsoft.com/office/drawing/2014/main" id="{57CC24BD-1562-265E-7C42-58875C1EB789}"/>
              </a:ext>
            </a:extLst>
          </p:cNvPr>
          <p:cNvGraphicFramePr>
            <a:graphicFrameLocks noChangeAspect="1"/>
          </p:cNvGraphicFramePr>
          <p:nvPr/>
        </p:nvGraphicFramePr>
        <p:xfrm>
          <a:off x="2628900" y="3743325"/>
          <a:ext cx="1800225" cy="828675"/>
        </p:xfrm>
        <a:graphic>
          <a:graphicData uri="http://schemas.openxmlformats.org/presentationml/2006/ole">
            <mc:AlternateContent xmlns:mc="http://schemas.openxmlformats.org/markup-compatibility/2006">
              <mc:Choice xmlns:v="urn:schemas-microsoft-com:vml" Requires="v">
                <p:oleObj name="Equation" r:id="rId10" imgW="44143920" imgH="20350800" progId="">
                  <p:embed/>
                </p:oleObj>
              </mc:Choice>
              <mc:Fallback>
                <p:oleObj name="Equation" r:id="rId10" imgW="44143920" imgH="20350800" progId="">
                  <p:embed/>
                  <p:pic>
                    <p:nvPicPr>
                      <p:cNvPr id="34825" name="Object 9">
                        <a:extLst>
                          <a:ext uri="{FF2B5EF4-FFF2-40B4-BE49-F238E27FC236}">
                            <a16:creationId xmlns:a16="http://schemas.microsoft.com/office/drawing/2014/main" id="{57CC24BD-1562-265E-7C42-58875C1EB78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28900" y="3743325"/>
                        <a:ext cx="18002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6" name="Object 10">
            <a:extLst>
              <a:ext uri="{FF2B5EF4-FFF2-40B4-BE49-F238E27FC236}">
                <a16:creationId xmlns:a16="http://schemas.microsoft.com/office/drawing/2014/main" id="{CC3E2A3B-AE1D-3D45-1982-9FAD6BBF5455}"/>
              </a:ext>
            </a:extLst>
          </p:cNvPr>
          <p:cNvGraphicFramePr>
            <a:graphicFrameLocks noChangeAspect="1"/>
          </p:cNvGraphicFramePr>
          <p:nvPr/>
        </p:nvGraphicFramePr>
        <p:xfrm>
          <a:off x="4543425" y="3743325"/>
          <a:ext cx="1400175" cy="828675"/>
        </p:xfrm>
        <a:graphic>
          <a:graphicData uri="http://schemas.openxmlformats.org/presentationml/2006/ole">
            <mc:AlternateContent xmlns:mc="http://schemas.openxmlformats.org/markup-compatibility/2006">
              <mc:Choice xmlns:v="urn:schemas-microsoft-com:vml" Requires="v">
                <p:oleObj name="Equation" r:id="rId12" imgW="34332480" imgH="20350800" progId="">
                  <p:embed/>
                </p:oleObj>
              </mc:Choice>
              <mc:Fallback>
                <p:oleObj name="Equation" r:id="rId12" imgW="34332480" imgH="20350800" progId="">
                  <p:embed/>
                  <p:pic>
                    <p:nvPicPr>
                      <p:cNvPr id="34826" name="Object 10">
                        <a:extLst>
                          <a:ext uri="{FF2B5EF4-FFF2-40B4-BE49-F238E27FC236}">
                            <a16:creationId xmlns:a16="http://schemas.microsoft.com/office/drawing/2014/main" id="{CC3E2A3B-AE1D-3D45-1982-9FAD6BBF545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43425" y="3743325"/>
                        <a:ext cx="14001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7" name="Object 11">
            <a:extLst>
              <a:ext uri="{FF2B5EF4-FFF2-40B4-BE49-F238E27FC236}">
                <a16:creationId xmlns:a16="http://schemas.microsoft.com/office/drawing/2014/main" id="{66F0DA51-39F5-1FB1-BDEA-1F107DFB7890}"/>
              </a:ext>
            </a:extLst>
          </p:cNvPr>
          <p:cNvGraphicFramePr>
            <a:graphicFrameLocks noChangeAspect="1"/>
          </p:cNvGraphicFramePr>
          <p:nvPr/>
        </p:nvGraphicFramePr>
        <p:xfrm>
          <a:off x="2628900" y="4733925"/>
          <a:ext cx="1504950" cy="638175"/>
        </p:xfrm>
        <a:graphic>
          <a:graphicData uri="http://schemas.openxmlformats.org/presentationml/2006/ole">
            <mc:AlternateContent xmlns:mc="http://schemas.openxmlformats.org/markup-compatibility/2006">
              <mc:Choice xmlns:v="urn:schemas-microsoft-com:vml" Requires="v">
                <p:oleObj name="Equation" r:id="rId14" imgW="36902160" imgH="15670800" progId="">
                  <p:embed/>
                </p:oleObj>
              </mc:Choice>
              <mc:Fallback>
                <p:oleObj name="Equation" r:id="rId14" imgW="36902160" imgH="15670800" progId="">
                  <p:embed/>
                  <p:pic>
                    <p:nvPicPr>
                      <p:cNvPr id="34827" name="Object 11">
                        <a:extLst>
                          <a:ext uri="{FF2B5EF4-FFF2-40B4-BE49-F238E27FC236}">
                            <a16:creationId xmlns:a16="http://schemas.microsoft.com/office/drawing/2014/main" id="{66F0DA51-39F5-1FB1-BDEA-1F107DFB7890}"/>
                          </a:ext>
                        </a:extLst>
                      </p:cNvPr>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2628900" y="4733925"/>
                        <a:ext cx="15049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2">
            <a:extLst>
              <a:ext uri="{FF2B5EF4-FFF2-40B4-BE49-F238E27FC236}">
                <a16:creationId xmlns:a16="http://schemas.microsoft.com/office/drawing/2014/main" id="{36F43D1F-5564-45A2-41C1-2EF9AEA47232}"/>
              </a:ext>
            </a:extLst>
          </p:cNvPr>
          <p:cNvGrpSpPr>
            <a:grpSpLocks/>
          </p:cNvGrpSpPr>
          <p:nvPr/>
        </p:nvGrpSpPr>
        <p:grpSpPr bwMode="auto">
          <a:xfrm>
            <a:off x="4359250" y="4339106"/>
            <a:ext cx="2562225" cy="950118"/>
            <a:chOff x="2248" y="3505"/>
            <a:chExt cx="2008" cy="798"/>
          </a:xfrm>
        </p:grpSpPr>
        <p:graphicFrame>
          <p:nvGraphicFramePr>
            <p:cNvPr id="68625" name="Object 13">
              <a:extLst>
                <a:ext uri="{FF2B5EF4-FFF2-40B4-BE49-F238E27FC236}">
                  <a16:creationId xmlns:a16="http://schemas.microsoft.com/office/drawing/2014/main" id="{BB36FE7C-8893-5B22-08CC-B927A1377298}"/>
                </a:ext>
              </a:extLst>
            </p:cNvPr>
            <p:cNvGraphicFramePr>
              <a:graphicFrameLocks noChangeAspect="1"/>
            </p:cNvGraphicFramePr>
            <p:nvPr/>
          </p:nvGraphicFramePr>
          <p:xfrm>
            <a:off x="2248" y="4007"/>
            <a:ext cx="2008" cy="296"/>
          </p:xfrm>
          <a:graphic>
            <a:graphicData uri="http://schemas.openxmlformats.org/presentationml/2006/ole">
              <mc:AlternateContent xmlns:mc="http://schemas.openxmlformats.org/markup-compatibility/2006">
                <mc:Choice xmlns:v="urn:schemas-microsoft-com:vml" Requires="v">
                  <p:oleObj name="Equation" r:id="rId16" imgW="58627440" imgH="8650800" progId="">
                    <p:embed/>
                  </p:oleObj>
                </mc:Choice>
                <mc:Fallback>
                  <p:oleObj name="Equation" r:id="rId16" imgW="58627440" imgH="8650800" progId="">
                    <p:embed/>
                    <p:pic>
                      <p:nvPicPr>
                        <p:cNvPr id="68625" name="Object 13">
                          <a:extLst>
                            <a:ext uri="{FF2B5EF4-FFF2-40B4-BE49-F238E27FC236}">
                              <a16:creationId xmlns:a16="http://schemas.microsoft.com/office/drawing/2014/main" id="{BB36FE7C-8893-5B22-08CC-B927A137729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48" y="4007"/>
                          <a:ext cx="200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26" name="Object 14">
              <a:extLst>
                <a:ext uri="{FF2B5EF4-FFF2-40B4-BE49-F238E27FC236}">
                  <a16:creationId xmlns:a16="http://schemas.microsoft.com/office/drawing/2014/main" id="{28ABC49F-F47F-B158-760B-18AC568AF18E}"/>
                </a:ext>
              </a:extLst>
            </p:cNvPr>
            <p:cNvGraphicFramePr>
              <a:graphicFrameLocks noChangeAspect="1"/>
            </p:cNvGraphicFramePr>
            <p:nvPr/>
          </p:nvGraphicFramePr>
          <p:xfrm>
            <a:off x="4083" y="3505"/>
            <a:ext cx="19" cy="5"/>
          </p:xfrm>
          <a:graphic>
            <a:graphicData uri="http://schemas.openxmlformats.org/presentationml/2006/ole">
              <mc:AlternateContent xmlns:mc="http://schemas.openxmlformats.org/markup-compatibility/2006">
                <mc:Choice xmlns:v="urn:schemas-microsoft-com:vml" Requires="v">
                  <p:oleObj name="公式" r:id="rId18" imgW="469800" imgH="139680" progId="Equation.3">
                    <p:embed/>
                  </p:oleObj>
                </mc:Choice>
                <mc:Fallback>
                  <p:oleObj name="公式" r:id="rId18" imgW="469800" imgH="139680" progId="Equation.3">
                    <p:embed/>
                    <p:pic>
                      <p:nvPicPr>
                        <p:cNvPr id="68626" name="Object 14">
                          <a:extLst>
                            <a:ext uri="{FF2B5EF4-FFF2-40B4-BE49-F238E27FC236}">
                              <a16:creationId xmlns:a16="http://schemas.microsoft.com/office/drawing/2014/main" id="{28ABC49F-F47F-B158-760B-18AC568AF18E}"/>
                            </a:ext>
                          </a:extLst>
                        </p:cNvPr>
                        <p:cNvPicPr>
                          <a:picLocks noChangeAspect="1" noChangeArrowheads="1"/>
                        </p:cNvPicPr>
                        <p:nvPr/>
                      </p:nvPicPr>
                      <p:blipFill>
                        <a:blip r:embed="rId19">
                          <a:grayscl/>
                          <a:biLevel thresh="50000"/>
                        </a:blip>
                        <a:srcRect/>
                        <a:stretch>
                          <a:fillRect/>
                        </a:stretch>
                      </p:blipFill>
                      <p:spPr bwMode="auto">
                        <a:xfrm>
                          <a:off x="4083" y="3505"/>
                          <a:ext cx="19" cy="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4832" name="Text Box 16">
            <a:extLst>
              <a:ext uri="{FF2B5EF4-FFF2-40B4-BE49-F238E27FC236}">
                <a16:creationId xmlns:a16="http://schemas.microsoft.com/office/drawing/2014/main" id="{4F179635-5B64-D585-6816-9D1BE0852FC3}"/>
              </a:ext>
            </a:extLst>
          </p:cNvPr>
          <p:cNvSpPr txBox="1">
            <a:spLocks noChangeArrowheads="1"/>
          </p:cNvSpPr>
          <p:nvPr/>
        </p:nvSpPr>
        <p:spPr bwMode="auto">
          <a:xfrm>
            <a:off x="1371600" y="2331244"/>
            <a:ext cx="9144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800">
              <a:spcBef>
                <a:spcPct val="50000"/>
              </a:spcBef>
              <a:buNone/>
            </a:pPr>
            <a:r>
              <a:rPr kumimoji="1" lang="zh-CN" altLang="en-US" sz="2100">
                <a:solidFill>
                  <a:srgbClr val="000000"/>
                </a:solidFill>
                <a:latin typeface="Times New Roman" panose="02020603050405020304" pitchFamily="18" charset="0"/>
                <a:ea typeface="楷体_GB2312" pitchFamily="49" charset="-122"/>
              </a:rPr>
              <a:t>收敛 </a:t>
            </a:r>
            <a:r>
              <a:rPr kumimoji="1" lang="en-US" altLang="zh-CN" sz="2100">
                <a:solidFill>
                  <a:srgbClr val="000000"/>
                </a:solidFill>
                <a:latin typeface="Times New Roman" panose="02020603050405020304" pitchFamily="18" charset="0"/>
                <a:ea typeface="楷体_GB2312" pitchFamily="49" charset="-122"/>
              </a:rPr>
              <a:t>, </a:t>
            </a:r>
          </a:p>
        </p:txBody>
      </p:sp>
      <p:graphicFrame>
        <p:nvGraphicFramePr>
          <p:cNvPr id="34833" name="Object 17">
            <a:extLst>
              <a:ext uri="{FF2B5EF4-FFF2-40B4-BE49-F238E27FC236}">
                <a16:creationId xmlns:a16="http://schemas.microsoft.com/office/drawing/2014/main" id="{C42F5FCE-968F-BD55-F92E-0546789BCF73}"/>
              </a:ext>
            </a:extLst>
          </p:cNvPr>
          <p:cNvGraphicFramePr>
            <a:graphicFrameLocks noChangeAspect="1"/>
          </p:cNvGraphicFramePr>
          <p:nvPr/>
        </p:nvGraphicFramePr>
        <p:xfrm>
          <a:off x="2195513" y="2400300"/>
          <a:ext cx="1905000" cy="342900"/>
        </p:xfrm>
        <a:graphic>
          <a:graphicData uri="http://schemas.openxmlformats.org/presentationml/2006/ole">
            <mc:AlternateContent xmlns:mc="http://schemas.openxmlformats.org/markup-compatibility/2006">
              <mc:Choice xmlns:v="urn:schemas-microsoft-com:vml" Requires="v">
                <p:oleObj name="Equation" r:id="rId20" imgW="46713600" imgH="8416800" progId="">
                  <p:embed/>
                </p:oleObj>
              </mc:Choice>
              <mc:Fallback>
                <p:oleObj name="Equation" r:id="rId20" imgW="46713600" imgH="8416800" progId="">
                  <p:embed/>
                  <p:pic>
                    <p:nvPicPr>
                      <p:cNvPr id="34833" name="Object 17">
                        <a:extLst>
                          <a:ext uri="{FF2B5EF4-FFF2-40B4-BE49-F238E27FC236}">
                            <a16:creationId xmlns:a16="http://schemas.microsoft.com/office/drawing/2014/main" id="{C42F5FCE-968F-BD55-F92E-0546789BCF73}"/>
                          </a:ext>
                        </a:extLst>
                      </p:cNvPr>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2195513" y="2400300"/>
                        <a:ext cx="19050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34" name="Object 18">
            <a:extLst>
              <a:ext uri="{FF2B5EF4-FFF2-40B4-BE49-F238E27FC236}">
                <a16:creationId xmlns:a16="http://schemas.microsoft.com/office/drawing/2014/main" id="{4270ADCD-4E7B-8453-5C1F-7B47F48BBCA4}"/>
              </a:ext>
            </a:extLst>
          </p:cNvPr>
          <p:cNvGraphicFramePr>
            <a:graphicFrameLocks noChangeAspect="1"/>
          </p:cNvGraphicFramePr>
          <p:nvPr/>
        </p:nvGraphicFramePr>
        <p:xfrm>
          <a:off x="3790950" y="2819400"/>
          <a:ext cx="1352550" cy="781050"/>
        </p:xfrm>
        <a:graphic>
          <a:graphicData uri="http://schemas.openxmlformats.org/presentationml/2006/ole">
            <mc:AlternateContent xmlns:mc="http://schemas.openxmlformats.org/markup-compatibility/2006">
              <mc:Choice xmlns:v="urn:schemas-microsoft-com:vml" Requires="v">
                <p:oleObj name="Equation" r:id="rId22" imgW="33164640" imgH="19180800" progId="">
                  <p:embed/>
                </p:oleObj>
              </mc:Choice>
              <mc:Fallback>
                <p:oleObj name="Equation" r:id="rId22" imgW="33164640" imgH="19180800" progId="">
                  <p:embed/>
                  <p:pic>
                    <p:nvPicPr>
                      <p:cNvPr id="34834" name="Object 18">
                        <a:extLst>
                          <a:ext uri="{FF2B5EF4-FFF2-40B4-BE49-F238E27FC236}">
                            <a16:creationId xmlns:a16="http://schemas.microsoft.com/office/drawing/2014/main" id="{4270ADCD-4E7B-8453-5C1F-7B47F48BBCA4}"/>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790950" y="2819400"/>
                        <a:ext cx="135255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35" name="Object 19">
            <a:extLst>
              <a:ext uri="{FF2B5EF4-FFF2-40B4-BE49-F238E27FC236}">
                <a16:creationId xmlns:a16="http://schemas.microsoft.com/office/drawing/2014/main" id="{57220D61-B31C-15DB-F9FB-DEC8B8EB7F86}"/>
              </a:ext>
            </a:extLst>
          </p:cNvPr>
          <p:cNvGraphicFramePr>
            <a:graphicFrameLocks noChangeAspect="1"/>
          </p:cNvGraphicFramePr>
          <p:nvPr/>
        </p:nvGraphicFramePr>
        <p:xfrm>
          <a:off x="5224462" y="2800350"/>
          <a:ext cx="1576388" cy="835819"/>
        </p:xfrm>
        <a:graphic>
          <a:graphicData uri="http://schemas.openxmlformats.org/presentationml/2006/ole">
            <mc:AlternateContent xmlns:mc="http://schemas.openxmlformats.org/markup-compatibility/2006">
              <mc:Choice xmlns:v="urn:schemas-microsoft-com:vml" Requires="v">
                <p:oleObj name="Equation" r:id="rId24" imgW="38770920" imgH="20584800" progId="">
                  <p:embed/>
                </p:oleObj>
              </mc:Choice>
              <mc:Fallback>
                <p:oleObj name="Equation" r:id="rId24" imgW="38770920" imgH="20584800" progId="">
                  <p:embed/>
                  <p:pic>
                    <p:nvPicPr>
                      <p:cNvPr id="34835" name="Object 19">
                        <a:extLst>
                          <a:ext uri="{FF2B5EF4-FFF2-40B4-BE49-F238E27FC236}">
                            <a16:creationId xmlns:a16="http://schemas.microsoft.com/office/drawing/2014/main" id="{57220D61-B31C-15DB-F9FB-DEC8B8EB7F86}"/>
                          </a:ext>
                        </a:extLst>
                      </p:cNvPr>
                      <p:cNvPicPr>
                        <a:picLocks noChangeAspect="1" noChangeArrowheads="1"/>
                      </p:cNvPicPr>
                      <p:nvPr/>
                    </p:nvPicPr>
                    <p:blipFill>
                      <a:blip r:embed="rId25">
                        <a:grayscl/>
                        <a:biLevel thresh="50000"/>
                        <a:extLst>
                          <a:ext uri="{28A0092B-C50C-407E-A947-70E740481C1C}">
                            <a14:useLocalDpi xmlns:a14="http://schemas.microsoft.com/office/drawing/2010/main" val="0"/>
                          </a:ext>
                        </a:extLst>
                      </a:blip>
                      <a:srcRect/>
                      <a:stretch>
                        <a:fillRect/>
                      </a:stretch>
                    </p:blipFill>
                    <p:spPr bwMode="auto">
                      <a:xfrm>
                        <a:off x="5224462" y="2800350"/>
                        <a:ext cx="1576388" cy="83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a:extLst>
              <a:ext uri="{FF2B5EF4-FFF2-40B4-BE49-F238E27FC236}">
                <a16:creationId xmlns:a16="http://schemas.microsoft.com/office/drawing/2014/main" id="{1A8F168F-370D-6B98-7787-40E39B5C8B81}"/>
              </a:ext>
            </a:extLst>
          </p:cNvPr>
          <p:cNvGraphicFramePr>
            <a:graphicFrameLocks noChangeAspect="1"/>
          </p:cNvGraphicFramePr>
          <p:nvPr/>
        </p:nvGraphicFramePr>
        <p:xfrm>
          <a:off x="5756672" y="4956572"/>
          <a:ext cx="1018466" cy="318365"/>
        </p:xfrm>
        <a:graphic>
          <a:graphicData uri="http://schemas.openxmlformats.org/presentationml/2006/ole">
            <mc:AlternateContent xmlns:mc="http://schemas.openxmlformats.org/markup-compatibility/2006">
              <mc:Choice xmlns:v="urn:schemas-microsoft-com:vml" Requires="v">
                <p:oleObj name="Equation" r:id="rId26" imgW="647640" imgH="203040" progId="Equation.DSMT4">
                  <p:embed/>
                </p:oleObj>
              </mc:Choice>
              <mc:Fallback>
                <p:oleObj name="Equation" r:id="rId26" imgW="647640" imgH="203040" progId="Equation.DSMT4">
                  <p:embed/>
                  <p:pic>
                    <p:nvPicPr>
                      <p:cNvPr id="3" name="对象 2">
                        <a:extLst>
                          <a:ext uri="{FF2B5EF4-FFF2-40B4-BE49-F238E27FC236}">
                            <a16:creationId xmlns:a16="http://schemas.microsoft.com/office/drawing/2014/main" id="{1A8F168F-370D-6B98-7787-40E39B5C8B81}"/>
                          </a:ext>
                        </a:extLst>
                      </p:cNvPr>
                      <p:cNvPicPr/>
                      <p:nvPr/>
                    </p:nvPicPr>
                    <p:blipFill>
                      <a:blip r:embed="rId27"/>
                      <a:stretch>
                        <a:fillRect/>
                      </a:stretch>
                    </p:blipFill>
                    <p:spPr>
                      <a:xfrm>
                        <a:off x="5756672" y="4956572"/>
                        <a:ext cx="1018466" cy="318365"/>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2"/>
                                        </p:tgtEl>
                                        <p:attrNameLst>
                                          <p:attrName>style.visibility</p:attrName>
                                        </p:attrNameLst>
                                      </p:cBhvr>
                                      <p:to>
                                        <p:strVal val="visible"/>
                                      </p:to>
                                    </p:set>
                                    <p:animEffect transition="in" filter="wipe(left)">
                                      <p:cBhvr>
                                        <p:cTn id="7" dur="500"/>
                                        <p:tgtEl>
                                          <p:spTgt spid="348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4823"/>
                                        </p:tgtEl>
                                        <p:attrNameLst>
                                          <p:attrName>style.visibility</p:attrName>
                                        </p:attrNameLst>
                                      </p:cBhvr>
                                      <p:to>
                                        <p:strVal val="visible"/>
                                      </p:to>
                                    </p:set>
                                    <p:animEffect transition="in" filter="wipe(left)">
                                      <p:cBhvr>
                                        <p:cTn id="12" dur="500"/>
                                        <p:tgtEl>
                                          <p:spTgt spid="34823"/>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4832"/>
                                        </p:tgtEl>
                                        <p:attrNameLst>
                                          <p:attrName>style.visibility</p:attrName>
                                        </p:attrNameLst>
                                      </p:cBhvr>
                                      <p:to>
                                        <p:strVal val="visible"/>
                                      </p:to>
                                    </p:set>
                                    <p:animEffect transition="in" filter="wipe(left)">
                                      <p:cBhvr>
                                        <p:cTn id="16" dur="500"/>
                                        <p:tgtEl>
                                          <p:spTgt spid="3483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4833"/>
                                        </p:tgtEl>
                                        <p:attrNameLst>
                                          <p:attrName>style.visibility</p:attrName>
                                        </p:attrNameLst>
                                      </p:cBhvr>
                                      <p:to>
                                        <p:strVal val="visible"/>
                                      </p:to>
                                    </p:set>
                                    <p:animEffect transition="in" filter="wipe(left)">
                                      <p:cBhvr>
                                        <p:cTn id="21" dur="500"/>
                                        <p:tgtEl>
                                          <p:spTgt spid="3483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34824"/>
                                        </p:tgtEl>
                                        <p:attrNameLst>
                                          <p:attrName>style.visibility</p:attrName>
                                        </p:attrNameLst>
                                      </p:cBhvr>
                                      <p:to>
                                        <p:strVal val="visible"/>
                                      </p:to>
                                    </p:set>
                                    <p:animEffect transition="in" filter="wipe(left)">
                                      <p:cBhvr>
                                        <p:cTn id="26" dur="500"/>
                                        <p:tgtEl>
                                          <p:spTgt spid="3482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4834"/>
                                        </p:tgtEl>
                                        <p:attrNameLst>
                                          <p:attrName>style.visibility</p:attrName>
                                        </p:attrNameLst>
                                      </p:cBhvr>
                                      <p:to>
                                        <p:strVal val="visible"/>
                                      </p:to>
                                    </p:set>
                                    <p:animEffect transition="in" filter="wipe(left)">
                                      <p:cBhvr>
                                        <p:cTn id="31" dur="500"/>
                                        <p:tgtEl>
                                          <p:spTgt spid="3483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4835"/>
                                        </p:tgtEl>
                                        <p:attrNameLst>
                                          <p:attrName>style.visibility</p:attrName>
                                        </p:attrNameLst>
                                      </p:cBhvr>
                                      <p:to>
                                        <p:strVal val="visible"/>
                                      </p:to>
                                    </p:set>
                                    <p:animEffect transition="in" filter="wipe(left)">
                                      <p:cBhvr>
                                        <p:cTn id="36" dur="500"/>
                                        <p:tgtEl>
                                          <p:spTgt spid="3483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34825"/>
                                        </p:tgtEl>
                                        <p:attrNameLst>
                                          <p:attrName>style.visibility</p:attrName>
                                        </p:attrNameLst>
                                      </p:cBhvr>
                                      <p:to>
                                        <p:strVal val="visible"/>
                                      </p:to>
                                    </p:set>
                                    <p:animEffect transition="in" filter="wipe(left)">
                                      <p:cBhvr>
                                        <p:cTn id="41" dur="500"/>
                                        <p:tgtEl>
                                          <p:spTgt spid="3482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34826"/>
                                        </p:tgtEl>
                                        <p:attrNameLst>
                                          <p:attrName>style.visibility</p:attrName>
                                        </p:attrNameLst>
                                      </p:cBhvr>
                                      <p:to>
                                        <p:strVal val="visible"/>
                                      </p:to>
                                    </p:set>
                                    <p:animEffect transition="in" filter="wipe(left)">
                                      <p:cBhvr>
                                        <p:cTn id="46" dur="500"/>
                                        <p:tgtEl>
                                          <p:spTgt spid="3482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34827"/>
                                        </p:tgtEl>
                                        <p:attrNameLst>
                                          <p:attrName>style.visibility</p:attrName>
                                        </p:attrNameLst>
                                      </p:cBhvr>
                                      <p:to>
                                        <p:strVal val="visible"/>
                                      </p:to>
                                    </p:set>
                                    <p:animEffect transition="in" filter="wipe(left)">
                                      <p:cBhvr>
                                        <p:cTn id="51" dur="500"/>
                                        <p:tgtEl>
                                          <p:spTgt spid="3482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wipe(left)">
                                      <p:cBhvr>
                                        <p:cTn id="56" dur="500"/>
                                        <p:tgtEl>
                                          <p:spTgt spid="2"/>
                                        </p:tgtEl>
                                      </p:cBhvr>
                                    </p:animEffect>
                                  </p:childTnLst>
                                </p:cTn>
                              </p:par>
                              <p:par>
                                <p:cTn id="57" presetID="22" presetClass="entr" presetSubtype="4" fill="hold" nodeType="with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wipe(down)">
                                      <p:cBhvr>
                                        <p:cTn id="5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autoUpdateAnimBg="0"/>
      <p:bldP spid="34832"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2">
            <a:extLst>
              <a:ext uri="{FF2B5EF4-FFF2-40B4-BE49-F238E27FC236}">
                <a16:creationId xmlns:a16="http://schemas.microsoft.com/office/drawing/2014/main" id="{7B2F187E-E0E8-91EF-B00F-3C4B5A15E2E0}"/>
              </a:ext>
            </a:extLst>
          </p:cNvPr>
          <p:cNvGraphicFramePr>
            <a:graphicFrameLocks noChangeAspect="1"/>
          </p:cNvGraphicFramePr>
          <p:nvPr/>
        </p:nvGraphicFramePr>
        <p:xfrm>
          <a:off x="5029200" y="3303985"/>
          <a:ext cx="1943100" cy="314325"/>
        </p:xfrm>
        <a:graphic>
          <a:graphicData uri="http://schemas.openxmlformats.org/presentationml/2006/ole">
            <mc:AlternateContent xmlns:mc="http://schemas.openxmlformats.org/markup-compatibility/2006">
              <mc:Choice xmlns:v="urn:schemas-microsoft-com:vml" Requires="v">
                <p:oleObj name="Equation" r:id="rId2" imgW="47648160" imgH="7714800" progId="">
                  <p:embed/>
                </p:oleObj>
              </mc:Choice>
              <mc:Fallback>
                <p:oleObj name="Equation" r:id="rId2" imgW="47648160" imgH="7714800" progId="">
                  <p:embed/>
                  <p:pic>
                    <p:nvPicPr>
                      <p:cNvPr id="35842" name="Object 2">
                        <a:extLst>
                          <a:ext uri="{FF2B5EF4-FFF2-40B4-BE49-F238E27FC236}">
                            <a16:creationId xmlns:a16="http://schemas.microsoft.com/office/drawing/2014/main" id="{7B2F187E-E0E8-91EF-B00F-3C4B5A15E2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3303985"/>
                        <a:ext cx="19431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35" name="Object 3">
            <a:extLst>
              <a:ext uri="{FF2B5EF4-FFF2-40B4-BE49-F238E27FC236}">
                <a16:creationId xmlns:a16="http://schemas.microsoft.com/office/drawing/2014/main" id="{66D6EA48-0B31-E678-0BF2-9D8604DC821D}"/>
              </a:ext>
            </a:extLst>
          </p:cNvPr>
          <p:cNvGraphicFramePr>
            <a:graphicFrameLocks noChangeAspect="1"/>
          </p:cNvGraphicFramePr>
          <p:nvPr/>
        </p:nvGraphicFramePr>
        <p:xfrm>
          <a:off x="2228850" y="1331119"/>
          <a:ext cx="533400" cy="304800"/>
        </p:xfrm>
        <a:graphic>
          <a:graphicData uri="http://schemas.openxmlformats.org/presentationml/2006/ole">
            <mc:AlternateContent xmlns:mc="http://schemas.openxmlformats.org/markup-compatibility/2006">
              <mc:Choice xmlns:v="urn:schemas-microsoft-com:vml" Requires="v">
                <p:oleObj name="Equation" r:id="rId4" imgW="13074480" imgH="7480800" progId="">
                  <p:embed/>
                </p:oleObj>
              </mc:Choice>
              <mc:Fallback>
                <p:oleObj name="Equation" r:id="rId4" imgW="13074480" imgH="7480800" progId="">
                  <p:embed/>
                  <p:pic>
                    <p:nvPicPr>
                      <p:cNvPr id="69635" name="Object 3">
                        <a:extLst>
                          <a:ext uri="{FF2B5EF4-FFF2-40B4-BE49-F238E27FC236}">
                            <a16:creationId xmlns:a16="http://schemas.microsoft.com/office/drawing/2014/main" id="{66D6EA48-0B31-E678-0BF2-9D8604DC82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8850" y="1331119"/>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36" name="Object 4">
            <a:extLst>
              <a:ext uri="{FF2B5EF4-FFF2-40B4-BE49-F238E27FC236}">
                <a16:creationId xmlns:a16="http://schemas.microsoft.com/office/drawing/2014/main" id="{8C7DB56E-F17B-C7ED-49D3-FBEB2D9900ED}"/>
              </a:ext>
            </a:extLst>
          </p:cNvPr>
          <p:cNvGraphicFramePr>
            <a:graphicFrameLocks noChangeAspect="1"/>
          </p:cNvGraphicFramePr>
          <p:nvPr/>
        </p:nvGraphicFramePr>
        <p:xfrm>
          <a:off x="2828925" y="1143000"/>
          <a:ext cx="1628775" cy="638175"/>
        </p:xfrm>
        <a:graphic>
          <a:graphicData uri="http://schemas.openxmlformats.org/presentationml/2006/ole">
            <mc:AlternateContent xmlns:mc="http://schemas.openxmlformats.org/markup-compatibility/2006">
              <mc:Choice xmlns:v="urn:schemas-microsoft-com:vml" Requires="v">
                <p:oleObj name="Equation" r:id="rId6" imgW="39939120" imgH="15670800" progId="">
                  <p:embed/>
                </p:oleObj>
              </mc:Choice>
              <mc:Fallback>
                <p:oleObj name="Equation" r:id="rId6" imgW="39939120" imgH="15670800" progId="">
                  <p:embed/>
                  <p:pic>
                    <p:nvPicPr>
                      <p:cNvPr id="69636" name="Object 4">
                        <a:extLst>
                          <a:ext uri="{FF2B5EF4-FFF2-40B4-BE49-F238E27FC236}">
                            <a16:creationId xmlns:a16="http://schemas.microsoft.com/office/drawing/2014/main" id="{8C7DB56E-F17B-C7ED-49D3-FBEB2D9900ED}"/>
                          </a:ext>
                        </a:extLst>
                      </p:cNvPr>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2828925" y="1143000"/>
                        <a:ext cx="16287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Text Box 5">
            <a:extLst>
              <a:ext uri="{FF2B5EF4-FFF2-40B4-BE49-F238E27FC236}">
                <a16:creationId xmlns:a16="http://schemas.microsoft.com/office/drawing/2014/main" id="{7BAAC515-9F0D-DAAE-7F10-90B9A95162B7}"/>
              </a:ext>
            </a:extLst>
          </p:cNvPr>
          <p:cNvSpPr txBox="1">
            <a:spLocks noChangeArrowheads="1"/>
          </p:cNvSpPr>
          <p:nvPr/>
        </p:nvSpPr>
        <p:spPr bwMode="auto">
          <a:xfrm>
            <a:off x="1371600" y="2708672"/>
            <a:ext cx="33147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800">
              <a:spcBef>
                <a:spcPct val="50000"/>
              </a:spcBef>
              <a:buNone/>
            </a:pPr>
            <a:r>
              <a:rPr kumimoji="1" lang="zh-CN" altLang="en-US" sz="2100">
                <a:solidFill>
                  <a:srgbClr val="000000"/>
                </a:solidFill>
                <a:latin typeface="Times New Roman" panose="02020603050405020304" pitchFamily="18" charset="0"/>
                <a:ea typeface="楷体_GB2312" pitchFamily="49" charset="-122"/>
              </a:rPr>
              <a:t>因此由和函数的连续性得</a:t>
            </a:r>
            <a:r>
              <a:rPr kumimoji="1" lang="en-US" altLang="zh-CN" sz="2100">
                <a:solidFill>
                  <a:srgbClr val="000000"/>
                </a:solidFill>
                <a:latin typeface="Times New Roman" panose="02020603050405020304" pitchFamily="18" charset="0"/>
                <a:ea typeface="楷体_GB2312" pitchFamily="49" charset="-122"/>
              </a:rPr>
              <a:t>:</a:t>
            </a:r>
          </a:p>
        </p:txBody>
      </p:sp>
      <p:graphicFrame>
        <p:nvGraphicFramePr>
          <p:cNvPr id="35846" name="Object 6">
            <a:extLst>
              <a:ext uri="{FF2B5EF4-FFF2-40B4-BE49-F238E27FC236}">
                <a16:creationId xmlns:a16="http://schemas.microsoft.com/office/drawing/2014/main" id="{F023C4FC-DF80-21F0-1482-A8CF8FF0882C}"/>
              </a:ext>
            </a:extLst>
          </p:cNvPr>
          <p:cNvGraphicFramePr>
            <a:graphicFrameLocks noChangeAspect="1"/>
          </p:cNvGraphicFramePr>
          <p:nvPr/>
        </p:nvGraphicFramePr>
        <p:xfrm>
          <a:off x="2281238" y="3676650"/>
          <a:ext cx="752475" cy="304800"/>
        </p:xfrm>
        <a:graphic>
          <a:graphicData uri="http://schemas.openxmlformats.org/presentationml/2006/ole">
            <mc:AlternateContent xmlns:mc="http://schemas.openxmlformats.org/markup-compatibility/2006">
              <mc:Choice xmlns:v="urn:schemas-microsoft-com:vml" Requires="v">
                <p:oleObj name="Equation" r:id="rId8" imgW="18447480" imgH="7480800" progId="">
                  <p:embed/>
                </p:oleObj>
              </mc:Choice>
              <mc:Fallback>
                <p:oleObj name="Equation" r:id="rId8" imgW="18447480" imgH="7480800" progId="">
                  <p:embed/>
                  <p:pic>
                    <p:nvPicPr>
                      <p:cNvPr id="35846" name="Object 6">
                        <a:extLst>
                          <a:ext uri="{FF2B5EF4-FFF2-40B4-BE49-F238E27FC236}">
                            <a16:creationId xmlns:a16="http://schemas.microsoft.com/office/drawing/2014/main" id="{F023C4FC-DF80-21F0-1482-A8CF8FF0882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1238" y="3676650"/>
                        <a:ext cx="752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7" name="Text Box 7">
            <a:extLst>
              <a:ext uri="{FF2B5EF4-FFF2-40B4-BE49-F238E27FC236}">
                <a16:creationId xmlns:a16="http://schemas.microsoft.com/office/drawing/2014/main" id="{A3BBEFE1-DCBC-DDD9-9BED-590DD734A833}"/>
              </a:ext>
            </a:extLst>
          </p:cNvPr>
          <p:cNvSpPr txBox="1">
            <a:spLocks noChangeArrowheads="1"/>
          </p:cNvSpPr>
          <p:nvPr/>
        </p:nvSpPr>
        <p:spPr bwMode="auto">
          <a:xfrm>
            <a:off x="1371600" y="2010966"/>
            <a:ext cx="6286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800">
              <a:spcBef>
                <a:spcPct val="50000"/>
              </a:spcBef>
              <a:buNone/>
            </a:pPr>
            <a:r>
              <a:rPr kumimoji="1" lang="zh-CN" altLang="en-US" sz="2100">
                <a:solidFill>
                  <a:srgbClr val="000000"/>
                </a:solidFill>
                <a:latin typeface="Times New Roman" panose="02020603050405020304" pitchFamily="18" charset="0"/>
                <a:ea typeface="楷体_GB2312" pitchFamily="49" charset="-122"/>
              </a:rPr>
              <a:t>而</a:t>
            </a:r>
          </a:p>
        </p:txBody>
      </p:sp>
      <p:graphicFrame>
        <p:nvGraphicFramePr>
          <p:cNvPr id="35848" name="Object 8">
            <a:extLst>
              <a:ext uri="{FF2B5EF4-FFF2-40B4-BE49-F238E27FC236}">
                <a16:creationId xmlns:a16="http://schemas.microsoft.com/office/drawing/2014/main" id="{C48A028B-ADDE-F1A8-85AE-50CA7DC0DA1B}"/>
              </a:ext>
            </a:extLst>
          </p:cNvPr>
          <p:cNvGraphicFramePr>
            <a:graphicFrameLocks noChangeAspect="1"/>
          </p:cNvGraphicFramePr>
          <p:nvPr/>
        </p:nvGraphicFramePr>
        <p:xfrm>
          <a:off x="2276475" y="2075260"/>
          <a:ext cx="523875" cy="304800"/>
        </p:xfrm>
        <a:graphic>
          <a:graphicData uri="http://schemas.openxmlformats.org/presentationml/2006/ole">
            <mc:AlternateContent xmlns:mc="http://schemas.openxmlformats.org/markup-compatibility/2006">
              <mc:Choice xmlns:v="urn:schemas-microsoft-com:vml" Requires="v">
                <p:oleObj name="Equation" r:id="rId10" imgW="12840840" imgH="7480800" progId="">
                  <p:embed/>
                </p:oleObj>
              </mc:Choice>
              <mc:Fallback>
                <p:oleObj name="Equation" r:id="rId10" imgW="12840840" imgH="7480800" progId="">
                  <p:embed/>
                  <p:pic>
                    <p:nvPicPr>
                      <p:cNvPr id="35848" name="Object 8">
                        <a:extLst>
                          <a:ext uri="{FF2B5EF4-FFF2-40B4-BE49-F238E27FC236}">
                            <a16:creationId xmlns:a16="http://schemas.microsoft.com/office/drawing/2014/main" id="{C48A028B-ADDE-F1A8-85AE-50CA7DC0DA1B}"/>
                          </a:ext>
                        </a:extLst>
                      </p:cNvPr>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2276475" y="2075260"/>
                        <a:ext cx="523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9" name="Object 9">
            <a:extLst>
              <a:ext uri="{FF2B5EF4-FFF2-40B4-BE49-F238E27FC236}">
                <a16:creationId xmlns:a16="http://schemas.microsoft.com/office/drawing/2014/main" id="{BED4574D-B817-ED25-DA3C-66B6A0286E1B}"/>
              </a:ext>
            </a:extLst>
          </p:cNvPr>
          <p:cNvGraphicFramePr>
            <a:graphicFrameLocks noChangeAspect="1"/>
          </p:cNvGraphicFramePr>
          <p:nvPr/>
        </p:nvGraphicFramePr>
        <p:xfrm>
          <a:off x="3590925" y="1828800"/>
          <a:ext cx="2362200" cy="685800"/>
        </p:xfrm>
        <a:graphic>
          <a:graphicData uri="http://schemas.openxmlformats.org/presentationml/2006/ole">
            <mc:AlternateContent xmlns:mc="http://schemas.openxmlformats.org/markup-compatibility/2006">
              <mc:Choice xmlns:v="urn:schemas-microsoft-com:vml" Requires="v">
                <p:oleObj name="Equation" r:id="rId12" imgW="57926520" imgH="16840800" progId="">
                  <p:embed/>
                </p:oleObj>
              </mc:Choice>
              <mc:Fallback>
                <p:oleObj name="Equation" r:id="rId12" imgW="57926520" imgH="16840800" progId="">
                  <p:embed/>
                  <p:pic>
                    <p:nvPicPr>
                      <p:cNvPr id="35849" name="Object 9">
                        <a:extLst>
                          <a:ext uri="{FF2B5EF4-FFF2-40B4-BE49-F238E27FC236}">
                            <a16:creationId xmlns:a16="http://schemas.microsoft.com/office/drawing/2014/main" id="{BED4574D-B817-ED25-DA3C-66B6A0286E1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90925" y="1828800"/>
                        <a:ext cx="2362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0" name="Object 10">
            <a:extLst>
              <a:ext uri="{FF2B5EF4-FFF2-40B4-BE49-F238E27FC236}">
                <a16:creationId xmlns:a16="http://schemas.microsoft.com/office/drawing/2014/main" id="{58B59DD4-935D-CA2D-41AC-609E807346A3}"/>
              </a:ext>
            </a:extLst>
          </p:cNvPr>
          <p:cNvGraphicFramePr>
            <a:graphicFrameLocks noChangeAspect="1"/>
          </p:cNvGraphicFramePr>
          <p:nvPr/>
        </p:nvGraphicFramePr>
        <p:xfrm>
          <a:off x="3262313" y="3143250"/>
          <a:ext cx="1419225" cy="638175"/>
        </p:xfrm>
        <a:graphic>
          <a:graphicData uri="http://schemas.openxmlformats.org/presentationml/2006/ole">
            <mc:AlternateContent xmlns:mc="http://schemas.openxmlformats.org/markup-compatibility/2006">
              <mc:Choice xmlns:v="urn:schemas-microsoft-com:vml" Requires="v">
                <p:oleObj name="Equation" r:id="rId14" imgW="34799760" imgH="15670800" progId="">
                  <p:embed/>
                </p:oleObj>
              </mc:Choice>
              <mc:Fallback>
                <p:oleObj name="Equation" r:id="rId14" imgW="34799760" imgH="15670800" progId="">
                  <p:embed/>
                  <p:pic>
                    <p:nvPicPr>
                      <p:cNvPr id="35850" name="Object 10">
                        <a:extLst>
                          <a:ext uri="{FF2B5EF4-FFF2-40B4-BE49-F238E27FC236}">
                            <a16:creationId xmlns:a16="http://schemas.microsoft.com/office/drawing/2014/main" id="{58B59DD4-935D-CA2D-41AC-609E807346A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62313" y="3143250"/>
                        <a:ext cx="141922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1" name="Object 11">
            <a:extLst>
              <a:ext uri="{FF2B5EF4-FFF2-40B4-BE49-F238E27FC236}">
                <a16:creationId xmlns:a16="http://schemas.microsoft.com/office/drawing/2014/main" id="{06D8D85A-15EC-7A40-2C40-FDC97F04A5EF}"/>
              </a:ext>
            </a:extLst>
          </p:cNvPr>
          <p:cNvGraphicFramePr>
            <a:graphicFrameLocks noChangeAspect="1"/>
          </p:cNvGraphicFramePr>
          <p:nvPr/>
        </p:nvGraphicFramePr>
        <p:xfrm>
          <a:off x="3476625" y="3990975"/>
          <a:ext cx="238125" cy="295275"/>
        </p:xfrm>
        <a:graphic>
          <a:graphicData uri="http://schemas.openxmlformats.org/presentationml/2006/ole">
            <mc:AlternateContent xmlns:mc="http://schemas.openxmlformats.org/markup-compatibility/2006">
              <mc:Choice xmlns:v="urn:schemas-microsoft-com:vml" Requires="v">
                <p:oleObj name="Equation" r:id="rId16" imgW="5832720" imgH="7246800" progId="">
                  <p:embed/>
                </p:oleObj>
              </mc:Choice>
              <mc:Fallback>
                <p:oleObj name="Equation" r:id="rId16" imgW="5832720" imgH="7246800" progId="">
                  <p:embed/>
                  <p:pic>
                    <p:nvPicPr>
                      <p:cNvPr id="35851" name="Object 11">
                        <a:extLst>
                          <a:ext uri="{FF2B5EF4-FFF2-40B4-BE49-F238E27FC236}">
                            <a16:creationId xmlns:a16="http://schemas.microsoft.com/office/drawing/2014/main" id="{06D8D85A-15EC-7A40-2C40-FDC97F04A5E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76625" y="3990975"/>
                        <a:ext cx="23812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2" name="Object 12">
            <a:extLst>
              <a:ext uri="{FF2B5EF4-FFF2-40B4-BE49-F238E27FC236}">
                <a16:creationId xmlns:a16="http://schemas.microsoft.com/office/drawing/2014/main" id="{6B2CCA3C-93C6-B3B0-09D4-00C01630089C}"/>
              </a:ext>
            </a:extLst>
          </p:cNvPr>
          <p:cNvGraphicFramePr>
            <a:graphicFrameLocks noChangeAspect="1"/>
          </p:cNvGraphicFramePr>
          <p:nvPr/>
        </p:nvGraphicFramePr>
        <p:xfrm>
          <a:off x="5086350" y="3990975"/>
          <a:ext cx="581025" cy="238125"/>
        </p:xfrm>
        <a:graphic>
          <a:graphicData uri="http://schemas.openxmlformats.org/presentationml/2006/ole">
            <mc:AlternateContent xmlns:mc="http://schemas.openxmlformats.org/markup-compatibility/2006">
              <mc:Choice xmlns:v="urn:schemas-microsoft-com:vml" Requires="v">
                <p:oleObj name="Equation" r:id="rId18" imgW="14242680" imgH="5842800" progId="">
                  <p:embed/>
                </p:oleObj>
              </mc:Choice>
              <mc:Fallback>
                <p:oleObj name="Equation" r:id="rId18" imgW="14242680" imgH="5842800" progId="">
                  <p:embed/>
                  <p:pic>
                    <p:nvPicPr>
                      <p:cNvPr id="35852" name="Object 12">
                        <a:extLst>
                          <a:ext uri="{FF2B5EF4-FFF2-40B4-BE49-F238E27FC236}">
                            <a16:creationId xmlns:a16="http://schemas.microsoft.com/office/drawing/2014/main" id="{6B2CCA3C-93C6-B3B0-09D4-00C01630089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86350" y="3990975"/>
                        <a:ext cx="58102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3" name="Object 13">
            <a:extLst>
              <a:ext uri="{FF2B5EF4-FFF2-40B4-BE49-F238E27FC236}">
                <a16:creationId xmlns:a16="http://schemas.microsoft.com/office/drawing/2014/main" id="{FE4EC14A-08E2-F5B0-D203-2D82CBCEEB0A}"/>
              </a:ext>
            </a:extLst>
          </p:cNvPr>
          <p:cNvGraphicFramePr>
            <a:graphicFrameLocks noChangeAspect="1"/>
          </p:cNvGraphicFramePr>
          <p:nvPr/>
        </p:nvGraphicFramePr>
        <p:xfrm>
          <a:off x="2828925" y="2080022"/>
          <a:ext cx="447675" cy="295275"/>
        </p:xfrm>
        <a:graphic>
          <a:graphicData uri="http://schemas.openxmlformats.org/presentationml/2006/ole">
            <mc:AlternateContent xmlns:mc="http://schemas.openxmlformats.org/markup-compatibility/2006">
              <mc:Choice xmlns:v="urn:schemas-microsoft-com:vml" Requires="v">
                <p:oleObj name="Equation" r:id="rId20" imgW="10972080" imgH="7246800" progId="">
                  <p:embed/>
                </p:oleObj>
              </mc:Choice>
              <mc:Fallback>
                <p:oleObj name="Equation" r:id="rId20" imgW="10972080" imgH="7246800" progId="">
                  <p:embed/>
                  <p:pic>
                    <p:nvPicPr>
                      <p:cNvPr id="35853" name="Object 13">
                        <a:extLst>
                          <a:ext uri="{FF2B5EF4-FFF2-40B4-BE49-F238E27FC236}">
                            <a16:creationId xmlns:a16="http://schemas.microsoft.com/office/drawing/2014/main" id="{FE4EC14A-08E2-F5B0-D203-2D82CBCEEB0A}"/>
                          </a:ext>
                        </a:extLst>
                      </p:cNvPr>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2828925" y="2080022"/>
                        <a:ext cx="44767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6" name="Text Box 14">
            <a:extLst>
              <a:ext uri="{FF2B5EF4-FFF2-40B4-BE49-F238E27FC236}">
                <a16:creationId xmlns:a16="http://schemas.microsoft.com/office/drawing/2014/main" id="{28EBEAFC-0E27-1443-6031-7BD6C7639423}"/>
              </a:ext>
            </a:extLst>
          </p:cNvPr>
          <p:cNvSpPr txBox="1">
            <a:spLocks noChangeArrowheads="1"/>
          </p:cNvSpPr>
          <p:nvPr/>
        </p:nvSpPr>
        <p:spPr bwMode="auto">
          <a:xfrm>
            <a:off x="5074444" y="2108598"/>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800">
              <a:spcBef>
                <a:spcPct val="0"/>
              </a:spcBef>
              <a:buNone/>
            </a:pPr>
            <a:endParaRPr kumimoji="1" lang="zh-CN" altLang="zh-CN" sz="2400">
              <a:solidFill>
                <a:srgbClr val="000000"/>
              </a:solidFill>
              <a:latin typeface="Times New Roman" panose="02020603050405020304" pitchFamily="18" charset="0"/>
              <a:ea typeface="楷体_GB2312" pitchFamily="49" charset="-122"/>
            </a:endParaRPr>
          </a:p>
        </p:txBody>
      </p:sp>
      <p:graphicFrame>
        <p:nvGraphicFramePr>
          <p:cNvPr id="69649" name="Object 16">
            <a:extLst>
              <a:ext uri="{FF2B5EF4-FFF2-40B4-BE49-F238E27FC236}">
                <a16:creationId xmlns:a16="http://schemas.microsoft.com/office/drawing/2014/main" id="{74C11EA8-66A5-1355-0D62-ACF03C9B0092}"/>
              </a:ext>
            </a:extLst>
          </p:cNvPr>
          <p:cNvGraphicFramePr>
            <a:graphicFrameLocks noChangeAspect="1"/>
          </p:cNvGraphicFramePr>
          <p:nvPr/>
        </p:nvGraphicFramePr>
        <p:xfrm>
          <a:off x="5095875" y="1247780"/>
          <a:ext cx="2472814" cy="352425"/>
        </p:xfrm>
        <a:graphic>
          <a:graphicData uri="http://schemas.openxmlformats.org/presentationml/2006/ole">
            <mc:AlternateContent xmlns:mc="http://schemas.openxmlformats.org/markup-compatibility/2006">
              <mc:Choice xmlns:v="urn:schemas-microsoft-com:vml" Requires="v">
                <p:oleObj name="Equation" r:id="rId22" imgW="3044160" imgH="446040" progId="">
                  <p:embed/>
                </p:oleObj>
              </mc:Choice>
              <mc:Fallback>
                <p:oleObj name="Equation" r:id="rId22" imgW="3044160" imgH="446040" progId="">
                  <p:embed/>
                  <p:pic>
                    <p:nvPicPr>
                      <p:cNvPr id="69649" name="Object 16">
                        <a:extLst>
                          <a:ext uri="{FF2B5EF4-FFF2-40B4-BE49-F238E27FC236}">
                            <a16:creationId xmlns:a16="http://schemas.microsoft.com/office/drawing/2014/main" id="{74C11EA8-66A5-1355-0D62-ACF03C9B009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095875" y="1247780"/>
                        <a:ext cx="2472814"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9" name="AutoShape 19">
            <a:extLst>
              <a:ext uri="{FF2B5EF4-FFF2-40B4-BE49-F238E27FC236}">
                <a16:creationId xmlns:a16="http://schemas.microsoft.com/office/drawing/2014/main" id="{3928F1A7-602F-C9C3-8D94-02D32F717D89}"/>
              </a:ext>
            </a:extLst>
          </p:cNvPr>
          <p:cNvSpPr>
            <a:spLocks/>
          </p:cNvSpPr>
          <p:nvPr/>
        </p:nvSpPr>
        <p:spPr bwMode="auto">
          <a:xfrm>
            <a:off x="3076575" y="3362325"/>
            <a:ext cx="114300" cy="914400"/>
          </a:xfrm>
          <a:prstGeom prst="leftBrace">
            <a:avLst>
              <a:gd name="adj1" fmla="val 66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685800">
              <a:spcBef>
                <a:spcPct val="0"/>
              </a:spcBef>
              <a:buNone/>
            </a:pPr>
            <a:endParaRPr lang="zh-CN" altLang="zh-CN" sz="1350">
              <a:solidFill>
                <a:srgbClr val="000000"/>
              </a:solidFill>
            </a:endParaRPr>
          </a:p>
        </p:txBody>
      </p:sp>
      <p:graphicFrame>
        <p:nvGraphicFramePr>
          <p:cNvPr id="2" name="对象 1">
            <a:extLst>
              <a:ext uri="{FF2B5EF4-FFF2-40B4-BE49-F238E27FC236}">
                <a16:creationId xmlns:a16="http://schemas.microsoft.com/office/drawing/2014/main" id="{CE23686F-AC3F-786F-B3D5-5599559CC246}"/>
              </a:ext>
            </a:extLst>
          </p:cNvPr>
          <p:cNvGraphicFramePr>
            <a:graphicFrameLocks noChangeAspect="1"/>
          </p:cNvGraphicFramePr>
          <p:nvPr/>
        </p:nvGraphicFramePr>
        <p:xfrm>
          <a:off x="6405917" y="1236955"/>
          <a:ext cx="1018466" cy="318365"/>
        </p:xfrm>
        <a:graphic>
          <a:graphicData uri="http://schemas.openxmlformats.org/presentationml/2006/ole">
            <mc:AlternateContent xmlns:mc="http://schemas.openxmlformats.org/markup-compatibility/2006">
              <mc:Choice xmlns:v="urn:schemas-microsoft-com:vml" Requires="v">
                <p:oleObj name="Equation" r:id="rId24" imgW="647640" imgH="203040" progId="Equation.DSMT4">
                  <p:embed/>
                </p:oleObj>
              </mc:Choice>
              <mc:Fallback>
                <p:oleObj name="Equation" r:id="rId24" imgW="647640" imgH="203040" progId="Equation.DSMT4">
                  <p:embed/>
                  <p:pic>
                    <p:nvPicPr>
                      <p:cNvPr id="2" name="对象 1">
                        <a:extLst>
                          <a:ext uri="{FF2B5EF4-FFF2-40B4-BE49-F238E27FC236}">
                            <a16:creationId xmlns:a16="http://schemas.microsoft.com/office/drawing/2014/main" id="{CE23686F-AC3F-786F-B3D5-5599559CC246}"/>
                          </a:ext>
                        </a:extLst>
                      </p:cNvPr>
                      <p:cNvPicPr/>
                      <p:nvPr/>
                    </p:nvPicPr>
                    <p:blipFill>
                      <a:blip r:embed="rId25"/>
                      <a:stretch>
                        <a:fillRect/>
                      </a:stretch>
                    </p:blipFill>
                    <p:spPr>
                      <a:xfrm>
                        <a:off x="6405917" y="1236955"/>
                        <a:ext cx="1018466" cy="318365"/>
                      </a:xfrm>
                      <a:prstGeom prst="rect">
                        <a:avLst/>
                      </a:prstGeom>
                    </p:spPr>
                  </p:pic>
                </p:oleObj>
              </mc:Fallback>
            </mc:AlternateContent>
          </a:graphicData>
        </a:graphic>
      </p:graphicFrame>
      <p:graphicFrame>
        <p:nvGraphicFramePr>
          <p:cNvPr id="3" name="Object 9">
            <a:extLst>
              <a:ext uri="{FF2B5EF4-FFF2-40B4-BE49-F238E27FC236}">
                <a16:creationId xmlns:a16="http://schemas.microsoft.com/office/drawing/2014/main" id="{C09B64EC-47BD-7D8F-7AC0-5EA8DDAA3D4E}"/>
              </a:ext>
            </a:extLst>
          </p:cNvPr>
          <p:cNvGraphicFramePr>
            <a:graphicFrameLocks noChangeAspect="1"/>
          </p:cNvGraphicFramePr>
          <p:nvPr/>
        </p:nvGraphicFramePr>
        <p:xfrm>
          <a:off x="7416404" y="2084785"/>
          <a:ext cx="63103" cy="21431"/>
        </p:xfrm>
        <a:graphic>
          <a:graphicData uri="http://schemas.openxmlformats.org/presentationml/2006/ole">
            <mc:AlternateContent xmlns:mc="http://schemas.openxmlformats.org/markup-compatibility/2006">
              <mc:Choice xmlns:v="urn:schemas-microsoft-com:vml" Requires="v">
                <p:oleObj name="公式" r:id="rId26" imgW="1358640" imgH="457200" progId="Equation.3">
                  <p:embed/>
                </p:oleObj>
              </mc:Choice>
              <mc:Fallback>
                <p:oleObj name="公式" r:id="rId26" imgW="1358640" imgH="457200" progId="Equation.3">
                  <p:embed/>
                  <p:pic>
                    <p:nvPicPr>
                      <p:cNvPr id="3" name="Object 9">
                        <a:extLst>
                          <a:ext uri="{FF2B5EF4-FFF2-40B4-BE49-F238E27FC236}">
                            <a16:creationId xmlns:a16="http://schemas.microsoft.com/office/drawing/2014/main" id="{C09B64EC-47BD-7D8F-7AC0-5EA8DDAA3D4E}"/>
                          </a:ext>
                        </a:extLst>
                      </p:cNvPr>
                      <p:cNvPicPr>
                        <a:picLocks noChangeAspect="1" noChangeArrowheads="1"/>
                      </p:cNvPicPr>
                      <p:nvPr/>
                    </p:nvPicPr>
                    <p:blipFill>
                      <a:blip r:embed="rId27"/>
                      <a:srcRect/>
                      <a:stretch>
                        <a:fillRect/>
                      </a:stretch>
                    </p:blipFill>
                    <p:spPr bwMode="auto">
                      <a:xfrm>
                        <a:off x="7416404" y="2084785"/>
                        <a:ext cx="63103" cy="2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14">
            <a:extLst>
              <a:ext uri="{FF2B5EF4-FFF2-40B4-BE49-F238E27FC236}">
                <a16:creationId xmlns:a16="http://schemas.microsoft.com/office/drawing/2014/main" id="{009631B5-FC0E-8564-E8C3-53B8F589B49C}"/>
              </a:ext>
            </a:extLst>
          </p:cNvPr>
          <p:cNvSpPr txBox="1">
            <a:spLocks noChangeArrowheads="1"/>
          </p:cNvSpPr>
          <p:nvPr/>
        </p:nvSpPr>
        <p:spPr bwMode="auto">
          <a:xfrm>
            <a:off x="7750969" y="2031804"/>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800">
              <a:spcBef>
                <a:spcPct val="0"/>
              </a:spcBef>
              <a:buNone/>
            </a:pPr>
            <a:endParaRPr kumimoji="1" lang="zh-CN" altLang="zh-CN" sz="2400">
              <a:solidFill>
                <a:srgbClr val="000000"/>
              </a:solidFill>
              <a:latin typeface="Times New Roman" panose="02020603050405020304" pitchFamily="18" charset="0"/>
              <a:ea typeface="楷体_GB2312" pitchFamily="49" charset="-122"/>
            </a:endParaRPr>
          </a:p>
        </p:txBody>
      </p:sp>
      <p:graphicFrame>
        <p:nvGraphicFramePr>
          <p:cNvPr id="5" name="对象 4">
            <a:extLst>
              <a:ext uri="{FF2B5EF4-FFF2-40B4-BE49-F238E27FC236}">
                <a16:creationId xmlns:a16="http://schemas.microsoft.com/office/drawing/2014/main" id="{8B022E33-81B5-D8A2-1084-9BE8E0AB87FE}"/>
              </a:ext>
            </a:extLst>
          </p:cNvPr>
          <p:cNvGraphicFramePr>
            <a:graphicFrameLocks noChangeAspect="1"/>
          </p:cNvGraphicFramePr>
          <p:nvPr/>
        </p:nvGraphicFramePr>
        <p:xfrm>
          <a:off x="6091928" y="1828800"/>
          <a:ext cx="2071808" cy="594122"/>
        </p:xfrm>
        <a:graphic>
          <a:graphicData uri="http://schemas.openxmlformats.org/presentationml/2006/ole">
            <mc:AlternateContent xmlns:mc="http://schemas.openxmlformats.org/markup-compatibility/2006">
              <mc:Choice xmlns:v="urn:schemas-microsoft-com:vml" Requires="v">
                <p:oleObj name="Equation" r:id="rId28" imgW="1726920" imgH="495000" progId="Equation.DSMT4">
                  <p:embed/>
                </p:oleObj>
              </mc:Choice>
              <mc:Fallback>
                <p:oleObj name="Equation" r:id="rId28" imgW="1726920" imgH="495000" progId="Equation.DSMT4">
                  <p:embed/>
                  <p:pic>
                    <p:nvPicPr>
                      <p:cNvPr id="5" name="对象 4">
                        <a:extLst>
                          <a:ext uri="{FF2B5EF4-FFF2-40B4-BE49-F238E27FC236}">
                            <a16:creationId xmlns:a16="http://schemas.microsoft.com/office/drawing/2014/main" id="{8B022E33-81B5-D8A2-1084-9BE8E0AB87FE}"/>
                          </a:ext>
                        </a:extLst>
                      </p:cNvPr>
                      <p:cNvPicPr/>
                      <p:nvPr/>
                    </p:nvPicPr>
                    <p:blipFill>
                      <a:blip r:embed="rId29"/>
                      <a:stretch>
                        <a:fillRect/>
                      </a:stretch>
                    </p:blipFill>
                    <p:spPr>
                      <a:xfrm>
                        <a:off x="6091928" y="1828800"/>
                        <a:ext cx="2071808" cy="594122"/>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7"/>
                                        </p:tgtEl>
                                        <p:attrNameLst>
                                          <p:attrName>style.visibility</p:attrName>
                                        </p:attrNameLst>
                                      </p:cBhvr>
                                      <p:to>
                                        <p:strVal val="visible"/>
                                      </p:to>
                                    </p:set>
                                    <p:animEffect transition="in" filter="wipe(left)">
                                      <p:cBhvr>
                                        <p:cTn id="7" dur="500"/>
                                        <p:tgtEl>
                                          <p:spTgt spid="3584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5848"/>
                                        </p:tgtEl>
                                        <p:attrNameLst>
                                          <p:attrName>style.visibility</p:attrName>
                                        </p:attrNameLst>
                                      </p:cBhvr>
                                      <p:to>
                                        <p:strVal val="visible"/>
                                      </p:to>
                                    </p:set>
                                    <p:animEffect transition="in" filter="wipe(left)">
                                      <p:cBhvr>
                                        <p:cTn id="11" dur="500"/>
                                        <p:tgtEl>
                                          <p:spTgt spid="35848"/>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5853"/>
                                        </p:tgtEl>
                                        <p:attrNameLst>
                                          <p:attrName>style.visibility</p:attrName>
                                        </p:attrNameLst>
                                      </p:cBhvr>
                                      <p:to>
                                        <p:strVal val="visible"/>
                                      </p:to>
                                    </p:set>
                                    <p:animEffect transition="in" filter="wipe(left)">
                                      <p:cBhvr>
                                        <p:cTn id="15" dur="500"/>
                                        <p:tgtEl>
                                          <p:spTgt spid="3585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5849"/>
                                        </p:tgtEl>
                                        <p:attrNameLst>
                                          <p:attrName>style.visibility</p:attrName>
                                        </p:attrNameLst>
                                      </p:cBhvr>
                                      <p:to>
                                        <p:strVal val="visible"/>
                                      </p:to>
                                    </p:set>
                                    <p:animEffect transition="in" filter="wipe(left)">
                                      <p:cBhvr>
                                        <p:cTn id="20" dur="500"/>
                                        <p:tgtEl>
                                          <p:spTgt spid="35849"/>
                                        </p:tgtEl>
                                      </p:cBhvr>
                                    </p:animEffect>
                                  </p:childTnLst>
                                </p:cTn>
                              </p:par>
                              <p:par>
                                <p:cTn id="21" presetID="22" presetClass="entr" presetSubtype="4"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5845"/>
                                        </p:tgtEl>
                                        <p:attrNameLst>
                                          <p:attrName>style.visibility</p:attrName>
                                        </p:attrNameLst>
                                      </p:cBhvr>
                                      <p:to>
                                        <p:strVal val="visible"/>
                                      </p:to>
                                    </p:set>
                                    <p:animEffect transition="in" filter="wipe(left)">
                                      <p:cBhvr>
                                        <p:cTn id="28" dur="500"/>
                                        <p:tgtEl>
                                          <p:spTgt spid="3584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5846"/>
                                        </p:tgtEl>
                                        <p:attrNameLst>
                                          <p:attrName>style.visibility</p:attrName>
                                        </p:attrNameLst>
                                      </p:cBhvr>
                                      <p:to>
                                        <p:strVal val="visible"/>
                                      </p:to>
                                    </p:set>
                                    <p:animEffect transition="in" filter="wipe(left)">
                                      <p:cBhvr>
                                        <p:cTn id="33" dur="500"/>
                                        <p:tgtEl>
                                          <p:spTgt spid="35846"/>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35859"/>
                                        </p:tgtEl>
                                        <p:attrNameLst>
                                          <p:attrName>style.visibility</p:attrName>
                                        </p:attrNameLst>
                                      </p:cBhvr>
                                      <p:to>
                                        <p:strVal val="visible"/>
                                      </p:to>
                                    </p:set>
                                    <p:animEffect transition="in" filter="wipe(up)">
                                      <p:cBhvr>
                                        <p:cTn id="37" dur="500"/>
                                        <p:tgtEl>
                                          <p:spTgt spid="3585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5842"/>
                                        </p:tgtEl>
                                        <p:attrNameLst>
                                          <p:attrName>style.visibility</p:attrName>
                                        </p:attrNameLst>
                                      </p:cBhvr>
                                      <p:to>
                                        <p:strVal val="visible"/>
                                      </p:to>
                                    </p:set>
                                    <p:animEffect transition="in" filter="wipe(left)">
                                      <p:cBhvr>
                                        <p:cTn id="42" dur="500"/>
                                        <p:tgtEl>
                                          <p:spTgt spid="3584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5850"/>
                                        </p:tgtEl>
                                        <p:attrNameLst>
                                          <p:attrName>style.visibility</p:attrName>
                                        </p:attrNameLst>
                                      </p:cBhvr>
                                      <p:to>
                                        <p:strVal val="visible"/>
                                      </p:to>
                                    </p:set>
                                    <p:animEffect transition="in" filter="wipe(left)">
                                      <p:cBhvr>
                                        <p:cTn id="47" dur="500"/>
                                        <p:tgtEl>
                                          <p:spTgt spid="358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5852"/>
                                        </p:tgtEl>
                                        <p:attrNameLst>
                                          <p:attrName>style.visibility</p:attrName>
                                        </p:attrNameLst>
                                      </p:cBhvr>
                                      <p:to>
                                        <p:strVal val="visible"/>
                                      </p:to>
                                    </p:set>
                                    <p:animEffect transition="in" filter="wipe(left)">
                                      <p:cBhvr>
                                        <p:cTn id="52" dur="500"/>
                                        <p:tgtEl>
                                          <p:spTgt spid="3585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5851"/>
                                        </p:tgtEl>
                                        <p:attrNameLst>
                                          <p:attrName>style.visibility</p:attrName>
                                        </p:attrNameLst>
                                      </p:cBhvr>
                                      <p:to>
                                        <p:strVal val="visible"/>
                                      </p:to>
                                    </p:set>
                                    <p:animEffect transition="in" filter="wipe(left)">
                                      <p:cBhvr>
                                        <p:cTn id="57" dur="500"/>
                                        <p:tgtEl>
                                          <p:spTgt spid="3585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wipe(left)">
                                      <p:cBhvr>
                                        <p:cTn id="6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autoUpdateAnimBg="0"/>
      <p:bldP spid="35847" grpId="0" autoUpdateAnimBg="0"/>
      <p:bldP spid="3585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609600" y="1295400"/>
            <a:ext cx="6172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000000"/>
                </a:solidFill>
                <a:latin typeface="Times New Roman" pitchFamily="18" charset="0"/>
                <a:ea typeface="楷体_GB2312" pitchFamily="49" charset="-122"/>
              </a:rPr>
              <a:t>解</a:t>
            </a:r>
            <a:r>
              <a:rPr kumimoji="1" lang="en-US" altLang="zh-CN" sz="2800" b="1">
                <a:solidFill>
                  <a:srgbClr val="000000"/>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级数的收敛半径 </a:t>
            </a:r>
            <a:r>
              <a:rPr kumimoji="1" lang="en-US" altLang="zh-CN" sz="2800" i="1">
                <a:solidFill>
                  <a:srgbClr val="000000"/>
                </a:solidFill>
                <a:latin typeface="Times New Roman" pitchFamily="18" charset="0"/>
                <a:ea typeface="楷体_GB2312" pitchFamily="49" charset="-122"/>
              </a:rPr>
              <a:t>R</a:t>
            </a:r>
            <a:r>
              <a:rPr kumimoji="1" lang="zh-CN" altLang="en-US" sz="2800">
                <a:solidFill>
                  <a:srgbClr val="000000"/>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a:t>
            </a:r>
          </a:p>
        </p:txBody>
      </p:sp>
      <p:sp>
        <p:nvSpPr>
          <p:cNvPr id="29710" name="Rectangle 3"/>
          <p:cNvSpPr>
            <a:spLocks noGrp="1" noChangeArrowheads="1"/>
          </p:cNvSpPr>
          <p:nvPr>
            <p:ph type="title"/>
          </p:nvPr>
        </p:nvSpPr>
        <p:spPr>
          <a:xfrm>
            <a:off x="609600" y="381000"/>
            <a:ext cx="990600" cy="609600"/>
          </a:xfrm>
        </p:spPr>
        <p:txBody>
          <a:bodyPr/>
          <a:lstStyle/>
          <a:p>
            <a:pPr algn="l" eaLnBrk="1" hangingPunct="1"/>
            <a:r>
              <a:rPr lang="zh-CN" altLang="en-US" sz="2800" b="1">
                <a:ea typeface="楷体_GB2312" pitchFamily="49" charset="-122"/>
              </a:rPr>
              <a:t>例</a:t>
            </a:r>
            <a:r>
              <a:rPr lang="en-US" altLang="zh-CN" sz="2800" b="1">
                <a:ea typeface="楷体_GB2312" pitchFamily="49" charset="-122"/>
              </a:rPr>
              <a:t>3.</a:t>
            </a:r>
            <a:endParaRPr lang="en-US" altLang="zh-CN" sz="2800">
              <a:solidFill>
                <a:schemeClr val="tx1"/>
              </a:solidFill>
              <a:ea typeface="楷体_GB2312" pitchFamily="49" charset="-122"/>
            </a:endParaRPr>
          </a:p>
        </p:txBody>
      </p:sp>
      <p:graphicFrame>
        <p:nvGraphicFramePr>
          <p:cNvPr id="29698" name="Object 4"/>
          <p:cNvGraphicFramePr>
            <a:graphicFrameLocks noChangeAspect="1"/>
          </p:cNvGraphicFramePr>
          <p:nvPr/>
        </p:nvGraphicFramePr>
        <p:xfrm>
          <a:off x="1524000" y="177800"/>
          <a:ext cx="2400300" cy="1041400"/>
        </p:xfrm>
        <a:graphic>
          <a:graphicData uri="http://schemas.openxmlformats.org/presentationml/2006/ole">
            <mc:AlternateContent xmlns:mc="http://schemas.openxmlformats.org/markup-compatibility/2006">
              <mc:Choice xmlns:v="urn:schemas-microsoft-com:vml" Requires="v">
                <p:oleObj name="Equation" r:id="rId2" imgW="2400120" imgH="1041120" progId="">
                  <p:embed/>
                </p:oleObj>
              </mc:Choice>
              <mc:Fallback>
                <p:oleObj name="Equation" r:id="rId2" imgW="2400120" imgH="1041120" progId="">
                  <p:embed/>
                  <p:pic>
                    <p:nvPicPr>
                      <p:cNvPr id="0" name="Object 4"/>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1524000" y="177800"/>
                        <a:ext cx="24003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9" name="Object 5"/>
          <p:cNvGraphicFramePr>
            <a:graphicFrameLocks noChangeAspect="1"/>
          </p:cNvGraphicFramePr>
          <p:nvPr/>
        </p:nvGraphicFramePr>
        <p:xfrm>
          <a:off x="1874838" y="1828800"/>
          <a:ext cx="1930400" cy="1041400"/>
        </p:xfrm>
        <a:graphic>
          <a:graphicData uri="http://schemas.openxmlformats.org/presentationml/2006/ole">
            <mc:AlternateContent xmlns:mc="http://schemas.openxmlformats.org/markup-compatibility/2006">
              <mc:Choice xmlns:v="urn:schemas-microsoft-com:vml" Requires="v">
                <p:oleObj name="Equation" r:id="rId4" imgW="1930320" imgH="1041120" progId="">
                  <p:embed/>
                </p:oleObj>
              </mc:Choice>
              <mc:Fallback>
                <p:oleObj name="Equation" r:id="rId4" imgW="1930320" imgH="1041120" progId="">
                  <p:embed/>
                  <p:pic>
                    <p:nvPicPr>
                      <p:cNvPr id="0" name="Object 5"/>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1874838" y="1828800"/>
                        <a:ext cx="19304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0" name="Object 6"/>
          <p:cNvGraphicFramePr>
            <a:graphicFrameLocks noChangeAspect="1"/>
          </p:cNvGraphicFramePr>
          <p:nvPr/>
        </p:nvGraphicFramePr>
        <p:xfrm>
          <a:off x="4419600" y="2133600"/>
          <a:ext cx="2362200" cy="406400"/>
        </p:xfrm>
        <a:graphic>
          <a:graphicData uri="http://schemas.openxmlformats.org/presentationml/2006/ole">
            <mc:AlternateContent xmlns:mc="http://schemas.openxmlformats.org/markup-compatibility/2006">
              <mc:Choice xmlns:v="urn:schemas-microsoft-com:vml" Requires="v">
                <p:oleObj name="Equation" r:id="rId6" imgW="2361960" imgH="406080" progId="">
                  <p:embed/>
                </p:oleObj>
              </mc:Choice>
              <mc:Fallback>
                <p:oleObj name="Equation" r:id="rId6" imgW="2361960" imgH="406080" progId="">
                  <p:embed/>
                  <p:pic>
                    <p:nvPicPr>
                      <p:cNvPr id="0" name="Object 6"/>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4419600" y="2133600"/>
                        <a:ext cx="23622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1" name="Text Box 7"/>
          <p:cNvSpPr txBox="1">
            <a:spLocks noChangeArrowheads="1"/>
          </p:cNvSpPr>
          <p:nvPr/>
        </p:nvSpPr>
        <p:spPr bwMode="auto">
          <a:xfrm>
            <a:off x="609600" y="3176588"/>
            <a:ext cx="7620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则</a:t>
            </a:r>
          </a:p>
        </p:txBody>
      </p:sp>
      <p:graphicFrame>
        <p:nvGraphicFramePr>
          <p:cNvPr id="36872" name="Object 8"/>
          <p:cNvGraphicFramePr>
            <a:graphicFrameLocks noChangeAspect="1"/>
          </p:cNvGraphicFramePr>
          <p:nvPr/>
        </p:nvGraphicFramePr>
        <p:xfrm>
          <a:off x="1866900" y="2971800"/>
          <a:ext cx="2603500" cy="1041400"/>
        </p:xfrm>
        <a:graphic>
          <a:graphicData uri="http://schemas.openxmlformats.org/presentationml/2006/ole">
            <mc:AlternateContent xmlns:mc="http://schemas.openxmlformats.org/markup-compatibility/2006">
              <mc:Choice xmlns:v="urn:schemas-microsoft-com:vml" Requires="v">
                <p:oleObj name="Equation" r:id="rId8" imgW="2603160" imgH="1041120" progId="">
                  <p:embed/>
                </p:oleObj>
              </mc:Choice>
              <mc:Fallback>
                <p:oleObj name="Equation" r:id="rId8" imgW="2603160" imgH="1041120" progId="">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66900" y="2971800"/>
                        <a:ext cx="26035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3" name="Object 9"/>
          <p:cNvGraphicFramePr>
            <a:graphicFrameLocks noChangeAspect="1"/>
          </p:cNvGraphicFramePr>
          <p:nvPr/>
        </p:nvGraphicFramePr>
        <p:xfrm>
          <a:off x="4610100" y="2971800"/>
          <a:ext cx="1181100" cy="1041400"/>
        </p:xfrm>
        <a:graphic>
          <a:graphicData uri="http://schemas.openxmlformats.org/presentationml/2006/ole">
            <mc:AlternateContent xmlns:mc="http://schemas.openxmlformats.org/markup-compatibility/2006">
              <mc:Choice xmlns:v="urn:schemas-microsoft-com:vml" Requires="v">
                <p:oleObj name="Equation" r:id="rId10" imgW="1180800" imgH="1041120" progId="">
                  <p:embed/>
                </p:oleObj>
              </mc:Choice>
              <mc:Fallback>
                <p:oleObj name="Equation" r:id="rId10" imgW="1180800" imgH="1041120" progId="">
                  <p:embed/>
                  <p:pic>
                    <p:nvPicPr>
                      <p:cNvPr id="0" name="Object 9"/>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4610100" y="2971800"/>
                        <a:ext cx="11811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4" name="Object 10"/>
          <p:cNvGraphicFramePr>
            <a:graphicFrameLocks noChangeAspect="1"/>
          </p:cNvGraphicFramePr>
          <p:nvPr/>
        </p:nvGraphicFramePr>
        <p:xfrm>
          <a:off x="5867400" y="3314700"/>
          <a:ext cx="1003300" cy="406400"/>
        </p:xfrm>
        <a:graphic>
          <a:graphicData uri="http://schemas.openxmlformats.org/presentationml/2006/ole">
            <mc:AlternateContent xmlns:mc="http://schemas.openxmlformats.org/markup-compatibility/2006">
              <mc:Choice xmlns:v="urn:schemas-microsoft-com:vml" Requires="v">
                <p:oleObj name="Equation" r:id="rId12" imgW="1002960" imgH="406080" progId="">
                  <p:embed/>
                </p:oleObj>
              </mc:Choice>
              <mc:Fallback>
                <p:oleObj name="Equation" r:id="rId12" imgW="1002960" imgH="406080" progId="">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67400" y="3314700"/>
                        <a:ext cx="10033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5" name="Object 11"/>
          <p:cNvGraphicFramePr>
            <a:graphicFrameLocks noChangeAspect="1"/>
          </p:cNvGraphicFramePr>
          <p:nvPr/>
        </p:nvGraphicFramePr>
        <p:xfrm>
          <a:off x="6477000" y="3848100"/>
          <a:ext cx="2362200" cy="406400"/>
        </p:xfrm>
        <a:graphic>
          <a:graphicData uri="http://schemas.openxmlformats.org/presentationml/2006/ole">
            <mc:AlternateContent xmlns:mc="http://schemas.openxmlformats.org/markup-compatibility/2006">
              <mc:Choice xmlns:v="urn:schemas-microsoft-com:vml" Requires="v">
                <p:oleObj name="Equation" r:id="rId14" imgW="2361960" imgH="406080" progId="">
                  <p:embed/>
                </p:oleObj>
              </mc:Choice>
              <mc:Fallback>
                <p:oleObj name="Equation" r:id="rId14" imgW="2361960" imgH="406080" progId="">
                  <p:embed/>
                  <p:pic>
                    <p:nvPicPr>
                      <p:cNvPr id="0" name="Object 11"/>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6477000" y="3848100"/>
                        <a:ext cx="23622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6" name="Text Box 12"/>
          <p:cNvSpPr txBox="1">
            <a:spLocks noChangeArrowheads="1"/>
          </p:cNvSpPr>
          <p:nvPr/>
        </p:nvSpPr>
        <p:spPr bwMode="auto">
          <a:xfrm>
            <a:off x="609600" y="4224338"/>
            <a:ext cx="990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故有</a:t>
            </a:r>
          </a:p>
        </p:txBody>
      </p:sp>
      <p:graphicFrame>
        <p:nvGraphicFramePr>
          <p:cNvPr id="36877" name="Object 13"/>
          <p:cNvGraphicFramePr>
            <a:graphicFrameLocks noChangeAspect="1"/>
          </p:cNvGraphicFramePr>
          <p:nvPr/>
        </p:nvGraphicFramePr>
        <p:xfrm>
          <a:off x="2489200" y="4191000"/>
          <a:ext cx="2235200" cy="571500"/>
        </p:xfrm>
        <a:graphic>
          <a:graphicData uri="http://schemas.openxmlformats.org/presentationml/2006/ole">
            <mc:AlternateContent xmlns:mc="http://schemas.openxmlformats.org/markup-compatibility/2006">
              <mc:Choice xmlns:v="urn:schemas-microsoft-com:vml" Requires="v">
                <p:oleObj name="Equation" r:id="rId16" imgW="2234880" imgH="571320" progId="">
                  <p:embed/>
                </p:oleObj>
              </mc:Choice>
              <mc:Fallback>
                <p:oleObj name="Equation" r:id="rId16" imgW="2234880" imgH="571320" progId="">
                  <p:embed/>
                  <p:pic>
                    <p:nvPicPr>
                      <p:cNvPr id="0"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89200" y="4191000"/>
                        <a:ext cx="22352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8" name="Object 14"/>
          <p:cNvGraphicFramePr>
            <a:graphicFrameLocks noChangeAspect="1"/>
          </p:cNvGraphicFramePr>
          <p:nvPr/>
        </p:nvGraphicFramePr>
        <p:xfrm>
          <a:off x="2565400" y="4953000"/>
          <a:ext cx="1701800" cy="520700"/>
        </p:xfrm>
        <a:graphic>
          <a:graphicData uri="http://schemas.openxmlformats.org/presentationml/2006/ole">
            <mc:AlternateContent xmlns:mc="http://schemas.openxmlformats.org/markup-compatibility/2006">
              <mc:Choice xmlns:v="urn:schemas-microsoft-com:vml" Requires="v">
                <p:oleObj name="Equation" r:id="rId18" imgW="1701720" imgH="520560" progId="">
                  <p:embed/>
                </p:oleObj>
              </mc:Choice>
              <mc:Fallback>
                <p:oleObj name="Equation" r:id="rId18" imgW="1701720" imgH="520560" progId="">
                  <p:embed/>
                  <p:pic>
                    <p:nvPicPr>
                      <p:cNvPr id="0" name="Object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65400" y="4953000"/>
                        <a:ext cx="17018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9" name="Object 15"/>
          <p:cNvGraphicFramePr>
            <a:graphicFrameLocks noChangeAspect="1"/>
          </p:cNvGraphicFramePr>
          <p:nvPr/>
        </p:nvGraphicFramePr>
        <p:xfrm>
          <a:off x="685800" y="5638800"/>
          <a:ext cx="3416300" cy="520700"/>
        </p:xfrm>
        <a:graphic>
          <a:graphicData uri="http://schemas.openxmlformats.org/presentationml/2006/ole">
            <mc:AlternateContent xmlns:mc="http://schemas.openxmlformats.org/markup-compatibility/2006">
              <mc:Choice xmlns:v="urn:schemas-microsoft-com:vml" Requires="v">
                <p:oleObj name="Equation" r:id="rId20" imgW="3416040" imgH="520560" progId="">
                  <p:embed/>
                </p:oleObj>
              </mc:Choice>
              <mc:Fallback>
                <p:oleObj name="Equation" r:id="rId20" imgW="3416040" imgH="520560" progId="">
                  <p:embed/>
                  <p:pic>
                    <p:nvPicPr>
                      <p:cNvPr id="0" name="Object 1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85800" y="5638800"/>
                        <a:ext cx="34163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80" name="Text Box 16"/>
          <p:cNvSpPr txBox="1">
            <a:spLocks noChangeArrowheads="1"/>
          </p:cNvSpPr>
          <p:nvPr/>
        </p:nvSpPr>
        <p:spPr bwMode="auto">
          <a:xfrm>
            <a:off x="4114800" y="5638800"/>
            <a:ext cx="11430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故得</a:t>
            </a:r>
          </a:p>
        </p:txBody>
      </p:sp>
      <p:graphicFrame>
        <p:nvGraphicFramePr>
          <p:cNvPr id="36881" name="Object 17"/>
          <p:cNvGraphicFramePr>
            <a:graphicFrameLocks noChangeAspect="1"/>
          </p:cNvGraphicFramePr>
          <p:nvPr/>
        </p:nvGraphicFramePr>
        <p:xfrm>
          <a:off x="4889500" y="5321300"/>
          <a:ext cx="1854200" cy="1117600"/>
        </p:xfrm>
        <a:graphic>
          <a:graphicData uri="http://schemas.openxmlformats.org/presentationml/2006/ole">
            <mc:AlternateContent xmlns:mc="http://schemas.openxmlformats.org/markup-compatibility/2006">
              <mc:Choice xmlns:v="urn:schemas-microsoft-com:vml" Requires="v">
                <p:oleObj name="Equation" r:id="rId22" imgW="1854000" imgH="1117440" progId="">
                  <p:embed/>
                </p:oleObj>
              </mc:Choice>
              <mc:Fallback>
                <p:oleObj name="Equation" r:id="rId22" imgW="1854000" imgH="1117440" progId="">
                  <p:embed/>
                  <p:pic>
                    <p:nvPicPr>
                      <p:cNvPr id="0" name="Object 17"/>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4889500" y="5321300"/>
                        <a:ext cx="1854200" cy="111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14" name="Text Box 18"/>
          <p:cNvSpPr txBox="1">
            <a:spLocks noChangeArrowheads="1"/>
          </p:cNvSpPr>
          <p:nvPr/>
        </p:nvSpPr>
        <p:spPr bwMode="auto">
          <a:xfrm>
            <a:off x="4038600" y="395288"/>
            <a:ext cx="19812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的和函数 </a:t>
            </a:r>
            <a:r>
              <a:rPr kumimoji="1" lang="en-US" altLang="zh-CN" sz="2800">
                <a:solidFill>
                  <a:srgbClr val="000000"/>
                </a:solidFill>
                <a:latin typeface="Times New Roman" pitchFamily="18" charset="0"/>
                <a:ea typeface="楷体_GB2312" pitchFamily="49" charset="-122"/>
              </a:rPr>
              <a:t>.</a:t>
            </a:r>
          </a:p>
        </p:txBody>
      </p:sp>
      <p:sp>
        <p:nvSpPr>
          <p:cNvPr id="36883" name="Text Box 19"/>
          <p:cNvSpPr txBox="1">
            <a:spLocks noChangeArrowheads="1"/>
          </p:cNvSpPr>
          <p:nvPr/>
        </p:nvSpPr>
        <p:spPr bwMode="auto">
          <a:xfrm>
            <a:off x="552450" y="4953000"/>
            <a:ext cx="1250950" cy="519113"/>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2800">
                <a:solidFill>
                  <a:srgbClr val="000000"/>
                </a:solidFill>
                <a:latin typeface="Times New Roman" pitchFamily="18" charset="0"/>
                <a:ea typeface="楷体_GB2312" pitchFamily="49" charset="-122"/>
              </a:rPr>
              <a:t>因此得</a:t>
            </a:r>
          </a:p>
        </p:txBody>
      </p:sp>
      <p:sp>
        <p:nvSpPr>
          <p:cNvPr id="36884" name="Text Box 20"/>
          <p:cNvSpPr txBox="1">
            <a:spLocks noChangeArrowheads="1"/>
          </p:cNvSpPr>
          <p:nvPr/>
        </p:nvSpPr>
        <p:spPr bwMode="auto">
          <a:xfrm>
            <a:off x="1219200" y="2057400"/>
            <a:ext cx="539750" cy="519113"/>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2800">
                <a:solidFill>
                  <a:srgbClr val="000000"/>
                </a:solidFill>
                <a:latin typeface="Times New Roman" pitchFamily="18" charset="0"/>
                <a:ea typeface="楷体_GB2312" pitchFamily="49" charset="-122"/>
              </a:rPr>
              <a:t>设</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left)">
                                      <p:cBhvr>
                                        <p:cTn id="7" dur="500"/>
                                        <p:tgtEl>
                                          <p:spTgt spid="368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84">
                                            <p:txEl>
                                              <p:pRg st="0" end="0"/>
                                            </p:txEl>
                                          </p:spTgt>
                                        </p:tgtEl>
                                        <p:attrNameLst>
                                          <p:attrName>style.visibility</p:attrName>
                                        </p:attrNameLst>
                                      </p:cBhvr>
                                      <p:to>
                                        <p:strVal val="visible"/>
                                      </p:to>
                                    </p:set>
                                    <p:animEffect transition="in" filter="wipe(left)">
                                      <p:cBhvr>
                                        <p:cTn id="12" dur="500"/>
                                        <p:tgtEl>
                                          <p:spTgt spid="36884">
                                            <p:txEl>
                                              <p:pRg st="0" end="0"/>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6869"/>
                                        </p:tgtEl>
                                        <p:attrNameLst>
                                          <p:attrName>style.visibility</p:attrName>
                                        </p:attrNameLst>
                                      </p:cBhvr>
                                      <p:to>
                                        <p:strVal val="visible"/>
                                      </p:to>
                                    </p:set>
                                    <p:animEffect transition="in" filter="wipe(left)">
                                      <p:cBhvr>
                                        <p:cTn id="16" dur="500"/>
                                        <p:tgtEl>
                                          <p:spTgt spid="3686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6870"/>
                                        </p:tgtEl>
                                        <p:attrNameLst>
                                          <p:attrName>style.visibility</p:attrName>
                                        </p:attrNameLst>
                                      </p:cBhvr>
                                      <p:to>
                                        <p:strVal val="visible"/>
                                      </p:to>
                                    </p:set>
                                    <p:animEffect transition="in" filter="wipe(left)">
                                      <p:cBhvr>
                                        <p:cTn id="21" dur="500"/>
                                        <p:tgtEl>
                                          <p:spTgt spid="3687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6871"/>
                                        </p:tgtEl>
                                        <p:attrNameLst>
                                          <p:attrName>style.visibility</p:attrName>
                                        </p:attrNameLst>
                                      </p:cBhvr>
                                      <p:to>
                                        <p:strVal val="visible"/>
                                      </p:to>
                                    </p:set>
                                    <p:animEffect transition="in" filter="wipe(left)">
                                      <p:cBhvr>
                                        <p:cTn id="26" dur="500"/>
                                        <p:tgtEl>
                                          <p:spTgt spid="36871"/>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6872"/>
                                        </p:tgtEl>
                                        <p:attrNameLst>
                                          <p:attrName>style.visibility</p:attrName>
                                        </p:attrNameLst>
                                      </p:cBhvr>
                                      <p:to>
                                        <p:strVal val="visible"/>
                                      </p:to>
                                    </p:set>
                                    <p:animEffect transition="in" filter="wipe(left)">
                                      <p:cBhvr>
                                        <p:cTn id="30" dur="500"/>
                                        <p:tgtEl>
                                          <p:spTgt spid="3687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6873"/>
                                        </p:tgtEl>
                                        <p:attrNameLst>
                                          <p:attrName>style.visibility</p:attrName>
                                        </p:attrNameLst>
                                      </p:cBhvr>
                                      <p:to>
                                        <p:strVal val="visible"/>
                                      </p:to>
                                    </p:set>
                                    <p:animEffect transition="in" filter="wipe(left)">
                                      <p:cBhvr>
                                        <p:cTn id="35" dur="500"/>
                                        <p:tgtEl>
                                          <p:spTgt spid="3687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6874"/>
                                        </p:tgtEl>
                                        <p:attrNameLst>
                                          <p:attrName>style.visibility</p:attrName>
                                        </p:attrNameLst>
                                      </p:cBhvr>
                                      <p:to>
                                        <p:strVal val="visible"/>
                                      </p:to>
                                    </p:set>
                                    <p:animEffect transition="in" filter="wipe(left)">
                                      <p:cBhvr>
                                        <p:cTn id="40" dur="500"/>
                                        <p:tgtEl>
                                          <p:spTgt spid="3687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6875"/>
                                        </p:tgtEl>
                                        <p:attrNameLst>
                                          <p:attrName>style.visibility</p:attrName>
                                        </p:attrNameLst>
                                      </p:cBhvr>
                                      <p:to>
                                        <p:strVal val="visible"/>
                                      </p:to>
                                    </p:set>
                                    <p:animEffect transition="in" filter="wipe(left)">
                                      <p:cBhvr>
                                        <p:cTn id="45" dur="500"/>
                                        <p:tgtEl>
                                          <p:spTgt spid="3687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6876"/>
                                        </p:tgtEl>
                                        <p:attrNameLst>
                                          <p:attrName>style.visibility</p:attrName>
                                        </p:attrNameLst>
                                      </p:cBhvr>
                                      <p:to>
                                        <p:strVal val="visible"/>
                                      </p:to>
                                    </p:set>
                                    <p:animEffect transition="in" filter="wipe(left)">
                                      <p:cBhvr>
                                        <p:cTn id="50" dur="500"/>
                                        <p:tgtEl>
                                          <p:spTgt spid="36876"/>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36877"/>
                                        </p:tgtEl>
                                        <p:attrNameLst>
                                          <p:attrName>style.visibility</p:attrName>
                                        </p:attrNameLst>
                                      </p:cBhvr>
                                      <p:to>
                                        <p:strVal val="visible"/>
                                      </p:to>
                                    </p:set>
                                    <p:animEffect transition="in" filter="wipe(left)">
                                      <p:cBhvr>
                                        <p:cTn id="54" dur="500"/>
                                        <p:tgtEl>
                                          <p:spTgt spid="3687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6883">
                                            <p:txEl>
                                              <p:pRg st="0" end="0"/>
                                            </p:txEl>
                                          </p:spTgt>
                                        </p:tgtEl>
                                        <p:attrNameLst>
                                          <p:attrName>style.visibility</p:attrName>
                                        </p:attrNameLst>
                                      </p:cBhvr>
                                      <p:to>
                                        <p:strVal val="visible"/>
                                      </p:to>
                                    </p:set>
                                    <p:animEffect transition="in" filter="wipe(left)">
                                      <p:cBhvr>
                                        <p:cTn id="59" dur="500"/>
                                        <p:tgtEl>
                                          <p:spTgt spid="36883">
                                            <p:txEl>
                                              <p:pRg st="0" end="0"/>
                                            </p:txEl>
                                          </p:spTgt>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36878"/>
                                        </p:tgtEl>
                                        <p:attrNameLst>
                                          <p:attrName>style.visibility</p:attrName>
                                        </p:attrNameLst>
                                      </p:cBhvr>
                                      <p:to>
                                        <p:strVal val="visible"/>
                                      </p:to>
                                    </p:set>
                                    <p:animEffect transition="in" filter="wipe(left)">
                                      <p:cBhvr>
                                        <p:cTn id="63" dur="500"/>
                                        <p:tgtEl>
                                          <p:spTgt spid="3687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36879"/>
                                        </p:tgtEl>
                                        <p:attrNameLst>
                                          <p:attrName>style.visibility</p:attrName>
                                        </p:attrNameLst>
                                      </p:cBhvr>
                                      <p:to>
                                        <p:strVal val="visible"/>
                                      </p:to>
                                    </p:set>
                                    <p:animEffect transition="in" filter="wipe(left)">
                                      <p:cBhvr>
                                        <p:cTn id="68" dur="500"/>
                                        <p:tgtEl>
                                          <p:spTgt spid="3687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36880"/>
                                        </p:tgtEl>
                                        <p:attrNameLst>
                                          <p:attrName>style.visibility</p:attrName>
                                        </p:attrNameLst>
                                      </p:cBhvr>
                                      <p:to>
                                        <p:strVal val="visible"/>
                                      </p:to>
                                    </p:set>
                                    <p:animEffect transition="in" filter="wipe(left)">
                                      <p:cBhvr>
                                        <p:cTn id="73" dur="500"/>
                                        <p:tgtEl>
                                          <p:spTgt spid="36880"/>
                                        </p:tgtEl>
                                      </p:cBhvr>
                                    </p:animEffec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36881"/>
                                        </p:tgtEl>
                                        <p:attrNameLst>
                                          <p:attrName>style.visibility</p:attrName>
                                        </p:attrNameLst>
                                      </p:cBhvr>
                                      <p:to>
                                        <p:strVal val="visible"/>
                                      </p:to>
                                    </p:set>
                                    <p:animEffect transition="in" filter="wipe(left)">
                                      <p:cBhvr>
                                        <p:cTn id="77" dur="500"/>
                                        <p:tgtEl>
                                          <p:spTgt spid="36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utoUpdateAnimBg="0"/>
      <p:bldP spid="36871" grpId="0" autoUpdateAnimBg="0"/>
      <p:bldP spid="36876" grpId="0" autoUpdateAnimBg="0"/>
      <p:bldP spid="36880" grpId="0" autoUpdateAnimBg="0"/>
      <p:bldP spid="36883" grpId="0" build="p" autoUpdateAnimBg="0"/>
      <p:bldP spid="36884"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1" name="Rectangle 2"/>
          <p:cNvSpPr>
            <a:spLocks noGrp="1" noChangeArrowheads="1"/>
          </p:cNvSpPr>
          <p:nvPr>
            <p:ph type="title"/>
          </p:nvPr>
        </p:nvSpPr>
        <p:spPr>
          <a:xfrm>
            <a:off x="609600" y="457200"/>
            <a:ext cx="914400" cy="533400"/>
          </a:xfrm>
        </p:spPr>
        <p:txBody>
          <a:bodyPr/>
          <a:lstStyle/>
          <a:p>
            <a:pPr algn="l" eaLnBrk="1" hangingPunct="1"/>
            <a:r>
              <a:rPr lang="zh-CN" altLang="en-US" sz="2800" b="1">
                <a:ea typeface="楷体_GB2312" pitchFamily="49" charset="-122"/>
              </a:rPr>
              <a:t>例</a:t>
            </a:r>
            <a:r>
              <a:rPr lang="en-US" altLang="zh-CN" sz="2800" b="1">
                <a:ea typeface="楷体_GB2312" pitchFamily="49" charset="-122"/>
              </a:rPr>
              <a:t>4.</a:t>
            </a:r>
            <a:endParaRPr lang="en-US" altLang="zh-CN" sz="2800">
              <a:solidFill>
                <a:schemeClr val="tx1"/>
              </a:solidFill>
              <a:ea typeface="楷体_GB2312" pitchFamily="49" charset="-122"/>
            </a:endParaRPr>
          </a:p>
        </p:txBody>
      </p:sp>
      <p:graphicFrame>
        <p:nvGraphicFramePr>
          <p:cNvPr id="30722" name="Object 3"/>
          <p:cNvGraphicFramePr>
            <a:graphicFrameLocks noChangeAspect="1"/>
          </p:cNvGraphicFramePr>
          <p:nvPr/>
        </p:nvGraphicFramePr>
        <p:xfrm>
          <a:off x="1524000" y="254000"/>
          <a:ext cx="4760913" cy="1041400"/>
        </p:xfrm>
        <a:graphic>
          <a:graphicData uri="http://schemas.openxmlformats.org/presentationml/2006/ole">
            <mc:AlternateContent xmlns:mc="http://schemas.openxmlformats.org/markup-compatibility/2006">
              <mc:Choice xmlns:v="urn:schemas-microsoft-com:vml" Requires="v">
                <p:oleObj name="Equation" r:id="rId2" imgW="4762440" imgH="1041120" progId="">
                  <p:embed/>
                </p:oleObj>
              </mc:Choice>
              <mc:Fallback>
                <p:oleObj name="Equation" r:id="rId2" imgW="4762440" imgH="1041120" progId="">
                  <p:embed/>
                  <p:pic>
                    <p:nvPicPr>
                      <p:cNvPr id="0" name="Object 3"/>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1524000" y="254000"/>
                        <a:ext cx="4760913"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2" name="Text Box 4"/>
          <p:cNvSpPr txBox="1">
            <a:spLocks noChangeArrowheads="1"/>
          </p:cNvSpPr>
          <p:nvPr/>
        </p:nvSpPr>
        <p:spPr bwMode="auto">
          <a:xfrm>
            <a:off x="609600" y="1638300"/>
            <a:ext cx="1600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000000"/>
                </a:solidFill>
                <a:latin typeface="Times New Roman" pitchFamily="18" charset="0"/>
                <a:ea typeface="楷体_GB2312" pitchFamily="49" charset="-122"/>
              </a:rPr>
              <a:t>解</a:t>
            </a:r>
            <a:r>
              <a:rPr kumimoji="1" lang="en-US" altLang="zh-CN" sz="2800" b="1">
                <a:solidFill>
                  <a:srgbClr val="000000"/>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设</a:t>
            </a:r>
          </a:p>
        </p:txBody>
      </p:sp>
      <p:graphicFrame>
        <p:nvGraphicFramePr>
          <p:cNvPr id="37893" name="Object 5"/>
          <p:cNvGraphicFramePr>
            <a:graphicFrameLocks noChangeAspect="1"/>
          </p:cNvGraphicFramePr>
          <p:nvPr/>
        </p:nvGraphicFramePr>
        <p:xfrm>
          <a:off x="1739900" y="1384300"/>
          <a:ext cx="2601913" cy="1054100"/>
        </p:xfrm>
        <a:graphic>
          <a:graphicData uri="http://schemas.openxmlformats.org/presentationml/2006/ole">
            <mc:AlternateContent xmlns:mc="http://schemas.openxmlformats.org/markup-compatibility/2006">
              <mc:Choice xmlns:v="urn:schemas-microsoft-com:vml" Requires="v">
                <p:oleObj name="Equation" r:id="rId4" imgW="2603160" imgH="1054080" progId="">
                  <p:embed/>
                </p:oleObj>
              </mc:Choice>
              <mc:Fallback>
                <p:oleObj name="Equation" r:id="rId4" imgW="2603160" imgH="105408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9900" y="1384300"/>
                        <a:ext cx="2601913"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4" name="Text Box 6"/>
          <p:cNvSpPr txBox="1">
            <a:spLocks noChangeArrowheads="1"/>
          </p:cNvSpPr>
          <p:nvPr/>
        </p:nvSpPr>
        <p:spPr bwMode="auto">
          <a:xfrm>
            <a:off x="6248400" y="1600200"/>
            <a:ext cx="1219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则</a:t>
            </a:r>
          </a:p>
        </p:txBody>
      </p:sp>
      <p:graphicFrame>
        <p:nvGraphicFramePr>
          <p:cNvPr id="37895" name="Object 7"/>
          <p:cNvGraphicFramePr>
            <a:graphicFrameLocks noChangeAspect="1"/>
          </p:cNvGraphicFramePr>
          <p:nvPr/>
        </p:nvGraphicFramePr>
        <p:xfrm>
          <a:off x="4495800" y="1676400"/>
          <a:ext cx="1676400" cy="406400"/>
        </p:xfrm>
        <a:graphic>
          <a:graphicData uri="http://schemas.openxmlformats.org/presentationml/2006/ole">
            <mc:AlternateContent xmlns:mc="http://schemas.openxmlformats.org/markup-compatibility/2006">
              <mc:Choice xmlns:v="urn:schemas-microsoft-com:vml" Requires="v">
                <p:oleObj name="Equation" r:id="rId6" imgW="1676160" imgH="406080" progId="">
                  <p:embed/>
                </p:oleObj>
              </mc:Choice>
              <mc:Fallback>
                <p:oleObj name="Equation" r:id="rId6" imgW="1676160" imgH="406080" progId="">
                  <p:embed/>
                  <p:pic>
                    <p:nvPicPr>
                      <p:cNvPr id="0" name="Object 7"/>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4495800" y="1676400"/>
                        <a:ext cx="1676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6" name="Object 8"/>
          <p:cNvGraphicFramePr>
            <a:graphicFrameLocks noChangeAspect="1"/>
          </p:cNvGraphicFramePr>
          <p:nvPr/>
        </p:nvGraphicFramePr>
        <p:xfrm>
          <a:off x="2425700" y="3810000"/>
          <a:ext cx="1765300" cy="1041400"/>
        </p:xfrm>
        <a:graphic>
          <a:graphicData uri="http://schemas.openxmlformats.org/presentationml/2006/ole">
            <mc:AlternateContent xmlns:mc="http://schemas.openxmlformats.org/markup-compatibility/2006">
              <mc:Choice xmlns:v="urn:schemas-microsoft-com:vml" Requires="v">
                <p:oleObj name="Equation" r:id="rId8" imgW="1765080" imgH="1041120" progId="">
                  <p:embed/>
                </p:oleObj>
              </mc:Choice>
              <mc:Fallback>
                <p:oleObj name="Equation" r:id="rId8" imgW="1765080" imgH="1041120" progId="">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25700" y="3810000"/>
                        <a:ext cx="17653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7" name="Object 9"/>
          <p:cNvGraphicFramePr>
            <a:graphicFrameLocks noChangeAspect="1"/>
          </p:cNvGraphicFramePr>
          <p:nvPr/>
        </p:nvGraphicFramePr>
        <p:xfrm>
          <a:off x="4256088" y="3835400"/>
          <a:ext cx="1916112" cy="1041400"/>
        </p:xfrm>
        <a:graphic>
          <a:graphicData uri="http://schemas.openxmlformats.org/presentationml/2006/ole">
            <mc:AlternateContent xmlns:mc="http://schemas.openxmlformats.org/markup-compatibility/2006">
              <mc:Choice xmlns:v="urn:schemas-microsoft-com:vml" Requires="v">
                <p:oleObj name="Equation" r:id="rId10" imgW="1917360" imgH="1041120" progId="">
                  <p:embed/>
                </p:oleObj>
              </mc:Choice>
              <mc:Fallback>
                <p:oleObj name="Equation" r:id="rId10" imgW="1917360" imgH="1041120" progId="">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56088" y="3835400"/>
                        <a:ext cx="1916112"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8" name="Object 10"/>
          <p:cNvGraphicFramePr>
            <a:graphicFrameLocks noChangeAspect="1"/>
          </p:cNvGraphicFramePr>
          <p:nvPr/>
        </p:nvGraphicFramePr>
        <p:xfrm>
          <a:off x="7353300" y="4165600"/>
          <a:ext cx="1028700" cy="406400"/>
        </p:xfrm>
        <a:graphic>
          <a:graphicData uri="http://schemas.openxmlformats.org/presentationml/2006/ole">
            <mc:AlternateContent xmlns:mc="http://schemas.openxmlformats.org/markup-compatibility/2006">
              <mc:Choice xmlns:v="urn:schemas-microsoft-com:vml" Requires="v">
                <p:oleObj name="Equation" r:id="rId12" imgW="1028520" imgH="406080" progId="">
                  <p:embed/>
                </p:oleObj>
              </mc:Choice>
              <mc:Fallback>
                <p:oleObj name="Equation" r:id="rId12" imgW="1028520" imgH="406080" progId="">
                  <p:embed/>
                  <p:pic>
                    <p:nvPicPr>
                      <p:cNvPr id="0" name="Object 10"/>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7353300" y="4165600"/>
                        <a:ext cx="1028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9" name="Object 11"/>
          <p:cNvGraphicFramePr>
            <a:graphicFrameLocks noChangeAspect="1"/>
          </p:cNvGraphicFramePr>
          <p:nvPr/>
        </p:nvGraphicFramePr>
        <p:xfrm>
          <a:off x="2438400" y="5054600"/>
          <a:ext cx="1485900" cy="1041400"/>
        </p:xfrm>
        <a:graphic>
          <a:graphicData uri="http://schemas.openxmlformats.org/presentationml/2006/ole">
            <mc:AlternateContent xmlns:mc="http://schemas.openxmlformats.org/markup-compatibility/2006">
              <mc:Choice xmlns:v="urn:schemas-microsoft-com:vml" Requires="v">
                <p:oleObj name="Equation" r:id="rId14" imgW="1485720" imgH="1041120" progId="">
                  <p:embed/>
                </p:oleObj>
              </mc:Choice>
              <mc:Fallback>
                <p:oleObj name="Equation" r:id="rId14" imgW="1485720" imgH="1041120" progId="">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38400" y="5054600"/>
                        <a:ext cx="14859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00" name="Object 12"/>
          <p:cNvGraphicFramePr>
            <a:graphicFrameLocks noChangeAspect="1"/>
          </p:cNvGraphicFramePr>
          <p:nvPr/>
        </p:nvGraphicFramePr>
        <p:xfrm>
          <a:off x="4064000" y="5054600"/>
          <a:ext cx="1651000" cy="1041400"/>
        </p:xfrm>
        <a:graphic>
          <a:graphicData uri="http://schemas.openxmlformats.org/presentationml/2006/ole">
            <mc:AlternateContent xmlns:mc="http://schemas.openxmlformats.org/markup-compatibility/2006">
              <mc:Choice xmlns:v="urn:schemas-microsoft-com:vml" Requires="v">
                <p:oleObj name="Equation" r:id="rId16" imgW="1650960" imgH="1041120" progId="">
                  <p:embed/>
                </p:oleObj>
              </mc:Choice>
              <mc:Fallback>
                <p:oleObj name="Equation" r:id="rId16" imgW="1650960" imgH="1041120" progId="">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64000" y="5054600"/>
                        <a:ext cx="16510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01" name="Object 13"/>
          <p:cNvGraphicFramePr>
            <a:graphicFrameLocks noChangeAspect="1"/>
          </p:cNvGraphicFramePr>
          <p:nvPr/>
        </p:nvGraphicFramePr>
        <p:xfrm>
          <a:off x="1651000" y="2667000"/>
          <a:ext cx="4138613" cy="1016000"/>
        </p:xfrm>
        <a:graphic>
          <a:graphicData uri="http://schemas.openxmlformats.org/presentationml/2006/ole">
            <mc:AlternateContent xmlns:mc="http://schemas.openxmlformats.org/markup-compatibility/2006">
              <mc:Choice xmlns:v="urn:schemas-microsoft-com:vml" Requires="v">
                <p:oleObj name="Equation" r:id="rId18" imgW="4140000" imgH="1015920" progId="">
                  <p:embed/>
                </p:oleObj>
              </mc:Choice>
              <mc:Fallback>
                <p:oleObj name="Equation" r:id="rId18" imgW="4140000" imgH="1015920" progId="">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51000" y="2667000"/>
                        <a:ext cx="4138613"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wipe(left)">
                                      <p:cBhvr>
                                        <p:cTn id="7" dur="500"/>
                                        <p:tgtEl>
                                          <p:spTgt spid="3789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7893"/>
                                        </p:tgtEl>
                                        <p:attrNameLst>
                                          <p:attrName>style.visibility</p:attrName>
                                        </p:attrNameLst>
                                      </p:cBhvr>
                                      <p:to>
                                        <p:strVal val="visible"/>
                                      </p:to>
                                    </p:set>
                                    <p:animEffect transition="in" filter="wipe(left)">
                                      <p:cBhvr>
                                        <p:cTn id="11" dur="500"/>
                                        <p:tgtEl>
                                          <p:spTgt spid="3789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7895"/>
                                        </p:tgtEl>
                                        <p:attrNameLst>
                                          <p:attrName>style.visibility</p:attrName>
                                        </p:attrNameLst>
                                      </p:cBhvr>
                                      <p:to>
                                        <p:strVal val="visible"/>
                                      </p:to>
                                    </p:set>
                                    <p:animEffect transition="in" filter="wipe(left)">
                                      <p:cBhvr>
                                        <p:cTn id="15" dur="500"/>
                                        <p:tgtEl>
                                          <p:spTgt spid="3789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7894"/>
                                        </p:tgtEl>
                                        <p:attrNameLst>
                                          <p:attrName>style.visibility</p:attrName>
                                        </p:attrNameLst>
                                      </p:cBhvr>
                                      <p:to>
                                        <p:strVal val="visible"/>
                                      </p:to>
                                    </p:set>
                                    <p:animEffect transition="in" filter="wipe(left)">
                                      <p:cBhvr>
                                        <p:cTn id="19" dur="500"/>
                                        <p:tgtEl>
                                          <p:spTgt spid="3789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7901"/>
                                        </p:tgtEl>
                                        <p:attrNameLst>
                                          <p:attrName>style.visibility</p:attrName>
                                        </p:attrNameLst>
                                      </p:cBhvr>
                                      <p:to>
                                        <p:strVal val="visible"/>
                                      </p:to>
                                    </p:set>
                                    <p:animEffect transition="in" filter="wipe(left)">
                                      <p:cBhvr>
                                        <p:cTn id="24" dur="500"/>
                                        <p:tgtEl>
                                          <p:spTgt spid="3790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7896"/>
                                        </p:tgtEl>
                                        <p:attrNameLst>
                                          <p:attrName>style.visibility</p:attrName>
                                        </p:attrNameLst>
                                      </p:cBhvr>
                                      <p:to>
                                        <p:strVal val="visible"/>
                                      </p:to>
                                    </p:set>
                                    <p:animEffect transition="in" filter="wipe(left)">
                                      <p:cBhvr>
                                        <p:cTn id="29" dur="500"/>
                                        <p:tgtEl>
                                          <p:spTgt spid="3789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7897"/>
                                        </p:tgtEl>
                                        <p:attrNameLst>
                                          <p:attrName>style.visibility</p:attrName>
                                        </p:attrNameLst>
                                      </p:cBhvr>
                                      <p:to>
                                        <p:strVal val="visible"/>
                                      </p:to>
                                    </p:set>
                                    <p:animEffect transition="in" filter="wipe(left)">
                                      <p:cBhvr>
                                        <p:cTn id="34" dur="500"/>
                                        <p:tgtEl>
                                          <p:spTgt spid="3789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7898"/>
                                        </p:tgtEl>
                                        <p:attrNameLst>
                                          <p:attrName>style.visibility</p:attrName>
                                        </p:attrNameLst>
                                      </p:cBhvr>
                                      <p:to>
                                        <p:strVal val="visible"/>
                                      </p:to>
                                    </p:set>
                                    <p:animEffect transition="in" filter="wipe(left)">
                                      <p:cBhvr>
                                        <p:cTn id="39" dur="500"/>
                                        <p:tgtEl>
                                          <p:spTgt spid="3789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7899"/>
                                        </p:tgtEl>
                                        <p:attrNameLst>
                                          <p:attrName>style.visibility</p:attrName>
                                        </p:attrNameLst>
                                      </p:cBhvr>
                                      <p:to>
                                        <p:strVal val="visible"/>
                                      </p:to>
                                    </p:set>
                                    <p:animEffect transition="in" filter="wipe(left)">
                                      <p:cBhvr>
                                        <p:cTn id="44" dur="500"/>
                                        <p:tgtEl>
                                          <p:spTgt spid="3789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7900"/>
                                        </p:tgtEl>
                                        <p:attrNameLst>
                                          <p:attrName>style.visibility</p:attrName>
                                        </p:attrNameLst>
                                      </p:cBhvr>
                                      <p:to>
                                        <p:strVal val="visible"/>
                                      </p:to>
                                    </p:set>
                                    <p:animEffect transition="in" filter="wipe(left)">
                                      <p:cBhvr>
                                        <p:cTn id="49" dur="500"/>
                                        <p:tgtEl>
                                          <p:spTgt spid="37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utoUpdateAnimBg="0"/>
      <p:bldP spid="3789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2"/>
          <p:cNvGraphicFramePr>
            <a:graphicFrameLocks noChangeAspect="1"/>
          </p:cNvGraphicFramePr>
          <p:nvPr/>
        </p:nvGraphicFramePr>
        <p:xfrm>
          <a:off x="1524000" y="1625600"/>
          <a:ext cx="876300" cy="1041400"/>
        </p:xfrm>
        <a:graphic>
          <a:graphicData uri="http://schemas.openxmlformats.org/presentationml/2006/ole">
            <mc:AlternateContent xmlns:mc="http://schemas.openxmlformats.org/markup-compatibility/2006">
              <mc:Choice xmlns:v="urn:schemas-microsoft-com:vml" Requires="v">
                <p:oleObj name="Equation" r:id="rId2" imgW="876240" imgH="1041120" progId="">
                  <p:embed/>
                </p:oleObj>
              </mc:Choice>
              <mc:Fallback>
                <p:oleObj name="Equation" r:id="rId2" imgW="876240" imgH="1041120"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625600"/>
                        <a:ext cx="8763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5" name="Object 3"/>
          <p:cNvGraphicFramePr>
            <a:graphicFrameLocks noChangeAspect="1"/>
          </p:cNvGraphicFramePr>
          <p:nvPr/>
        </p:nvGraphicFramePr>
        <p:xfrm>
          <a:off x="2470150" y="1606550"/>
          <a:ext cx="2146300" cy="1117600"/>
        </p:xfrm>
        <a:graphic>
          <a:graphicData uri="http://schemas.openxmlformats.org/presentationml/2006/ole">
            <mc:AlternateContent xmlns:mc="http://schemas.openxmlformats.org/markup-compatibility/2006">
              <mc:Choice xmlns:v="urn:schemas-microsoft-com:vml" Requires="v">
                <p:oleObj name="Equation" r:id="rId4" imgW="2145960" imgH="1117440" progId="">
                  <p:embed/>
                </p:oleObj>
              </mc:Choice>
              <mc:Fallback>
                <p:oleObj name="Equation" r:id="rId4" imgW="2145960" imgH="111744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0150" y="1606550"/>
                        <a:ext cx="2146300" cy="111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16" name="Text Box 4"/>
          <p:cNvSpPr txBox="1">
            <a:spLocks noChangeArrowheads="1"/>
          </p:cNvSpPr>
          <p:nvPr/>
        </p:nvSpPr>
        <p:spPr bwMode="auto">
          <a:xfrm>
            <a:off x="609600" y="1905000"/>
            <a:ext cx="685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而</a:t>
            </a:r>
          </a:p>
        </p:txBody>
      </p:sp>
      <p:graphicFrame>
        <p:nvGraphicFramePr>
          <p:cNvPr id="38917" name="Object 5"/>
          <p:cNvGraphicFramePr>
            <a:graphicFrameLocks noChangeAspect="1"/>
          </p:cNvGraphicFramePr>
          <p:nvPr/>
        </p:nvGraphicFramePr>
        <p:xfrm>
          <a:off x="4621213" y="1606550"/>
          <a:ext cx="2451100" cy="1117600"/>
        </p:xfrm>
        <a:graphic>
          <a:graphicData uri="http://schemas.openxmlformats.org/presentationml/2006/ole">
            <mc:AlternateContent xmlns:mc="http://schemas.openxmlformats.org/markup-compatibility/2006">
              <mc:Choice xmlns:v="urn:schemas-microsoft-com:vml" Requires="v">
                <p:oleObj name="Equation" r:id="rId6" imgW="2450880" imgH="1117440" progId="">
                  <p:embed/>
                </p:oleObj>
              </mc:Choice>
              <mc:Fallback>
                <p:oleObj name="Equation" r:id="rId6" imgW="2450880" imgH="1117440" progId="">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21213" y="1606550"/>
                        <a:ext cx="2451100" cy="111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8" name="Object 6"/>
          <p:cNvGraphicFramePr>
            <a:graphicFrameLocks noChangeAspect="1"/>
          </p:cNvGraphicFramePr>
          <p:nvPr/>
        </p:nvGraphicFramePr>
        <p:xfrm>
          <a:off x="7162800" y="1606550"/>
          <a:ext cx="1257300" cy="1117600"/>
        </p:xfrm>
        <a:graphic>
          <a:graphicData uri="http://schemas.openxmlformats.org/presentationml/2006/ole">
            <mc:AlternateContent xmlns:mc="http://schemas.openxmlformats.org/markup-compatibility/2006">
              <mc:Choice xmlns:v="urn:schemas-microsoft-com:vml" Requires="v">
                <p:oleObj name="Equation" r:id="rId8" imgW="1257120" imgH="1117440" progId="">
                  <p:embed/>
                </p:oleObj>
              </mc:Choice>
              <mc:Fallback>
                <p:oleObj name="Equation" r:id="rId8" imgW="1257120" imgH="1117440" progId="">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62800" y="1606550"/>
                        <a:ext cx="1257300" cy="111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9" name="Object 7"/>
          <p:cNvGraphicFramePr>
            <a:graphicFrameLocks noChangeAspect="1"/>
          </p:cNvGraphicFramePr>
          <p:nvPr/>
        </p:nvGraphicFramePr>
        <p:xfrm>
          <a:off x="2438400" y="2946400"/>
          <a:ext cx="1752600" cy="406400"/>
        </p:xfrm>
        <a:graphic>
          <a:graphicData uri="http://schemas.openxmlformats.org/presentationml/2006/ole">
            <mc:AlternateContent xmlns:mc="http://schemas.openxmlformats.org/markup-compatibility/2006">
              <mc:Choice xmlns:v="urn:schemas-microsoft-com:vml" Requires="v">
                <p:oleObj name="Equation" r:id="rId10" imgW="1752480" imgH="406080" progId="">
                  <p:embed/>
                </p:oleObj>
              </mc:Choice>
              <mc:Fallback>
                <p:oleObj name="Equation" r:id="rId10" imgW="1752480" imgH="406080" progId="">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38400" y="2946400"/>
                        <a:ext cx="17526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20" name="Object 8"/>
          <p:cNvGraphicFramePr>
            <a:graphicFrameLocks noChangeAspect="1"/>
          </p:cNvGraphicFramePr>
          <p:nvPr/>
        </p:nvGraphicFramePr>
        <p:xfrm>
          <a:off x="850900" y="3556000"/>
          <a:ext cx="4787900" cy="939800"/>
        </p:xfrm>
        <a:graphic>
          <a:graphicData uri="http://schemas.openxmlformats.org/presentationml/2006/ole">
            <mc:AlternateContent xmlns:mc="http://schemas.openxmlformats.org/markup-compatibility/2006">
              <mc:Choice xmlns:v="urn:schemas-microsoft-com:vml" Requires="v">
                <p:oleObj name="Equation" r:id="rId12" imgW="4787640" imgH="939600" progId="">
                  <p:embed/>
                </p:oleObj>
              </mc:Choice>
              <mc:Fallback>
                <p:oleObj name="Equation" r:id="rId12" imgW="4787640" imgH="939600" progId="">
                  <p:embed/>
                  <p:pic>
                    <p:nvPicPr>
                      <p:cNvPr id="0" name="Object 8"/>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850900" y="3556000"/>
                        <a:ext cx="4787900"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21" name="Text Box 9"/>
          <p:cNvSpPr txBox="1">
            <a:spLocks noChangeArrowheads="1"/>
          </p:cNvSpPr>
          <p:nvPr/>
        </p:nvSpPr>
        <p:spPr bwMode="auto">
          <a:xfrm>
            <a:off x="609600" y="4941888"/>
            <a:ext cx="1066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故</a:t>
            </a:r>
          </a:p>
        </p:txBody>
      </p:sp>
      <p:graphicFrame>
        <p:nvGraphicFramePr>
          <p:cNvPr id="38922" name="Object 10"/>
          <p:cNvGraphicFramePr>
            <a:graphicFrameLocks noChangeAspect="1"/>
          </p:cNvGraphicFramePr>
          <p:nvPr/>
        </p:nvGraphicFramePr>
        <p:xfrm>
          <a:off x="1536700" y="4699000"/>
          <a:ext cx="1968500" cy="1016000"/>
        </p:xfrm>
        <a:graphic>
          <a:graphicData uri="http://schemas.openxmlformats.org/presentationml/2006/ole">
            <mc:AlternateContent xmlns:mc="http://schemas.openxmlformats.org/markup-compatibility/2006">
              <mc:Choice xmlns:v="urn:schemas-microsoft-com:vml" Requires="v">
                <p:oleObj name="Equation" r:id="rId14" imgW="1968480" imgH="1015920" progId="">
                  <p:embed/>
                </p:oleObj>
              </mc:Choice>
              <mc:Fallback>
                <p:oleObj name="Equation" r:id="rId14" imgW="1968480" imgH="1015920" progId="">
                  <p:embed/>
                  <p:pic>
                    <p:nvPicPr>
                      <p:cNvPr id="0" name="Object 10"/>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1536700" y="4699000"/>
                        <a:ext cx="19685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3" name="Object 11"/>
          <p:cNvGraphicFramePr>
            <a:graphicFrameLocks noChangeAspect="1"/>
          </p:cNvGraphicFramePr>
          <p:nvPr/>
        </p:nvGraphicFramePr>
        <p:xfrm>
          <a:off x="7315200" y="660400"/>
          <a:ext cx="1028700" cy="406400"/>
        </p:xfrm>
        <a:graphic>
          <a:graphicData uri="http://schemas.openxmlformats.org/presentationml/2006/ole">
            <mc:AlternateContent xmlns:mc="http://schemas.openxmlformats.org/markup-compatibility/2006">
              <mc:Choice xmlns:v="urn:schemas-microsoft-com:vml" Requires="v">
                <p:oleObj name="Equation" r:id="rId16" imgW="1028520" imgH="406080" progId="">
                  <p:embed/>
                </p:oleObj>
              </mc:Choice>
              <mc:Fallback>
                <p:oleObj name="Equation" r:id="rId16" imgW="1028520" imgH="406080" progId="">
                  <p:embed/>
                  <p:pic>
                    <p:nvPicPr>
                      <p:cNvPr id="0" name="Object 11"/>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7315200" y="660400"/>
                        <a:ext cx="1028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4" name="Object 12"/>
          <p:cNvGraphicFramePr>
            <a:graphicFrameLocks noChangeAspect="1"/>
          </p:cNvGraphicFramePr>
          <p:nvPr/>
        </p:nvGraphicFramePr>
        <p:xfrm>
          <a:off x="1441450" y="304800"/>
          <a:ext cx="3556000" cy="1041400"/>
        </p:xfrm>
        <a:graphic>
          <a:graphicData uri="http://schemas.openxmlformats.org/presentationml/2006/ole">
            <mc:AlternateContent xmlns:mc="http://schemas.openxmlformats.org/markup-compatibility/2006">
              <mc:Choice xmlns:v="urn:schemas-microsoft-com:vml" Requires="v">
                <p:oleObj name="Equation" r:id="rId18" imgW="3555720" imgH="1041120" progId="">
                  <p:embed/>
                </p:oleObj>
              </mc:Choice>
              <mc:Fallback>
                <p:oleObj name="Equation" r:id="rId18" imgW="3555720" imgH="1041120" progId="">
                  <p:embed/>
                  <p:pic>
                    <p:nvPicPr>
                      <p:cNvPr id="0" name="Object 12"/>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1441450" y="304800"/>
                        <a:ext cx="35560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25" name="Object 13"/>
          <p:cNvGraphicFramePr>
            <a:graphicFrameLocks noChangeAspect="1"/>
          </p:cNvGraphicFramePr>
          <p:nvPr/>
        </p:nvGraphicFramePr>
        <p:xfrm>
          <a:off x="4968875" y="330200"/>
          <a:ext cx="1993900" cy="1016000"/>
        </p:xfrm>
        <a:graphic>
          <a:graphicData uri="http://schemas.openxmlformats.org/presentationml/2006/ole">
            <mc:AlternateContent xmlns:mc="http://schemas.openxmlformats.org/markup-compatibility/2006">
              <mc:Choice xmlns:v="urn:schemas-microsoft-com:vml" Requires="v">
                <p:oleObj name="Equation" r:id="rId20" imgW="1993680" imgH="1015920" progId="">
                  <p:embed/>
                </p:oleObj>
              </mc:Choice>
              <mc:Fallback>
                <p:oleObj name="Equation" r:id="rId20" imgW="1993680" imgH="1015920" progId="">
                  <p:embed/>
                  <p:pic>
                    <p:nvPicPr>
                      <p:cNvPr id="0" name="Object 1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68875" y="330200"/>
                        <a:ext cx="19939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26" name="Object 14"/>
          <p:cNvGraphicFramePr>
            <a:graphicFrameLocks noChangeAspect="1"/>
          </p:cNvGraphicFramePr>
          <p:nvPr/>
        </p:nvGraphicFramePr>
        <p:xfrm>
          <a:off x="3594100" y="4762500"/>
          <a:ext cx="1130300" cy="850900"/>
        </p:xfrm>
        <a:graphic>
          <a:graphicData uri="http://schemas.openxmlformats.org/presentationml/2006/ole">
            <mc:AlternateContent xmlns:mc="http://schemas.openxmlformats.org/markup-compatibility/2006">
              <mc:Choice xmlns:v="urn:schemas-microsoft-com:vml" Requires="v">
                <p:oleObj name="Equation" r:id="rId22" imgW="1130040" imgH="850680" progId="">
                  <p:embed/>
                </p:oleObj>
              </mc:Choice>
              <mc:Fallback>
                <p:oleObj name="Equation" r:id="rId22" imgW="1130040" imgH="850680" progId="">
                  <p:embed/>
                  <p:pic>
                    <p:nvPicPr>
                      <p:cNvPr id="0" name="Object 1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94100" y="4762500"/>
                        <a:ext cx="11303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27" name="Object 15"/>
          <p:cNvGraphicFramePr>
            <a:graphicFrameLocks noChangeAspect="1"/>
          </p:cNvGraphicFramePr>
          <p:nvPr/>
        </p:nvGraphicFramePr>
        <p:xfrm>
          <a:off x="4800600" y="4752975"/>
          <a:ext cx="1625600" cy="850900"/>
        </p:xfrm>
        <a:graphic>
          <a:graphicData uri="http://schemas.openxmlformats.org/presentationml/2006/ole">
            <mc:AlternateContent xmlns:mc="http://schemas.openxmlformats.org/markup-compatibility/2006">
              <mc:Choice xmlns:v="urn:schemas-microsoft-com:vml" Requires="v">
                <p:oleObj name="Equation" r:id="rId24" imgW="1625400" imgH="850680" progId="">
                  <p:embed/>
                </p:oleObj>
              </mc:Choice>
              <mc:Fallback>
                <p:oleObj name="Equation" r:id="rId24" imgW="1625400" imgH="850680" progId="">
                  <p:embed/>
                  <p:pic>
                    <p:nvPicPr>
                      <p:cNvPr id="0" name="Object 15"/>
                      <p:cNvPicPr>
                        <a:picLocks noChangeAspect="1" noChangeArrowheads="1"/>
                      </p:cNvPicPr>
                      <p:nvPr/>
                    </p:nvPicPr>
                    <p:blipFill>
                      <a:blip r:embed="rId25">
                        <a:grayscl/>
                        <a:biLevel thresh="50000"/>
                        <a:extLst>
                          <a:ext uri="{28A0092B-C50C-407E-A947-70E740481C1C}">
                            <a14:useLocalDpi xmlns:a14="http://schemas.microsoft.com/office/drawing/2010/main" val="0"/>
                          </a:ext>
                        </a:extLst>
                      </a:blip>
                      <a:srcRect/>
                      <a:stretch>
                        <a:fillRect/>
                      </a:stretch>
                    </p:blipFill>
                    <p:spPr bwMode="auto">
                      <a:xfrm>
                        <a:off x="4800600" y="4752975"/>
                        <a:ext cx="1625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28" name="Object 16"/>
          <p:cNvGraphicFramePr>
            <a:graphicFrameLocks noChangeAspect="1"/>
          </p:cNvGraphicFramePr>
          <p:nvPr/>
        </p:nvGraphicFramePr>
        <p:xfrm>
          <a:off x="7277100" y="3860800"/>
          <a:ext cx="1028700" cy="406400"/>
        </p:xfrm>
        <a:graphic>
          <a:graphicData uri="http://schemas.openxmlformats.org/presentationml/2006/ole">
            <mc:AlternateContent xmlns:mc="http://schemas.openxmlformats.org/markup-compatibility/2006">
              <mc:Choice xmlns:v="urn:schemas-microsoft-com:vml" Requires="v">
                <p:oleObj name="Equation" r:id="rId26" imgW="1028520" imgH="406080" progId="">
                  <p:embed/>
                </p:oleObj>
              </mc:Choice>
              <mc:Fallback>
                <p:oleObj name="Equation" r:id="rId26" imgW="1028520" imgH="406080" progId="">
                  <p:embed/>
                  <p:pic>
                    <p:nvPicPr>
                      <p:cNvPr id="0" name="Object 16"/>
                      <p:cNvPicPr>
                        <a:picLocks noChangeAspect="1" noChangeArrowheads="1"/>
                      </p:cNvPicPr>
                      <p:nvPr/>
                    </p:nvPicPr>
                    <p:blipFill>
                      <a:blip r:embed="rId27">
                        <a:grayscl/>
                        <a:biLevel thresh="50000"/>
                        <a:extLst>
                          <a:ext uri="{28A0092B-C50C-407E-A947-70E740481C1C}">
                            <a14:useLocalDpi xmlns:a14="http://schemas.microsoft.com/office/drawing/2010/main" val="0"/>
                          </a:ext>
                        </a:extLst>
                      </a:blip>
                      <a:srcRect/>
                      <a:stretch>
                        <a:fillRect/>
                      </a:stretch>
                    </p:blipFill>
                    <p:spPr bwMode="auto">
                      <a:xfrm>
                        <a:off x="7277100" y="3860800"/>
                        <a:ext cx="1028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29" name="Line 17"/>
          <p:cNvSpPr>
            <a:spLocks noChangeShapeType="1"/>
          </p:cNvSpPr>
          <p:nvPr/>
        </p:nvSpPr>
        <p:spPr bwMode="auto">
          <a:xfrm>
            <a:off x="4038600" y="1371600"/>
            <a:ext cx="762000" cy="0"/>
          </a:xfrm>
          <a:prstGeom prst="line">
            <a:avLst/>
          </a:prstGeom>
          <a:noFill/>
          <a:ln w="9525">
            <a:solidFill>
              <a:schemeClr val="accent2"/>
            </a:solidFill>
            <a:round/>
            <a:headEnd/>
            <a:tailEnd/>
          </a:ln>
        </p:spPr>
        <p:txBody>
          <a:bodyPr/>
          <a:lstStyle/>
          <a:p>
            <a:pPr fontAlgn="base">
              <a:spcBef>
                <a:spcPct val="0"/>
              </a:spcBef>
              <a:spcAft>
                <a:spcPct val="0"/>
              </a:spcAft>
            </a:pPr>
            <a:endParaRPr lang="zh-CN" altLang="en-US">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8925"/>
                                        </p:tgtEl>
                                        <p:attrNameLst>
                                          <p:attrName>style.visibility</p:attrName>
                                        </p:attrNameLst>
                                      </p:cBhvr>
                                      <p:to>
                                        <p:strVal val="visible"/>
                                      </p:to>
                                    </p:set>
                                    <p:animEffect transition="in" filter="wipe(left)">
                                      <p:cBhvr>
                                        <p:cTn id="7" dur="500"/>
                                        <p:tgtEl>
                                          <p:spTgt spid="389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29"/>
                                        </p:tgtEl>
                                        <p:attrNameLst>
                                          <p:attrName>style.visibility</p:attrName>
                                        </p:attrNameLst>
                                      </p:cBhvr>
                                      <p:to>
                                        <p:strVal val="visible"/>
                                      </p:to>
                                    </p:set>
                                    <p:animEffect transition="in" filter="wipe(left)">
                                      <p:cBhvr>
                                        <p:cTn id="12" dur="500"/>
                                        <p:tgtEl>
                                          <p:spTgt spid="389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6"/>
                                        </p:tgtEl>
                                        <p:attrNameLst>
                                          <p:attrName>style.visibility</p:attrName>
                                        </p:attrNameLst>
                                      </p:cBhvr>
                                      <p:to>
                                        <p:strVal val="visible"/>
                                      </p:to>
                                    </p:set>
                                    <p:animEffect transition="in" filter="wipe(left)">
                                      <p:cBhvr>
                                        <p:cTn id="17" dur="500"/>
                                        <p:tgtEl>
                                          <p:spTgt spid="38916"/>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8914"/>
                                        </p:tgtEl>
                                        <p:attrNameLst>
                                          <p:attrName>style.visibility</p:attrName>
                                        </p:attrNameLst>
                                      </p:cBhvr>
                                      <p:to>
                                        <p:strVal val="visible"/>
                                      </p:to>
                                    </p:set>
                                    <p:animEffect transition="in" filter="wipe(left)">
                                      <p:cBhvr>
                                        <p:cTn id="21" dur="500"/>
                                        <p:tgtEl>
                                          <p:spTgt spid="3891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8915"/>
                                        </p:tgtEl>
                                        <p:attrNameLst>
                                          <p:attrName>style.visibility</p:attrName>
                                        </p:attrNameLst>
                                      </p:cBhvr>
                                      <p:to>
                                        <p:strVal val="visible"/>
                                      </p:to>
                                    </p:set>
                                    <p:animEffect transition="in" filter="wipe(left)">
                                      <p:cBhvr>
                                        <p:cTn id="26" dur="500"/>
                                        <p:tgtEl>
                                          <p:spTgt spid="3891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8917"/>
                                        </p:tgtEl>
                                        <p:attrNameLst>
                                          <p:attrName>style.visibility</p:attrName>
                                        </p:attrNameLst>
                                      </p:cBhvr>
                                      <p:to>
                                        <p:strVal val="visible"/>
                                      </p:to>
                                    </p:set>
                                    <p:animEffect transition="in" filter="wipe(left)">
                                      <p:cBhvr>
                                        <p:cTn id="31" dur="500"/>
                                        <p:tgtEl>
                                          <p:spTgt spid="3891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8918"/>
                                        </p:tgtEl>
                                        <p:attrNameLst>
                                          <p:attrName>style.visibility</p:attrName>
                                        </p:attrNameLst>
                                      </p:cBhvr>
                                      <p:to>
                                        <p:strVal val="visible"/>
                                      </p:to>
                                    </p:set>
                                    <p:animEffect transition="in" filter="wipe(left)">
                                      <p:cBhvr>
                                        <p:cTn id="36" dur="500"/>
                                        <p:tgtEl>
                                          <p:spTgt spid="389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8919"/>
                                        </p:tgtEl>
                                        <p:attrNameLst>
                                          <p:attrName>style.visibility</p:attrName>
                                        </p:attrNameLst>
                                      </p:cBhvr>
                                      <p:to>
                                        <p:strVal val="visible"/>
                                      </p:to>
                                    </p:set>
                                    <p:animEffect transition="in" filter="wipe(left)">
                                      <p:cBhvr>
                                        <p:cTn id="41" dur="500"/>
                                        <p:tgtEl>
                                          <p:spTgt spid="3891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8920"/>
                                        </p:tgtEl>
                                        <p:attrNameLst>
                                          <p:attrName>style.visibility</p:attrName>
                                        </p:attrNameLst>
                                      </p:cBhvr>
                                      <p:to>
                                        <p:strVal val="visible"/>
                                      </p:to>
                                    </p:set>
                                    <p:animEffect transition="in" filter="wipe(left)">
                                      <p:cBhvr>
                                        <p:cTn id="46" dur="500"/>
                                        <p:tgtEl>
                                          <p:spTgt spid="38920"/>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38928"/>
                                        </p:tgtEl>
                                        <p:attrNameLst>
                                          <p:attrName>style.visibility</p:attrName>
                                        </p:attrNameLst>
                                      </p:cBhvr>
                                      <p:to>
                                        <p:strVal val="visible"/>
                                      </p:to>
                                    </p:set>
                                    <p:animEffect transition="in" filter="wipe(left)">
                                      <p:cBhvr>
                                        <p:cTn id="50" dur="500"/>
                                        <p:tgtEl>
                                          <p:spTgt spid="3892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8921"/>
                                        </p:tgtEl>
                                        <p:attrNameLst>
                                          <p:attrName>style.visibility</p:attrName>
                                        </p:attrNameLst>
                                      </p:cBhvr>
                                      <p:to>
                                        <p:strVal val="visible"/>
                                      </p:to>
                                    </p:set>
                                    <p:animEffect transition="in" filter="wipe(left)">
                                      <p:cBhvr>
                                        <p:cTn id="55" dur="500"/>
                                        <p:tgtEl>
                                          <p:spTgt spid="38921"/>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38922"/>
                                        </p:tgtEl>
                                        <p:attrNameLst>
                                          <p:attrName>style.visibility</p:attrName>
                                        </p:attrNameLst>
                                      </p:cBhvr>
                                      <p:to>
                                        <p:strVal val="visible"/>
                                      </p:to>
                                    </p:set>
                                    <p:animEffect transition="in" filter="wipe(left)">
                                      <p:cBhvr>
                                        <p:cTn id="59" dur="500"/>
                                        <p:tgtEl>
                                          <p:spTgt spid="3892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38926"/>
                                        </p:tgtEl>
                                        <p:attrNameLst>
                                          <p:attrName>style.visibility</p:attrName>
                                        </p:attrNameLst>
                                      </p:cBhvr>
                                      <p:to>
                                        <p:strVal val="visible"/>
                                      </p:to>
                                    </p:set>
                                    <p:animEffect transition="in" filter="wipe(left)">
                                      <p:cBhvr>
                                        <p:cTn id="64" dur="500"/>
                                        <p:tgtEl>
                                          <p:spTgt spid="3892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38927"/>
                                        </p:tgtEl>
                                        <p:attrNameLst>
                                          <p:attrName>style.visibility</p:attrName>
                                        </p:attrNameLst>
                                      </p:cBhvr>
                                      <p:to>
                                        <p:strVal val="visible"/>
                                      </p:to>
                                    </p:set>
                                    <p:animEffect transition="in" filter="wipe(left)">
                                      <p:cBhvr>
                                        <p:cTn id="69" dur="500"/>
                                        <p:tgtEl>
                                          <p:spTgt spid="38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autoUpdateAnimBg="0"/>
      <p:bldP spid="38921" grpId="0" autoUpdateAnimBg="0"/>
      <p:bldP spid="389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idx="4294967295"/>
          </p:nvPr>
        </p:nvSpPr>
        <p:spPr>
          <a:xfrm>
            <a:off x="0" y="0"/>
            <a:ext cx="1981200" cy="609600"/>
          </a:xfrm>
          <a:noFill/>
          <a:ln>
            <a:solidFill>
              <a:schemeClr val="accent2"/>
            </a:solidFill>
          </a:ln>
        </p:spPr>
        <p:txBody>
          <a:bodyPr/>
          <a:lstStyle/>
          <a:p>
            <a:pPr eaLnBrk="1" hangingPunct="1"/>
            <a:r>
              <a:rPr lang="zh-CN" altLang="en-US" sz="3200" b="1">
                <a:ea typeface="楷体_GB2312" pitchFamily="49" charset="-122"/>
              </a:rPr>
              <a:t>内容小结</a:t>
            </a:r>
          </a:p>
        </p:txBody>
      </p:sp>
      <p:sp>
        <p:nvSpPr>
          <p:cNvPr id="39939" name="Text Box 3"/>
          <p:cNvSpPr txBox="1">
            <a:spLocks noChangeArrowheads="1"/>
          </p:cNvSpPr>
          <p:nvPr/>
        </p:nvSpPr>
        <p:spPr bwMode="auto">
          <a:xfrm>
            <a:off x="2195513" y="0"/>
            <a:ext cx="4267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1. </a:t>
            </a:r>
            <a:r>
              <a:rPr kumimoji="1" lang="zh-CN" altLang="en-US" sz="2800">
                <a:solidFill>
                  <a:srgbClr val="000000"/>
                </a:solidFill>
                <a:latin typeface="Times New Roman" pitchFamily="18" charset="0"/>
                <a:ea typeface="楷体_GB2312" pitchFamily="49" charset="-122"/>
              </a:rPr>
              <a:t>求幂级数收敛域的方法</a:t>
            </a:r>
          </a:p>
        </p:txBody>
      </p:sp>
      <p:sp>
        <p:nvSpPr>
          <p:cNvPr id="39940" name="Text Box 4"/>
          <p:cNvSpPr txBox="1">
            <a:spLocks noChangeArrowheads="1"/>
          </p:cNvSpPr>
          <p:nvPr/>
        </p:nvSpPr>
        <p:spPr bwMode="auto">
          <a:xfrm>
            <a:off x="685800" y="685800"/>
            <a:ext cx="3124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1) </a:t>
            </a:r>
            <a:r>
              <a:rPr kumimoji="1" lang="zh-CN" altLang="en-US" sz="2800">
                <a:solidFill>
                  <a:srgbClr val="000000"/>
                </a:solidFill>
                <a:latin typeface="Times New Roman" pitchFamily="18" charset="0"/>
                <a:ea typeface="楷体_GB2312" pitchFamily="49" charset="-122"/>
              </a:rPr>
              <a:t>对标准型幂级数</a:t>
            </a:r>
          </a:p>
        </p:txBody>
      </p:sp>
      <p:sp>
        <p:nvSpPr>
          <p:cNvPr id="39941" name="Text Box 5"/>
          <p:cNvSpPr txBox="1">
            <a:spLocks noChangeArrowheads="1"/>
          </p:cNvSpPr>
          <p:nvPr/>
        </p:nvSpPr>
        <p:spPr bwMode="auto">
          <a:xfrm>
            <a:off x="1838325" y="1406525"/>
            <a:ext cx="60960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先求收敛半径 </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再讨论端点的收敛性 </a:t>
            </a:r>
            <a:r>
              <a:rPr kumimoji="1" lang="en-US" altLang="zh-CN" sz="2800">
                <a:solidFill>
                  <a:srgbClr val="000000"/>
                </a:solidFill>
                <a:latin typeface="Times New Roman" pitchFamily="18" charset="0"/>
                <a:ea typeface="楷体_GB2312" pitchFamily="49" charset="-122"/>
              </a:rPr>
              <a:t>.</a:t>
            </a:r>
          </a:p>
        </p:txBody>
      </p:sp>
      <p:sp>
        <p:nvSpPr>
          <p:cNvPr id="39942" name="Text Box 6"/>
          <p:cNvSpPr txBox="1">
            <a:spLocks noChangeArrowheads="1"/>
          </p:cNvSpPr>
          <p:nvPr/>
        </p:nvSpPr>
        <p:spPr bwMode="auto">
          <a:xfrm>
            <a:off x="757238" y="1838325"/>
            <a:ext cx="72390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2) </a:t>
            </a:r>
            <a:r>
              <a:rPr kumimoji="1" lang="zh-CN" altLang="en-US" sz="2800">
                <a:solidFill>
                  <a:srgbClr val="000000"/>
                </a:solidFill>
                <a:latin typeface="Times New Roman" pitchFamily="18" charset="0"/>
                <a:ea typeface="楷体_GB2312" pitchFamily="49" charset="-122"/>
              </a:rPr>
              <a:t>对非标准型幂级数</a:t>
            </a:r>
            <a:r>
              <a:rPr kumimoji="1" lang="en-US" altLang="zh-CN" sz="2800">
                <a:solidFill>
                  <a:srgbClr val="000000"/>
                </a:solidFill>
                <a:latin typeface="Times New Roman" pitchFamily="18" charset="0"/>
                <a:ea typeface="楷体_GB2312" pitchFamily="49" charset="-122"/>
              </a:rPr>
              <a:t>(</a:t>
            </a:r>
            <a:r>
              <a:rPr kumimoji="1" lang="zh-CN" altLang="en-US" sz="2800">
                <a:solidFill>
                  <a:srgbClr val="000000"/>
                </a:solidFill>
                <a:latin typeface="Times New Roman" pitchFamily="18" charset="0"/>
                <a:ea typeface="楷体_GB2312" pitchFamily="49" charset="-122"/>
              </a:rPr>
              <a:t>缺项或通项为复合式</a:t>
            </a:r>
            <a:r>
              <a:rPr kumimoji="1" lang="en-US" altLang="zh-CN" sz="2800">
                <a:solidFill>
                  <a:srgbClr val="000000"/>
                </a:solidFill>
                <a:latin typeface="Times New Roman" pitchFamily="18" charset="0"/>
                <a:ea typeface="楷体_GB2312" pitchFamily="49" charset="-122"/>
              </a:rPr>
              <a:t>)</a:t>
            </a:r>
          </a:p>
        </p:txBody>
      </p:sp>
      <p:sp>
        <p:nvSpPr>
          <p:cNvPr id="39943" name="Text Box 7"/>
          <p:cNvSpPr txBox="1">
            <a:spLocks noChangeArrowheads="1"/>
          </p:cNvSpPr>
          <p:nvPr/>
        </p:nvSpPr>
        <p:spPr bwMode="auto">
          <a:xfrm>
            <a:off x="1477963" y="2343150"/>
            <a:ext cx="6324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求收敛半径时直接用</a:t>
            </a:r>
            <a:r>
              <a:rPr kumimoji="1" lang="zh-CN" altLang="en-US" sz="2800">
                <a:solidFill>
                  <a:srgbClr val="CC0000"/>
                </a:solidFill>
                <a:latin typeface="Times New Roman" pitchFamily="18" charset="0"/>
                <a:ea typeface="楷体_GB2312" pitchFamily="49" charset="-122"/>
              </a:rPr>
              <a:t>比值法</a:t>
            </a:r>
            <a:r>
              <a:rPr kumimoji="1" lang="zh-CN" altLang="en-US" sz="2800">
                <a:solidFill>
                  <a:srgbClr val="000000"/>
                </a:solidFill>
                <a:latin typeface="Times New Roman" pitchFamily="18" charset="0"/>
                <a:ea typeface="楷体_GB2312" pitchFamily="49" charset="-122"/>
              </a:rPr>
              <a:t>或</a:t>
            </a:r>
            <a:r>
              <a:rPr kumimoji="1" lang="zh-CN" altLang="en-US" sz="2800">
                <a:solidFill>
                  <a:srgbClr val="CC0000"/>
                </a:solidFill>
                <a:latin typeface="Times New Roman" pitchFamily="18" charset="0"/>
                <a:ea typeface="楷体_GB2312" pitchFamily="49" charset="-122"/>
              </a:rPr>
              <a:t>根值法</a:t>
            </a:r>
            <a:r>
              <a:rPr kumimoji="1" lang="en-US" altLang="zh-CN" sz="2800">
                <a:solidFill>
                  <a:srgbClr val="000000"/>
                </a:solidFill>
                <a:latin typeface="Times New Roman" pitchFamily="18" charset="0"/>
                <a:ea typeface="楷体_GB2312" pitchFamily="49" charset="-122"/>
              </a:rPr>
              <a:t>,</a:t>
            </a:r>
          </a:p>
        </p:txBody>
      </p:sp>
      <p:sp>
        <p:nvSpPr>
          <p:cNvPr id="39944" name="Text Box 8"/>
          <p:cNvSpPr txBox="1">
            <a:spLocks noChangeArrowheads="1"/>
          </p:cNvSpPr>
          <p:nvPr/>
        </p:nvSpPr>
        <p:spPr bwMode="auto">
          <a:xfrm>
            <a:off x="0" y="3213100"/>
            <a:ext cx="3505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2. </a:t>
            </a:r>
            <a:r>
              <a:rPr kumimoji="1" lang="zh-CN" altLang="en-US" sz="2800">
                <a:solidFill>
                  <a:srgbClr val="000000"/>
                </a:solidFill>
                <a:latin typeface="Times New Roman" pitchFamily="18" charset="0"/>
                <a:ea typeface="楷体_GB2312" pitchFamily="49" charset="-122"/>
              </a:rPr>
              <a:t>幂级数的性质</a:t>
            </a:r>
          </a:p>
        </p:txBody>
      </p:sp>
      <p:sp>
        <p:nvSpPr>
          <p:cNvPr id="39945" name="Text Box 9"/>
          <p:cNvSpPr txBox="1">
            <a:spLocks noChangeArrowheads="1"/>
          </p:cNvSpPr>
          <p:nvPr/>
        </p:nvSpPr>
        <p:spPr bwMode="auto">
          <a:xfrm>
            <a:off x="755650" y="3716338"/>
            <a:ext cx="7924800" cy="519112"/>
          </a:xfrm>
          <a:prstGeom prst="rect">
            <a:avLst/>
          </a:prstGeom>
          <a:noFill/>
          <a:ln w="9525">
            <a:noFill/>
            <a:miter lim="800000"/>
            <a:headEnd/>
            <a:tailEnd/>
          </a:ln>
        </p:spPr>
        <p:txBody>
          <a:bodyPr>
            <a:spAutoFit/>
          </a:bodyPr>
          <a:lstStyle/>
          <a:p>
            <a:pPr marL="457200" indent="-457200" fontAlgn="base">
              <a:spcBef>
                <a:spcPct val="50000"/>
              </a:spcBef>
              <a:spcAft>
                <a:spcPct val="0"/>
              </a:spcAft>
              <a:buFontTx/>
              <a:buAutoNum type="arabicParenR"/>
            </a:pPr>
            <a:r>
              <a:rPr kumimoji="1" lang="zh-CN" altLang="en-US" sz="2800">
                <a:solidFill>
                  <a:srgbClr val="000000"/>
                </a:solidFill>
                <a:latin typeface="Times New Roman" pitchFamily="18" charset="0"/>
                <a:ea typeface="楷体_GB2312" pitchFamily="49" charset="-122"/>
              </a:rPr>
              <a:t>两个幂级数在公共收敛区间内可进行加、减与</a:t>
            </a:r>
          </a:p>
        </p:txBody>
      </p:sp>
      <p:graphicFrame>
        <p:nvGraphicFramePr>
          <p:cNvPr id="39946" name="Object 10"/>
          <p:cNvGraphicFramePr>
            <a:graphicFrameLocks noChangeAspect="1"/>
          </p:cNvGraphicFramePr>
          <p:nvPr/>
        </p:nvGraphicFramePr>
        <p:xfrm>
          <a:off x="3708400" y="404813"/>
          <a:ext cx="2476500" cy="1028700"/>
        </p:xfrm>
        <a:graphic>
          <a:graphicData uri="http://schemas.openxmlformats.org/presentationml/2006/ole">
            <mc:AlternateContent xmlns:mc="http://schemas.openxmlformats.org/markup-compatibility/2006">
              <mc:Choice xmlns:v="urn:schemas-microsoft-com:vml" Requires="v">
                <p:oleObj name="Equation" r:id="rId2" imgW="2476440" imgH="1028520" progId="">
                  <p:embed/>
                </p:oleObj>
              </mc:Choice>
              <mc:Fallback>
                <p:oleObj name="Equation" r:id="rId2" imgW="2476440" imgH="1028520" progId="">
                  <p:embed/>
                  <p:pic>
                    <p:nvPicPr>
                      <p:cNvPr id="0" name="Object 10"/>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3708400" y="404813"/>
                        <a:ext cx="2476500"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7" name="Text Box 11"/>
          <p:cNvSpPr txBox="1">
            <a:spLocks noChangeArrowheads="1"/>
          </p:cNvSpPr>
          <p:nvPr/>
        </p:nvSpPr>
        <p:spPr bwMode="auto">
          <a:xfrm>
            <a:off x="1549400" y="2846388"/>
            <a:ext cx="4984750" cy="519112"/>
          </a:xfrm>
          <a:prstGeom prst="rect">
            <a:avLst/>
          </a:prstGeom>
          <a:noFill/>
          <a:ln w="9525">
            <a:noFill/>
            <a:miter lim="800000"/>
            <a:headEnd/>
            <a:tailEnd/>
          </a:ln>
        </p:spPr>
        <p:txBody>
          <a:bodyPr wrap="none">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也可通过</a:t>
            </a:r>
            <a:r>
              <a:rPr kumimoji="1" lang="zh-CN" altLang="en-US" sz="2800">
                <a:solidFill>
                  <a:srgbClr val="CC0000"/>
                </a:solidFill>
                <a:latin typeface="Times New Roman" pitchFamily="18" charset="0"/>
                <a:ea typeface="楷体_GB2312" pitchFamily="49" charset="-122"/>
              </a:rPr>
              <a:t>换元</a:t>
            </a:r>
            <a:r>
              <a:rPr kumimoji="1" lang="zh-CN" altLang="en-US" sz="2800">
                <a:solidFill>
                  <a:srgbClr val="000000"/>
                </a:solidFill>
                <a:latin typeface="Times New Roman" pitchFamily="18" charset="0"/>
                <a:ea typeface="楷体_GB2312" pitchFamily="49" charset="-122"/>
              </a:rPr>
              <a:t>化为标准型再求 </a:t>
            </a:r>
            <a:r>
              <a:rPr kumimoji="1" lang="en-US" altLang="zh-CN" sz="2800">
                <a:solidFill>
                  <a:srgbClr val="000000"/>
                </a:solidFill>
                <a:latin typeface="Times New Roman" pitchFamily="18" charset="0"/>
                <a:ea typeface="楷体_GB2312" pitchFamily="49" charset="-122"/>
              </a:rPr>
              <a:t>.</a:t>
            </a:r>
          </a:p>
        </p:txBody>
      </p:sp>
      <p:sp>
        <p:nvSpPr>
          <p:cNvPr id="39948" name="Text Box 12"/>
          <p:cNvSpPr txBox="1">
            <a:spLocks noChangeArrowheads="1"/>
          </p:cNvSpPr>
          <p:nvPr/>
        </p:nvSpPr>
        <p:spPr bwMode="auto">
          <a:xfrm>
            <a:off x="1258888" y="4221163"/>
            <a:ext cx="1784350" cy="519112"/>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2800">
                <a:solidFill>
                  <a:srgbClr val="000000"/>
                </a:solidFill>
                <a:latin typeface="Times New Roman" pitchFamily="18" charset="0"/>
                <a:ea typeface="楷体_GB2312" pitchFamily="49" charset="-122"/>
              </a:rPr>
              <a:t>乘法运算</a:t>
            </a:r>
            <a:r>
              <a:rPr kumimoji="1" lang="en-US" altLang="zh-CN" sz="2800">
                <a:solidFill>
                  <a:srgbClr val="000000"/>
                </a:solidFill>
                <a:latin typeface="Times New Roman" pitchFamily="18" charset="0"/>
                <a:ea typeface="楷体_GB2312" pitchFamily="49" charset="-122"/>
              </a:rPr>
              <a:t>. </a:t>
            </a:r>
          </a:p>
        </p:txBody>
      </p:sp>
      <p:sp>
        <p:nvSpPr>
          <p:cNvPr id="39949" name="Text Box 13"/>
          <p:cNvSpPr txBox="1">
            <a:spLocks noChangeArrowheads="1"/>
          </p:cNvSpPr>
          <p:nvPr/>
        </p:nvSpPr>
        <p:spPr bwMode="auto">
          <a:xfrm>
            <a:off x="762000" y="4876800"/>
            <a:ext cx="62484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2) </a:t>
            </a:r>
            <a:r>
              <a:rPr kumimoji="1" lang="zh-CN" altLang="en-US" sz="2800">
                <a:solidFill>
                  <a:srgbClr val="000000"/>
                </a:solidFill>
                <a:latin typeface="Times New Roman" pitchFamily="18" charset="0"/>
                <a:ea typeface="楷体_GB2312" pitchFamily="49" charset="-122"/>
              </a:rPr>
              <a:t>在收敛区间内幂级数的和函数连续</a:t>
            </a:r>
            <a:r>
              <a:rPr kumimoji="1" lang="en-US" altLang="zh-CN" sz="2800">
                <a:solidFill>
                  <a:srgbClr val="000000"/>
                </a:solidFill>
                <a:latin typeface="Times New Roman" pitchFamily="18" charset="0"/>
                <a:ea typeface="楷体_GB2312" pitchFamily="49" charset="-122"/>
              </a:rPr>
              <a:t>;</a:t>
            </a:r>
          </a:p>
        </p:txBody>
      </p:sp>
      <p:sp>
        <p:nvSpPr>
          <p:cNvPr id="39950" name="Text Box 14"/>
          <p:cNvSpPr txBox="1">
            <a:spLocks noChangeArrowheads="1"/>
          </p:cNvSpPr>
          <p:nvPr/>
        </p:nvSpPr>
        <p:spPr bwMode="auto">
          <a:xfrm>
            <a:off x="762000" y="5497513"/>
            <a:ext cx="7467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3) </a:t>
            </a:r>
            <a:r>
              <a:rPr kumimoji="1" lang="zh-CN" altLang="en-US" sz="2800">
                <a:solidFill>
                  <a:srgbClr val="000000"/>
                </a:solidFill>
                <a:latin typeface="Times New Roman" pitchFamily="18" charset="0"/>
                <a:ea typeface="楷体_GB2312" pitchFamily="49" charset="-122"/>
              </a:rPr>
              <a:t>幂级数在收敛区间内可逐项求导和求积分</a:t>
            </a:r>
            <a:r>
              <a:rPr kumimoji="1" lang="en-US" altLang="zh-CN" sz="2800">
                <a:solidFill>
                  <a:srgbClr val="000000"/>
                </a:solidFill>
                <a:latin typeface="Times New Roman" pitchFamily="18" charset="0"/>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wipe(left)">
                                      <p:cBhvr>
                                        <p:cTn id="7" dur="500"/>
                                        <p:tgtEl>
                                          <p:spTgt spid="399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940"/>
                                        </p:tgtEl>
                                        <p:attrNameLst>
                                          <p:attrName>style.visibility</p:attrName>
                                        </p:attrNameLst>
                                      </p:cBhvr>
                                      <p:to>
                                        <p:strVal val="visible"/>
                                      </p:to>
                                    </p:set>
                                    <p:animEffect transition="in" filter="wipe(left)">
                                      <p:cBhvr>
                                        <p:cTn id="12" dur="500"/>
                                        <p:tgtEl>
                                          <p:spTgt spid="39940"/>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9946"/>
                                        </p:tgtEl>
                                        <p:attrNameLst>
                                          <p:attrName>style.visibility</p:attrName>
                                        </p:attrNameLst>
                                      </p:cBhvr>
                                      <p:to>
                                        <p:strVal val="visible"/>
                                      </p:to>
                                    </p:set>
                                    <p:animEffect transition="in" filter="wipe(left)">
                                      <p:cBhvr>
                                        <p:cTn id="16" dur="500"/>
                                        <p:tgtEl>
                                          <p:spTgt spid="3994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9941"/>
                                        </p:tgtEl>
                                        <p:attrNameLst>
                                          <p:attrName>style.visibility</p:attrName>
                                        </p:attrNameLst>
                                      </p:cBhvr>
                                      <p:to>
                                        <p:strVal val="visible"/>
                                      </p:to>
                                    </p:set>
                                    <p:animEffect transition="in" filter="wipe(left)">
                                      <p:cBhvr>
                                        <p:cTn id="21" dur="500"/>
                                        <p:tgtEl>
                                          <p:spTgt spid="3994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9942"/>
                                        </p:tgtEl>
                                        <p:attrNameLst>
                                          <p:attrName>style.visibility</p:attrName>
                                        </p:attrNameLst>
                                      </p:cBhvr>
                                      <p:to>
                                        <p:strVal val="visible"/>
                                      </p:to>
                                    </p:set>
                                    <p:animEffect transition="in" filter="wipe(left)">
                                      <p:cBhvr>
                                        <p:cTn id="26" dur="500"/>
                                        <p:tgtEl>
                                          <p:spTgt spid="3994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9943"/>
                                        </p:tgtEl>
                                        <p:attrNameLst>
                                          <p:attrName>style.visibility</p:attrName>
                                        </p:attrNameLst>
                                      </p:cBhvr>
                                      <p:to>
                                        <p:strVal val="visible"/>
                                      </p:to>
                                    </p:set>
                                    <p:animEffect transition="in" filter="wipe(left)">
                                      <p:cBhvr>
                                        <p:cTn id="31" dur="500"/>
                                        <p:tgtEl>
                                          <p:spTgt spid="3994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9947">
                                            <p:txEl>
                                              <p:pRg st="0" end="0"/>
                                            </p:txEl>
                                          </p:spTgt>
                                        </p:tgtEl>
                                        <p:attrNameLst>
                                          <p:attrName>style.visibility</p:attrName>
                                        </p:attrNameLst>
                                      </p:cBhvr>
                                      <p:to>
                                        <p:strVal val="visible"/>
                                      </p:to>
                                    </p:set>
                                    <p:animEffect transition="in" filter="wipe(left)">
                                      <p:cBhvr>
                                        <p:cTn id="36" dur="500"/>
                                        <p:tgtEl>
                                          <p:spTgt spid="39947">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9944"/>
                                        </p:tgtEl>
                                        <p:attrNameLst>
                                          <p:attrName>style.visibility</p:attrName>
                                        </p:attrNameLst>
                                      </p:cBhvr>
                                      <p:to>
                                        <p:strVal val="visible"/>
                                      </p:to>
                                    </p:set>
                                    <p:animEffect transition="in" filter="wipe(left)">
                                      <p:cBhvr>
                                        <p:cTn id="41" dur="500"/>
                                        <p:tgtEl>
                                          <p:spTgt spid="3994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9945"/>
                                        </p:tgtEl>
                                        <p:attrNameLst>
                                          <p:attrName>style.visibility</p:attrName>
                                        </p:attrNameLst>
                                      </p:cBhvr>
                                      <p:to>
                                        <p:strVal val="visible"/>
                                      </p:to>
                                    </p:set>
                                    <p:animEffect transition="in" filter="wipe(left)">
                                      <p:cBhvr>
                                        <p:cTn id="46" dur="500"/>
                                        <p:tgtEl>
                                          <p:spTgt spid="39945"/>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39948">
                                            <p:txEl>
                                              <p:pRg st="0" end="0"/>
                                            </p:txEl>
                                          </p:spTgt>
                                        </p:tgtEl>
                                        <p:attrNameLst>
                                          <p:attrName>style.visibility</p:attrName>
                                        </p:attrNameLst>
                                      </p:cBhvr>
                                      <p:to>
                                        <p:strVal val="visible"/>
                                      </p:to>
                                    </p:set>
                                    <p:animEffect transition="in" filter="wipe(left)">
                                      <p:cBhvr>
                                        <p:cTn id="50" dur="500"/>
                                        <p:tgtEl>
                                          <p:spTgt spid="39948">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9949"/>
                                        </p:tgtEl>
                                        <p:attrNameLst>
                                          <p:attrName>style.visibility</p:attrName>
                                        </p:attrNameLst>
                                      </p:cBhvr>
                                      <p:to>
                                        <p:strVal val="visible"/>
                                      </p:to>
                                    </p:set>
                                    <p:anim calcmode="lin" valueType="num">
                                      <p:cBhvr additive="base">
                                        <p:cTn id="55" dur="500" fill="hold"/>
                                        <p:tgtEl>
                                          <p:spTgt spid="39949"/>
                                        </p:tgtEl>
                                        <p:attrNameLst>
                                          <p:attrName>ppt_x</p:attrName>
                                        </p:attrNameLst>
                                      </p:cBhvr>
                                      <p:tavLst>
                                        <p:tav tm="0">
                                          <p:val>
                                            <p:strVal val="#ppt_x"/>
                                          </p:val>
                                        </p:tav>
                                        <p:tav tm="100000">
                                          <p:val>
                                            <p:strVal val="#ppt_x"/>
                                          </p:val>
                                        </p:tav>
                                      </p:tavLst>
                                    </p:anim>
                                    <p:anim calcmode="lin" valueType="num">
                                      <p:cBhvr additive="base">
                                        <p:cTn id="56" dur="500" fill="hold"/>
                                        <p:tgtEl>
                                          <p:spTgt spid="3994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9950"/>
                                        </p:tgtEl>
                                        <p:attrNameLst>
                                          <p:attrName>style.visibility</p:attrName>
                                        </p:attrNameLst>
                                      </p:cBhvr>
                                      <p:to>
                                        <p:strVal val="visible"/>
                                      </p:to>
                                    </p:set>
                                    <p:animEffect transition="in" filter="wipe(left)">
                                      <p:cBhvr>
                                        <p:cTn id="61" dur="500"/>
                                        <p:tgtEl>
                                          <p:spTgt spid="39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autoUpdateAnimBg="0"/>
      <p:bldP spid="39940" grpId="0" autoUpdateAnimBg="0"/>
      <p:bldP spid="39941" grpId="0" autoUpdateAnimBg="0"/>
      <p:bldP spid="39942" grpId="0" autoUpdateAnimBg="0"/>
      <p:bldP spid="39943" grpId="0" autoUpdateAnimBg="0"/>
      <p:bldP spid="39944" grpId="0" autoUpdateAnimBg="0"/>
      <p:bldP spid="39945" grpId="0" autoUpdateAnimBg="0"/>
      <p:bldP spid="39947" grpId="0" build="p" autoUpdateAnimBg="0"/>
      <p:bldP spid="39948" grpId="0" build="p" autoUpdateAnimBg="0" advAuto="0"/>
      <p:bldP spid="39949" grpId="0"/>
      <p:bldP spid="39950"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ChangeArrowheads="1"/>
          </p:cNvSpPr>
          <p:nvPr/>
        </p:nvSpPr>
        <p:spPr bwMode="auto">
          <a:xfrm>
            <a:off x="0" y="0"/>
            <a:ext cx="9144000" cy="1905000"/>
          </a:xfrm>
          <a:prstGeom prst="rect">
            <a:avLst/>
          </a:prstGeom>
          <a:gradFill rotWithShape="0">
            <a:gsLst>
              <a:gs pos="0">
                <a:srgbClr val="00009B"/>
              </a:gs>
              <a:gs pos="100000">
                <a:srgbClr val="0000FF"/>
              </a:gs>
            </a:gsLst>
            <a:lin ang="5400000" scaled="1"/>
          </a:gradFill>
          <a:ln w="38100" cmpd="dbl">
            <a:solidFill>
              <a:srgbClr val="0066FF"/>
            </a:solidFill>
            <a:miter lim="800000"/>
            <a:headEnd/>
            <a:tailEnd/>
          </a:ln>
        </p:spPr>
        <p:txBody>
          <a:bodyPr wrap="none" anchor="ctr"/>
          <a:lstStyle/>
          <a:p>
            <a:pPr fontAlgn="base">
              <a:spcBef>
                <a:spcPct val="0"/>
              </a:spcBef>
              <a:spcAft>
                <a:spcPct val="0"/>
              </a:spcAft>
            </a:pPr>
            <a:endParaRPr lang="zh-CN" altLang="en-US">
              <a:solidFill>
                <a:srgbClr val="000000"/>
              </a:solidFill>
            </a:endParaRPr>
          </a:p>
        </p:txBody>
      </p:sp>
      <p:sp>
        <p:nvSpPr>
          <p:cNvPr id="33798" name="Rectangle 3"/>
          <p:cNvSpPr>
            <a:spLocks noGrp="1" noChangeArrowheads="1"/>
          </p:cNvSpPr>
          <p:nvPr>
            <p:ph type="title" idx="4294967295"/>
          </p:nvPr>
        </p:nvSpPr>
        <p:spPr>
          <a:xfrm>
            <a:off x="0" y="228600"/>
            <a:ext cx="2133600" cy="838200"/>
          </a:xfrm>
          <a:noFill/>
        </p:spPr>
        <p:txBody>
          <a:bodyPr/>
          <a:lstStyle/>
          <a:p>
            <a:pPr algn="l" eaLnBrk="1" hangingPunct="1"/>
            <a:r>
              <a:rPr lang="zh-CN" altLang="en-US" sz="4800">
                <a:solidFill>
                  <a:schemeClr val="bg1"/>
                </a:solidFill>
                <a:latin typeface="华文行楷" pitchFamily="2" charset="-122"/>
                <a:ea typeface="华文行楷" pitchFamily="2" charset="-122"/>
              </a:rPr>
              <a:t>第四节</a:t>
            </a:r>
          </a:p>
        </p:txBody>
      </p:sp>
      <p:sp>
        <p:nvSpPr>
          <p:cNvPr id="4100" name="Text Box 4"/>
          <p:cNvSpPr txBox="1">
            <a:spLocks noChangeArrowheads="1"/>
          </p:cNvSpPr>
          <p:nvPr/>
        </p:nvSpPr>
        <p:spPr bwMode="auto">
          <a:xfrm>
            <a:off x="2362200" y="2057400"/>
            <a:ext cx="20574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两类问题</a:t>
            </a:r>
            <a:r>
              <a:rPr kumimoji="1" lang="en-US" altLang="zh-CN" sz="2800">
                <a:solidFill>
                  <a:srgbClr val="000000"/>
                </a:solidFill>
                <a:latin typeface="Times New Roman" pitchFamily="18" charset="0"/>
                <a:ea typeface="楷体_GB2312" pitchFamily="49" charset="-122"/>
              </a:rPr>
              <a:t>:</a:t>
            </a:r>
          </a:p>
        </p:txBody>
      </p:sp>
      <p:sp>
        <p:nvSpPr>
          <p:cNvPr id="4101" name="Text Box 5"/>
          <p:cNvSpPr txBox="1">
            <a:spLocks noChangeArrowheads="1"/>
          </p:cNvSpPr>
          <p:nvPr/>
        </p:nvSpPr>
        <p:spPr bwMode="auto">
          <a:xfrm>
            <a:off x="4038600" y="2057400"/>
            <a:ext cx="2514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在收敛域内</a:t>
            </a:r>
          </a:p>
        </p:txBody>
      </p:sp>
      <p:grpSp>
        <p:nvGrpSpPr>
          <p:cNvPr id="2" name="Group 6"/>
          <p:cNvGrpSpPr>
            <a:grpSpLocks/>
          </p:cNvGrpSpPr>
          <p:nvPr/>
        </p:nvGrpSpPr>
        <p:grpSpPr bwMode="auto">
          <a:xfrm>
            <a:off x="6286500" y="2886075"/>
            <a:ext cx="2019300" cy="530225"/>
            <a:chOff x="3208" y="1842"/>
            <a:chExt cx="1272" cy="334"/>
          </a:xfrm>
        </p:grpSpPr>
        <p:sp>
          <p:nvSpPr>
            <p:cNvPr id="33814" name="Text Box 7"/>
            <p:cNvSpPr txBox="1">
              <a:spLocks noChangeArrowheads="1"/>
            </p:cNvSpPr>
            <p:nvPr/>
          </p:nvSpPr>
          <p:spPr bwMode="auto">
            <a:xfrm>
              <a:off x="3208" y="1842"/>
              <a:ext cx="960" cy="327"/>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和函数</a:t>
              </a:r>
            </a:p>
          </p:txBody>
        </p:sp>
        <p:graphicFrame>
          <p:nvGraphicFramePr>
            <p:cNvPr id="33796" name="Object 8"/>
            <p:cNvGraphicFramePr>
              <a:graphicFrameLocks noChangeAspect="1"/>
            </p:cNvGraphicFramePr>
            <p:nvPr/>
          </p:nvGraphicFramePr>
          <p:xfrm>
            <a:off x="4032" y="1920"/>
            <a:ext cx="448" cy="256"/>
          </p:xfrm>
          <a:graphic>
            <a:graphicData uri="http://schemas.openxmlformats.org/presentationml/2006/ole">
              <mc:AlternateContent xmlns:mc="http://schemas.openxmlformats.org/markup-compatibility/2006">
                <mc:Choice xmlns:v="urn:schemas-microsoft-com:vml" Requires="v">
                  <p:oleObj name="Equation" r:id="rId2" imgW="711000" imgH="406080" progId="">
                    <p:embed/>
                  </p:oleObj>
                </mc:Choice>
                <mc:Fallback>
                  <p:oleObj name="Equation" r:id="rId2" imgW="711000" imgH="406080" progId="">
                    <p:embed/>
                    <p:pic>
                      <p:nvPicPr>
                        <p:cNvPr id="0" name="Object 8"/>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4032" y="1920"/>
                          <a:ext cx="448"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105" name="Object 9"/>
          <p:cNvGraphicFramePr>
            <a:graphicFrameLocks noChangeAspect="1"/>
          </p:cNvGraphicFramePr>
          <p:nvPr/>
        </p:nvGraphicFramePr>
        <p:xfrm>
          <a:off x="2413000" y="2667000"/>
          <a:ext cx="2349500" cy="1104900"/>
        </p:xfrm>
        <a:graphic>
          <a:graphicData uri="http://schemas.openxmlformats.org/presentationml/2006/ole">
            <mc:AlternateContent xmlns:mc="http://schemas.openxmlformats.org/markup-compatibility/2006">
              <mc:Choice xmlns:v="urn:schemas-microsoft-com:vml" Requires="v">
                <p:oleObj name="Equation" r:id="rId4" imgW="2349360" imgH="1104840" progId="">
                  <p:embed/>
                </p:oleObj>
              </mc:Choice>
              <mc:Fallback>
                <p:oleObj name="Equation" r:id="rId4" imgW="2349360" imgH="1104840" progId="">
                  <p:embed/>
                  <p:pic>
                    <p:nvPicPr>
                      <p:cNvPr id="0" name="Object 9"/>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2413000" y="2667000"/>
                        <a:ext cx="23495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0"/>
          <p:cNvGrpSpPr>
            <a:grpSpLocks/>
          </p:cNvGrpSpPr>
          <p:nvPr/>
        </p:nvGrpSpPr>
        <p:grpSpPr bwMode="auto">
          <a:xfrm>
            <a:off x="4851400" y="2681288"/>
            <a:ext cx="1371600" cy="519112"/>
            <a:chOff x="2496" y="1713"/>
            <a:chExt cx="864" cy="327"/>
          </a:xfrm>
        </p:grpSpPr>
        <p:sp>
          <p:nvSpPr>
            <p:cNvPr id="33812" name="Text Box 11"/>
            <p:cNvSpPr txBox="1">
              <a:spLocks noChangeArrowheads="1"/>
            </p:cNvSpPr>
            <p:nvPr/>
          </p:nvSpPr>
          <p:spPr bwMode="auto">
            <a:xfrm>
              <a:off x="2496" y="1713"/>
              <a:ext cx="864" cy="327"/>
            </a:xfrm>
            <a:prstGeom prst="rect">
              <a:avLst/>
            </a:prstGeom>
            <a:noFill/>
            <a:ln w="9525">
              <a:noFill/>
              <a:miter lim="800000"/>
              <a:headEnd/>
              <a:tailEnd/>
            </a:ln>
          </p:spPr>
          <p:txBody>
            <a:bodyPr>
              <a:spAutoFit/>
            </a:bodyPr>
            <a:lstStyle/>
            <a:p>
              <a:pPr algn="ct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求 和</a:t>
              </a:r>
            </a:p>
          </p:txBody>
        </p:sp>
        <p:sp>
          <p:nvSpPr>
            <p:cNvPr id="33813" name="Line 12"/>
            <p:cNvSpPr>
              <a:spLocks noChangeShapeType="1"/>
            </p:cNvSpPr>
            <p:nvPr/>
          </p:nvSpPr>
          <p:spPr bwMode="auto">
            <a:xfrm>
              <a:off x="2496" y="2022"/>
              <a:ext cx="864" cy="0"/>
            </a:xfrm>
            <a:prstGeom prst="line">
              <a:avLst/>
            </a:prstGeom>
            <a:noFill/>
            <a:ln w="12700">
              <a:solidFill>
                <a:schemeClr val="tx1"/>
              </a:solidFill>
              <a:round/>
              <a:headEnd/>
              <a:tailEnd type="triangle" w="med" len="med"/>
            </a:ln>
          </p:spPr>
          <p:txBody>
            <a:bodyPr wrap="none" anchor="ctr"/>
            <a:lstStyle/>
            <a:p>
              <a:pPr fontAlgn="base">
                <a:spcBef>
                  <a:spcPct val="0"/>
                </a:spcBef>
                <a:spcAft>
                  <a:spcPct val="0"/>
                </a:spcAft>
              </a:pPr>
              <a:endParaRPr lang="zh-CN" altLang="en-US">
                <a:solidFill>
                  <a:srgbClr val="000000"/>
                </a:solidFill>
              </a:endParaRPr>
            </a:p>
          </p:txBody>
        </p:sp>
      </p:grpSp>
      <p:grpSp>
        <p:nvGrpSpPr>
          <p:cNvPr id="4" name="Group 13"/>
          <p:cNvGrpSpPr>
            <a:grpSpLocks/>
          </p:cNvGrpSpPr>
          <p:nvPr/>
        </p:nvGrpSpPr>
        <p:grpSpPr bwMode="auto">
          <a:xfrm>
            <a:off x="4851400" y="3252788"/>
            <a:ext cx="1447800" cy="519112"/>
            <a:chOff x="2496" y="2073"/>
            <a:chExt cx="912" cy="327"/>
          </a:xfrm>
        </p:grpSpPr>
        <p:sp>
          <p:nvSpPr>
            <p:cNvPr id="33810" name="Text Box 14"/>
            <p:cNvSpPr txBox="1">
              <a:spLocks noChangeArrowheads="1"/>
            </p:cNvSpPr>
            <p:nvPr/>
          </p:nvSpPr>
          <p:spPr bwMode="auto">
            <a:xfrm>
              <a:off x="2496" y="2073"/>
              <a:ext cx="912" cy="327"/>
            </a:xfrm>
            <a:prstGeom prst="rect">
              <a:avLst/>
            </a:prstGeom>
            <a:noFill/>
            <a:ln w="9525">
              <a:noFill/>
              <a:miter lim="800000"/>
              <a:headEnd/>
              <a:tailEnd/>
            </a:ln>
          </p:spPr>
          <p:txBody>
            <a:bodyPr>
              <a:spAutoFit/>
            </a:bodyPr>
            <a:lstStyle/>
            <a:p>
              <a:pPr algn="ct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展 开</a:t>
              </a:r>
            </a:p>
          </p:txBody>
        </p:sp>
        <p:sp>
          <p:nvSpPr>
            <p:cNvPr id="33811" name="Line 15"/>
            <p:cNvSpPr>
              <a:spLocks noChangeShapeType="1"/>
            </p:cNvSpPr>
            <p:nvPr/>
          </p:nvSpPr>
          <p:spPr bwMode="auto">
            <a:xfrm flipH="1">
              <a:off x="2496" y="2109"/>
              <a:ext cx="864" cy="0"/>
            </a:xfrm>
            <a:prstGeom prst="line">
              <a:avLst/>
            </a:prstGeom>
            <a:noFill/>
            <a:ln w="19050">
              <a:solidFill>
                <a:schemeClr val="accent2"/>
              </a:solidFill>
              <a:round/>
              <a:headEnd/>
              <a:tailEnd type="triangle" w="med" len="med"/>
            </a:ln>
          </p:spPr>
          <p:txBody>
            <a:bodyPr wrap="none" anchor="ctr"/>
            <a:lstStyle/>
            <a:p>
              <a:pPr fontAlgn="base">
                <a:spcBef>
                  <a:spcPct val="0"/>
                </a:spcBef>
                <a:spcAft>
                  <a:spcPct val="0"/>
                </a:spcAft>
              </a:pPr>
              <a:endParaRPr lang="zh-CN" altLang="en-US">
                <a:solidFill>
                  <a:srgbClr val="000000"/>
                </a:solidFill>
              </a:endParaRPr>
            </a:p>
          </p:txBody>
        </p:sp>
      </p:grpSp>
      <p:sp>
        <p:nvSpPr>
          <p:cNvPr id="4112" name="Text Box 16"/>
          <p:cNvSpPr txBox="1">
            <a:spLocks noChangeArrowheads="1"/>
          </p:cNvSpPr>
          <p:nvPr/>
        </p:nvSpPr>
        <p:spPr bwMode="auto">
          <a:xfrm>
            <a:off x="250825" y="3789363"/>
            <a:ext cx="2133600" cy="579437"/>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3200" b="1">
                <a:solidFill>
                  <a:srgbClr val="333399"/>
                </a:solidFill>
                <a:latin typeface="Times New Roman" pitchFamily="18" charset="0"/>
                <a:ea typeface="楷体_GB2312" pitchFamily="49" charset="-122"/>
              </a:rPr>
              <a:t>本节内容</a:t>
            </a:r>
            <a:r>
              <a:rPr kumimoji="1" lang="en-US" altLang="zh-CN" sz="3200" b="1">
                <a:solidFill>
                  <a:srgbClr val="333399"/>
                </a:solidFill>
                <a:latin typeface="Times New Roman" pitchFamily="18" charset="0"/>
                <a:ea typeface="楷体_GB2312" pitchFamily="49" charset="-122"/>
              </a:rPr>
              <a:t>:</a:t>
            </a:r>
          </a:p>
        </p:txBody>
      </p:sp>
      <p:sp>
        <p:nvSpPr>
          <p:cNvPr id="4113" name="Text Box 17"/>
          <p:cNvSpPr txBox="1">
            <a:spLocks noChangeArrowheads="1"/>
          </p:cNvSpPr>
          <p:nvPr/>
        </p:nvSpPr>
        <p:spPr bwMode="auto">
          <a:xfrm>
            <a:off x="2484438" y="3789363"/>
            <a:ext cx="4575175" cy="579437"/>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3200" b="1">
                <a:solidFill>
                  <a:srgbClr val="000000"/>
                </a:solidFill>
                <a:latin typeface="Times New Roman" pitchFamily="18" charset="0"/>
                <a:ea typeface="楷体_GB2312" pitchFamily="49" charset="-122"/>
              </a:rPr>
              <a:t>一、泰勒 </a:t>
            </a:r>
            <a:r>
              <a:rPr kumimoji="1" lang="en-US" altLang="zh-CN" sz="3200" b="1">
                <a:solidFill>
                  <a:srgbClr val="000000"/>
                </a:solidFill>
                <a:latin typeface="Times New Roman" pitchFamily="18" charset="0"/>
                <a:ea typeface="楷体_GB2312" pitchFamily="49" charset="-122"/>
              </a:rPr>
              <a:t>( Taylor ) </a:t>
            </a:r>
            <a:r>
              <a:rPr kumimoji="1" lang="zh-CN" altLang="en-US" sz="3200" b="1">
                <a:solidFill>
                  <a:srgbClr val="000000"/>
                </a:solidFill>
                <a:latin typeface="Times New Roman" pitchFamily="18" charset="0"/>
                <a:ea typeface="楷体_GB2312" pitchFamily="49" charset="-122"/>
              </a:rPr>
              <a:t>级数</a:t>
            </a:r>
            <a:r>
              <a:rPr kumimoji="1" lang="zh-CN" altLang="en-US" sz="3200">
                <a:solidFill>
                  <a:srgbClr val="000000"/>
                </a:solidFill>
                <a:latin typeface="Times New Roman" pitchFamily="18" charset="0"/>
                <a:ea typeface="楷体_GB2312" pitchFamily="49" charset="-122"/>
              </a:rPr>
              <a:t> </a:t>
            </a:r>
          </a:p>
        </p:txBody>
      </p:sp>
      <p:sp>
        <p:nvSpPr>
          <p:cNvPr id="4114" name="Text Box 18"/>
          <p:cNvSpPr txBox="1">
            <a:spLocks noChangeArrowheads="1"/>
          </p:cNvSpPr>
          <p:nvPr/>
        </p:nvSpPr>
        <p:spPr bwMode="auto">
          <a:xfrm>
            <a:off x="2484438" y="4437063"/>
            <a:ext cx="4349750" cy="579437"/>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3200" b="1">
                <a:solidFill>
                  <a:srgbClr val="000000"/>
                </a:solidFill>
                <a:latin typeface="Times New Roman" pitchFamily="18" charset="0"/>
                <a:ea typeface="楷体_GB2312" pitchFamily="49" charset="-122"/>
              </a:rPr>
              <a:t>二、函数展开成幂级数 </a:t>
            </a:r>
          </a:p>
        </p:txBody>
      </p:sp>
      <p:sp>
        <p:nvSpPr>
          <p:cNvPr id="33807" name="Text Box 19"/>
          <p:cNvSpPr txBox="1">
            <a:spLocks noChangeArrowheads="1"/>
          </p:cNvSpPr>
          <p:nvPr/>
        </p:nvSpPr>
        <p:spPr bwMode="auto">
          <a:xfrm>
            <a:off x="2028825" y="914400"/>
            <a:ext cx="5210175" cy="823913"/>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4800">
                <a:solidFill>
                  <a:srgbClr val="FFFFFF"/>
                </a:solidFill>
                <a:latin typeface="华文行楷" pitchFamily="2" charset="-122"/>
                <a:ea typeface="华文行楷" pitchFamily="2" charset="-122"/>
              </a:rPr>
              <a:t>函数展开成幂级数 </a:t>
            </a:r>
          </a:p>
        </p:txBody>
      </p:sp>
      <p:sp>
        <p:nvSpPr>
          <p:cNvPr id="33808" name="AutoShape 20">
            <a:hlinkClick r:id="rId6" action="ppaction://hlinksldjump" highlightClick="1"/>
          </p:cNvPr>
          <p:cNvSpPr>
            <a:spLocks noChangeArrowheads="1"/>
          </p:cNvSpPr>
          <p:nvPr/>
        </p:nvSpPr>
        <p:spPr bwMode="auto">
          <a:xfrm>
            <a:off x="2484438" y="4292600"/>
            <a:ext cx="4876800" cy="762000"/>
          </a:xfrm>
          <a:prstGeom prst="actionButtonBlank">
            <a:avLst/>
          </a:prstGeom>
          <a:noFill/>
          <a:ln w="9525">
            <a:noFill/>
            <a:miter lim="800000"/>
            <a:headEnd/>
            <a:tailEnd/>
          </a:ln>
        </p:spPr>
        <p:txBody>
          <a:bodyPr wrap="none" anchor="ctr"/>
          <a:lstStyle/>
          <a:p>
            <a:pPr fontAlgn="base">
              <a:spcBef>
                <a:spcPct val="0"/>
              </a:spcBef>
              <a:spcAft>
                <a:spcPct val="0"/>
              </a:spcAft>
            </a:pPr>
            <a:endParaRPr lang="zh-CN" altLang="en-US">
              <a:solidFill>
                <a:srgbClr val="000000"/>
              </a:solidFill>
            </a:endParaRPr>
          </a:p>
        </p:txBody>
      </p:sp>
      <p:graphicFrame>
        <p:nvGraphicFramePr>
          <p:cNvPr id="33795" name="Object 21"/>
          <p:cNvGraphicFramePr>
            <a:graphicFrameLocks noChangeAspect="1"/>
          </p:cNvGraphicFramePr>
          <p:nvPr/>
        </p:nvGraphicFramePr>
        <p:xfrm>
          <a:off x="238125" y="4572000"/>
          <a:ext cx="1590675" cy="1600200"/>
        </p:xfrm>
        <a:graphic>
          <a:graphicData uri="http://schemas.openxmlformats.org/presentationml/2006/ole">
            <mc:AlternateContent xmlns:mc="http://schemas.openxmlformats.org/markup-compatibility/2006">
              <mc:Choice xmlns:v="urn:schemas-microsoft-com:vml" Requires="v">
                <p:oleObj name="BMP 图象" r:id="rId7" imgW="3390476" imgH="3409524" progId="PBrush">
                  <p:embed/>
                </p:oleObj>
              </mc:Choice>
              <mc:Fallback>
                <p:oleObj name="BMP 图象" r:id="rId7" imgW="3390476" imgH="3409524" progId="PBrush">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125" y="4572000"/>
                        <a:ext cx="159067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809" name="Text Box 22"/>
          <p:cNvSpPr txBox="1">
            <a:spLocks noChangeArrowheads="1"/>
          </p:cNvSpPr>
          <p:nvPr/>
        </p:nvSpPr>
        <p:spPr bwMode="auto">
          <a:xfrm>
            <a:off x="7339027" y="250825"/>
            <a:ext cx="1441421" cy="523220"/>
          </a:xfrm>
          <a:prstGeom prst="rect">
            <a:avLst/>
          </a:prstGeom>
          <a:noFill/>
          <a:ln w="9525">
            <a:solidFill>
              <a:schemeClr val="bg1"/>
            </a:solidFill>
            <a:miter lim="800000"/>
            <a:headEnd/>
            <a:tailEnd/>
          </a:ln>
        </p:spPr>
        <p:txBody>
          <a:bodyPr wrap="none">
            <a:spAutoFit/>
          </a:bodyPr>
          <a:lstStyle/>
          <a:p>
            <a:pPr algn="ctr" eaLnBrk="0" fontAlgn="base" hangingPunct="0">
              <a:spcBef>
                <a:spcPct val="0"/>
              </a:spcBef>
              <a:spcAft>
                <a:spcPct val="0"/>
              </a:spcAft>
            </a:pPr>
            <a:r>
              <a:rPr lang="en-US" altLang="zh-CN" sz="2800" dirty="0">
                <a:solidFill>
                  <a:srgbClr val="FFFFFF"/>
                </a:solidFill>
                <a:latin typeface="Times New Roman" pitchFamily="18" charset="0"/>
                <a:ea typeface="楷体_GB2312" pitchFamily="49" charset="-122"/>
              </a:rPr>
              <a:t> </a:t>
            </a:r>
            <a:r>
              <a:rPr lang="zh-CN" altLang="en-US" sz="2800" dirty="0">
                <a:solidFill>
                  <a:srgbClr val="FFFFFF"/>
                </a:solidFill>
                <a:latin typeface="Times New Roman" pitchFamily="18" charset="0"/>
                <a:ea typeface="楷体_GB2312" pitchFamily="49" charset="-122"/>
              </a:rPr>
              <a:t>第十章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00">
                                            <p:txEl>
                                              <p:pRg st="0" end="0"/>
                                            </p:txEl>
                                          </p:spTgt>
                                        </p:tgtEl>
                                        <p:attrNameLst>
                                          <p:attrName>style.visibility</p:attrName>
                                        </p:attrNameLst>
                                      </p:cBhvr>
                                      <p:to>
                                        <p:strVal val="visible"/>
                                      </p:to>
                                    </p:set>
                                    <p:animEffect transition="in" filter="wipe(left)">
                                      <p:cBhvr>
                                        <p:cTn id="7" dur="500"/>
                                        <p:tgtEl>
                                          <p:spTgt spid="4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01">
                                            <p:txEl>
                                              <p:pRg st="0" end="0"/>
                                            </p:txEl>
                                          </p:spTgt>
                                        </p:tgtEl>
                                        <p:attrNameLst>
                                          <p:attrName>style.visibility</p:attrName>
                                        </p:attrNameLst>
                                      </p:cBhvr>
                                      <p:to>
                                        <p:strVal val="visible"/>
                                      </p:to>
                                    </p:set>
                                    <p:animEffect transition="in" filter="wipe(left)">
                                      <p:cBhvr>
                                        <p:cTn id="12" dur="500"/>
                                        <p:tgtEl>
                                          <p:spTgt spid="410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105"/>
                                        </p:tgtEl>
                                        <p:attrNameLst>
                                          <p:attrName>style.visibility</p:attrName>
                                        </p:attrNameLst>
                                      </p:cBhvr>
                                      <p:to>
                                        <p:strVal val="visible"/>
                                      </p:to>
                                    </p:set>
                                    <p:animEffect transition="in" filter="wipe(left)">
                                      <p:cBhvr>
                                        <p:cTn id="17" dur="500"/>
                                        <p:tgtEl>
                                          <p:spTgt spid="4105"/>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112">
                                            <p:txEl>
                                              <p:pRg st="0" end="0"/>
                                            </p:txEl>
                                          </p:spTgt>
                                        </p:tgtEl>
                                        <p:attrNameLst>
                                          <p:attrName>style.visibility</p:attrName>
                                        </p:attrNameLst>
                                      </p:cBhvr>
                                      <p:to>
                                        <p:strVal val="visible"/>
                                      </p:to>
                                    </p:set>
                                    <p:animEffect transition="in" filter="wipe(left)">
                                      <p:cBhvr>
                                        <p:cTn id="35" dur="500"/>
                                        <p:tgtEl>
                                          <p:spTgt spid="4112">
                                            <p:txEl>
                                              <p:pRg st="0" end="0"/>
                                            </p:txEl>
                                          </p:spTgt>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4113">
                                            <p:txEl>
                                              <p:pRg st="0" end="0"/>
                                            </p:txEl>
                                          </p:spTgt>
                                        </p:tgtEl>
                                        <p:attrNameLst>
                                          <p:attrName>style.visibility</p:attrName>
                                        </p:attrNameLst>
                                      </p:cBhvr>
                                      <p:to>
                                        <p:strVal val="visible"/>
                                      </p:to>
                                    </p:set>
                                    <p:animEffect transition="in" filter="wipe(left)">
                                      <p:cBhvr>
                                        <p:cTn id="39" dur="500"/>
                                        <p:tgtEl>
                                          <p:spTgt spid="4113">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114">
                                            <p:txEl>
                                              <p:pRg st="0" end="0"/>
                                            </p:txEl>
                                          </p:spTgt>
                                        </p:tgtEl>
                                        <p:attrNameLst>
                                          <p:attrName>style.visibility</p:attrName>
                                        </p:attrNameLst>
                                      </p:cBhvr>
                                      <p:to>
                                        <p:strVal val="visible"/>
                                      </p:to>
                                    </p:set>
                                    <p:animEffect transition="in" filter="wipe(left)">
                                      <p:cBhvr>
                                        <p:cTn id="44" dur="500"/>
                                        <p:tgtEl>
                                          <p:spTgt spid="41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build="p" autoUpdateAnimBg="0"/>
      <p:bldP spid="4101" grpId="0" build="p" autoUpdateAnimBg="0"/>
      <p:bldP spid="4112" grpId="0" build="p" autoUpdateAnimBg="0"/>
      <p:bldP spid="4113" grpId="0" build="p" autoUpdateAnimBg="0" advAuto="0"/>
      <p:bldP spid="4114"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6" name="Rectangle 2"/>
          <p:cNvSpPr>
            <a:spLocks noGrp="1" noChangeArrowheads="1"/>
          </p:cNvSpPr>
          <p:nvPr>
            <p:ph type="title" idx="4294967295"/>
          </p:nvPr>
        </p:nvSpPr>
        <p:spPr>
          <a:xfrm>
            <a:off x="0" y="0"/>
            <a:ext cx="4724400" cy="533400"/>
          </a:xfrm>
        </p:spPr>
        <p:txBody>
          <a:bodyPr/>
          <a:lstStyle/>
          <a:p>
            <a:pPr algn="l" eaLnBrk="1" hangingPunct="1"/>
            <a:r>
              <a:rPr lang="zh-CN" altLang="en-US" sz="3200" b="1">
                <a:solidFill>
                  <a:schemeClr val="accent2"/>
                </a:solidFill>
                <a:ea typeface="楷体_GB2312" pitchFamily="49" charset="-122"/>
              </a:rPr>
              <a:t>一、泰勒 </a:t>
            </a:r>
            <a:r>
              <a:rPr lang="en-US" altLang="zh-CN" sz="3200" b="1">
                <a:solidFill>
                  <a:schemeClr val="accent2"/>
                </a:solidFill>
                <a:ea typeface="楷体_GB2312" pitchFamily="49" charset="-122"/>
              </a:rPr>
              <a:t>( Taylor ) </a:t>
            </a:r>
            <a:r>
              <a:rPr lang="zh-CN" altLang="en-US" sz="3200" b="1">
                <a:solidFill>
                  <a:schemeClr val="accent2"/>
                </a:solidFill>
                <a:ea typeface="楷体_GB2312" pitchFamily="49" charset="-122"/>
              </a:rPr>
              <a:t>级数</a:t>
            </a:r>
            <a:r>
              <a:rPr lang="zh-CN" altLang="en-US" sz="3200">
                <a:solidFill>
                  <a:schemeClr val="accent2"/>
                </a:solidFill>
                <a:ea typeface="楷体_GB2312" pitchFamily="49" charset="-122"/>
              </a:rPr>
              <a:t>  </a:t>
            </a:r>
            <a:endParaRPr lang="zh-CN" altLang="en-US" sz="2800">
              <a:solidFill>
                <a:schemeClr val="accent2"/>
              </a:solidFill>
              <a:ea typeface="楷体_GB2312" pitchFamily="49" charset="-122"/>
            </a:endParaRPr>
          </a:p>
        </p:txBody>
      </p:sp>
      <p:graphicFrame>
        <p:nvGraphicFramePr>
          <p:cNvPr id="5123" name="Object 3"/>
          <p:cNvGraphicFramePr>
            <a:graphicFrameLocks noChangeAspect="1"/>
          </p:cNvGraphicFramePr>
          <p:nvPr/>
        </p:nvGraphicFramePr>
        <p:xfrm>
          <a:off x="395288" y="1844675"/>
          <a:ext cx="2260600" cy="444500"/>
        </p:xfrm>
        <a:graphic>
          <a:graphicData uri="http://schemas.openxmlformats.org/presentationml/2006/ole">
            <mc:AlternateContent xmlns:mc="http://schemas.openxmlformats.org/markup-compatibility/2006">
              <mc:Choice xmlns:v="urn:schemas-microsoft-com:vml" Requires="v">
                <p:oleObj name="Equation" r:id="rId2" imgW="2260440" imgH="444240" progId="">
                  <p:embed/>
                </p:oleObj>
              </mc:Choice>
              <mc:Fallback>
                <p:oleObj name="Equation" r:id="rId2" imgW="2260440" imgH="444240" progId="">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844675"/>
                        <a:ext cx="22606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4" name="Object 4"/>
          <p:cNvGraphicFramePr>
            <a:graphicFrameLocks noChangeAspect="1"/>
          </p:cNvGraphicFramePr>
          <p:nvPr/>
        </p:nvGraphicFramePr>
        <p:xfrm>
          <a:off x="2843213" y="1844675"/>
          <a:ext cx="2387600" cy="444500"/>
        </p:xfrm>
        <a:graphic>
          <a:graphicData uri="http://schemas.openxmlformats.org/presentationml/2006/ole">
            <mc:AlternateContent xmlns:mc="http://schemas.openxmlformats.org/markup-compatibility/2006">
              <mc:Choice xmlns:v="urn:schemas-microsoft-com:vml" Requires="v">
                <p:oleObj name="Equation" r:id="rId4" imgW="2387520" imgH="444240" progId="">
                  <p:embed/>
                </p:oleObj>
              </mc:Choice>
              <mc:Fallback>
                <p:oleObj name="Equation" r:id="rId4" imgW="2387520" imgH="44424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213" y="1844675"/>
                        <a:ext cx="23876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5" name="Object 5"/>
          <p:cNvGraphicFramePr>
            <a:graphicFrameLocks noChangeAspect="1"/>
          </p:cNvGraphicFramePr>
          <p:nvPr/>
        </p:nvGraphicFramePr>
        <p:xfrm>
          <a:off x="5292725" y="1557338"/>
          <a:ext cx="2387600" cy="939800"/>
        </p:xfrm>
        <a:graphic>
          <a:graphicData uri="http://schemas.openxmlformats.org/presentationml/2006/ole">
            <mc:AlternateContent xmlns:mc="http://schemas.openxmlformats.org/markup-compatibility/2006">
              <mc:Choice xmlns:v="urn:schemas-microsoft-com:vml" Requires="v">
                <p:oleObj name="Equation" r:id="rId6" imgW="2387520" imgH="939600" progId="">
                  <p:embed/>
                </p:oleObj>
              </mc:Choice>
              <mc:Fallback>
                <p:oleObj name="Equation" r:id="rId6" imgW="2387520" imgH="939600" progId="">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2725" y="1557338"/>
                        <a:ext cx="2387600"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6" name="Object 6"/>
          <p:cNvGraphicFramePr>
            <a:graphicFrameLocks noChangeAspect="1"/>
          </p:cNvGraphicFramePr>
          <p:nvPr/>
        </p:nvGraphicFramePr>
        <p:xfrm>
          <a:off x="539750" y="2349500"/>
          <a:ext cx="3565525" cy="1016000"/>
        </p:xfrm>
        <a:graphic>
          <a:graphicData uri="http://schemas.openxmlformats.org/presentationml/2006/ole">
            <mc:AlternateContent xmlns:mc="http://schemas.openxmlformats.org/markup-compatibility/2006">
              <mc:Choice xmlns:v="urn:schemas-microsoft-com:vml" Requires="v">
                <p:oleObj name="Equation" r:id="rId8" imgW="3568680" imgH="1015920" progId="">
                  <p:embed/>
                </p:oleObj>
              </mc:Choice>
              <mc:Fallback>
                <p:oleObj name="Equation" r:id="rId8" imgW="3568680" imgH="1015920" progId="">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750" y="2349500"/>
                        <a:ext cx="3565525"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7" name="Object 7"/>
          <p:cNvGraphicFramePr>
            <a:graphicFrameLocks noChangeAspect="1"/>
          </p:cNvGraphicFramePr>
          <p:nvPr/>
        </p:nvGraphicFramePr>
        <p:xfrm>
          <a:off x="4140200" y="2636838"/>
          <a:ext cx="1168400" cy="444500"/>
        </p:xfrm>
        <a:graphic>
          <a:graphicData uri="http://schemas.openxmlformats.org/presentationml/2006/ole">
            <mc:AlternateContent xmlns:mc="http://schemas.openxmlformats.org/markup-compatibility/2006">
              <mc:Choice xmlns:v="urn:schemas-microsoft-com:vml" Requires="v">
                <p:oleObj name="Equation" r:id="rId10" imgW="1168200" imgH="444240" progId="">
                  <p:embed/>
                </p:oleObj>
              </mc:Choice>
              <mc:Fallback>
                <p:oleObj name="Equation" r:id="rId10" imgW="1168200" imgH="444240" progId="">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40200" y="2636838"/>
                        <a:ext cx="11684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8" name="Text Box 8"/>
          <p:cNvSpPr txBox="1">
            <a:spLocks noChangeArrowheads="1"/>
          </p:cNvSpPr>
          <p:nvPr/>
        </p:nvSpPr>
        <p:spPr bwMode="auto">
          <a:xfrm>
            <a:off x="250825" y="3716338"/>
            <a:ext cx="990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其中</a:t>
            </a:r>
          </a:p>
        </p:txBody>
      </p:sp>
      <p:graphicFrame>
        <p:nvGraphicFramePr>
          <p:cNvPr id="5129" name="Object 9"/>
          <p:cNvGraphicFramePr>
            <a:graphicFrameLocks noChangeAspect="1"/>
          </p:cNvGraphicFramePr>
          <p:nvPr/>
        </p:nvGraphicFramePr>
        <p:xfrm>
          <a:off x="1187450" y="3789363"/>
          <a:ext cx="1181100" cy="444500"/>
        </p:xfrm>
        <a:graphic>
          <a:graphicData uri="http://schemas.openxmlformats.org/presentationml/2006/ole">
            <mc:AlternateContent xmlns:mc="http://schemas.openxmlformats.org/markup-compatibility/2006">
              <mc:Choice xmlns:v="urn:schemas-microsoft-com:vml" Requires="v">
                <p:oleObj name="Equation" r:id="rId12" imgW="1180800" imgH="444240" progId="">
                  <p:embed/>
                </p:oleObj>
              </mc:Choice>
              <mc:Fallback>
                <p:oleObj name="Equation" r:id="rId12" imgW="1180800" imgH="444240" progId="">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87450" y="3789363"/>
                        <a:ext cx="11811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0" name="Text Box 10"/>
          <p:cNvSpPr txBox="1">
            <a:spLocks noChangeArrowheads="1"/>
          </p:cNvSpPr>
          <p:nvPr/>
        </p:nvSpPr>
        <p:spPr bwMode="auto">
          <a:xfrm>
            <a:off x="6096000" y="3716338"/>
            <a:ext cx="30480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 </a:t>
            </a:r>
            <a:r>
              <a:rPr kumimoji="1" lang="en-US" altLang="zh-CN" sz="2800" i="1">
                <a:solidFill>
                  <a:srgbClr val="000000"/>
                </a:solidFill>
                <a:latin typeface="Times New Roman" pitchFamily="18" charset="0"/>
                <a:ea typeface="楷体_GB2312" pitchFamily="49" charset="-122"/>
                <a:sym typeface="Symbol" pitchFamily="18" charset="2"/>
              </a:rPr>
              <a:t></a:t>
            </a:r>
            <a:r>
              <a:rPr kumimoji="1" lang="en-US" altLang="zh-CN" sz="2800">
                <a:solidFill>
                  <a:srgbClr val="000000"/>
                </a:solidFill>
                <a:latin typeface="Times New Roman" pitchFamily="18" charset="0"/>
                <a:ea typeface="楷体_GB2312" pitchFamily="49" charset="-122"/>
                <a:sym typeface="Symbol" pitchFamily="18" charset="2"/>
              </a:rPr>
              <a:t> </a:t>
            </a:r>
            <a:r>
              <a:rPr kumimoji="1" lang="zh-CN" altLang="en-US" sz="2800">
                <a:solidFill>
                  <a:srgbClr val="000000"/>
                </a:solidFill>
                <a:latin typeface="Times New Roman" pitchFamily="18" charset="0"/>
                <a:ea typeface="楷体_GB2312" pitchFamily="49" charset="-122"/>
                <a:sym typeface="Symbol" pitchFamily="18" charset="2"/>
              </a:rPr>
              <a:t>在</a:t>
            </a:r>
            <a:r>
              <a:rPr kumimoji="1" lang="zh-CN" altLang="en-US" sz="2800" i="1">
                <a:solidFill>
                  <a:srgbClr val="000000"/>
                </a:solidFill>
                <a:latin typeface="Times New Roman" pitchFamily="18" charset="0"/>
                <a:ea typeface="楷体_GB2312" pitchFamily="49" charset="-122"/>
                <a:sym typeface="Symbol" pitchFamily="18" charset="2"/>
              </a:rPr>
              <a:t> </a:t>
            </a:r>
            <a:r>
              <a:rPr kumimoji="1" lang="en-US" altLang="zh-CN" sz="2800" i="1">
                <a:solidFill>
                  <a:srgbClr val="000000"/>
                </a:solidFill>
                <a:latin typeface="Times New Roman" pitchFamily="18" charset="0"/>
                <a:ea typeface="楷体_GB2312" pitchFamily="49" charset="-122"/>
                <a:sym typeface="Symbol" pitchFamily="18" charset="2"/>
              </a:rPr>
              <a:t>x</a:t>
            </a:r>
            <a:r>
              <a:rPr kumimoji="1" lang="en-US" altLang="zh-CN" sz="2800">
                <a:solidFill>
                  <a:srgbClr val="000000"/>
                </a:solidFill>
                <a:latin typeface="Times New Roman" pitchFamily="18" charset="0"/>
                <a:ea typeface="楷体_GB2312" pitchFamily="49" charset="-122"/>
                <a:sym typeface="Symbol" pitchFamily="18" charset="2"/>
              </a:rPr>
              <a:t> </a:t>
            </a:r>
            <a:r>
              <a:rPr kumimoji="1" lang="zh-CN" altLang="en-US" sz="2800">
                <a:solidFill>
                  <a:srgbClr val="000000"/>
                </a:solidFill>
                <a:latin typeface="Times New Roman" pitchFamily="18" charset="0"/>
                <a:ea typeface="楷体_GB2312" pitchFamily="49" charset="-122"/>
                <a:sym typeface="Symbol" pitchFamily="18" charset="2"/>
              </a:rPr>
              <a:t>与 </a:t>
            </a:r>
            <a:r>
              <a:rPr kumimoji="1" lang="en-US" altLang="zh-CN" sz="2800" i="1">
                <a:solidFill>
                  <a:srgbClr val="000000"/>
                </a:solidFill>
                <a:latin typeface="Times New Roman" pitchFamily="18" charset="0"/>
                <a:ea typeface="楷体_GB2312" pitchFamily="49" charset="-122"/>
                <a:sym typeface="Symbol" pitchFamily="18" charset="2"/>
              </a:rPr>
              <a:t>x</a:t>
            </a:r>
            <a:r>
              <a:rPr kumimoji="1" lang="en-US" altLang="zh-CN" sz="2800" baseline="-25000">
                <a:solidFill>
                  <a:srgbClr val="000000"/>
                </a:solidFill>
                <a:latin typeface="Times New Roman" pitchFamily="18" charset="0"/>
                <a:ea typeface="楷体_GB2312" pitchFamily="49" charset="-122"/>
                <a:sym typeface="Symbol" pitchFamily="18" charset="2"/>
              </a:rPr>
              <a:t>0</a:t>
            </a:r>
            <a:r>
              <a:rPr kumimoji="1" lang="en-US" altLang="zh-CN" sz="2800">
                <a:solidFill>
                  <a:srgbClr val="000000"/>
                </a:solidFill>
                <a:latin typeface="Times New Roman" pitchFamily="18" charset="0"/>
                <a:ea typeface="楷体_GB2312" pitchFamily="49" charset="-122"/>
                <a:sym typeface="Symbol" pitchFamily="18" charset="2"/>
              </a:rPr>
              <a:t> </a:t>
            </a:r>
            <a:r>
              <a:rPr kumimoji="1" lang="zh-CN" altLang="en-US" sz="2800">
                <a:solidFill>
                  <a:srgbClr val="000000"/>
                </a:solidFill>
                <a:latin typeface="Times New Roman" pitchFamily="18" charset="0"/>
                <a:ea typeface="楷体_GB2312" pitchFamily="49" charset="-122"/>
                <a:sym typeface="Symbol" pitchFamily="18" charset="2"/>
              </a:rPr>
              <a:t>之间</a:t>
            </a:r>
            <a:r>
              <a:rPr kumimoji="1" lang="en-US" altLang="zh-CN" sz="2800">
                <a:solidFill>
                  <a:srgbClr val="000000"/>
                </a:solidFill>
                <a:latin typeface="Times New Roman" pitchFamily="18" charset="0"/>
                <a:ea typeface="楷体_GB2312" pitchFamily="49" charset="-122"/>
                <a:sym typeface="Symbol" pitchFamily="18" charset="2"/>
              </a:rPr>
              <a:t>)</a:t>
            </a:r>
            <a:endParaRPr kumimoji="1" lang="en-US" altLang="zh-CN" sz="2800">
              <a:solidFill>
                <a:srgbClr val="000000"/>
              </a:solidFill>
              <a:latin typeface="Times New Roman" pitchFamily="18" charset="0"/>
              <a:ea typeface="楷体_GB2312" pitchFamily="49" charset="-122"/>
            </a:endParaRPr>
          </a:p>
        </p:txBody>
      </p:sp>
      <p:sp>
        <p:nvSpPr>
          <p:cNvPr id="5131" name="Text Box 11"/>
          <p:cNvSpPr txBox="1">
            <a:spLocks noChangeArrowheads="1"/>
          </p:cNvSpPr>
          <p:nvPr/>
        </p:nvSpPr>
        <p:spPr bwMode="auto">
          <a:xfrm>
            <a:off x="3995738" y="4292600"/>
            <a:ext cx="3505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称为</a:t>
            </a:r>
            <a:r>
              <a:rPr kumimoji="1" lang="zh-CN" altLang="en-US" sz="2800" b="1">
                <a:solidFill>
                  <a:srgbClr val="CC0000"/>
                </a:solidFill>
                <a:latin typeface="Times New Roman" pitchFamily="18" charset="0"/>
                <a:ea typeface="楷体_GB2312" pitchFamily="49" charset="-122"/>
              </a:rPr>
              <a:t>拉格朗日余项</a:t>
            </a:r>
            <a:r>
              <a:rPr kumimoji="1" lang="zh-CN" altLang="en-US" sz="2800">
                <a:solidFill>
                  <a:srgbClr val="CC0000"/>
                </a:solidFill>
                <a:latin typeface="Times New Roman" pitchFamily="18" charset="0"/>
                <a:ea typeface="楷体_GB2312" pitchFamily="49" charset="-122"/>
              </a:rPr>
              <a:t> </a:t>
            </a:r>
            <a:r>
              <a:rPr kumimoji="1" lang="en-US" altLang="zh-CN" sz="2800">
                <a:solidFill>
                  <a:srgbClr val="CC0000"/>
                </a:solidFill>
                <a:latin typeface="Times New Roman" pitchFamily="18" charset="0"/>
                <a:ea typeface="楷体_GB2312" pitchFamily="49" charset="-122"/>
              </a:rPr>
              <a:t>.</a:t>
            </a:r>
          </a:p>
        </p:txBody>
      </p:sp>
      <p:graphicFrame>
        <p:nvGraphicFramePr>
          <p:cNvPr id="5132" name="Object 12"/>
          <p:cNvGraphicFramePr>
            <a:graphicFrameLocks noChangeAspect="1"/>
          </p:cNvGraphicFramePr>
          <p:nvPr/>
        </p:nvGraphicFramePr>
        <p:xfrm>
          <a:off x="2484438" y="3500438"/>
          <a:ext cx="3035300" cy="1016000"/>
        </p:xfrm>
        <a:graphic>
          <a:graphicData uri="http://schemas.openxmlformats.org/presentationml/2006/ole">
            <mc:AlternateContent xmlns:mc="http://schemas.openxmlformats.org/markup-compatibility/2006">
              <mc:Choice xmlns:v="urn:schemas-microsoft-com:vml" Requires="v">
                <p:oleObj name="Equation" r:id="rId14" imgW="3035160" imgH="1015920" progId="">
                  <p:embed/>
                </p:oleObj>
              </mc:Choice>
              <mc:Fallback>
                <p:oleObj name="Equation" r:id="rId14" imgW="3035160" imgH="1015920" progId="">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84438" y="3500438"/>
                        <a:ext cx="30353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3" name="Text Box 13"/>
          <p:cNvSpPr txBox="1">
            <a:spLocks noChangeArrowheads="1"/>
          </p:cNvSpPr>
          <p:nvPr/>
        </p:nvSpPr>
        <p:spPr bwMode="auto">
          <a:xfrm>
            <a:off x="7885113" y="549275"/>
            <a:ext cx="990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则在</a:t>
            </a:r>
          </a:p>
        </p:txBody>
      </p:sp>
      <p:sp>
        <p:nvSpPr>
          <p:cNvPr id="5134" name="Text Box 14"/>
          <p:cNvSpPr txBox="1">
            <a:spLocks noChangeArrowheads="1"/>
          </p:cNvSpPr>
          <p:nvPr/>
        </p:nvSpPr>
        <p:spPr bwMode="auto">
          <a:xfrm>
            <a:off x="539750" y="620713"/>
            <a:ext cx="1371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若函数</a:t>
            </a:r>
          </a:p>
        </p:txBody>
      </p:sp>
      <p:graphicFrame>
        <p:nvGraphicFramePr>
          <p:cNvPr id="5135" name="Object 15"/>
          <p:cNvGraphicFramePr>
            <a:graphicFrameLocks noChangeAspect="1"/>
          </p:cNvGraphicFramePr>
          <p:nvPr/>
        </p:nvGraphicFramePr>
        <p:xfrm>
          <a:off x="1692275" y="692150"/>
          <a:ext cx="1511300" cy="469900"/>
        </p:xfrm>
        <a:graphic>
          <a:graphicData uri="http://schemas.openxmlformats.org/presentationml/2006/ole">
            <mc:AlternateContent xmlns:mc="http://schemas.openxmlformats.org/markup-compatibility/2006">
              <mc:Choice xmlns:v="urn:schemas-microsoft-com:vml" Requires="v">
                <p:oleObj name="Equation" r:id="rId16" imgW="1511280" imgH="469800" progId="">
                  <p:embed/>
                </p:oleObj>
              </mc:Choice>
              <mc:Fallback>
                <p:oleObj name="Equation" r:id="rId16" imgW="1511280" imgH="469800" progId="">
                  <p:embed/>
                  <p:pic>
                    <p:nvPicPr>
                      <p:cNvPr id="0" name="Object 15"/>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1692275" y="692150"/>
                        <a:ext cx="15113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6" name="Text Box 16"/>
          <p:cNvSpPr txBox="1">
            <a:spLocks noChangeArrowheads="1"/>
          </p:cNvSpPr>
          <p:nvPr/>
        </p:nvSpPr>
        <p:spPr bwMode="auto">
          <a:xfrm>
            <a:off x="3276600" y="620713"/>
            <a:ext cx="4829175" cy="519112"/>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2800">
                <a:solidFill>
                  <a:srgbClr val="000000"/>
                </a:solidFill>
                <a:latin typeface="Times New Roman" pitchFamily="18" charset="0"/>
                <a:ea typeface="楷体_GB2312" pitchFamily="49" charset="-122"/>
              </a:rPr>
              <a:t>的某邻域内具有 </a:t>
            </a:r>
            <a:r>
              <a:rPr kumimoji="1" lang="en-US" altLang="zh-CN" sz="2800" i="1">
                <a:solidFill>
                  <a:srgbClr val="000000"/>
                </a:solidFill>
                <a:latin typeface="Times New Roman" pitchFamily="18" charset="0"/>
                <a:ea typeface="楷体_GB2312" pitchFamily="49" charset="-122"/>
              </a:rPr>
              <a:t>n </a:t>
            </a:r>
            <a:r>
              <a:rPr kumimoji="1" lang="en-US" altLang="zh-CN" sz="2800">
                <a:solidFill>
                  <a:srgbClr val="000000"/>
                </a:solidFill>
                <a:latin typeface="Times New Roman" pitchFamily="18" charset="0"/>
                <a:ea typeface="楷体_GB2312" pitchFamily="49" charset="-122"/>
              </a:rPr>
              <a:t>+ 1 </a:t>
            </a:r>
            <a:r>
              <a:rPr kumimoji="1" lang="zh-CN" altLang="en-US" sz="2800">
                <a:solidFill>
                  <a:srgbClr val="000000"/>
                </a:solidFill>
                <a:latin typeface="Times New Roman" pitchFamily="18" charset="0"/>
                <a:ea typeface="楷体_GB2312" pitchFamily="49" charset="-122"/>
              </a:rPr>
              <a:t>阶导数</a:t>
            </a:r>
            <a:r>
              <a:rPr kumimoji="1" lang="en-US" altLang="zh-CN" sz="2800">
                <a:solidFill>
                  <a:srgbClr val="000000"/>
                </a:solidFill>
                <a:latin typeface="Times New Roman" pitchFamily="18" charset="0"/>
                <a:ea typeface="楷体_GB2312" pitchFamily="49" charset="-122"/>
              </a:rPr>
              <a:t>, </a:t>
            </a:r>
          </a:p>
        </p:txBody>
      </p:sp>
      <p:sp>
        <p:nvSpPr>
          <p:cNvPr id="5137" name="Text Box 17"/>
          <p:cNvSpPr txBox="1">
            <a:spLocks noChangeArrowheads="1"/>
          </p:cNvSpPr>
          <p:nvPr/>
        </p:nvSpPr>
        <p:spPr bwMode="auto">
          <a:xfrm>
            <a:off x="3733800" y="2997200"/>
            <a:ext cx="5410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此式称为 </a:t>
            </a:r>
            <a:r>
              <a:rPr kumimoji="1" lang="en-US" altLang="zh-CN" sz="2800" i="1">
                <a:solidFill>
                  <a:srgbClr val="000000"/>
                </a:solidFill>
                <a:latin typeface="Times New Roman" pitchFamily="18" charset="0"/>
                <a:ea typeface="楷体_GB2312" pitchFamily="49" charset="-122"/>
              </a:rPr>
              <a:t>f </a:t>
            </a:r>
            <a:r>
              <a:rPr kumimoji="1" lang="en-US" altLang="zh-CN" sz="2800">
                <a:solidFill>
                  <a:srgbClr val="000000"/>
                </a:solidFill>
                <a:latin typeface="Times New Roman" pitchFamily="18" charset="0"/>
                <a:ea typeface="楷体_GB2312" pitchFamily="49" charset="-122"/>
              </a:rPr>
              <a:t>(</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的 </a:t>
            </a:r>
            <a:r>
              <a:rPr kumimoji="1" lang="en-US" altLang="zh-CN" sz="2800" i="1">
                <a:solidFill>
                  <a:srgbClr val="000000"/>
                </a:solidFill>
                <a:latin typeface="Times New Roman" pitchFamily="18" charset="0"/>
                <a:ea typeface="楷体_GB2312" pitchFamily="49" charset="-122"/>
              </a:rPr>
              <a:t>n</a:t>
            </a:r>
            <a:r>
              <a:rPr kumimoji="1" lang="en-US" altLang="zh-CN" sz="2800" b="1">
                <a:solidFill>
                  <a:srgbClr val="000000"/>
                </a:solidFill>
                <a:latin typeface="Times New Roman" pitchFamily="18" charset="0"/>
                <a:ea typeface="楷体_GB2312" pitchFamily="49" charset="-122"/>
              </a:rPr>
              <a:t> </a:t>
            </a:r>
            <a:r>
              <a:rPr kumimoji="1" lang="zh-CN" altLang="en-US" sz="2800" b="1">
                <a:solidFill>
                  <a:srgbClr val="CC0000"/>
                </a:solidFill>
                <a:latin typeface="Times New Roman" pitchFamily="18" charset="0"/>
                <a:ea typeface="楷体_GB2312" pitchFamily="49" charset="-122"/>
              </a:rPr>
              <a:t>阶泰勒公式</a:t>
            </a:r>
            <a:r>
              <a:rPr kumimoji="1" lang="zh-CN" altLang="en-US" sz="2800" b="1">
                <a:solidFill>
                  <a:srgbClr val="000000"/>
                </a:solidFill>
                <a:latin typeface="Times New Roman" pitchFamily="18" charset="0"/>
                <a:ea typeface="楷体_GB2312" pitchFamily="49" charset="-122"/>
              </a:rPr>
              <a:t> </a:t>
            </a:r>
            <a:r>
              <a:rPr kumimoji="1" lang="en-US" altLang="zh-CN" sz="2800" b="1">
                <a:solidFill>
                  <a:srgbClr val="000000"/>
                </a:solidFill>
                <a:latin typeface="Times New Roman" pitchFamily="18" charset="0"/>
                <a:ea typeface="楷体_GB2312" pitchFamily="49" charset="-122"/>
              </a:rPr>
              <a:t>,</a:t>
            </a:r>
          </a:p>
        </p:txBody>
      </p:sp>
      <p:sp>
        <p:nvSpPr>
          <p:cNvPr id="5138" name="Text Box 18"/>
          <p:cNvSpPr txBox="1">
            <a:spLocks noChangeArrowheads="1"/>
          </p:cNvSpPr>
          <p:nvPr/>
        </p:nvSpPr>
        <p:spPr bwMode="auto">
          <a:xfrm>
            <a:off x="0" y="1268413"/>
            <a:ext cx="22860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该邻域内有 </a:t>
            </a:r>
            <a:r>
              <a:rPr kumimoji="1" lang="en-US" altLang="zh-CN" sz="2800">
                <a:solidFill>
                  <a:srgbClr val="000000"/>
                </a:solidFill>
                <a:latin typeface="Times New Roman" pitchFamily="18" charset="0"/>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34">
                                            <p:txEl>
                                              <p:pRg st="0" end="0"/>
                                            </p:txEl>
                                          </p:spTgt>
                                        </p:tgtEl>
                                        <p:attrNameLst>
                                          <p:attrName>style.visibility</p:attrName>
                                        </p:attrNameLst>
                                      </p:cBhvr>
                                      <p:to>
                                        <p:strVal val="visible"/>
                                      </p:to>
                                    </p:set>
                                    <p:animEffect transition="in" filter="wipe(left)">
                                      <p:cBhvr>
                                        <p:cTn id="7" dur="500"/>
                                        <p:tgtEl>
                                          <p:spTgt spid="5134">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135"/>
                                        </p:tgtEl>
                                        <p:attrNameLst>
                                          <p:attrName>style.visibility</p:attrName>
                                        </p:attrNameLst>
                                      </p:cBhvr>
                                      <p:to>
                                        <p:strVal val="visible"/>
                                      </p:to>
                                    </p:set>
                                    <p:animEffect transition="in" filter="wipe(left)">
                                      <p:cBhvr>
                                        <p:cTn id="11" dur="500"/>
                                        <p:tgtEl>
                                          <p:spTgt spid="513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136">
                                            <p:txEl>
                                              <p:pRg st="0" end="0"/>
                                            </p:txEl>
                                          </p:spTgt>
                                        </p:tgtEl>
                                        <p:attrNameLst>
                                          <p:attrName>style.visibility</p:attrName>
                                        </p:attrNameLst>
                                      </p:cBhvr>
                                      <p:to>
                                        <p:strVal val="visible"/>
                                      </p:to>
                                    </p:set>
                                    <p:animEffect transition="in" filter="wipe(left)">
                                      <p:cBhvr>
                                        <p:cTn id="15" dur="500"/>
                                        <p:tgtEl>
                                          <p:spTgt spid="513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133"/>
                                        </p:tgtEl>
                                        <p:attrNameLst>
                                          <p:attrName>style.visibility</p:attrName>
                                        </p:attrNameLst>
                                      </p:cBhvr>
                                      <p:to>
                                        <p:strVal val="visible"/>
                                      </p:to>
                                    </p:set>
                                    <p:animEffect transition="in" filter="wipe(left)">
                                      <p:cBhvr>
                                        <p:cTn id="20" dur="500"/>
                                        <p:tgtEl>
                                          <p:spTgt spid="5133"/>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5138"/>
                                        </p:tgtEl>
                                        <p:attrNameLst>
                                          <p:attrName>style.visibility</p:attrName>
                                        </p:attrNameLst>
                                      </p:cBhvr>
                                      <p:to>
                                        <p:strVal val="visible"/>
                                      </p:to>
                                    </p:set>
                                    <p:animEffect transition="in" filter="wipe(left)">
                                      <p:cBhvr>
                                        <p:cTn id="24" dur="500"/>
                                        <p:tgtEl>
                                          <p:spTgt spid="513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123"/>
                                        </p:tgtEl>
                                        <p:attrNameLst>
                                          <p:attrName>style.visibility</p:attrName>
                                        </p:attrNameLst>
                                      </p:cBhvr>
                                      <p:to>
                                        <p:strVal val="visible"/>
                                      </p:to>
                                    </p:set>
                                    <p:animEffect transition="in" filter="wipe(left)">
                                      <p:cBhvr>
                                        <p:cTn id="29" dur="500"/>
                                        <p:tgtEl>
                                          <p:spTgt spid="51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124"/>
                                        </p:tgtEl>
                                        <p:attrNameLst>
                                          <p:attrName>style.visibility</p:attrName>
                                        </p:attrNameLst>
                                      </p:cBhvr>
                                      <p:to>
                                        <p:strVal val="visible"/>
                                      </p:to>
                                    </p:set>
                                    <p:animEffect transition="in" filter="wipe(left)">
                                      <p:cBhvr>
                                        <p:cTn id="34" dur="500"/>
                                        <p:tgtEl>
                                          <p:spTgt spid="512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25"/>
                                        </p:tgtEl>
                                        <p:attrNameLst>
                                          <p:attrName>style.visibility</p:attrName>
                                        </p:attrNameLst>
                                      </p:cBhvr>
                                      <p:to>
                                        <p:strVal val="visible"/>
                                      </p:to>
                                    </p:set>
                                    <p:animEffect transition="in" filter="wipe(left)">
                                      <p:cBhvr>
                                        <p:cTn id="39" dur="500"/>
                                        <p:tgtEl>
                                          <p:spTgt spid="512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5126"/>
                                        </p:tgtEl>
                                        <p:attrNameLst>
                                          <p:attrName>style.visibility</p:attrName>
                                        </p:attrNameLst>
                                      </p:cBhvr>
                                      <p:to>
                                        <p:strVal val="visible"/>
                                      </p:to>
                                    </p:set>
                                    <p:animEffect transition="in" filter="wipe(left)">
                                      <p:cBhvr>
                                        <p:cTn id="44" dur="500"/>
                                        <p:tgtEl>
                                          <p:spTgt spid="512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5127"/>
                                        </p:tgtEl>
                                        <p:attrNameLst>
                                          <p:attrName>style.visibility</p:attrName>
                                        </p:attrNameLst>
                                      </p:cBhvr>
                                      <p:to>
                                        <p:strVal val="visible"/>
                                      </p:to>
                                    </p:set>
                                    <p:animEffect transition="in" filter="wipe(left)">
                                      <p:cBhvr>
                                        <p:cTn id="49" dur="500"/>
                                        <p:tgtEl>
                                          <p:spTgt spid="512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137">
                                            <p:txEl>
                                              <p:pRg st="0" end="0"/>
                                            </p:txEl>
                                          </p:spTgt>
                                        </p:tgtEl>
                                        <p:attrNameLst>
                                          <p:attrName>style.visibility</p:attrName>
                                        </p:attrNameLst>
                                      </p:cBhvr>
                                      <p:to>
                                        <p:strVal val="visible"/>
                                      </p:to>
                                    </p:set>
                                    <p:animEffect transition="in" filter="wipe(left)">
                                      <p:cBhvr>
                                        <p:cTn id="54" dur="500"/>
                                        <p:tgtEl>
                                          <p:spTgt spid="5137">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5128"/>
                                        </p:tgtEl>
                                        <p:attrNameLst>
                                          <p:attrName>style.visibility</p:attrName>
                                        </p:attrNameLst>
                                      </p:cBhvr>
                                      <p:to>
                                        <p:strVal val="visible"/>
                                      </p:to>
                                    </p:set>
                                    <p:animEffect transition="in" filter="wipe(left)">
                                      <p:cBhvr>
                                        <p:cTn id="59" dur="500"/>
                                        <p:tgtEl>
                                          <p:spTgt spid="512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5129"/>
                                        </p:tgtEl>
                                        <p:attrNameLst>
                                          <p:attrName>style.visibility</p:attrName>
                                        </p:attrNameLst>
                                      </p:cBhvr>
                                      <p:to>
                                        <p:strVal val="visible"/>
                                      </p:to>
                                    </p:set>
                                    <p:animEffect transition="in" filter="wipe(left)">
                                      <p:cBhvr>
                                        <p:cTn id="64" dur="500"/>
                                        <p:tgtEl>
                                          <p:spTgt spid="512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5132"/>
                                        </p:tgtEl>
                                        <p:attrNameLst>
                                          <p:attrName>style.visibility</p:attrName>
                                        </p:attrNameLst>
                                      </p:cBhvr>
                                      <p:to>
                                        <p:strVal val="visible"/>
                                      </p:to>
                                    </p:set>
                                    <p:animEffect transition="in" filter="wipe(left)">
                                      <p:cBhvr>
                                        <p:cTn id="69" dur="500"/>
                                        <p:tgtEl>
                                          <p:spTgt spid="5132"/>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5130">
                                            <p:txEl>
                                              <p:pRg st="0" end="0"/>
                                            </p:txEl>
                                          </p:spTgt>
                                        </p:tgtEl>
                                        <p:attrNameLst>
                                          <p:attrName>style.visibility</p:attrName>
                                        </p:attrNameLst>
                                      </p:cBhvr>
                                      <p:to>
                                        <p:strVal val="visible"/>
                                      </p:to>
                                    </p:set>
                                    <p:animEffect transition="in" filter="wipe(left)">
                                      <p:cBhvr>
                                        <p:cTn id="73" dur="500"/>
                                        <p:tgtEl>
                                          <p:spTgt spid="5130">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5131"/>
                                        </p:tgtEl>
                                        <p:attrNameLst>
                                          <p:attrName>style.visibility</p:attrName>
                                        </p:attrNameLst>
                                      </p:cBhvr>
                                      <p:to>
                                        <p:strVal val="visible"/>
                                      </p:to>
                                    </p:set>
                                    <p:animEffect transition="in" filter="wipe(left)">
                                      <p:cBhvr>
                                        <p:cTn id="78" dur="500"/>
                                        <p:tgtEl>
                                          <p:spTgt spid="5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8" grpId="0" autoUpdateAnimBg="0"/>
      <p:bldP spid="5130" grpId="0" build="p" autoUpdateAnimBg="0" advAuto="0"/>
      <p:bldP spid="5131" grpId="0" autoUpdateAnimBg="0"/>
      <p:bldP spid="5133" grpId="0" autoUpdateAnimBg="0"/>
      <p:bldP spid="5134" grpId="0" build="p" autoUpdateAnimBg="0"/>
      <p:bldP spid="5136" grpId="0" build="p" autoUpdateAnimBg="0" advAuto="0"/>
      <p:bldP spid="5137" grpId="0" build="p" autoUpdateAnimBg="0"/>
      <p:bldP spid="513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146" name="Object 2"/>
          <p:cNvGraphicFramePr>
            <a:graphicFrameLocks noChangeAspect="1"/>
          </p:cNvGraphicFramePr>
          <p:nvPr/>
        </p:nvGraphicFramePr>
        <p:xfrm>
          <a:off x="1524000" y="1127125"/>
          <a:ext cx="1181100" cy="444500"/>
        </p:xfrm>
        <a:graphic>
          <a:graphicData uri="http://schemas.openxmlformats.org/presentationml/2006/ole">
            <mc:AlternateContent xmlns:mc="http://schemas.openxmlformats.org/markup-compatibility/2006">
              <mc:Choice xmlns:v="urn:schemas-microsoft-com:vml" Requires="v">
                <p:oleObj name="Equation" r:id="rId2" imgW="1180800" imgH="444240" progId="">
                  <p:embed/>
                </p:oleObj>
              </mc:Choice>
              <mc:Fallback>
                <p:oleObj name="Equation" r:id="rId2" imgW="1180800" imgH="444240"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127125"/>
                        <a:ext cx="11811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3"/>
          <p:cNvGraphicFramePr>
            <a:graphicFrameLocks noChangeAspect="1"/>
          </p:cNvGraphicFramePr>
          <p:nvPr/>
        </p:nvGraphicFramePr>
        <p:xfrm>
          <a:off x="2743200" y="1127125"/>
          <a:ext cx="2387600" cy="444500"/>
        </p:xfrm>
        <a:graphic>
          <a:graphicData uri="http://schemas.openxmlformats.org/presentationml/2006/ole">
            <mc:AlternateContent xmlns:mc="http://schemas.openxmlformats.org/markup-compatibility/2006">
              <mc:Choice xmlns:v="urn:schemas-microsoft-com:vml" Requires="v">
                <p:oleObj name="Equation" r:id="rId4" imgW="2387520" imgH="444240" progId="">
                  <p:embed/>
                </p:oleObj>
              </mc:Choice>
              <mc:Fallback>
                <p:oleObj name="Equation" r:id="rId4" imgW="2387520" imgH="44424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1127125"/>
                        <a:ext cx="23876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8" name="Object 4"/>
          <p:cNvGraphicFramePr>
            <a:graphicFrameLocks noChangeAspect="1"/>
          </p:cNvGraphicFramePr>
          <p:nvPr/>
        </p:nvGraphicFramePr>
        <p:xfrm>
          <a:off x="5232400" y="892175"/>
          <a:ext cx="2387600" cy="939800"/>
        </p:xfrm>
        <a:graphic>
          <a:graphicData uri="http://schemas.openxmlformats.org/presentationml/2006/ole">
            <mc:AlternateContent xmlns:mc="http://schemas.openxmlformats.org/markup-compatibility/2006">
              <mc:Choice xmlns:v="urn:schemas-microsoft-com:vml" Requires="v">
                <p:oleObj name="Equation" r:id="rId6" imgW="2387520" imgH="939600" progId="">
                  <p:embed/>
                </p:oleObj>
              </mc:Choice>
              <mc:Fallback>
                <p:oleObj name="Equation" r:id="rId6" imgW="2387520" imgH="939600" progId="">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32400" y="892175"/>
                        <a:ext cx="2387600"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9" name="Object 5"/>
          <p:cNvGraphicFramePr>
            <a:graphicFrameLocks noChangeAspect="1"/>
          </p:cNvGraphicFramePr>
          <p:nvPr/>
        </p:nvGraphicFramePr>
        <p:xfrm>
          <a:off x="1258888" y="1628775"/>
          <a:ext cx="4254500" cy="1016000"/>
        </p:xfrm>
        <a:graphic>
          <a:graphicData uri="http://schemas.openxmlformats.org/presentationml/2006/ole">
            <mc:AlternateContent xmlns:mc="http://schemas.openxmlformats.org/markup-compatibility/2006">
              <mc:Choice xmlns:v="urn:schemas-microsoft-com:vml" Requires="v">
                <p:oleObj name="Equation" r:id="rId8" imgW="4254480" imgH="1015920" progId="">
                  <p:embed/>
                </p:oleObj>
              </mc:Choice>
              <mc:Fallback>
                <p:oleObj name="Equation" r:id="rId8" imgW="4254480" imgH="1015920" progId="">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8888" y="1628775"/>
                        <a:ext cx="42545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0" name="Text Box 6"/>
          <p:cNvSpPr txBox="1">
            <a:spLocks noChangeArrowheads="1"/>
          </p:cNvSpPr>
          <p:nvPr/>
        </p:nvSpPr>
        <p:spPr bwMode="auto">
          <a:xfrm>
            <a:off x="5791200" y="1916113"/>
            <a:ext cx="3352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为</a:t>
            </a:r>
            <a:r>
              <a:rPr kumimoji="1" lang="en-US" altLang="zh-CN" sz="2800" i="1">
                <a:solidFill>
                  <a:srgbClr val="000000"/>
                </a:solidFill>
                <a:latin typeface="Times New Roman" pitchFamily="18" charset="0"/>
                <a:ea typeface="楷体_GB2312" pitchFamily="49" charset="-122"/>
              </a:rPr>
              <a:t>f </a:t>
            </a:r>
            <a:r>
              <a:rPr kumimoji="1" lang="en-US" altLang="zh-CN" sz="2800">
                <a:solidFill>
                  <a:srgbClr val="000000"/>
                </a:solidFill>
                <a:latin typeface="Times New Roman" pitchFamily="18" charset="0"/>
                <a:ea typeface="楷体_GB2312" pitchFamily="49" charset="-122"/>
              </a:rPr>
              <a:t>(</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a:t>
            </a:r>
            <a:r>
              <a:rPr kumimoji="1" lang="en-US" altLang="zh-CN" sz="2800" b="1">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的</a:t>
            </a:r>
            <a:r>
              <a:rPr kumimoji="1" lang="zh-CN" altLang="en-US" sz="2800" b="1">
                <a:solidFill>
                  <a:srgbClr val="CC0000"/>
                </a:solidFill>
                <a:latin typeface="Times New Roman" pitchFamily="18" charset="0"/>
                <a:ea typeface="楷体_GB2312" pitchFamily="49" charset="-122"/>
              </a:rPr>
              <a:t>泰勒级数</a:t>
            </a:r>
            <a:r>
              <a:rPr kumimoji="1" lang="zh-CN" altLang="en-US" sz="2800" b="1">
                <a:solidFill>
                  <a:srgbClr val="000000"/>
                </a:solidFill>
                <a:latin typeface="Times New Roman" pitchFamily="18" charset="0"/>
                <a:ea typeface="楷体_GB2312" pitchFamily="49" charset="-122"/>
              </a:rPr>
              <a:t> </a:t>
            </a:r>
            <a:r>
              <a:rPr kumimoji="1" lang="en-US" altLang="zh-CN" sz="2800" b="1">
                <a:solidFill>
                  <a:srgbClr val="000000"/>
                </a:solidFill>
                <a:latin typeface="Times New Roman" pitchFamily="18" charset="0"/>
                <a:ea typeface="楷体_GB2312" pitchFamily="49" charset="-122"/>
              </a:rPr>
              <a:t>. </a:t>
            </a:r>
          </a:p>
        </p:txBody>
      </p:sp>
      <p:sp>
        <p:nvSpPr>
          <p:cNvPr id="6151" name="Text Box 7"/>
          <p:cNvSpPr txBox="1">
            <a:spLocks noChangeArrowheads="1"/>
          </p:cNvSpPr>
          <p:nvPr/>
        </p:nvSpPr>
        <p:spPr bwMode="auto">
          <a:xfrm>
            <a:off x="7696200" y="242888"/>
            <a:ext cx="990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则称</a:t>
            </a:r>
          </a:p>
        </p:txBody>
      </p:sp>
      <p:sp>
        <p:nvSpPr>
          <p:cNvPr id="6152" name="Text Box 8"/>
          <p:cNvSpPr txBox="1">
            <a:spLocks noChangeArrowheads="1"/>
          </p:cNvSpPr>
          <p:nvPr/>
        </p:nvSpPr>
        <p:spPr bwMode="auto">
          <a:xfrm>
            <a:off x="395288" y="2708275"/>
            <a:ext cx="6934200" cy="561975"/>
          </a:xfrm>
          <a:prstGeom prst="rect">
            <a:avLst/>
          </a:prstGeom>
          <a:noFill/>
          <a:ln w="9525">
            <a:noFill/>
            <a:miter lim="800000"/>
            <a:headEnd/>
            <a:tailEnd/>
          </a:ln>
        </p:spPr>
        <p:txBody>
          <a:bodyPr>
            <a:spAutoFit/>
          </a:bodyPr>
          <a:lstStyle/>
          <a:p>
            <a:pPr fontAlgn="base">
              <a:lnSpc>
                <a:spcPct val="110000"/>
              </a:lnSpc>
              <a:spcBef>
                <a:spcPct val="50000"/>
              </a:spcBef>
              <a:spcAft>
                <a:spcPct val="0"/>
              </a:spcAft>
            </a:pPr>
            <a:r>
              <a:rPr kumimoji="1" lang="zh-CN" altLang="en-US" sz="2800">
                <a:solidFill>
                  <a:srgbClr val="000000"/>
                </a:solidFill>
                <a:latin typeface="Times New Roman" pitchFamily="18" charset="0"/>
                <a:ea typeface="楷体_GB2312" pitchFamily="49" charset="-122"/>
              </a:rPr>
              <a:t>当</a:t>
            </a:r>
            <a:r>
              <a:rPr kumimoji="1" lang="en-US" altLang="zh-CN" sz="2800" i="1">
                <a:solidFill>
                  <a:srgbClr val="000000"/>
                </a:solidFill>
                <a:latin typeface="Times New Roman" pitchFamily="18" charset="0"/>
                <a:ea typeface="楷体_GB2312" pitchFamily="49" charset="-122"/>
                <a:sym typeface="Symbol" pitchFamily="18" charset="2"/>
              </a:rPr>
              <a:t>x</a:t>
            </a:r>
            <a:r>
              <a:rPr kumimoji="1" lang="en-US" altLang="zh-CN" sz="2800" baseline="-25000">
                <a:solidFill>
                  <a:srgbClr val="000000"/>
                </a:solidFill>
                <a:latin typeface="Times New Roman" pitchFamily="18" charset="0"/>
                <a:ea typeface="楷体_GB2312" pitchFamily="49" charset="-122"/>
                <a:sym typeface="Symbol" pitchFamily="18" charset="2"/>
              </a:rPr>
              <a:t>0</a:t>
            </a:r>
            <a:r>
              <a:rPr kumimoji="1" lang="en-US" altLang="zh-CN" sz="2800">
                <a:solidFill>
                  <a:srgbClr val="000000"/>
                </a:solidFill>
                <a:latin typeface="Times New Roman" pitchFamily="18" charset="0"/>
                <a:ea typeface="楷体_GB2312" pitchFamily="49" charset="-122"/>
                <a:sym typeface="Symbol" pitchFamily="18" charset="2"/>
              </a:rPr>
              <a:t> = 0</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时</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泰勒级数又称为</a:t>
            </a:r>
            <a:r>
              <a:rPr kumimoji="1" lang="zh-CN" altLang="en-US" sz="2800" b="1">
                <a:solidFill>
                  <a:srgbClr val="CC0000"/>
                </a:solidFill>
                <a:latin typeface="Times New Roman" pitchFamily="18" charset="0"/>
                <a:ea typeface="楷体_GB2312" pitchFamily="49" charset="-122"/>
              </a:rPr>
              <a:t>麦克劳林级数</a:t>
            </a:r>
            <a:r>
              <a:rPr kumimoji="1" lang="zh-CN" altLang="en-US" sz="2800">
                <a:solidFill>
                  <a:srgbClr val="000000"/>
                </a:solidFill>
                <a:latin typeface="Times New Roman" pitchFamily="18" charset="0"/>
                <a:ea typeface="楷体_GB2312" pitchFamily="49" charset="-122"/>
              </a:rPr>
              <a:t> </a:t>
            </a:r>
            <a:r>
              <a:rPr kumimoji="1" lang="en-US" altLang="zh-CN" sz="2800">
                <a:solidFill>
                  <a:srgbClr val="000000"/>
                </a:solidFill>
                <a:latin typeface="Times New Roman" pitchFamily="18" charset="0"/>
                <a:ea typeface="楷体_GB2312" pitchFamily="49" charset="-122"/>
              </a:rPr>
              <a:t>.</a:t>
            </a:r>
          </a:p>
        </p:txBody>
      </p:sp>
      <p:sp>
        <p:nvSpPr>
          <p:cNvPr id="6153" name="Text Box 9"/>
          <p:cNvSpPr txBox="1">
            <a:spLocks noChangeArrowheads="1"/>
          </p:cNvSpPr>
          <p:nvPr/>
        </p:nvSpPr>
        <p:spPr bwMode="auto">
          <a:xfrm>
            <a:off x="2627313" y="3429000"/>
            <a:ext cx="6172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1) </a:t>
            </a:r>
            <a:r>
              <a:rPr kumimoji="1" lang="zh-CN" altLang="en-US" sz="2800">
                <a:solidFill>
                  <a:srgbClr val="000000"/>
                </a:solidFill>
                <a:latin typeface="Times New Roman" pitchFamily="18" charset="0"/>
                <a:ea typeface="楷体_GB2312" pitchFamily="49" charset="-122"/>
              </a:rPr>
              <a:t>对此级数</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它的收敛域是什么 ？</a:t>
            </a:r>
          </a:p>
        </p:txBody>
      </p:sp>
      <p:sp>
        <p:nvSpPr>
          <p:cNvPr id="6154" name="Text Box 10"/>
          <p:cNvSpPr txBox="1">
            <a:spLocks noChangeArrowheads="1"/>
          </p:cNvSpPr>
          <p:nvPr/>
        </p:nvSpPr>
        <p:spPr bwMode="auto">
          <a:xfrm>
            <a:off x="2627313" y="3933825"/>
            <a:ext cx="58674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2) </a:t>
            </a:r>
            <a:r>
              <a:rPr kumimoji="1" lang="zh-CN" altLang="en-US" sz="2800">
                <a:solidFill>
                  <a:srgbClr val="000000"/>
                </a:solidFill>
                <a:latin typeface="Times New Roman" pitchFamily="18" charset="0"/>
                <a:ea typeface="楷体_GB2312" pitchFamily="49" charset="-122"/>
              </a:rPr>
              <a:t>在收敛域上 </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和函数是否为 </a:t>
            </a:r>
            <a:r>
              <a:rPr kumimoji="1" lang="en-US" altLang="zh-CN" sz="2800" i="1">
                <a:solidFill>
                  <a:srgbClr val="000000"/>
                </a:solidFill>
                <a:latin typeface="Times New Roman" pitchFamily="18" charset="0"/>
                <a:ea typeface="楷体_GB2312" pitchFamily="49" charset="-122"/>
              </a:rPr>
              <a:t>f </a:t>
            </a:r>
            <a:r>
              <a:rPr kumimoji="1" lang="en-US" altLang="zh-CN" sz="2800">
                <a:solidFill>
                  <a:srgbClr val="000000"/>
                </a:solidFill>
                <a:latin typeface="Times New Roman" pitchFamily="18" charset="0"/>
                <a:ea typeface="楷体_GB2312" pitchFamily="49" charset="-122"/>
              </a:rPr>
              <a:t>(</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p>
        </p:txBody>
      </p:sp>
      <p:sp>
        <p:nvSpPr>
          <p:cNvPr id="6155" name="Rectangle 11"/>
          <p:cNvSpPr>
            <a:spLocks noGrp="1" noChangeArrowheads="1"/>
          </p:cNvSpPr>
          <p:nvPr>
            <p:ph type="title" idx="4294967295"/>
          </p:nvPr>
        </p:nvSpPr>
        <p:spPr>
          <a:xfrm>
            <a:off x="0" y="3357563"/>
            <a:ext cx="2667000" cy="609600"/>
          </a:xfrm>
        </p:spPr>
        <p:txBody>
          <a:bodyPr/>
          <a:lstStyle/>
          <a:p>
            <a:pPr algn="l" eaLnBrk="1" hangingPunct="1"/>
            <a:r>
              <a:rPr lang="zh-CN" altLang="en-US" sz="2800" b="1">
                <a:solidFill>
                  <a:schemeClr val="accent2"/>
                </a:solidFill>
                <a:ea typeface="楷体_GB2312" pitchFamily="49" charset="-122"/>
              </a:rPr>
              <a:t>待解决的问题 </a:t>
            </a:r>
            <a:r>
              <a:rPr lang="en-US" altLang="zh-CN" sz="2800" b="1">
                <a:solidFill>
                  <a:schemeClr val="accent2"/>
                </a:solidFill>
                <a:ea typeface="楷体_GB2312" pitchFamily="49" charset="-122"/>
              </a:rPr>
              <a:t>:</a:t>
            </a:r>
          </a:p>
        </p:txBody>
      </p:sp>
      <p:sp>
        <p:nvSpPr>
          <p:cNvPr id="35853" name="Text Box 12"/>
          <p:cNvSpPr txBox="1">
            <a:spLocks noChangeArrowheads="1"/>
          </p:cNvSpPr>
          <p:nvPr/>
        </p:nvSpPr>
        <p:spPr bwMode="auto">
          <a:xfrm>
            <a:off x="609600" y="242888"/>
            <a:ext cx="1565275"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若函数</a:t>
            </a:r>
          </a:p>
        </p:txBody>
      </p:sp>
      <p:sp>
        <p:nvSpPr>
          <p:cNvPr id="35854" name="Text Box 13"/>
          <p:cNvSpPr txBox="1">
            <a:spLocks noChangeArrowheads="1"/>
          </p:cNvSpPr>
          <p:nvPr/>
        </p:nvSpPr>
        <p:spPr bwMode="auto">
          <a:xfrm>
            <a:off x="3276600" y="242888"/>
            <a:ext cx="4629150" cy="519112"/>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2800">
                <a:solidFill>
                  <a:srgbClr val="000000"/>
                </a:solidFill>
                <a:latin typeface="Times New Roman" pitchFamily="18" charset="0"/>
                <a:ea typeface="楷体_GB2312" pitchFamily="49" charset="-122"/>
              </a:rPr>
              <a:t>的某邻域内具有任意阶导数</a:t>
            </a:r>
            <a:r>
              <a:rPr kumimoji="1" lang="en-US" altLang="zh-CN" sz="2800">
                <a:solidFill>
                  <a:srgbClr val="000000"/>
                </a:solidFill>
                <a:latin typeface="Times New Roman" pitchFamily="18" charset="0"/>
                <a:ea typeface="楷体_GB2312" pitchFamily="49" charset="-122"/>
              </a:rPr>
              <a:t>, </a:t>
            </a:r>
          </a:p>
        </p:txBody>
      </p:sp>
      <p:graphicFrame>
        <p:nvGraphicFramePr>
          <p:cNvPr id="35846" name="Object 14"/>
          <p:cNvGraphicFramePr>
            <a:graphicFrameLocks noChangeAspect="1"/>
          </p:cNvGraphicFramePr>
          <p:nvPr/>
        </p:nvGraphicFramePr>
        <p:xfrm>
          <a:off x="1828800" y="304800"/>
          <a:ext cx="1511300" cy="469900"/>
        </p:xfrm>
        <a:graphic>
          <a:graphicData uri="http://schemas.openxmlformats.org/presentationml/2006/ole">
            <mc:AlternateContent xmlns:mc="http://schemas.openxmlformats.org/markup-compatibility/2006">
              <mc:Choice xmlns:v="urn:schemas-microsoft-com:vml" Requires="v">
                <p:oleObj name="Equation" r:id="rId10" imgW="1511280" imgH="469800" progId="">
                  <p:embed/>
                </p:oleObj>
              </mc:Choice>
              <mc:Fallback>
                <p:oleObj name="Equation" r:id="rId10" imgW="1511280" imgH="469800" progId="">
                  <p:embed/>
                  <p:pic>
                    <p:nvPicPr>
                      <p:cNvPr id="0" name="Object 14"/>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1828800" y="304800"/>
                        <a:ext cx="15113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animEffect transition="in" filter="wipe(left)">
                                      <p:cBhvr>
                                        <p:cTn id="7" dur="500"/>
                                        <p:tgtEl>
                                          <p:spTgt spid="61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46"/>
                                        </p:tgtEl>
                                        <p:attrNameLst>
                                          <p:attrName>style.visibility</p:attrName>
                                        </p:attrNameLst>
                                      </p:cBhvr>
                                      <p:to>
                                        <p:strVal val="visible"/>
                                      </p:to>
                                    </p:set>
                                    <p:animEffect transition="in" filter="wipe(left)">
                                      <p:cBhvr>
                                        <p:cTn id="12" dur="500"/>
                                        <p:tgtEl>
                                          <p:spTgt spid="61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47"/>
                                        </p:tgtEl>
                                        <p:attrNameLst>
                                          <p:attrName>style.visibility</p:attrName>
                                        </p:attrNameLst>
                                      </p:cBhvr>
                                      <p:to>
                                        <p:strVal val="visible"/>
                                      </p:to>
                                    </p:set>
                                    <p:animEffect transition="in" filter="wipe(left)">
                                      <p:cBhvr>
                                        <p:cTn id="17" dur="500"/>
                                        <p:tgtEl>
                                          <p:spTgt spid="61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148"/>
                                        </p:tgtEl>
                                        <p:attrNameLst>
                                          <p:attrName>style.visibility</p:attrName>
                                        </p:attrNameLst>
                                      </p:cBhvr>
                                      <p:to>
                                        <p:strVal val="visible"/>
                                      </p:to>
                                    </p:set>
                                    <p:animEffect transition="in" filter="wipe(left)">
                                      <p:cBhvr>
                                        <p:cTn id="22" dur="500"/>
                                        <p:tgtEl>
                                          <p:spTgt spid="61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49"/>
                                        </p:tgtEl>
                                        <p:attrNameLst>
                                          <p:attrName>style.visibility</p:attrName>
                                        </p:attrNameLst>
                                      </p:cBhvr>
                                      <p:to>
                                        <p:strVal val="visible"/>
                                      </p:to>
                                    </p:set>
                                    <p:animEffect transition="in" filter="wipe(left)">
                                      <p:cBhvr>
                                        <p:cTn id="27" dur="500"/>
                                        <p:tgtEl>
                                          <p:spTgt spid="61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150">
                                            <p:txEl>
                                              <p:pRg st="0" end="0"/>
                                            </p:txEl>
                                          </p:spTgt>
                                        </p:tgtEl>
                                        <p:attrNameLst>
                                          <p:attrName>style.visibility</p:attrName>
                                        </p:attrNameLst>
                                      </p:cBhvr>
                                      <p:to>
                                        <p:strVal val="visible"/>
                                      </p:to>
                                    </p:set>
                                    <p:animEffect transition="in" filter="wipe(left)">
                                      <p:cBhvr>
                                        <p:cTn id="32" dur="500"/>
                                        <p:tgtEl>
                                          <p:spTgt spid="615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152">
                                            <p:txEl>
                                              <p:pRg st="0" end="0"/>
                                            </p:txEl>
                                          </p:spTgt>
                                        </p:tgtEl>
                                        <p:attrNameLst>
                                          <p:attrName>style.visibility</p:attrName>
                                        </p:attrNameLst>
                                      </p:cBhvr>
                                      <p:to>
                                        <p:strVal val="visible"/>
                                      </p:to>
                                    </p:set>
                                    <p:animEffect transition="in" filter="wipe(left)">
                                      <p:cBhvr>
                                        <p:cTn id="37" dur="500"/>
                                        <p:tgtEl>
                                          <p:spTgt spid="615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155"/>
                                        </p:tgtEl>
                                        <p:attrNameLst>
                                          <p:attrName>style.visibility</p:attrName>
                                        </p:attrNameLst>
                                      </p:cBhvr>
                                      <p:to>
                                        <p:strVal val="visible"/>
                                      </p:to>
                                    </p:set>
                                    <p:animEffect transition="in" filter="wipe(left)">
                                      <p:cBhvr>
                                        <p:cTn id="42" dur="500"/>
                                        <p:tgtEl>
                                          <p:spTgt spid="615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153"/>
                                        </p:tgtEl>
                                        <p:attrNameLst>
                                          <p:attrName>style.visibility</p:attrName>
                                        </p:attrNameLst>
                                      </p:cBhvr>
                                      <p:to>
                                        <p:strVal val="visible"/>
                                      </p:to>
                                    </p:set>
                                    <p:animEffect transition="in" filter="wipe(left)">
                                      <p:cBhvr>
                                        <p:cTn id="47" dur="500"/>
                                        <p:tgtEl>
                                          <p:spTgt spid="615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154"/>
                                        </p:tgtEl>
                                        <p:attrNameLst>
                                          <p:attrName>style.visibility</p:attrName>
                                        </p:attrNameLst>
                                      </p:cBhvr>
                                      <p:to>
                                        <p:strVal val="visible"/>
                                      </p:to>
                                    </p:set>
                                    <p:animEffect transition="in" filter="wipe(left)">
                                      <p:cBhvr>
                                        <p:cTn id="52" dur="500"/>
                                        <p:tgtEl>
                                          <p:spTgt spid="6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autoUpdateAnimBg="0"/>
      <p:bldP spid="6151" grpId="0" autoUpdateAnimBg="0"/>
      <p:bldP spid="6152" grpId="0" build="p" autoUpdateAnimBg="0"/>
      <p:bldP spid="6153" grpId="0" autoUpdateAnimBg="0"/>
      <p:bldP spid="6154" grpId="0" autoUpdateAnimBg="0"/>
      <p:bldP spid="615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67157-B4F0-7781-AA09-062256BB01E3}"/>
            </a:ext>
          </a:extLst>
        </p:cNvPr>
        <p:cNvGrpSpPr/>
        <p:nvPr/>
      </p:nvGrpSpPr>
      <p:grpSpPr>
        <a:xfrm>
          <a:off x="0" y="0"/>
          <a:ext cx="0" cy="0"/>
          <a:chOff x="0" y="0"/>
          <a:chExt cx="0" cy="0"/>
        </a:xfrm>
      </p:grpSpPr>
      <p:graphicFrame>
        <p:nvGraphicFramePr>
          <p:cNvPr id="2" name="Object 4">
            <a:extLst>
              <a:ext uri="{FF2B5EF4-FFF2-40B4-BE49-F238E27FC236}">
                <a16:creationId xmlns:a16="http://schemas.microsoft.com/office/drawing/2014/main" id="{0FFC88ED-EB0E-0C16-B6E1-53FF07B4AAFE}"/>
              </a:ext>
            </a:extLst>
          </p:cNvPr>
          <p:cNvGraphicFramePr>
            <a:graphicFrameLocks noChangeAspect="1"/>
          </p:cNvGraphicFramePr>
          <p:nvPr/>
        </p:nvGraphicFramePr>
        <p:xfrm>
          <a:off x="1213805" y="857250"/>
          <a:ext cx="3830451" cy="1436420"/>
        </p:xfrm>
        <a:graphic>
          <a:graphicData uri="http://schemas.openxmlformats.org/presentationml/2006/ole">
            <mc:AlternateContent xmlns:mc="http://schemas.openxmlformats.org/markup-compatibility/2006">
              <mc:Choice xmlns:v="urn:schemas-microsoft-com:vml" Requires="v">
                <p:oleObj name="Equation" r:id="rId2" imgW="1625400" imgH="609480" progId="Equation.DSMT4">
                  <p:embed/>
                </p:oleObj>
              </mc:Choice>
              <mc:Fallback>
                <p:oleObj name="Equation" r:id="rId2" imgW="1625400" imgH="609480" progId="Equation.DSMT4">
                  <p:embed/>
                  <p:pic>
                    <p:nvPicPr>
                      <p:cNvPr id="2" name="Object 4">
                        <a:extLst>
                          <a:ext uri="{FF2B5EF4-FFF2-40B4-BE49-F238E27FC236}">
                            <a16:creationId xmlns:a16="http://schemas.microsoft.com/office/drawing/2014/main" id="{0FFC88ED-EB0E-0C16-B6E1-53FF07B4AAFE}"/>
                          </a:ext>
                        </a:extLst>
                      </p:cNvPr>
                      <p:cNvPicPr>
                        <a:picLocks noChangeAspect="1" noChangeArrowheads="1"/>
                      </p:cNvPicPr>
                      <p:nvPr/>
                    </p:nvPicPr>
                    <p:blipFill>
                      <a:blip r:embed="rId3"/>
                      <a:srcRect/>
                      <a:stretch>
                        <a:fillRect/>
                      </a:stretch>
                    </p:blipFill>
                    <p:spPr bwMode="auto">
                      <a:xfrm>
                        <a:off x="1213805" y="857250"/>
                        <a:ext cx="3830451" cy="1436420"/>
                      </a:xfrm>
                      <a:prstGeom prst="rect">
                        <a:avLst/>
                      </a:prstGeom>
                      <a:noFill/>
                      <a:ln>
                        <a:noFill/>
                      </a:ln>
                      <a:effectLst/>
                    </p:spPr>
                  </p:pic>
                </p:oleObj>
              </mc:Fallback>
            </mc:AlternateContent>
          </a:graphicData>
        </a:graphic>
      </p:graphicFrame>
      <p:graphicFrame>
        <p:nvGraphicFramePr>
          <p:cNvPr id="3" name="Object 5">
            <a:extLst>
              <a:ext uri="{FF2B5EF4-FFF2-40B4-BE49-F238E27FC236}">
                <a16:creationId xmlns:a16="http://schemas.microsoft.com/office/drawing/2014/main" id="{8425DA07-E47C-E4B7-8942-A4F6742392DF}"/>
              </a:ext>
            </a:extLst>
          </p:cNvPr>
          <p:cNvGraphicFramePr>
            <a:graphicFrameLocks noChangeAspect="1"/>
          </p:cNvGraphicFramePr>
          <p:nvPr/>
        </p:nvGraphicFramePr>
        <p:xfrm>
          <a:off x="3439115" y="2327725"/>
          <a:ext cx="3157937" cy="389335"/>
        </p:xfrm>
        <a:graphic>
          <a:graphicData uri="http://schemas.openxmlformats.org/presentationml/2006/ole">
            <mc:AlternateContent xmlns:mc="http://schemas.openxmlformats.org/markup-compatibility/2006">
              <mc:Choice xmlns:v="urn:schemas-microsoft-com:vml" Requires="v">
                <p:oleObj name="Equation" r:id="rId4" imgW="1854000" imgH="228600" progId="Equation.DSMT4">
                  <p:embed/>
                </p:oleObj>
              </mc:Choice>
              <mc:Fallback>
                <p:oleObj name="Equation" r:id="rId4" imgW="1854000" imgH="228600" progId="Equation.DSMT4">
                  <p:embed/>
                  <p:pic>
                    <p:nvPicPr>
                      <p:cNvPr id="3" name="Object 5">
                        <a:extLst>
                          <a:ext uri="{FF2B5EF4-FFF2-40B4-BE49-F238E27FC236}">
                            <a16:creationId xmlns:a16="http://schemas.microsoft.com/office/drawing/2014/main" id="{8425DA07-E47C-E4B7-8942-A4F6742392DF}"/>
                          </a:ext>
                        </a:extLst>
                      </p:cNvPr>
                      <p:cNvPicPr>
                        <a:picLocks noChangeAspect="1" noChangeArrowheads="1"/>
                      </p:cNvPicPr>
                      <p:nvPr/>
                    </p:nvPicPr>
                    <p:blipFill>
                      <a:blip r:embed="rId5"/>
                      <a:srcRect/>
                      <a:stretch>
                        <a:fillRect/>
                      </a:stretch>
                    </p:blipFill>
                    <p:spPr bwMode="auto">
                      <a:xfrm>
                        <a:off x="3439115" y="2327725"/>
                        <a:ext cx="3157937" cy="389335"/>
                      </a:xfrm>
                      <a:prstGeom prst="rect">
                        <a:avLst/>
                      </a:prstGeom>
                      <a:noFill/>
                      <a:ln>
                        <a:noFill/>
                      </a:ln>
                      <a:effectLst/>
                    </p:spPr>
                  </p:pic>
                </p:oleObj>
              </mc:Fallback>
            </mc:AlternateContent>
          </a:graphicData>
        </a:graphic>
      </p:graphicFrame>
      <p:graphicFrame>
        <p:nvGraphicFramePr>
          <p:cNvPr id="4" name="Object 6">
            <a:extLst>
              <a:ext uri="{FF2B5EF4-FFF2-40B4-BE49-F238E27FC236}">
                <a16:creationId xmlns:a16="http://schemas.microsoft.com/office/drawing/2014/main" id="{7F4B0CA8-D037-2D79-C053-B25797F1FBFA}"/>
              </a:ext>
            </a:extLst>
          </p:cNvPr>
          <p:cNvGraphicFramePr>
            <a:graphicFrameLocks noChangeAspect="1"/>
          </p:cNvGraphicFramePr>
          <p:nvPr/>
        </p:nvGraphicFramePr>
        <p:xfrm>
          <a:off x="1242380" y="2756350"/>
          <a:ext cx="3571875" cy="762000"/>
        </p:xfrm>
        <a:graphic>
          <a:graphicData uri="http://schemas.openxmlformats.org/presentationml/2006/ole">
            <mc:AlternateContent xmlns:mc="http://schemas.openxmlformats.org/markup-compatibility/2006">
              <mc:Choice xmlns:v="urn:schemas-microsoft-com:vml" Requires="v">
                <p:oleObj name="公式" r:id="rId6" imgW="4762440" imgH="1015920" progId="Equation.3">
                  <p:embed/>
                </p:oleObj>
              </mc:Choice>
              <mc:Fallback>
                <p:oleObj name="公式" r:id="rId6" imgW="4762440" imgH="1015920" progId="Equation.3">
                  <p:embed/>
                  <p:pic>
                    <p:nvPicPr>
                      <p:cNvPr id="4" name="Object 6">
                        <a:extLst>
                          <a:ext uri="{FF2B5EF4-FFF2-40B4-BE49-F238E27FC236}">
                            <a16:creationId xmlns:a16="http://schemas.microsoft.com/office/drawing/2014/main" id="{7F4B0CA8-D037-2D79-C053-B25797F1FB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2380" y="2756350"/>
                        <a:ext cx="357187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7">
            <a:extLst>
              <a:ext uri="{FF2B5EF4-FFF2-40B4-BE49-F238E27FC236}">
                <a16:creationId xmlns:a16="http://schemas.microsoft.com/office/drawing/2014/main" id="{0D649836-0818-C5AB-0C77-B254E20CD93F}"/>
              </a:ext>
            </a:extLst>
          </p:cNvPr>
          <p:cNvGraphicFramePr>
            <a:graphicFrameLocks noChangeAspect="1"/>
          </p:cNvGraphicFramePr>
          <p:nvPr/>
        </p:nvGraphicFramePr>
        <p:xfrm>
          <a:off x="1213805" y="3613600"/>
          <a:ext cx="4639866" cy="342900"/>
        </p:xfrm>
        <a:graphic>
          <a:graphicData uri="http://schemas.openxmlformats.org/presentationml/2006/ole">
            <mc:AlternateContent xmlns:mc="http://schemas.openxmlformats.org/markup-compatibility/2006">
              <mc:Choice xmlns:v="urn:schemas-microsoft-com:vml" Requires="v">
                <p:oleObj name="公式" r:id="rId8" imgW="6184800" imgH="457200" progId="Equation.3">
                  <p:embed/>
                </p:oleObj>
              </mc:Choice>
              <mc:Fallback>
                <p:oleObj name="公式" r:id="rId8" imgW="6184800" imgH="457200" progId="Equation.3">
                  <p:embed/>
                  <p:pic>
                    <p:nvPicPr>
                      <p:cNvPr id="5" name="Object 7">
                        <a:extLst>
                          <a:ext uri="{FF2B5EF4-FFF2-40B4-BE49-F238E27FC236}">
                            <a16:creationId xmlns:a16="http://schemas.microsoft.com/office/drawing/2014/main" id="{0D649836-0818-C5AB-0C77-B254E20CD93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3805" y="3613600"/>
                        <a:ext cx="4639866"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8">
            <a:extLst>
              <a:ext uri="{FF2B5EF4-FFF2-40B4-BE49-F238E27FC236}">
                <a16:creationId xmlns:a16="http://schemas.microsoft.com/office/drawing/2014/main" id="{5EE00D6F-B1BE-5C62-931F-DD7E4FB74BF7}"/>
              </a:ext>
            </a:extLst>
          </p:cNvPr>
          <p:cNvSpPr txBox="1">
            <a:spLocks noChangeArrowheads="1"/>
          </p:cNvSpPr>
          <p:nvPr/>
        </p:nvSpPr>
        <p:spPr bwMode="auto">
          <a:xfrm>
            <a:off x="295865" y="4166644"/>
            <a:ext cx="80010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pPr>
            <a:r>
              <a:rPr lang="zh-CN" altLang="en-US" sz="2100" dirty="0">
                <a:solidFill>
                  <a:prstClr val="black"/>
                </a:solidFill>
                <a:latin typeface="等线" panose="020F0502020204030204"/>
                <a:ea typeface="等线" panose="02010600030101010101" pitchFamily="2" charset="-122"/>
              </a:rPr>
              <a:t>可见</a:t>
            </a:r>
          </a:p>
        </p:txBody>
      </p:sp>
      <p:graphicFrame>
        <p:nvGraphicFramePr>
          <p:cNvPr id="7" name="Object 9">
            <a:extLst>
              <a:ext uri="{FF2B5EF4-FFF2-40B4-BE49-F238E27FC236}">
                <a16:creationId xmlns:a16="http://schemas.microsoft.com/office/drawing/2014/main" id="{531CFA02-2934-3C64-CCA9-F78A7E2F38B7}"/>
              </a:ext>
            </a:extLst>
          </p:cNvPr>
          <p:cNvGraphicFramePr>
            <a:graphicFrameLocks noChangeAspect="1"/>
          </p:cNvGraphicFramePr>
          <p:nvPr/>
        </p:nvGraphicFramePr>
        <p:xfrm>
          <a:off x="1213805" y="4194625"/>
          <a:ext cx="5811441" cy="333375"/>
        </p:xfrm>
        <a:graphic>
          <a:graphicData uri="http://schemas.openxmlformats.org/presentationml/2006/ole">
            <mc:AlternateContent xmlns:mc="http://schemas.openxmlformats.org/markup-compatibility/2006">
              <mc:Choice xmlns:v="urn:schemas-microsoft-com:vml" Requires="v">
                <p:oleObj name="Equation" r:id="rId10" imgW="7746840" imgH="444240" progId="Equation.3">
                  <p:embed/>
                </p:oleObj>
              </mc:Choice>
              <mc:Fallback>
                <p:oleObj name="Equation" r:id="rId10" imgW="7746840" imgH="444240" progId="Equation.3">
                  <p:embed/>
                  <p:pic>
                    <p:nvPicPr>
                      <p:cNvPr id="7" name="Object 9">
                        <a:extLst>
                          <a:ext uri="{FF2B5EF4-FFF2-40B4-BE49-F238E27FC236}">
                            <a16:creationId xmlns:a16="http://schemas.microsoft.com/office/drawing/2014/main" id="{531CFA02-2934-3C64-CCA9-F78A7E2F38B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3805" y="4194625"/>
                        <a:ext cx="5811441" cy="333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10">
            <a:extLst>
              <a:ext uri="{FF2B5EF4-FFF2-40B4-BE49-F238E27FC236}">
                <a16:creationId xmlns:a16="http://schemas.microsoft.com/office/drawing/2014/main" id="{6F0931D0-F87B-70E8-2FEC-89F1E08C4D3F}"/>
              </a:ext>
            </a:extLst>
          </p:cNvPr>
          <p:cNvSpPr txBox="1">
            <a:spLocks noChangeArrowheads="1"/>
          </p:cNvSpPr>
          <p:nvPr/>
        </p:nvSpPr>
        <p:spPr bwMode="auto">
          <a:xfrm>
            <a:off x="1095965" y="2338440"/>
            <a:ext cx="234315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pPr>
            <a:r>
              <a:rPr lang="zh-CN" altLang="en-US" sz="2100" dirty="0">
                <a:solidFill>
                  <a:prstClr val="black"/>
                </a:solidFill>
                <a:latin typeface="等线" panose="020F0502020204030204"/>
                <a:ea typeface="等线" panose="02010600030101010101" pitchFamily="2" charset="-122"/>
              </a:rPr>
              <a:t>在</a:t>
            </a:r>
            <a:r>
              <a:rPr lang="en-US" altLang="zh-CN" sz="2100" i="1" dirty="0">
                <a:solidFill>
                  <a:prstClr val="black"/>
                </a:solidFill>
                <a:latin typeface="等线" panose="020F0502020204030204"/>
                <a:ea typeface="等线" panose="02010600030101010101" pitchFamily="2" charset="-122"/>
              </a:rPr>
              <a:t>x=</a:t>
            </a:r>
            <a:r>
              <a:rPr lang="en-US" altLang="zh-CN" sz="2100" dirty="0">
                <a:solidFill>
                  <a:prstClr val="black"/>
                </a:solidFill>
                <a:latin typeface="等线" panose="020F0502020204030204"/>
                <a:ea typeface="等线" panose="02010600030101010101" pitchFamily="2" charset="-122"/>
              </a:rPr>
              <a:t>0</a:t>
            </a:r>
            <a:r>
              <a:rPr lang="zh-CN" altLang="en-US" sz="2100" dirty="0">
                <a:solidFill>
                  <a:prstClr val="black"/>
                </a:solidFill>
                <a:latin typeface="等线" panose="020F0502020204030204"/>
                <a:ea typeface="等线" panose="02010600030101010101" pitchFamily="2" charset="-122"/>
              </a:rPr>
              <a:t>点任意可导</a:t>
            </a:r>
            <a:r>
              <a:rPr lang="en-US" altLang="zh-CN" sz="2100" dirty="0">
                <a:solidFill>
                  <a:prstClr val="black"/>
                </a:solidFill>
                <a:latin typeface="等线" panose="020F0502020204030204"/>
                <a:ea typeface="等线" panose="02010600030101010101" pitchFamily="2" charset="-122"/>
              </a:rPr>
              <a:t>,</a:t>
            </a:r>
          </a:p>
        </p:txBody>
      </p:sp>
    </p:spTree>
    <p:extLst>
      <p:ext uri="{BB962C8B-B14F-4D97-AF65-F5344CB8AC3E}">
        <p14:creationId xmlns:p14="http://schemas.microsoft.com/office/powerpoint/2010/main" val="249994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8"/>
                                        </p:tgtEl>
                                        <p:attrNameLst>
                                          <p:attrName>style.visibility</p:attrName>
                                        </p:attrNameLst>
                                      </p:cBhvr>
                                      <p:to>
                                        <p:strVal val="visible"/>
                                      </p:to>
                                    </p:set>
                                    <p:animEffect transition="in" filter="wipe(left)">
                                      <p:cBhvr>
                                        <p:cTn id="7" dur="75"/>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6" name="Rectangle 2"/>
          <p:cNvSpPr>
            <a:spLocks noGrp="1" noChangeArrowheads="1"/>
          </p:cNvSpPr>
          <p:nvPr>
            <p:ph type="title" idx="4294967295"/>
          </p:nvPr>
        </p:nvSpPr>
        <p:spPr>
          <a:xfrm>
            <a:off x="0" y="0"/>
            <a:ext cx="1371600" cy="533400"/>
          </a:xfrm>
        </p:spPr>
        <p:txBody>
          <a:bodyPr/>
          <a:lstStyle/>
          <a:p>
            <a:pPr algn="l" eaLnBrk="1" hangingPunct="1"/>
            <a:r>
              <a:rPr lang="zh-CN" altLang="en-US" sz="2800" b="1">
                <a:solidFill>
                  <a:schemeClr val="accent2"/>
                </a:solidFill>
                <a:ea typeface="楷体_GB2312" pitchFamily="49" charset="-122"/>
              </a:rPr>
              <a:t>定理</a:t>
            </a:r>
            <a:r>
              <a:rPr lang="en-US" altLang="zh-CN" sz="2800" b="1">
                <a:solidFill>
                  <a:schemeClr val="accent2"/>
                </a:solidFill>
                <a:ea typeface="楷体_GB2312" pitchFamily="49" charset="-122"/>
              </a:rPr>
              <a:t>1</a:t>
            </a:r>
            <a:r>
              <a:rPr lang="en-US" altLang="zh-CN" sz="2800">
                <a:solidFill>
                  <a:schemeClr val="accent2"/>
                </a:solidFill>
                <a:ea typeface="楷体_GB2312" pitchFamily="49" charset="-122"/>
              </a:rPr>
              <a:t> </a:t>
            </a:r>
            <a:r>
              <a:rPr lang="en-US" altLang="zh-CN" sz="2800" b="1">
                <a:solidFill>
                  <a:schemeClr val="accent2"/>
                </a:solidFill>
                <a:ea typeface="楷体_GB2312" pitchFamily="49" charset="-122"/>
              </a:rPr>
              <a:t>.</a:t>
            </a:r>
            <a:endParaRPr lang="en-US" altLang="zh-CN" sz="2800">
              <a:solidFill>
                <a:schemeClr val="accent2"/>
              </a:solidFill>
              <a:ea typeface="楷体_GB2312" pitchFamily="49" charset="-122"/>
            </a:endParaRPr>
          </a:p>
        </p:txBody>
      </p:sp>
      <p:sp>
        <p:nvSpPr>
          <p:cNvPr id="36877" name="Text Box 3"/>
          <p:cNvSpPr txBox="1">
            <a:spLocks noChangeArrowheads="1"/>
          </p:cNvSpPr>
          <p:nvPr/>
        </p:nvSpPr>
        <p:spPr bwMode="auto">
          <a:xfrm>
            <a:off x="250825" y="620713"/>
            <a:ext cx="1828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各阶导数</a:t>
            </a:r>
            <a:r>
              <a:rPr kumimoji="1" lang="en-US" altLang="zh-CN" sz="2800">
                <a:solidFill>
                  <a:srgbClr val="000000"/>
                </a:solidFill>
                <a:latin typeface="Times New Roman" pitchFamily="18" charset="0"/>
                <a:ea typeface="楷体_GB2312" pitchFamily="49" charset="-122"/>
              </a:rPr>
              <a:t>, </a:t>
            </a:r>
          </a:p>
        </p:txBody>
      </p:sp>
      <p:graphicFrame>
        <p:nvGraphicFramePr>
          <p:cNvPr id="36866" name="Object 4"/>
          <p:cNvGraphicFramePr>
            <a:graphicFrameLocks noChangeAspect="1"/>
          </p:cNvGraphicFramePr>
          <p:nvPr/>
        </p:nvGraphicFramePr>
        <p:xfrm>
          <a:off x="6516688" y="0"/>
          <a:ext cx="939800" cy="444500"/>
        </p:xfrm>
        <a:graphic>
          <a:graphicData uri="http://schemas.openxmlformats.org/presentationml/2006/ole">
            <mc:AlternateContent xmlns:mc="http://schemas.openxmlformats.org/markup-compatibility/2006">
              <mc:Choice xmlns:v="urn:schemas-microsoft-com:vml" Requires="v">
                <p:oleObj name="Equation" r:id="rId2" imgW="939600" imgH="444240" progId="">
                  <p:embed/>
                </p:oleObj>
              </mc:Choice>
              <mc:Fallback>
                <p:oleObj name="Equation" r:id="rId2" imgW="939600" imgH="444240" progId="">
                  <p:embed/>
                  <p:pic>
                    <p:nvPicPr>
                      <p:cNvPr id="0" name="Object 4"/>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6516688" y="0"/>
                        <a:ext cx="939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3" name="Text Box 5"/>
          <p:cNvSpPr txBox="1">
            <a:spLocks noChangeArrowheads="1"/>
          </p:cNvSpPr>
          <p:nvPr/>
        </p:nvSpPr>
        <p:spPr bwMode="auto">
          <a:xfrm>
            <a:off x="1835150" y="620713"/>
            <a:ext cx="70104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则 </a:t>
            </a:r>
            <a:r>
              <a:rPr kumimoji="1" lang="en-US" altLang="zh-CN" sz="2800" i="1">
                <a:solidFill>
                  <a:srgbClr val="000000"/>
                </a:solidFill>
                <a:latin typeface="Times New Roman" pitchFamily="18" charset="0"/>
                <a:ea typeface="楷体_GB2312" pitchFamily="49" charset="-122"/>
              </a:rPr>
              <a:t>f </a:t>
            </a:r>
            <a:r>
              <a:rPr kumimoji="1" lang="en-US" altLang="zh-CN" sz="2800">
                <a:solidFill>
                  <a:srgbClr val="000000"/>
                </a:solidFill>
                <a:latin typeface="Times New Roman" pitchFamily="18" charset="0"/>
                <a:ea typeface="楷体_GB2312" pitchFamily="49" charset="-122"/>
              </a:rPr>
              <a:t>(</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在该邻域内能展开成泰勒级数的</a:t>
            </a:r>
            <a:r>
              <a:rPr kumimoji="1" lang="zh-CN" altLang="en-US" sz="2800">
                <a:solidFill>
                  <a:srgbClr val="CC0000"/>
                </a:solidFill>
                <a:latin typeface="Times New Roman" pitchFamily="18" charset="0"/>
                <a:ea typeface="楷体_GB2312" pitchFamily="49" charset="-122"/>
              </a:rPr>
              <a:t>充要</a:t>
            </a:r>
          </a:p>
        </p:txBody>
      </p:sp>
      <p:sp>
        <p:nvSpPr>
          <p:cNvPr id="7174" name="Text Box 6"/>
          <p:cNvSpPr txBox="1">
            <a:spLocks noChangeArrowheads="1"/>
          </p:cNvSpPr>
          <p:nvPr/>
        </p:nvSpPr>
        <p:spPr bwMode="auto">
          <a:xfrm>
            <a:off x="323850" y="1125538"/>
            <a:ext cx="1371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CC0000"/>
                </a:solidFill>
                <a:latin typeface="Times New Roman" pitchFamily="18" charset="0"/>
                <a:ea typeface="楷体_GB2312" pitchFamily="49" charset="-122"/>
              </a:rPr>
              <a:t>条件</a:t>
            </a:r>
            <a:r>
              <a:rPr kumimoji="1" lang="zh-CN" altLang="en-US" sz="2800">
                <a:solidFill>
                  <a:srgbClr val="000000"/>
                </a:solidFill>
                <a:latin typeface="Times New Roman" pitchFamily="18" charset="0"/>
                <a:ea typeface="楷体_GB2312" pitchFamily="49" charset="-122"/>
              </a:rPr>
              <a:t>是</a:t>
            </a:r>
          </a:p>
        </p:txBody>
      </p:sp>
      <p:sp>
        <p:nvSpPr>
          <p:cNvPr id="7175" name="Text Box 7"/>
          <p:cNvSpPr txBox="1">
            <a:spLocks noChangeArrowheads="1"/>
          </p:cNvSpPr>
          <p:nvPr/>
        </p:nvSpPr>
        <p:spPr bwMode="auto">
          <a:xfrm>
            <a:off x="1476375" y="1125538"/>
            <a:ext cx="51054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i="1">
                <a:solidFill>
                  <a:srgbClr val="000000"/>
                </a:solidFill>
                <a:latin typeface="Times New Roman" pitchFamily="18" charset="0"/>
                <a:ea typeface="楷体_GB2312" pitchFamily="49" charset="-122"/>
              </a:rPr>
              <a:t> f </a:t>
            </a:r>
            <a:r>
              <a:rPr kumimoji="1" lang="en-US" altLang="zh-CN" sz="2800">
                <a:solidFill>
                  <a:srgbClr val="000000"/>
                </a:solidFill>
                <a:latin typeface="Times New Roman" pitchFamily="18" charset="0"/>
                <a:ea typeface="楷体_GB2312" pitchFamily="49" charset="-122"/>
              </a:rPr>
              <a:t>(</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的泰勒公式中的余项满足</a:t>
            </a:r>
            <a:r>
              <a:rPr kumimoji="1" lang="en-US" altLang="zh-CN" sz="2800">
                <a:solidFill>
                  <a:srgbClr val="000000"/>
                </a:solidFill>
                <a:latin typeface="Times New Roman" pitchFamily="18" charset="0"/>
                <a:ea typeface="楷体_GB2312" pitchFamily="49" charset="-122"/>
              </a:rPr>
              <a:t>:</a:t>
            </a:r>
          </a:p>
        </p:txBody>
      </p:sp>
      <p:graphicFrame>
        <p:nvGraphicFramePr>
          <p:cNvPr id="7176" name="Object 8"/>
          <p:cNvGraphicFramePr>
            <a:graphicFrameLocks noChangeAspect="1"/>
          </p:cNvGraphicFramePr>
          <p:nvPr/>
        </p:nvGraphicFramePr>
        <p:xfrm>
          <a:off x="6516688" y="1125538"/>
          <a:ext cx="2235200" cy="635000"/>
        </p:xfrm>
        <a:graphic>
          <a:graphicData uri="http://schemas.openxmlformats.org/presentationml/2006/ole">
            <mc:AlternateContent xmlns:mc="http://schemas.openxmlformats.org/markup-compatibility/2006">
              <mc:Choice xmlns:v="urn:schemas-microsoft-com:vml" Requires="v">
                <p:oleObj name="Equation" r:id="rId4" imgW="2234880" imgH="634680" progId="">
                  <p:embed/>
                </p:oleObj>
              </mc:Choice>
              <mc:Fallback>
                <p:oleObj name="Equation" r:id="rId4" imgW="2234880" imgH="634680" progId="">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6688" y="1125538"/>
                        <a:ext cx="2235200"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7" name="Text Box 9"/>
          <p:cNvSpPr txBox="1">
            <a:spLocks noChangeArrowheads="1"/>
          </p:cNvSpPr>
          <p:nvPr/>
        </p:nvSpPr>
        <p:spPr bwMode="auto">
          <a:xfrm>
            <a:off x="250825" y="1916113"/>
            <a:ext cx="1371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证明</a:t>
            </a:r>
            <a:r>
              <a:rPr kumimoji="1" lang="en-US" altLang="zh-CN" sz="2800" b="1">
                <a:solidFill>
                  <a:srgbClr val="333399"/>
                </a:solidFill>
                <a:latin typeface="Times New Roman" pitchFamily="18" charset="0"/>
                <a:ea typeface="楷体_GB2312" pitchFamily="49" charset="-122"/>
              </a:rPr>
              <a:t>:</a:t>
            </a:r>
          </a:p>
        </p:txBody>
      </p:sp>
      <p:graphicFrame>
        <p:nvGraphicFramePr>
          <p:cNvPr id="7178" name="Object 10"/>
          <p:cNvGraphicFramePr>
            <a:graphicFrameLocks noChangeAspect="1"/>
          </p:cNvGraphicFramePr>
          <p:nvPr/>
        </p:nvGraphicFramePr>
        <p:xfrm>
          <a:off x="1547813" y="1628775"/>
          <a:ext cx="4325937" cy="1041400"/>
        </p:xfrm>
        <a:graphic>
          <a:graphicData uri="http://schemas.openxmlformats.org/presentationml/2006/ole">
            <mc:AlternateContent xmlns:mc="http://schemas.openxmlformats.org/markup-compatibility/2006">
              <mc:Choice xmlns:v="urn:schemas-microsoft-com:vml" Requires="v">
                <p:oleObj name="Equation" r:id="rId6" imgW="4330440" imgH="1041120" progId="">
                  <p:embed/>
                </p:oleObj>
              </mc:Choice>
              <mc:Fallback>
                <p:oleObj name="Equation" r:id="rId6" imgW="4330440" imgH="1041120" progId="">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7813" y="1628775"/>
                        <a:ext cx="4325937"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9" name="Text Box 11"/>
          <p:cNvSpPr txBox="1">
            <a:spLocks noChangeArrowheads="1"/>
          </p:cNvSpPr>
          <p:nvPr/>
        </p:nvSpPr>
        <p:spPr bwMode="auto">
          <a:xfrm>
            <a:off x="2987675" y="2565400"/>
            <a:ext cx="838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令</a:t>
            </a:r>
          </a:p>
        </p:txBody>
      </p:sp>
      <p:graphicFrame>
        <p:nvGraphicFramePr>
          <p:cNvPr id="7180" name="Object 12"/>
          <p:cNvGraphicFramePr>
            <a:graphicFrameLocks noChangeAspect="1"/>
          </p:cNvGraphicFramePr>
          <p:nvPr/>
        </p:nvGraphicFramePr>
        <p:xfrm>
          <a:off x="2987675" y="3357563"/>
          <a:ext cx="3390900" cy="444500"/>
        </p:xfrm>
        <a:graphic>
          <a:graphicData uri="http://schemas.openxmlformats.org/presentationml/2006/ole">
            <mc:AlternateContent xmlns:mc="http://schemas.openxmlformats.org/markup-compatibility/2006">
              <mc:Choice xmlns:v="urn:schemas-microsoft-com:vml" Requires="v">
                <p:oleObj name="Equation" r:id="rId8" imgW="3390840" imgH="444240" progId="">
                  <p:embed/>
                </p:oleObj>
              </mc:Choice>
              <mc:Fallback>
                <p:oleObj name="Equation" r:id="rId8" imgW="3390840" imgH="444240" progId="">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87675" y="3357563"/>
                        <a:ext cx="33909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1" name="Line 13"/>
          <p:cNvSpPr>
            <a:spLocks noChangeShapeType="1"/>
          </p:cNvSpPr>
          <p:nvPr/>
        </p:nvSpPr>
        <p:spPr bwMode="auto">
          <a:xfrm>
            <a:off x="2555875" y="2420938"/>
            <a:ext cx="0" cy="1600200"/>
          </a:xfrm>
          <a:prstGeom prst="line">
            <a:avLst/>
          </a:prstGeom>
          <a:noFill/>
          <a:ln w="19050">
            <a:solidFill>
              <a:schemeClr val="tx1"/>
            </a:solidFill>
            <a:round/>
            <a:headEnd/>
            <a:tailEnd type="triangle" w="med" len="med"/>
          </a:ln>
        </p:spPr>
        <p:txBody>
          <a:bodyPr wrap="none" anchor="ctr"/>
          <a:lstStyle/>
          <a:p>
            <a:pPr fontAlgn="base">
              <a:spcBef>
                <a:spcPct val="0"/>
              </a:spcBef>
              <a:spcAft>
                <a:spcPct val="0"/>
              </a:spcAft>
            </a:pPr>
            <a:endParaRPr lang="zh-CN" altLang="en-US">
              <a:solidFill>
                <a:srgbClr val="000000"/>
              </a:solidFill>
            </a:endParaRPr>
          </a:p>
        </p:txBody>
      </p:sp>
      <p:graphicFrame>
        <p:nvGraphicFramePr>
          <p:cNvPr id="7182" name="Object 14"/>
          <p:cNvGraphicFramePr>
            <a:graphicFrameLocks noChangeAspect="1"/>
          </p:cNvGraphicFramePr>
          <p:nvPr/>
        </p:nvGraphicFramePr>
        <p:xfrm>
          <a:off x="468313" y="4005263"/>
          <a:ext cx="1816100" cy="609600"/>
        </p:xfrm>
        <a:graphic>
          <a:graphicData uri="http://schemas.openxmlformats.org/presentationml/2006/ole">
            <mc:AlternateContent xmlns:mc="http://schemas.openxmlformats.org/markup-compatibility/2006">
              <mc:Choice xmlns:v="urn:schemas-microsoft-com:vml" Requires="v">
                <p:oleObj name="Equation" r:id="rId10" imgW="1815840" imgH="609480" progId="">
                  <p:embed/>
                </p:oleObj>
              </mc:Choice>
              <mc:Fallback>
                <p:oleObj name="Equation" r:id="rId10" imgW="1815840" imgH="609480" progId="">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8313" y="4005263"/>
                        <a:ext cx="18161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83" name="Object 15"/>
          <p:cNvGraphicFramePr>
            <a:graphicFrameLocks noChangeAspect="1"/>
          </p:cNvGraphicFramePr>
          <p:nvPr/>
        </p:nvGraphicFramePr>
        <p:xfrm>
          <a:off x="2484438" y="4005263"/>
          <a:ext cx="3009900" cy="609600"/>
        </p:xfrm>
        <a:graphic>
          <a:graphicData uri="http://schemas.openxmlformats.org/presentationml/2006/ole">
            <mc:AlternateContent xmlns:mc="http://schemas.openxmlformats.org/markup-compatibility/2006">
              <mc:Choice xmlns:v="urn:schemas-microsoft-com:vml" Requires="v">
                <p:oleObj name="Equation" r:id="rId12" imgW="3009600" imgH="609480" progId="">
                  <p:embed/>
                </p:oleObj>
              </mc:Choice>
              <mc:Fallback>
                <p:oleObj name="Equation" r:id="rId12" imgW="3009600" imgH="609480" progId="">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4438" y="4005263"/>
                        <a:ext cx="30099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84" name="Object 16"/>
          <p:cNvGraphicFramePr>
            <a:graphicFrameLocks noChangeAspect="1"/>
          </p:cNvGraphicFramePr>
          <p:nvPr/>
        </p:nvGraphicFramePr>
        <p:xfrm>
          <a:off x="5651500" y="4005263"/>
          <a:ext cx="660400" cy="393700"/>
        </p:xfrm>
        <a:graphic>
          <a:graphicData uri="http://schemas.openxmlformats.org/presentationml/2006/ole">
            <mc:AlternateContent xmlns:mc="http://schemas.openxmlformats.org/markup-compatibility/2006">
              <mc:Choice xmlns:v="urn:schemas-microsoft-com:vml" Requires="v">
                <p:oleObj name="Equation" r:id="rId14" imgW="660240" imgH="393480" progId="">
                  <p:embed/>
                </p:oleObj>
              </mc:Choice>
              <mc:Fallback>
                <p:oleObj name="Equation" r:id="rId14" imgW="660240" imgH="393480" progId="">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51500" y="4005263"/>
                        <a:ext cx="6604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85" name="Object 17"/>
          <p:cNvGraphicFramePr>
            <a:graphicFrameLocks noChangeAspect="1"/>
          </p:cNvGraphicFramePr>
          <p:nvPr/>
        </p:nvGraphicFramePr>
        <p:xfrm>
          <a:off x="6659563" y="3933825"/>
          <a:ext cx="1473200" cy="444500"/>
        </p:xfrm>
        <a:graphic>
          <a:graphicData uri="http://schemas.openxmlformats.org/presentationml/2006/ole">
            <mc:AlternateContent xmlns:mc="http://schemas.openxmlformats.org/markup-compatibility/2006">
              <mc:Choice xmlns:v="urn:schemas-microsoft-com:vml" Requires="v">
                <p:oleObj name="Equation" r:id="rId16" imgW="1473120" imgH="444240" progId="">
                  <p:embed/>
                </p:oleObj>
              </mc:Choice>
              <mc:Fallback>
                <p:oleObj name="Equation" r:id="rId16" imgW="1473120" imgH="444240" progId="">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59563" y="3933825"/>
                        <a:ext cx="14732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86" name="Object 18"/>
          <p:cNvGraphicFramePr>
            <a:graphicFrameLocks noChangeAspect="1"/>
          </p:cNvGraphicFramePr>
          <p:nvPr/>
        </p:nvGraphicFramePr>
        <p:xfrm>
          <a:off x="3419475" y="2349500"/>
          <a:ext cx="4505325" cy="1041400"/>
        </p:xfrm>
        <a:graphic>
          <a:graphicData uri="http://schemas.openxmlformats.org/presentationml/2006/ole">
            <mc:AlternateContent xmlns:mc="http://schemas.openxmlformats.org/markup-compatibility/2006">
              <mc:Choice xmlns:v="urn:schemas-microsoft-com:vml" Requires="v">
                <p:oleObj name="Equation" r:id="rId18" imgW="4508280" imgH="1041120" progId="">
                  <p:embed/>
                </p:oleObj>
              </mc:Choice>
              <mc:Fallback>
                <p:oleObj name="Equation" r:id="rId18" imgW="4508280" imgH="1041120" progId="">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19475" y="2349500"/>
                        <a:ext cx="4505325"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7" name="Line 19"/>
          <p:cNvSpPr>
            <a:spLocks noChangeShapeType="1"/>
          </p:cNvSpPr>
          <p:nvPr/>
        </p:nvSpPr>
        <p:spPr bwMode="auto">
          <a:xfrm flipV="1">
            <a:off x="2411413" y="2349500"/>
            <a:ext cx="0" cy="1676400"/>
          </a:xfrm>
          <a:prstGeom prst="line">
            <a:avLst/>
          </a:prstGeom>
          <a:noFill/>
          <a:ln w="19050">
            <a:solidFill>
              <a:srgbClr val="CC0000"/>
            </a:solidFill>
            <a:round/>
            <a:headEnd/>
            <a:tailEnd type="triangle" w="med" len="med"/>
          </a:ln>
        </p:spPr>
        <p:txBody>
          <a:bodyPr wrap="none" anchor="ctr"/>
          <a:lstStyle/>
          <a:p>
            <a:pPr fontAlgn="base">
              <a:spcBef>
                <a:spcPct val="0"/>
              </a:spcBef>
              <a:spcAft>
                <a:spcPct val="0"/>
              </a:spcAft>
            </a:pPr>
            <a:endParaRPr lang="zh-CN" altLang="en-US">
              <a:solidFill>
                <a:srgbClr val="000000"/>
              </a:solidFill>
            </a:endParaRPr>
          </a:p>
        </p:txBody>
      </p:sp>
      <p:graphicFrame>
        <p:nvGraphicFramePr>
          <p:cNvPr id="7188" name="Object 20"/>
          <p:cNvGraphicFramePr>
            <a:graphicFrameLocks noChangeAspect="1"/>
          </p:cNvGraphicFramePr>
          <p:nvPr/>
        </p:nvGraphicFramePr>
        <p:xfrm>
          <a:off x="6372225" y="1916113"/>
          <a:ext cx="1473200" cy="444500"/>
        </p:xfrm>
        <a:graphic>
          <a:graphicData uri="http://schemas.openxmlformats.org/presentationml/2006/ole">
            <mc:AlternateContent xmlns:mc="http://schemas.openxmlformats.org/markup-compatibility/2006">
              <mc:Choice xmlns:v="urn:schemas-microsoft-com:vml" Requires="v">
                <p:oleObj name="Equation" r:id="rId20" imgW="1473120" imgH="444240" progId="">
                  <p:embed/>
                </p:oleObj>
              </mc:Choice>
              <mc:Fallback>
                <p:oleObj name="Equation" r:id="rId20" imgW="1473120" imgH="444240" progId="">
                  <p:embed/>
                  <p:pic>
                    <p:nvPicPr>
                      <p:cNvPr id="0" name="Object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372225" y="1916113"/>
                        <a:ext cx="14732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85" name="Text Box 21"/>
          <p:cNvSpPr txBox="1">
            <a:spLocks noChangeArrowheads="1"/>
          </p:cNvSpPr>
          <p:nvPr/>
        </p:nvSpPr>
        <p:spPr bwMode="auto">
          <a:xfrm>
            <a:off x="1547813" y="0"/>
            <a:ext cx="5016500" cy="561975"/>
          </a:xfrm>
          <a:prstGeom prst="rect">
            <a:avLst/>
          </a:prstGeom>
          <a:noFill/>
          <a:ln w="9525">
            <a:noFill/>
            <a:miter lim="800000"/>
            <a:headEnd/>
            <a:tailEnd/>
          </a:ln>
        </p:spPr>
        <p:txBody>
          <a:bodyPr wrap="none">
            <a:spAutoFit/>
          </a:bodyPr>
          <a:lstStyle/>
          <a:p>
            <a:pPr eaLnBrk="0" fontAlgn="base" hangingPunct="0">
              <a:lnSpc>
                <a:spcPct val="110000"/>
              </a:lnSpc>
              <a:spcBef>
                <a:spcPct val="0"/>
              </a:spcBef>
              <a:spcAft>
                <a:spcPct val="0"/>
              </a:spcAft>
            </a:pPr>
            <a:r>
              <a:rPr kumimoji="1" lang="zh-CN" altLang="en-US" sz="2800">
                <a:solidFill>
                  <a:srgbClr val="000000"/>
                </a:solidFill>
                <a:latin typeface="Times New Roman" pitchFamily="18" charset="0"/>
                <a:ea typeface="楷体_GB2312" pitchFamily="49" charset="-122"/>
              </a:rPr>
              <a:t>设函数 </a:t>
            </a:r>
            <a:r>
              <a:rPr kumimoji="1" lang="en-US" altLang="zh-CN" sz="2800" i="1">
                <a:solidFill>
                  <a:srgbClr val="000000"/>
                </a:solidFill>
                <a:latin typeface="Times New Roman" pitchFamily="18" charset="0"/>
                <a:ea typeface="楷体_GB2312" pitchFamily="49" charset="-122"/>
              </a:rPr>
              <a:t>f </a:t>
            </a:r>
            <a:r>
              <a:rPr kumimoji="1" lang="en-US" altLang="zh-CN" sz="2800">
                <a:solidFill>
                  <a:srgbClr val="000000"/>
                </a:solidFill>
                <a:latin typeface="Times New Roman" pitchFamily="18" charset="0"/>
                <a:ea typeface="楷体_GB2312" pitchFamily="49" charset="-122"/>
              </a:rPr>
              <a:t>(</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在点 </a:t>
            </a:r>
            <a:r>
              <a:rPr kumimoji="1" lang="en-US" altLang="zh-CN" sz="2800" i="1">
                <a:solidFill>
                  <a:srgbClr val="000000"/>
                </a:solidFill>
                <a:latin typeface="Times New Roman" pitchFamily="18" charset="0"/>
                <a:ea typeface="楷体_GB2312" pitchFamily="49" charset="-122"/>
              </a:rPr>
              <a:t>x</a:t>
            </a:r>
            <a:r>
              <a:rPr kumimoji="1" lang="en-US" altLang="zh-CN" sz="2800" baseline="-25000">
                <a:solidFill>
                  <a:srgbClr val="000000"/>
                </a:solidFill>
                <a:latin typeface="Times New Roman" pitchFamily="18" charset="0"/>
                <a:ea typeface="楷体_GB2312" pitchFamily="49" charset="-122"/>
              </a:rPr>
              <a:t>0 </a:t>
            </a:r>
            <a:r>
              <a:rPr kumimoji="1" lang="zh-CN" altLang="en-US" sz="2800">
                <a:solidFill>
                  <a:srgbClr val="000000"/>
                </a:solidFill>
                <a:latin typeface="Times New Roman" pitchFamily="18" charset="0"/>
                <a:ea typeface="楷体_GB2312" pitchFamily="49" charset="-122"/>
              </a:rPr>
              <a:t>的某一邻域 </a:t>
            </a:r>
          </a:p>
        </p:txBody>
      </p:sp>
      <p:sp>
        <p:nvSpPr>
          <p:cNvPr id="36886" name="Text Box 22"/>
          <p:cNvSpPr txBox="1">
            <a:spLocks noChangeArrowheads="1"/>
          </p:cNvSpPr>
          <p:nvPr/>
        </p:nvSpPr>
        <p:spPr bwMode="auto">
          <a:xfrm>
            <a:off x="7524750" y="0"/>
            <a:ext cx="1250950" cy="519113"/>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2800">
                <a:solidFill>
                  <a:srgbClr val="000000"/>
                </a:solidFill>
                <a:latin typeface="Times New Roman" pitchFamily="18" charset="0"/>
                <a:ea typeface="楷体_GB2312" pitchFamily="49" charset="-122"/>
              </a:rPr>
              <a:t>内具有</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3"/>
                                        </p:tgtEl>
                                        <p:attrNameLst>
                                          <p:attrName>style.visibility</p:attrName>
                                        </p:attrNameLst>
                                      </p:cBhvr>
                                      <p:to>
                                        <p:strVal val="visible"/>
                                      </p:to>
                                    </p:set>
                                    <p:animEffect transition="in" filter="wipe(left)">
                                      <p:cBhvr>
                                        <p:cTn id="7" dur="500"/>
                                        <p:tgtEl>
                                          <p:spTgt spid="71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74"/>
                                        </p:tgtEl>
                                        <p:attrNameLst>
                                          <p:attrName>style.visibility</p:attrName>
                                        </p:attrNameLst>
                                      </p:cBhvr>
                                      <p:to>
                                        <p:strVal val="visible"/>
                                      </p:to>
                                    </p:set>
                                    <p:animEffect transition="in" filter="wipe(left)">
                                      <p:cBhvr>
                                        <p:cTn id="12" dur="500"/>
                                        <p:tgtEl>
                                          <p:spTgt spid="717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175"/>
                                        </p:tgtEl>
                                        <p:attrNameLst>
                                          <p:attrName>style.visibility</p:attrName>
                                        </p:attrNameLst>
                                      </p:cBhvr>
                                      <p:to>
                                        <p:strVal val="visible"/>
                                      </p:to>
                                    </p:set>
                                    <p:animEffect transition="in" filter="wipe(left)">
                                      <p:cBhvr>
                                        <p:cTn id="16" dur="500"/>
                                        <p:tgtEl>
                                          <p:spTgt spid="7175"/>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7176"/>
                                        </p:tgtEl>
                                        <p:attrNameLst>
                                          <p:attrName>style.visibility</p:attrName>
                                        </p:attrNameLst>
                                      </p:cBhvr>
                                      <p:to>
                                        <p:strVal val="visible"/>
                                      </p:to>
                                    </p:set>
                                    <p:animEffect transition="in" filter="wipe(left)">
                                      <p:cBhvr>
                                        <p:cTn id="20" dur="500"/>
                                        <p:tgtEl>
                                          <p:spTgt spid="717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177"/>
                                        </p:tgtEl>
                                        <p:attrNameLst>
                                          <p:attrName>style.visibility</p:attrName>
                                        </p:attrNameLst>
                                      </p:cBhvr>
                                      <p:to>
                                        <p:strVal val="visible"/>
                                      </p:to>
                                    </p:set>
                                    <p:animEffect transition="in" filter="wipe(left)">
                                      <p:cBhvr>
                                        <p:cTn id="25" dur="500"/>
                                        <p:tgtEl>
                                          <p:spTgt spid="717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178"/>
                                        </p:tgtEl>
                                        <p:attrNameLst>
                                          <p:attrName>style.visibility</p:attrName>
                                        </p:attrNameLst>
                                      </p:cBhvr>
                                      <p:to>
                                        <p:strVal val="visible"/>
                                      </p:to>
                                    </p:set>
                                    <p:animEffect transition="in" filter="wipe(left)">
                                      <p:cBhvr>
                                        <p:cTn id="30" dur="500"/>
                                        <p:tgtEl>
                                          <p:spTgt spid="717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188"/>
                                        </p:tgtEl>
                                        <p:attrNameLst>
                                          <p:attrName>style.visibility</p:attrName>
                                        </p:attrNameLst>
                                      </p:cBhvr>
                                      <p:to>
                                        <p:strVal val="visible"/>
                                      </p:to>
                                    </p:set>
                                    <p:animEffect transition="in" filter="wipe(left)">
                                      <p:cBhvr>
                                        <p:cTn id="35" dur="500"/>
                                        <p:tgtEl>
                                          <p:spTgt spid="718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7179"/>
                                        </p:tgtEl>
                                        <p:attrNameLst>
                                          <p:attrName>style.visibility</p:attrName>
                                        </p:attrNameLst>
                                      </p:cBhvr>
                                      <p:to>
                                        <p:strVal val="visible"/>
                                      </p:to>
                                    </p:set>
                                    <p:animEffect transition="in" filter="wipe(left)">
                                      <p:cBhvr>
                                        <p:cTn id="40" dur="500"/>
                                        <p:tgtEl>
                                          <p:spTgt spid="7179"/>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7186"/>
                                        </p:tgtEl>
                                        <p:attrNameLst>
                                          <p:attrName>style.visibility</p:attrName>
                                        </p:attrNameLst>
                                      </p:cBhvr>
                                      <p:to>
                                        <p:strVal val="visible"/>
                                      </p:to>
                                    </p:set>
                                    <p:animEffect transition="in" filter="wipe(left)">
                                      <p:cBhvr>
                                        <p:cTn id="44" dur="500"/>
                                        <p:tgtEl>
                                          <p:spTgt spid="718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7180"/>
                                        </p:tgtEl>
                                        <p:attrNameLst>
                                          <p:attrName>style.visibility</p:attrName>
                                        </p:attrNameLst>
                                      </p:cBhvr>
                                      <p:to>
                                        <p:strVal val="visible"/>
                                      </p:to>
                                    </p:set>
                                    <p:animEffect transition="in" filter="wipe(left)">
                                      <p:cBhvr>
                                        <p:cTn id="49" dur="500"/>
                                        <p:tgtEl>
                                          <p:spTgt spid="718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7181"/>
                                        </p:tgtEl>
                                        <p:attrNameLst>
                                          <p:attrName>style.visibility</p:attrName>
                                        </p:attrNameLst>
                                      </p:cBhvr>
                                      <p:to>
                                        <p:strVal val="visible"/>
                                      </p:to>
                                    </p:set>
                                    <p:animEffect transition="in" filter="wipe(up)">
                                      <p:cBhvr>
                                        <p:cTn id="54" dur="500"/>
                                        <p:tgtEl>
                                          <p:spTgt spid="7181"/>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7182"/>
                                        </p:tgtEl>
                                        <p:attrNameLst>
                                          <p:attrName>style.visibility</p:attrName>
                                        </p:attrNameLst>
                                      </p:cBhvr>
                                      <p:to>
                                        <p:strVal val="visible"/>
                                      </p:to>
                                    </p:set>
                                    <p:animEffect transition="in" filter="wipe(left)">
                                      <p:cBhvr>
                                        <p:cTn id="58" dur="500"/>
                                        <p:tgtEl>
                                          <p:spTgt spid="718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7183"/>
                                        </p:tgtEl>
                                        <p:attrNameLst>
                                          <p:attrName>style.visibility</p:attrName>
                                        </p:attrNameLst>
                                      </p:cBhvr>
                                      <p:to>
                                        <p:strVal val="visible"/>
                                      </p:to>
                                    </p:set>
                                    <p:animEffect transition="in" filter="wipe(left)">
                                      <p:cBhvr>
                                        <p:cTn id="63" dur="500"/>
                                        <p:tgtEl>
                                          <p:spTgt spid="718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7184"/>
                                        </p:tgtEl>
                                        <p:attrNameLst>
                                          <p:attrName>style.visibility</p:attrName>
                                        </p:attrNameLst>
                                      </p:cBhvr>
                                      <p:to>
                                        <p:strVal val="visible"/>
                                      </p:to>
                                    </p:set>
                                    <p:animEffect transition="in" filter="wipe(left)">
                                      <p:cBhvr>
                                        <p:cTn id="68" dur="500"/>
                                        <p:tgtEl>
                                          <p:spTgt spid="7184"/>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7185"/>
                                        </p:tgtEl>
                                        <p:attrNameLst>
                                          <p:attrName>style.visibility</p:attrName>
                                        </p:attrNameLst>
                                      </p:cBhvr>
                                      <p:to>
                                        <p:strVal val="visible"/>
                                      </p:to>
                                    </p:set>
                                    <p:animEffect transition="in" filter="wipe(left)">
                                      <p:cBhvr>
                                        <p:cTn id="72" dur="500"/>
                                        <p:tgtEl>
                                          <p:spTgt spid="718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7187"/>
                                        </p:tgtEl>
                                        <p:attrNameLst>
                                          <p:attrName>style.visibility</p:attrName>
                                        </p:attrNameLst>
                                      </p:cBhvr>
                                      <p:to>
                                        <p:strVal val="visible"/>
                                      </p:to>
                                    </p:set>
                                    <p:animEffect transition="in" filter="wipe(down)">
                                      <p:cBhvr>
                                        <p:cTn id="77" dur="500"/>
                                        <p:tgtEl>
                                          <p:spTgt spid="7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autoUpdateAnimBg="0"/>
      <p:bldP spid="7174" grpId="0" autoUpdateAnimBg="0"/>
      <p:bldP spid="7175" grpId="0" autoUpdateAnimBg="0"/>
      <p:bldP spid="7177" grpId="0" autoUpdateAnimBg="0"/>
      <p:bldP spid="7179" grpId="0" autoUpdateAnimBg="0"/>
      <p:bldP spid="7181" grpId="0" animBg="1"/>
      <p:bldP spid="718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02" name="Rectangle 2"/>
          <p:cNvSpPr>
            <a:spLocks noGrp="1" noChangeArrowheads="1"/>
          </p:cNvSpPr>
          <p:nvPr>
            <p:ph type="title" idx="4294967295"/>
          </p:nvPr>
        </p:nvSpPr>
        <p:spPr>
          <a:xfrm>
            <a:off x="0" y="0"/>
            <a:ext cx="1295400" cy="533400"/>
          </a:xfrm>
        </p:spPr>
        <p:txBody>
          <a:bodyPr/>
          <a:lstStyle/>
          <a:p>
            <a:pPr algn="l" eaLnBrk="1" hangingPunct="1"/>
            <a:r>
              <a:rPr lang="zh-CN" altLang="en-US" sz="2800" b="1">
                <a:solidFill>
                  <a:schemeClr val="accent2"/>
                </a:solidFill>
                <a:ea typeface="楷体_GB2312" pitchFamily="49" charset="-122"/>
              </a:rPr>
              <a:t>定理</a:t>
            </a:r>
            <a:r>
              <a:rPr lang="en-US" altLang="zh-CN" sz="2800" b="1">
                <a:solidFill>
                  <a:schemeClr val="accent2"/>
                </a:solidFill>
                <a:ea typeface="楷体_GB2312" pitchFamily="49" charset="-122"/>
              </a:rPr>
              <a:t>2.</a:t>
            </a:r>
            <a:endParaRPr lang="en-US" altLang="zh-CN" sz="2800">
              <a:solidFill>
                <a:schemeClr val="accent2"/>
              </a:solidFill>
              <a:ea typeface="楷体_GB2312" pitchFamily="49" charset="-122"/>
            </a:endParaRPr>
          </a:p>
        </p:txBody>
      </p:sp>
      <p:sp>
        <p:nvSpPr>
          <p:cNvPr id="37903" name="Text Box 3"/>
          <p:cNvSpPr txBox="1">
            <a:spLocks noChangeArrowheads="1"/>
          </p:cNvSpPr>
          <p:nvPr/>
        </p:nvSpPr>
        <p:spPr bwMode="auto">
          <a:xfrm>
            <a:off x="1331913" y="0"/>
            <a:ext cx="7162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若 </a:t>
            </a:r>
            <a:r>
              <a:rPr kumimoji="1" lang="en-US" altLang="zh-CN" sz="2800" i="1">
                <a:solidFill>
                  <a:srgbClr val="000000"/>
                </a:solidFill>
                <a:latin typeface="Times New Roman" pitchFamily="18" charset="0"/>
                <a:ea typeface="楷体_GB2312" pitchFamily="49" charset="-122"/>
              </a:rPr>
              <a:t>f </a:t>
            </a:r>
            <a:r>
              <a:rPr kumimoji="1" lang="en-US" altLang="zh-CN" sz="2800">
                <a:solidFill>
                  <a:srgbClr val="000000"/>
                </a:solidFill>
                <a:latin typeface="Times New Roman" pitchFamily="18" charset="0"/>
                <a:ea typeface="楷体_GB2312" pitchFamily="49" charset="-122"/>
              </a:rPr>
              <a:t>(</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能展成 </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的幂级数</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则这种展开式是</a:t>
            </a:r>
          </a:p>
        </p:txBody>
      </p:sp>
      <p:sp>
        <p:nvSpPr>
          <p:cNvPr id="8196" name="Text Box 4"/>
          <p:cNvSpPr txBox="1">
            <a:spLocks noChangeArrowheads="1"/>
          </p:cNvSpPr>
          <p:nvPr/>
        </p:nvSpPr>
        <p:spPr bwMode="auto">
          <a:xfrm>
            <a:off x="0" y="549275"/>
            <a:ext cx="6019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CC0000"/>
                </a:solidFill>
                <a:latin typeface="Times New Roman" pitchFamily="18" charset="0"/>
                <a:ea typeface="楷体_GB2312" pitchFamily="49" charset="-122"/>
              </a:rPr>
              <a:t>唯一</a:t>
            </a:r>
            <a:r>
              <a:rPr kumimoji="1" lang="zh-CN" altLang="en-US" sz="2800">
                <a:solidFill>
                  <a:srgbClr val="000000"/>
                </a:solidFill>
                <a:latin typeface="Times New Roman" pitchFamily="18" charset="0"/>
                <a:ea typeface="楷体_GB2312" pitchFamily="49" charset="-122"/>
              </a:rPr>
              <a:t>的 </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且与它的麦克劳林级数相同</a:t>
            </a:r>
            <a:r>
              <a:rPr kumimoji="1" lang="en-US" altLang="zh-CN" sz="2800">
                <a:solidFill>
                  <a:srgbClr val="000000"/>
                </a:solidFill>
                <a:latin typeface="Times New Roman" pitchFamily="18" charset="0"/>
                <a:ea typeface="楷体_GB2312" pitchFamily="49" charset="-122"/>
              </a:rPr>
              <a:t>.</a:t>
            </a:r>
          </a:p>
        </p:txBody>
      </p:sp>
      <p:sp>
        <p:nvSpPr>
          <p:cNvPr id="8197" name="Text Box 5"/>
          <p:cNvSpPr txBox="1">
            <a:spLocks noChangeArrowheads="1"/>
          </p:cNvSpPr>
          <p:nvPr/>
        </p:nvSpPr>
        <p:spPr bwMode="auto">
          <a:xfrm>
            <a:off x="0" y="1052513"/>
            <a:ext cx="49530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证</a:t>
            </a:r>
            <a:r>
              <a:rPr kumimoji="1" lang="en-US" altLang="zh-CN" sz="2800" b="1">
                <a:solidFill>
                  <a:srgbClr val="333399"/>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设 </a:t>
            </a:r>
            <a:r>
              <a:rPr kumimoji="1" lang="en-US" altLang="zh-CN" sz="2800" i="1">
                <a:solidFill>
                  <a:srgbClr val="000000"/>
                </a:solidFill>
                <a:latin typeface="Times New Roman" pitchFamily="18" charset="0"/>
                <a:ea typeface="楷体_GB2312" pitchFamily="49" charset="-122"/>
              </a:rPr>
              <a:t>f </a:t>
            </a:r>
            <a:r>
              <a:rPr kumimoji="1" lang="en-US" altLang="zh-CN" sz="2800">
                <a:solidFill>
                  <a:srgbClr val="000000"/>
                </a:solidFill>
                <a:latin typeface="Times New Roman" pitchFamily="18" charset="0"/>
                <a:ea typeface="楷体_GB2312" pitchFamily="49" charset="-122"/>
              </a:rPr>
              <a:t>(</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所展成的幂级数为</a:t>
            </a:r>
          </a:p>
        </p:txBody>
      </p:sp>
      <p:graphicFrame>
        <p:nvGraphicFramePr>
          <p:cNvPr id="8198" name="Object 6"/>
          <p:cNvGraphicFramePr>
            <a:graphicFrameLocks noChangeAspect="1"/>
          </p:cNvGraphicFramePr>
          <p:nvPr/>
        </p:nvGraphicFramePr>
        <p:xfrm>
          <a:off x="395288" y="1484313"/>
          <a:ext cx="7856537" cy="533400"/>
        </p:xfrm>
        <a:graphic>
          <a:graphicData uri="http://schemas.openxmlformats.org/presentationml/2006/ole">
            <mc:AlternateContent xmlns:mc="http://schemas.openxmlformats.org/markup-compatibility/2006">
              <mc:Choice xmlns:v="urn:schemas-microsoft-com:vml" Requires="v">
                <p:oleObj name="Equation" r:id="rId2" imgW="7860960" imgH="533160" progId="">
                  <p:embed/>
                </p:oleObj>
              </mc:Choice>
              <mc:Fallback>
                <p:oleObj name="Equation" r:id="rId2" imgW="7860960" imgH="533160" progId="">
                  <p:embed/>
                  <p:pic>
                    <p:nvPicPr>
                      <p:cNvPr id="0" name="Object 6"/>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395288" y="1484313"/>
                        <a:ext cx="7856537"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9" name="Text Box 7"/>
          <p:cNvSpPr txBox="1">
            <a:spLocks noChangeArrowheads="1"/>
          </p:cNvSpPr>
          <p:nvPr/>
        </p:nvSpPr>
        <p:spPr bwMode="auto">
          <a:xfrm>
            <a:off x="0" y="2060575"/>
            <a:ext cx="7620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则</a:t>
            </a:r>
          </a:p>
        </p:txBody>
      </p:sp>
      <p:graphicFrame>
        <p:nvGraphicFramePr>
          <p:cNvPr id="8200" name="Object 8"/>
          <p:cNvGraphicFramePr>
            <a:graphicFrameLocks noChangeAspect="1"/>
          </p:cNvGraphicFramePr>
          <p:nvPr/>
        </p:nvGraphicFramePr>
        <p:xfrm>
          <a:off x="250825" y="2565400"/>
          <a:ext cx="5524500" cy="520700"/>
        </p:xfrm>
        <a:graphic>
          <a:graphicData uri="http://schemas.openxmlformats.org/presentationml/2006/ole">
            <mc:AlternateContent xmlns:mc="http://schemas.openxmlformats.org/markup-compatibility/2006">
              <mc:Choice xmlns:v="urn:schemas-microsoft-com:vml" Requires="v">
                <p:oleObj name="Equation" r:id="rId4" imgW="5524200" imgH="520560" progId="">
                  <p:embed/>
                </p:oleObj>
              </mc:Choice>
              <mc:Fallback>
                <p:oleObj name="Equation" r:id="rId4" imgW="5524200" imgH="520560" progId="">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2565400"/>
                        <a:ext cx="55245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1" name="Object 9"/>
          <p:cNvGraphicFramePr>
            <a:graphicFrameLocks noChangeAspect="1"/>
          </p:cNvGraphicFramePr>
          <p:nvPr/>
        </p:nvGraphicFramePr>
        <p:xfrm>
          <a:off x="6588125" y="2565400"/>
          <a:ext cx="1498600" cy="444500"/>
        </p:xfrm>
        <a:graphic>
          <a:graphicData uri="http://schemas.openxmlformats.org/presentationml/2006/ole">
            <mc:AlternateContent xmlns:mc="http://schemas.openxmlformats.org/markup-compatibility/2006">
              <mc:Choice xmlns:v="urn:schemas-microsoft-com:vml" Requires="v">
                <p:oleObj name="Equation" r:id="rId6" imgW="1498320" imgH="444240" progId="">
                  <p:embed/>
                </p:oleObj>
              </mc:Choice>
              <mc:Fallback>
                <p:oleObj name="Equation" r:id="rId6" imgW="1498320" imgH="444240" progId="">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8125" y="2565400"/>
                        <a:ext cx="14986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2" name="Object 10"/>
          <p:cNvGraphicFramePr>
            <a:graphicFrameLocks noChangeAspect="1"/>
          </p:cNvGraphicFramePr>
          <p:nvPr/>
        </p:nvGraphicFramePr>
        <p:xfrm>
          <a:off x="323850" y="3141663"/>
          <a:ext cx="5838825" cy="520700"/>
        </p:xfrm>
        <a:graphic>
          <a:graphicData uri="http://schemas.openxmlformats.org/presentationml/2006/ole">
            <mc:AlternateContent xmlns:mc="http://schemas.openxmlformats.org/markup-compatibility/2006">
              <mc:Choice xmlns:v="urn:schemas-microsoft-com:vml" Requires="v">
                <p:oleObj name="Equation" r:id="rId8" imgW="5841720" imgH="520560" progId="">
                  <p:embed/>
                </p:oleObj>
              </mc:Choice>
              <mc:Fallback>
                <p:oleObj name="Equation" r:id="rId8" imgW="5841720" imgH="520560" progId="">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850" y="3141663"/>
                        <a:ext cx="5838825"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3" name="Object 11"/>
          <p:cNvGraphicFramePr>
            <a:graphicFrameLocks noChangeAspect="1"/>
          </p:cNvGraphicFramePr>
          <p:nvPr/>
        </p:nvGraphicFramePr>
        <p:xfrm>
          <a:off x="6588125" y="3141663"/>
          <a:ext cx="1879600" cy="584200"/>
        </p:xfrm>
        <a:graphic>
          <a:graphicData uri="http://schemas.openxmlformats.org/presentationml/2006/ole">
            <mc:AlternateContent xmlns:mc="http://schemas.openxmlformats.org/markup-compatibility/2006">
              <mc:Choice xmlns:v="urn:schemas-microsoft-com:vml" Requires="v">
                <p:oleObj name="Equation" r:id="rId10" imgW="1879560" imgH="583920" progId="">
                  <p:embed/>
                </p:oleObj>
              </mc:Choice>
              <mc:Fallback>
                <p:oleObj name="Equation" r:id="rId10" imgW="1879560" imgH="583920" progId="">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88125" y="3141663"/>
                        <a:ext cx="1879600"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4" name="Object 12"/>
          <p:cNvGraphicFramePr>
            <a:graphicFrameLocks noChangeAspect="1"/>
          </p:cNvGraphicFramePr>
          <p:nvPr/>
        </p:nvGraphicFramePr>
        <p:xfrm>
          <a:off x="971550" y="3860800"/>
          <a:ext cx="698500" cy="114300"/>
        </p:xfrm>
        <a:graphic>
          <a:graphicData uri="http://schemas.openxmlformats.org/presentationml/2006/ole">
            <mc:AlternateContent xmlns:mc="http://schemas.openxmlformats.org/markup-compatibility/2006">
              <mc:Choice xmlns:v="urn:schemas-microsoft-com:vml" Requires="v">
                <p:oleObj name="Equation" r:id="rId12" imgW="698400" imgH="114120" progId="">
                  <p:embed/>
                </p:oleObj>
              </mc:Choice>
              <mc:Fallback>
                <p:oleObj name="Equation" r:id="rId12" imgW="698400" imgH="114120" progId="">
                  <p:embed/>
                  <p:pic>
                    <p:nvPicPr>
                      <p:cNvPr id="0" name="Object 12"/>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971550" y="3860800"/>
                        <a:ext cx="698500" cy="114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5" name="Object 13"/>
          <p:cNvGraphicFramePr>
            <a:graphicFrameLocks noChangeAspect="1"/>
          </p:cNvGraphicFramePr>
          <p:nvPr/>
        </p:nvGraphicFramePr>
        <p:xfrm>
          <a:off x="6948488" y="3789363"/>
          <a:ext cx="342900" cy="114300"/>
        </p:xfrm>
        <a:graphic>
          <a:graphicData uri="http://schemas.openxmlformats.org/presentationml/2006/ole">
            <mc:AlternateContent xmlns:mc="http://schemas.openxmlformats.org/markup-compatibility/2006">
              <mc:Choice xmlns:v="urn:schemas-microsoft-com:vml" Requires="v">
                <p:oleObj name="Equation" r:id="rId14" imgW="342720" imgH="114120" progId="">
                  <p:embed/>
                </p:oleObj>
              </mc:Choice>
              <mc:Fallback>
                <p:oleObj name="Equation" r:id="rId14" imgW="342720" imgH="114120" progId="">
                  <p:embed/>
                  <p:pic>
                    <p:nvPicPr>
                      <p:cNvPr id="0" name="Object 13"/>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6948488" y="3789363"/>
                        <a:ext cx="342900" cy="114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6" name="Object 14"/>
          <p:cNvGraphicFramePr>
            <a:graphicFrameLocks noChangeAspect="1"/>
          </p:cNvGraphicFramePr>
          <p:nvPr/>
        </p:nvGraphicFramePr>
        <p:xfrm>
          <a:off x="323850" y="4076700"/>
          <a:ext cx="3009900" cy="520700"/>
        </p:xfrm>
        <a:graphic>
          <a:graphicData uri="http://schemas.openxmlformats.org/presentationml/2006/ole">
            <mc:AlternateContent xmlns:mc="http://schemas.openxmlformats.org/markup-compatibility/2006">
              <mc:Choice xmlns:v="urn:schemas-microsoft-com:vml" Requires="v">
                <p:oleObj name="Equation" r:id="rId16" imgW="3009600" imgH="520560" progId="">
                  <p:embed/>
                </p:oleObj>
              </mc:Choice>
              <mc:Fallback>
                <p:oleObj name="Equation" r:id="rId16" imgW="3009600" imgH="520560" progId="">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3850" y="4076700"/>
                        <a:ext cx="30099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7" name="Object 15"/>
          <p:cNvGraphicFramePr>
            <a:graphicFrameLocks noChangeAspect="1"/>
          </p:cNvGraphicFramePr>
          <p:nvPr/>
        </p:nvGraphicFramePr>
        <p:xfrm>
          <a:off x="6516688" y="4005263"/>
          <a:ext cx="2146300" cy="622300"/>
        </p:xfrm>
        <a:graphic>
          <a:graphicData uri="http://schemas.openxmlformats.org/presentationml/2006/ole">
            <mc:AlternateContent xmlns:mc="http://schemas.openxmlformats.org/markup-compatibility/2006">
              <mc:Choice xmlns:v="urn:schemas-microsoft-com:vml" Requires="v">
                <p:oleObj name="Equation" r:id="rId18" imgW="2145960" imgH="622080" progId="">
                  <p:embed/>
                </p:oleObj>
              </mc:Choice>
              <mc:Fallback>
                <p:oleObj name="Equation" r:id="rId18" imgW="2145960" imgH="622080" progId="">
                  <p:embed/>
                  <p:pic>
                    <p:nvPicPr>
                      <p:cNvPr id="0" name="Object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516688" y="4005263"/>
                        <a:ext cx="2146300"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8" name="Object 16"/>
          <p:cNvGraphicFramePr>
            <a:graphicFrameLocks noChangeAspect="1"/>
          </p:cNvGraphicFramePr>
          <p:nvPr/>
        </p:nvGraphicFramePr>
        <p:xfrm>
          <a:off x="971550" y="4652963"/>
          <a:ext cx="698500" cy="114300"/>
        </p:xfrm>
        <a:graphic>
          <a:graphicData uri="http://schemas.openxmlformats.org/presentationml/2006/ole">
            <mc:AlternateContent xmlns:mc="http://schemas.openxmlformats.org/markup-compatibility/2006">
              <mc:Choice xmlns:v="urn:schemas-microsoft-com:vml" Requires="v">
                <p:oleObj name="Equation" r:id="rId20" imgW="698400" imgH="114120" progId="">
                  <p:embed/>
                </p:oleObj>
              </mc:Choice>
              <mc:Fallback>
                <p:oleObj name="Equation" r:id="rId20" imgW="698400" imgH="114120" progId="">
                  <p:embed/>
                  <p:pic>
                    <p:nvPicPr>
                      <p:cNvPr id="0" name="Object 16"/>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971550" y="4652963"/>
                        <a:ext cx="698500" cy="114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09" name="Object 17"/>
          <p:cNvGraphicFramePr>
            <a:graphicFrameLocks noChangeAspect="1"/>
          </p:cNvGraphicFramePr>
          <p:nvPr/>
        </p:nvGraphicFramePr>
        <p:xfrm>
          <a:off x="6948488" y="4652963"/>
          <a:ext cx="342900" cy="114300"/>
        </p:xfrm>
        <a:graphic>
          <a:graphicData uri="http://schemas.openxmlformats.org/presentationml/2006/ole">
            <mc:AlternateContent xmlns:mc="http://schemas.openxmlformats.org/markup-compatibility/2006">
              <mc:Choice xmlns:v="urn:schemas-microsoft-com:vml" Requires="v">
                <p:oleObj name="Equation" r:id="rId22" imgW="342720" imgH="114120" progId="">
                  <p:embed/>
                </p:oleObj>
              </mc:Choice>
              <mc:Fallback>
                <p:oleObj name="Equation" r:id="rId22" imgW="342720" imgH="114120" progId="">
                  <p:embed/>
                  <p:pic>
                    <p:nvPicPr>
                      <p:cNvPr id="0" name="Object 17"/>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6948488" y="4652963"/>
                        <a:ext cx="342900" cy="114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10" name="Text Box 18"/>
          <p:cNvSpPr txBox="1">
            <a:spLocks noChangeArrowheads="1"/>
          </p:cNvSpPr>
          <p:nvPr/>
        </p:nvSpPr>
        <p:spPr bwMode="auto">
          <a:xfrm>
            <a:off x="1908175" y="4797425"/>
            <a:ext cx="2743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显然结论成立 </a:t>
            </a:r>
            <a:r>
              <a:rPr kumimoji="1" lang="en-US" altLang="zh-CN" sz="2800">
                <a:solidFill>
                  <a:srgbClr val="000000"/>
                </a:solidFill>
                <a:latin typeface="Times New Roman" pitchFamily="18" charset="0"/>
                <a:ea typeface="楷体_GB2312" pitchFamily="49" charset="-122"/>
              </a:rPr>
              <a:t>.</a:t>
            </a:r>
          </a:p>
        </p:txBody>
      </p:sp>
      <p:graphicFrame>
        <p:nvGraphicFramePr>
          <p:cNvPr id="8211" name="Object 19"/>
          <p:cNvGraphicFramePr>
            <a:graphicFrameLocks noChangeAspect="1"/>
          </p:cNvGraphicFramePr>
          <p:nvPr/>
        </p:nvGraphicFramePr>
        <p:xfrm>
          <a:off x="6588125" y="1989138"/>
          <a:ext cx="1458913" cy="444500"/>
        </p:xfrm>
        <a:graphic>
          <a:graphicData uri="http://schemas.openxmlformats.org/presentationml/2006/ole">
            <mc:AlternateContent xmlns:mc="http://schemas.openxmlformats.org/markup-compatibility/2006">
              <mc:Choice xmlns:v="urn:schemas-microsoft-com:vml" Requires="v">
                <p:oleObj name="Equation" r:id="rId24" imgW="1460160" imgH="444240" progId="">
                  <p:embed/>
                </p:oleObj>
              </mc:Choice>
              <mc:Fallback>
                <p:oleObj name="Equation" r:id="rId24" imgW="1460160" imgH="444240" progId="">
                  <p:embed/>
                  <p:pic>
                    <p:nvPicPr>
                      <p:cNvPr id="0" name="Object 1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588125" y="1989138"/>
                        <a:ext cx="1458913"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animEffect transition="in" filter="wipe(left)">
                                      <p:cBhvr>
                                        <p:cTn id="7" dur="500"/>
                                        <p:tgtEl>
                                          <p:spTgt spid="81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7"/>
                                        </p:tgtEl>
                                        <p:attrNameLst>
                                          <p:attrName>style.visibility</p:attrName>
                                        </p:attrNameLst>
                                      </p:cBhvr>
                                      <p:to>
                                        <p:strVal val="visible"/>
                                      </p:to>
                                    </p:set>
                                    <p:animEffect transition="in" filter="wipe(left)">
                                      <p:cBhvr>
                                        <p:cTn id="12" dur="500"/>
                                        <p:tgtEl>
                                          <p:spTgt spid="8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198"/>
                                        </p:tgtEl>
                                        <p:attrNameLst>
                                          <p:attrName>style.visibility</p:attrName>
                                        </p:attrNameLst>
                                      </p:cBhvr>
                                      <p:to>
                                        <p:strVal val="visible"/>
                                      </p:to>
                                    </p:set>
                                    <p:animEffect transition="in" filter="wipe(left)">
                                      <p:cBhvr>
                                        <p:cTn id="17" dur="500"/>
                                        <p:tgtEl>
                                          <p:spTgt spid="81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9"/>
                                        </p:tgtEl>
                                        <p:attrNameLst>
                                          <p:attrName>style.visibility</p:attrName>
                                        </p:attrNameLst>
                                      </p:cBhvr>
                                      <p:to>
                                        <p:strVal val="visible"/>
                                      </p:to>
                                    </p:set>
                                    <p:animEffect transition="in" filter="wipe(left)">
                                      <p:cBhvr>
                                        <p:cTn id="22" dur="500"/>
                                        <p:tgtEl>
                                          <p:spTgt spid="8199"/>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8211"/>
                                        </p:tgtEl>
                                        <p:attrNameLst>
                                          <p:attrName>style.visibility</p:attrName>
                                        </p:attrNameLst>
                                      </p:cBhvr>
                                      <p:to>
                                        <p:strVal val="visible"/>
                                      </p:to>
                                    </p:set>
                                    <p:animEffect transition="in" filter="wipe(left)">
                                      <p:cBhvr>
                                        <p:cTn id="26" dur="500"/>
                                        <p:tgtEl>
                                          <p:spTgt spid="821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8200"/>
                                        </p:tgtEl>
                                        <p:attrNameLst>
                                          <p:attrName>style.visibility</p:attrName>
                                        </p:attrNameLst>
                                      </p:cBhvr>
                                      <p:to>
                                        <p:strVal val="visible"/>
                                      </p:to>
                                    </p:set>
                                    <p:animEffect transition="in" filter="wipe(left)">
                                      <p:cBhvr>
                                        <p:cTn id="31" dur="500"/>
                                        <p:tgtEl>
                                          <p:spTgt spid="820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8201"/>
                                        </p:tgtEl>
                                        <p:attrNameLst>
                                          <p:attrName>style.visibility</p:attrName>
                                        </p:attrNameLst>
                                      </p:cBhvr>
                                      <p:to>
                                        <p:strVal val="visible"/>
                                      </p:to>
                                    </p:set>
                                    <p:animEffect transition="in" filter="wipe(left)">
                                      <p:cBhvr>
                                        <p:cTn id="36" dur="500"/>
                                        <p:tgtEl>
                                          <p:spTgt spid="820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202"/>
                                        </p:tgtEl>
                                        <p:attrNameLst>
                                          <p:attrName>style.visibility</p:attrName>
                                        </p:attrNameLst>
                                      </p:cBhvr>
                                      <p:to>
                                        <p:strVal val="visible"/>
                                      </p:to>
                                    </p:set>
                                    <p:animEffect transition="in" filter="wipe(left)">
                                      <p:cBhvr>
                                        <p:cTn id="41" dur="500"/>
                                        <p:tgtEl>
                                          <p:spTgt spid="820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8203"/>
                                        </p:tgtEl>
                                        <p:attrNameLst>
                                          <p:attrName>style.visibility</p:attrName>
                                        </p:attrNameLst>
                                      </p:cBhvr>
                                      <p:to>
                                        <p:strVal val="visible"/>
                                      </p:to>
                                    </p:set>
                                    <p:animEffect transition="in" filter="wipe(left)">
                                      <p:cBhvr>
                                        <p:cTn id="46" dur="500"/>
                                        <p:tgtEl>
                                          <p:spTgt spid="820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8204"/>
                                        </p:tgtEl>
                                        <p:attrNameLst>
                                          <p:attrName>style.visibility</p:attrName>
                                        </p:attrNameLst>
                                      </p:cBhvr>
                                      <p:to>
                                        <p:strVal val="visible"/>
                                      </p:to>
                                    </p:set>
                                    <p:animEffect transition="in" filter="wipe(left)">
                                      <p:cBhvr>
                                        <p:cTn id="51" dur="500"/>
                                        <p:tgtEl>
                                          <p:spTgt spid="8204"/>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8205"/>
                                        </p:tgtEl>
                                        <p:attrNameLst>
                                          <p:attrName>style.visibility</p:attrName>
                                        </p:attrNameLst>
                                      </p:cBhvr>
                                      <p:to>
                                        <p:strVal val="visible"/>
                                      </p:to>
                                    </p:set>
                                    <p:animEffect transition="in" filter="wipe(left)">
                                      <p:cBhvr>
                                        <p:cTn id="55" dur="500"/>
                                        <p:tgtEl>
                                          <p:spTgt spid="820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8206"/>
                                        </p:tgtEl>
                                        <p:attrNameLst>
                                          <p:attrName>style.visibility</p:attrName>
                                        </p:attrNameLst>
                                      </p:cBhvr>
                                      <p:to>
                                        <p:strVal val="visible"/>
                                      </p:to>
                                    </p:set>
                                    <p:animEffect transition="in" filter="wipe(left)">
                                      <p:cBhvr>
                                        <p:cTn id="60" dur="500"/>
                                        <p:tgtEl>
                                          <p:spTgt spid="820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8207"/>
                                        </p:tgtEl>
                                        <p:attrNameLst>
                                          <p:attrName>style.visibility</p:attrName>
                                        </p:attrNameLst>
                                      </p:cBhvr>
                                      <p:to>
                                        <p:strVal val="visible"/>
                                      </p:to>
                                    </p:set>
                                    <p:animEffect transition="in" filter="wipe(left)">
                                      <p:cBhvr>
                                        <p:cTn id="65" dur="500"/>
                                        <p:tgtEl>
                                          <p:spTgt spid="820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8208"/>
                                        </p:tgtEl>
                                        <p:attrNameLst>
                                          <p:attrName>style.visibility</p:attrName>
                                        </p:attrNameLst>
                                      </p:cBhvr>
                                      <p:to>
                                        <p:strVal val="visible"/>
                                      </p:to>
                                    </p:set>
                                    <p:animEffect transition="in" filter="wipe(left)">
                                      <p:cBhvr>
                                        <p:cTn id="70" dur="500"/>
                                        <p:tgtEl>
                                          <p:spTgt spid="8208"/>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8209"/>
                                        </p:tgtEl>
                                        <p:attrNameLst>
                                          <p:attrName>style.visibility</p:attrName>
                                        </p:attrNameLst>
                                      </p:cBhvr>
                                      <p:to>
                                        <p:strVal val="visible"/>
                                      </p:to>
                                    </p:set>
                                    <p:animEffect transition="in" filter="wipe(left)">
                                      <p:cBhvr>
                                        <p:cTn id="74" dur="500"/>
                                        <p:tgtEl>
                                          <p:spTgt spid="8209"/>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8210">
                                            <p:txEl>
                                              <p:pRg st="0" end="0"/>
                                            </p:txEl>
                                          </p:spTgt>
                                        </p:tgtEl>
                                        <p:attrNameLst>
                                          <p:attrName>style.visibility</p:attrName>
                                        </p:attrNameLst>
                                      </p:cBhvr>
                                      <p:to>
                                        <p:strVal val="visible"/>
                                      </p:to>
                                    </p:set>
                                    <p:animEffect transition="in" filter="wipe(left)">
                                      <p:cBhvr>
                                        <p:cTn id="79" dur="500"/>
                                        <p:tgtEl>
                                          <p:spTgt spid="82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uild="p" autoUpdateAnimBg="0"/>
      <p:bldP spid="8197" grpId="0" autoUpdateAnimBg="0"/>
      <p:bldP spid="8199" grpId="0" autoUpdateAnimBg="0"/>
      <p:bldP spid="8210"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251520" y="620688"/>
            <a:ext cx="15240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dirty="0">
                <a:solidFill>
                  <a:srgbClr val="000000"/>
                </a:solidFill>
                <a:latin typeface="Times New Roman" pitchFamily="18" charset="0"/>
                <a:ea typeface="楷体_GB2312" pitchFamily="49" charset="-122"/>
              </a:rPr>
              <a:t>1. </a:t>
            </a:r>
            <a:r>
              <a:rPr kumimoji="1" lang="zh-CN" altLang="en-US" sz="2800" dirty="0">
                <a:solidFill>
                  <a:srgbClr val="000000"/>
                </a:solidFill>
                <a:latin typeface="Times New Roman" pitchFamily="18" charset="0"/>
                <a:ea typeface="楷体_GB2312" pitchFamily="49" charset="-122"/>
              </a:rPr>
              <a:t>函数</a:t>
            </a:r>
          </a:p>
        </p:txBody>
      </p:sp>
      <p:graphicFrame>
        <p:nvGraphicFramePr>
          <p:cNvPr id="3" name="Object 4"/>
          <p:cNvGraphicFramePr>
            <a:graphicFrameLocks noChangeAspect="1"/>
          </p:cNvGraphicFramePr>
          <p:nvPr/>
        </p:nvGraphicFramePr>
        <p:xfrm>
          <a:off x="1547813" y="620713"/>
          <a:ext cx="1524000" cy="469900"/>
        </p:xfrm>
        <a:graphic>
          <a:graphicData uri="http://schemas.openxmlformats.org/presentationml/2006/ole">
            <mc:AlternateContent xmlns:mc="http://schemas.openxmlformats.org/markup-compatibility/2006">
              <mc:Choice xmlns:v="urn:schemas-microsoft-com:vml" Requires="v">
                <p:oleObj name="Equation" r:id="rId2" imgW="1523880" imgH="469800" progId="">
                  <p:embed/>
                </p:oleObj>
              </mc:Choice>
              <mc:Fallback>
                <p:oleObj name="Equation" r:id="rId2" imgW="1523880" imgH="469800" progId="">
                  <p:embed/>
                  <p:pic>
                    <p:nvPicPr>
                      <p:cNvPr id="0" name="Object 4"/>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1547813" y="620713"/>
                        <a:ext cx="15240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5"/>
          <p:cNvSpPr txBox="1">
            <a:spLocks noChangeArrowheads="1"/>
          </p:cNvSpPr>
          <p:nvPr/>
        </p:nvSpPr>
        <p:spPr bwMode="auto">
          <a:xfrm>
            <a:off x="2951610" y="548680"/>
            <a:ext cx="6192390" cy="519113"/>
          </a:xfrm>
          <a:prstGeom prst="rect">
            <a:avLst/>
          </a:prstGeom>
          <a:noFill/>
          <a:ln w="9525">
            <a:noFill/>
            <a:miter lim="800000"/>
            <a:headEnd/>
            <a:tailEnd/>
          </a:ln>
        </p:spPr>
        <p:txBody>
          <a:bodyPr wrap="square">
            <a:spAutoFit/>
          </a:bodyPr>
          <a:lstStyle/>
          <a:p>
            <a:pPr fontAlgn="base">
              <a:spcBef>
                <a:spcPct val="50000"/>
              </a:spcBef>
              <a:spcAft>
                <a:spcPct val="0"/>
              </a:spcAft>
            </a:pPr>
            <a:r>
              <a:rPr kumimoji="1" lang="zh-CN" altLang="en-US" sz="2800" dirty="0">
                <a:solidFill>
                  <a:srgbClr val="000000"/>
                </a:solidFill>
                <a:latin typeface="Times New Roman" pitchFamily="18" charset="0"/>
                <a:ea typeface="楷体_GB2312" pitchFamily="49" charset="-122"/>
              </a:rPr>
              <a:t>处 “</a:t>
            </a:r>
            <a:r>
              <a:rPr kumimoji="1" lang="zh-CN" altLang="en-US" sz="2800" dirty="0">
                <a:solidFill>
                  <a:srgbClr val="CC0000"/>
                </a:solidFill>
                <a:latin typeface="Times New Roman" pitchFamily="18" charset="0"/>
                <a:ea typeface="楷体_GB2312" pitchFamily="49" charset="-122"/>
              </a:rPr>
              <a:t>有泰勒级数</a:t>
            </a:r>
            <a:r>
              <a:rPr kumimoji="1" lang="zh-CN" altLang="en-US" sz="2800" dirty="0">
                <a:solidFill>
                  <a:srgbClr val="000000"/>
                </a:solidFill>
                <a:latin typeface="Times New Roman" pitchFamily="18" charset="0"/>
                <a:ea typeface="楷体_GB2312" pitchFamily="49" charset="-122"/>
              </a:rPr>
              <a:t>” 与 “</a:t>
            </a:r>
            <a:r>
              <a:rPr kumimoji="1" lang="zh-CN" altLang="en-US" sz="2800" dirty="0">
                <a:solidFill>
                  <a:srgbClr val="CC0000"/>
                </a:solidFill>
                <a:latin typeface="Times New Roman" pitchFamily="18" charset="0"/>
                <a:ea typeface="楷体_GB2312" pitchFamily="49" charset="-122"/>
              </a:rPr>
              <a:t>能展成泰勒级</a:t>
            </a:r>
          </a:p>
        </p:txBody>
      </p:sp>
      <p:sp>
        <p:nvSpPr>
          <p:cNvPr id="5" name="Text Box 6"/>
          <p:cNvSpPr txBox="1">
            <a:spLocks noChangeArrowheads="1"/>
          </p:cNvSpPr>
          <p:nvPr/>
        </p:nvSpPr>
        <p:spPr bwMode="auto">
          <a:xfrm>
            <a:off x="900113" y="1052513"/>
            <a:ext cx="26670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dirty="0">
                <a:solidFill>
                  <a:srgbClr val="CC0000"/>
                </a:solidFill>
                <a:latin typeface="Times New Roman" pitchFamily="18" charset="0"/>
                <a:ea typeface="楷体_GB2312" pitchFamily="49" charset="-122"/>
              </a:rPr>
              <a:t>数</a:t>
            </a:r>
            <a:r>
              <a:rPr kumimoji="1" lang="zh-CN" altLang="en-US" sz="2800" dirty="0">
                <a:solidFill>
                  <a:srgbClr val="000000"/>
                </a:solidFill>
                <a:latin typeface="Times New Roman" pitchFamily="18" charset="0"/>
                <a:ea typeface="楷体_GB2312" pitchFamily="49" charset="-122"/>
              </a:rPr>
              <a:t>” 是否相同</a:t>
            </a:r>
            <a:r>
              <a:rPr kumimoji="1" lang="en-US" altLang="zh-CN" sz="2800" dirty="0">
                <a:solidFill>
                  <a:srgbClr val="000000"/>
                </a:solidFill>
                <a:latin typeface="Times New Roman" pitchFamily="18" charset="0"/>
                <a:ea typeface="楷体_GB2312" pitchFamily="49" charset="-122"/>
              </a:rPr>
              <a:t>?</a:t>
            </a:r>
          </a:p>
        </p:txBody>
      </p:sp>
      <p:sp>
        <p:nvSpPr>
          <p:cNvPr id="6" name="Text Box 7"/>
          <p:cNvSpPr txBox="1">
            <a:spLocks noChangeArrowheads="1"/>
          </p:cNvSpPr>
          <p:nvPr/>
        </p:nvSpPr>
        <p:spPr bwMode="auto">
          <a:xfrm>
            <a:off x="467544" y="5373216"/>
            <a:ext cx="3505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提示</a:t>
            </a:r>
            <a:r>
              <a:rPr kumimoji="1" lang="en-US" altLang="zh-CN" sz="2800" b="1">
                <a:solidFill>
                  <a:srgbClr val="333399"/>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后者必需证明</a:t>
            </a:r>
          </a:p>
        </p:txBody>
      </p:sp>
      <p:graphicFrame>
        <p:nvGraphicFramePr>
          <p:cNvPr id="7" name="Object 8"/>
          <p:cNvGraphicFramePr>
            <a:graphicFrameLocks noChangeAspect="1"/>
          </p:cNvGraphicFramePr>
          <p:nvPr/>
        </p:nvGraphicFramePr>
        <p:xfrm>
          <a:off x="3744144" y="5373216"/>
          <a:ext cx="2286000" cy="660400"/>
        </p:xfrm>
        <a:graphic>
          <a:graphicData uri="http://schemas.openxmlformats.org/presentationml/2006/ole">
            <mc:AlternateContent xmlns:mc="http://schemas.openxmlformats.org/markup-compatibility/2006">
              <mc:Choice xmlns:v="urn:schemas-microsoft-com:vml" Requires="v">
                <p:oleObj name="Equation" r:id="rId4" imgW="2286000" imgH="660240" progId="">
                  <p:embed/>
                </p:oleObj>
              </mc:Choice>
              <mc:Fallback>
                <p:oleObj name="Equation" r:id="rId4" imgW="2286000" imgH="660240" progId="">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4144" y="5373216"/>
                        <a:ext cx="228600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9"/>
          <p:cNvSpPr txBox="1">
            <a:spLocks noChangeArrowheads="1"/>
          </p:cNvSpPr>
          <p:nvPr/>
        </p:nvSpPr>
        <p:spPr bwMode="auto">
          <a:xfrm>
            <a:off x="6119044" y="5301779"/>
            <a:ext cx="26670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前者无此要求</a:t>
            </a:r>
            <a:r>
              <a:rPr kumimoji="1" lang="en-US" altLang="zh-CN" sz="2800">
                <a:solidFill>
                  <a:srgbClr val="000000"/>
                </a:solidFill>
                <a:latin typeface="Times New Roman" pitchFamily="18" charset="0"/>
                <a:ea typeface="楷体_GB2312" pitchFamily="49" charset="-122"/>
              </a:rPr>
              <a:t>.</a:t>
            </a:r>
          </a:p>
        </p:txBody>
      </p:sp>
      <p:sp>
        <p:nvSpPr>
          <p:cNvPr id="9" name="Rectangle 2"/>
          <p:cNvSpPr txBox="1">
            <a:spLocks noChangeArrowheads="1"/>
          </p:cNvSpPr>
          <p:nvPr/>
        </p:nvSpPr>
        <p:spPr bwMode="auto">
          <a:xfrm>
            <a:off x="0" y="0"/>
            <a:ext cx="2362200" cy="558800"/>
          </a:xfrm>
          <a:prstGeom prst="rect">
            <a:avLst/>
          </a:prstGeom>
          <a:noFill/>
          <a:ln w="19050">
            <a:solidFill>
              <a:schemeClr val="accent2"/>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0">
                <a:ln>
                  <a:noFill/>
                </a:ln>
                <a:solidFill>
                  <a:schemeClr val="accent2"/>
                </a:solidFill>
                <a:effectLst/>
                <a:uLnTx/>
                <a:uFillTx/>
                <a:latin typeface="+mj-lt"/>
                <a:ea typeface="楷体_GB2312" pitchFamily="49" charset="-122"/>
                <a:cs typeface="+mj-cs"/>
              </a:rPr>
              <a:t>思考与练习</a:t>
            </a:r>
          </a:p>
        </p:txBody>
      </p:sp>
      <p:sp>
        <p:nvSpPr>
          <p:cNvPr id="10" name="Text Box 3"/>
          <p:cNvSpPr txBox="1">
            <a:spLocks noChangeArrowheads="1"/>
          </p:cNvSpPr>
          <p:nvPr/>
        </p:nvSpPr>
        <p:spPr bwMode="auto">
          <a:xfrm>
            <a:off x="4499992" y="3573016"/>
            <a:ext cx="2304256" cy="523220"/>
          </a:xfrm>
          <a:prstGeom prst="rect">
            <a:avLst/>
          </a:prstGeom>
          <a:noFill/>
          <a:ln w="9525">
            <a:noFill/>
            <a:miter lim="800000"/>
            <a:headEnd/>
            <a:tailEnd/>
          </a:ln>
        </p:spPr>
        <p:txBody>
          <a:bodyPr wrap="square">
            <a:spAutoFit/>
          </a:bodyPr>
          <a:lstStyle/>
          <a:p>
            <a:pPr fontAlgn="base">
              <a:spcBef>
                <a:spcPct val="50000"/>
              </a:spcBef>
              <a:spcAft>
                <a:spcPct val="0"/>
              </a:spcAft>
            </a:pPr>
            <a:r>
              <a:rPr kumimoji="1" lang="zh-CN" altLang="en-US" sz="2800" dirty="0">
                <a:solidFill>
                  <a:srgbClr val="000000"/>
                </a:solidFill>
                <a:latin typeface="Times New Roman" pitchFamily="18" charset="0"/>
                <a:ea typeface="楷体_GB2312" pitchFamily="49" charset="-122"/>
              </a:rPr>
              <a:t>（</a:t>
            </a:r>
            <a:r>
              <a:rPr kumimoji="1" lang="en-US" altLang="zh-CN" sz="2800" dirty="0">
                <a:solidFill>
                  <a:srgbClr val="000000"/>
                </a:solidFill>
                <a:latin typeface="Times New Roman" pitchFamily="18" charset="0"/>
                <a:ea typeface="楷体_GB2312" pitchFamily="49" charset="-122"/>
              </a:rPr>
              <a:t>C</a:t>
            </a:r>
            <a:r>
              <a:rPr kumimoji="1" lang="zh-CN" altLang="en-US" sz="2800" dirty="0">
                <a:solidFill>
                  <a:srgbClr val="000000"/>
                </a:solidFill>
                <a:latin typeface="Times New Roman" pitchFamily="18" charset="0"/>
                <a:ea typeface="楷体_GB2312" pitchFamily="49" charset="-122"/>
              </a:rPr>
              <a:t>）不知道</a:t>
            </a:r>
            <a:endParaRPr kumimoji="1" lang="en-US" altLang="zh-CN" sz="2800" dirty="0">
              <a:solidFill>
                <a:srgbClr val="000000"/>
              </a:solidFill>
              <a:latin typeface="Times New Roman" pitchFamily="18" charset="0"/>
              <a:ea typeface="楷体_GB2312" pitchFamily="49" charset="-122"/>
            </a:endParaRPr>
          </a:p>
        </p:txBody>
      </p:sp>
      <p:sp>
        <p:nvSpPr>
          <p:cNvPr id="13" name="Text Box 3"/>
          <p:cNvSpPr txBox="1">
            <a:spLocks noChangeArrowheads="1"/>
          </p:cNvSpPr>
          <p:nvPr/>
        </p:nvSpPr>
        <p:spPr bwMode="auto">
          <a:xfrm>
            <a:off x="4427984" y="2636912"/>
            <a:ext cx="2304256" cy="523220"/>
          </a:xfrm>
          <a:prstGeom prst="rect">
            <a:avLst/>
          </a:prstGeom>
          <a:noFill/>
          <a:ln w="9525">
            <a:noFill/>
            <a:miter lim="800000"/>
            <a:headEnd/>
            <a:tailEnd/>
          </a:ln>
        </p:spPr>
        <p:txBody>
          <a:bodyPr wrap="square">
            <a:spAutoFit/>
          </a:bodyPr>
          <a:lstStyle/>
          <a:p>
            <a:pPr fontAlgn="base">
              <a:spcBef>
                <a:spcPct val="50000"/>
              </a:spcBef>
              <a:spcAft>
                <a:spcPct val="0"/>
              </a:spcAft>
            </a:pPr>
            <a:r>
              <a:rPr kumimoji="1" lang="zh-CN" altLang="en-US" sz="2800" dirty="0">
                <a:solidFill>
                  <a:srgbClr val="000000"/>
                </a:solidFill>
                <a:latin typeface="Times New Roman" pitchFamily="18" charset="0"/>
                <a:ea typeface="楷体_GB2312" pitchFamily="49" charset="-122"/>
              </a:rPr>
              <a:t>（</a:t>
            </a:r>
            <a:r>
              <a:rPr kumimoji="1" lang="en-US" altLang="zh-CN" sz="2800" dirty="0">
                <a:solidFill>
                  <a:srgbClr val="000000"/>
                </a:solidFill>
                <a:latin typeface="Times New Roman" pitchFamily="18" charset="0"/>
                <a:ea typeface="楷体_GB2312" pitchFamily="49" charset="-122"/>
              </a:rPr>
              <a:t>B</a:t>
            </a:r>
            <a:r>
              <a:rPr kumimoji="1" lang="zh-CN" altLang="en-US" sz="2800" dirty="0">
                <a:solidFill>
                  <a:srgbClr val="000000"/>
                </a:solidFill>
                <a:latin typeface="Times New Roman" pitchFamily="18" charset="0"/>
                <a:ea typeface="楷体_GB2312" pitchFamily="49" charset="-122"/>
              </a:rPr>
              <a:t>）不相同</a:t>
            </a:r>
            <a:endParaRPr kumimoji="1" lang="en-US" altLang="zh-CN" sz="2800" dirty="0">
              <a:solidFill>
                <a:srgbClr val="000000"/>
              </a:solidFill>
              <a:latin typeface="Times New Roman" pitchFamily="18" charset="0"/>
              <a:ea typeface="楷体_GB2312" pitchFamily="49" charset="-122"/>
            </a:endParaRPr>
          </a:p>
        </p:txBody>
      </p:sp>
      <p:sp>
        <p:nvSpPr>
          <p:cNvPr id="14" name="Text Box 3"/>
          <p:cNvSpPr txBox="1">
            <a:spLocks noChangeArrowheads="1"/>
          </p:cNvSpPr>
          <p:nvPr/>
        </p:nvSpPr>
        <p:spPr bwMode="auto">
          <a:xfrm>
            <a:off x="4355976" y="1628800"/>
            <a:ext cx="2304256" cy="523220"/>
          </a:xfrm>
          <a:prstGeom prst="rect">
            <a:avLst/>
          </a:prstGeom>
          <a:noFill/>
          <a:ln w="9525">
            <a:noFill/>
            <a:miter lim="800000"/>
            <a:headEnd/>
            <a:tailEnd/>
          </a:ln>
        </p:spPr>
        <p:txBody>
          <a:bodyPr wrap="square">
            <a:spAutoFit/>
          </a:bodyPr>
          <a:lstStyle/>
          <a:p>
            <a:pPr fontAlgn="base">
              <a:spcBef>
                <a:spcPct val="50000"/>
              </a:spcBef>
              <a:spcAft>
                <a:spcPct val="0"/>
              </a:spcAft>
            </a:pPr>
            <a:r>
              <a:rPr kumimoji="1" lang="zh-CN" altLang="en-US" sz="2800" dirty="0">
                <a:solidFill>
                  <a:srgbClr val="000000"/>
                </a:solidFill>
                <a:latin typeface="Times New Roman" pitchFamily="18" charset="0"/>
                <a:ea typeface="楷体_GB2312" pitchFamily="49" charset="-122"/>
              </a:rPr>
              <a:t>（</a:t>
            </a:r>
            <a:r>
              <a:rPr kumimoji="1" lang="en-US" altLang="zh-CN" sz="2800" dirty="0">
                <a:solidFill>
                  <a:srgbClr val="000000"/>
                </a:solidFill>
                <a:latin typeface="Times New Roman" pitchFamily="18" charset="0"/>
                <a:ea typeface="楷体_GB2312" pitchFamily="49" charset="-122"/>
              </a:rPr>
              <a:t>A</a:t>
            </a:r>
            <a:r>
              <a:rPr kumimoji="1" lang="zh-CN" altLang="en-US" sz="2800" dirty="0">
                <a:solidFill>
                  <a:srgbClr val="000000"/>
                </a:solidFill>
                <a:latin typeface="Times New Roman" pitchFamily="18" charset="0"/>
                <a:ea typeface="楷体_GB2312" pitchFamily="49" charset="-122"/>
              </a:rPr>
              <a:t>）相同</a:t>
            </a:r>
            <a:endParaRPr kumimoji="1" lang="en-US" altLang="zh-CN" sz="2800" dirty="0">
              <a:solidFill>
                <a:srgbClr val="000000"/>
              </a:solidFill>
              <a:latin typeface="Times New Roman" pitchFamily="18" charset="0"/>
              <a:ea typeface="楷体_GB2312" pitchFamily="49" charset="-122"/>
            </a:endParaRPr>
          </a:p>
        </p:txBody>
      </p:sp>
      <p:pic>
        <p:nvPicPr>
          <p:cNvPr id="15" name="Picture 9" descr="PE01561_"/>
          <p:cNvPicPr>
            <a:picLocks noChangeAspect="1" noChangeArrowheads="1"/>
          </p:cNvPicPr>
          <p:nvPr/>
        </p:nvPicPr>
        <p:blipFill>
          <a:blip r:embed="rId6" cstate="print"/>
          <a:srcRect/>
          <a:stretch>
            <a:fillRect/>
          </a:stretch>
        </p:blipFill>
        <p:spPr bwMode="auto">
          <a:xfrm>
            <a:off x="467544" y="2564904"/>
            <a:ext cx="3254388" cy="2160240"/>
          </a:xfrm>
          <a:prstGeom prst="rect">
            <a:avLst/>
          </a:prstGeom>
          <a:noFill/>
          <a:ln w="9525">
            <a:noFill/>
            <a:miter lim="800000"/>
            <a:headEnd/>
            <a:tailEnd/>
          </a:ln>
        </p:spPr>
      </p:pic>
      <p:sp>
        <p:nvSpPr>
          <p:cNvPr id="16" name="TextBox 11"/>
          <p:cNvSpPr txBox="1">
            <a:spLocks noChangeArrowheads="1"/>
          </p:cNvSpPr>
          <p:nvPr/>
        </p:nvSpPr>
        <p:spPr bwMode="auto">
          <a:xfrm>
            <a:off x="7162800" y="0"/>
            <a:ext cx="1524000" cy="338138"/>
          </a:xfrm>
          <a:prstGeom prst="rect">
            <a:avLst/>
          </a:prstGeom>
          <a:noFill/>
          <a:ln w="9525">
            <a:noFill/>
            <a:miter lim="800000"/>
            <a:headEnd/>
            <a:tailEnd/>
          </a:ln>
        </p:spPr>
        <p:txBody>
          <a:bodyPr>
            <a:spAutoFit/>
          </a:bodyPr>
          <a:lstStyle/>
          <a:p>
            <a:r>
              <a:rPr lang="en-US" altLang="zh-CN" sz="1600" dirty="0">
                <a:cs typeface="Arial" charset="0"/>
              </a:rPr>
              <a:t>#2014030502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left)">
                                      <p:cBhvr>
                                        <p:cTn id="39" dur="500"/>
                                        <p:tgtEl>
                                          <p:spTgt spid="6"/>
                                        </p:tgtEl>
                                      </p:cBhvr>
                                    </p:animEffect>
                                  </p:childTnLst>
                                </p:cTn>
                              </p:par>
                              <p:par>
                                <p:cTn id="40" presetID="22" presetClass="entr" presetSubtype="8"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 grpId="0" autoUpdateAnimBg="0"/>
      <p:bldP spid="5" grpId="0" autoUpdateAnimBg="0"/>
      <p:bldP spid="6" grpId="0"/>
      <p:bldP spid="8" grpId="0"/>
      <p:bldP spid="10" grpId="0" autoUpdateAnimBg="0"/>
      <p:bldP spid="13" grpId="0" autoUpdateAnimBg="0"/>
      <p:bldP spid="1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idx="4294967295"/>
          </p:nvPr>
        </p:nvSpPr>
        <p:spPr>
          <a:xfrm>
            <a:off x="0" y="0"/>
            <a:ext cx="4572000" cy="685800"/>
          </a:xfrm>
        </p:spPr>
        <p:txBody>
          <a:bodyPr/>
          <a:lstStyle/>
          <a:p>
            <a:pPr algn="l" eaLnBrk="1" hangingPunct="1"/>
            <a:r>
              <a:rPr lang="zh-CN" altLang="en-US" sz="3200" b="1">
                <a:solidFill>
                  <a:schemeClr val="accent2"/>
                </a:solidFill>
                <a:ea typeface="楷体_GB2312" pitchFamily="49" charset="-122"/>
              </a:rPr>
              <a:t>二、函数展开成幂级数 </a:t>
            </a:r>
            <a:endParaRPr lang="zh-CN" altLang="en-US" sz="3200">
              <a:solidFill>
                <a:schemeClr val="accent2"/>
              </a:solidFill>
              <a:ea typeface="楷体_GB2312" pitchFamily="49" charset="-122"/>
            </a:endParaRPr>
          </a:p>
        </p:txBody>
      </p:sp>
      <p:sp>
        <p:nvSpPr>
          <p:cNvPr id="9219" name="Text Box 3"/>
          <p:cNvSpPr txBox="1">
            <a:spLocks noChangeArrowheads="1"/>
          </p:cNvSpPr>
          <p:nvPr/>
        </p:nvSpPr>
        <p:spPr bwMode="auto">
          <a:xfrm>
            <a:off x="250825" y="1844675"/>
            <a:ext cx="2590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b="1">
                <a:solidFill>
                  <a:srgbClr val="333399"/>
                </a:solidFill>
                <a:latin typeface="Times New Roman" pitchFamily="18" charset="0"/>
                <a:ea typeface="楷体_GB2312" pitchFamily="49" charset="-122"/>
              </a:rPr>
              <a:t>1. </a:t>
            </a:r>
            <a:r>
              <a:rPr kumimoji="1" lang="zh-CN" altLang="en-US" sz="2800" b="1">
                <a:solidFill>
                  <a:srgbClr val="333399"/>
                </a:solidFill>
                <a:latin typeface="Times New Roman" pitchFamily="18" charset="0"/>
                <a:ea typeface="楷体_GB2312" pitchFamily="49" charset="-122"/>
              </a:rPr>
              <a:t>直接展开法</a:t>
            </a:r>
          </a:p>
        </p:txBody>
      </p:sp>
      <p:sp>
        <p:nvSpPr>
          <p:cNvPr id="9220" name="Text Box 4"/>
          <p:cNvSpPr txBox="1">
            <a:spLocks noChangeArrowheads="1"/>
          </p:cNvSpPr>
          <p:nvPr/>
        </p:nvSpPr>
        <p:spPr bwMode="auto">
          <a:xfrm>
            <a:off x="323850" y="2420938"/>
            <a:ext cx="3733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由泰勒级数理论可知</a:t>
            </a:r>
            <a:r>
              <a:rPr kumimoji="1" lang="en-US" altLang="zh-CN" sz="2800">
                <a:solidFill>
                  <a:srgbClr val="000000"/>
                </a:solidFill>
                <a:latin typeface="Times New Roman" pitchFamily="18" charset="0"/>
                <a:ea typeface="楷体_GB2312" pitchFamily="49" charset="-122"/>
              </a:rPr>
              <a:t>, </a:t>
            </a:r>
          </a:p>
        </p:txBody>
      </p:sp>
      <p:graphicFrame>
        <p:nvGraphicFramePr>
          <p:cNvPr id="9221" name="Object 5"/>
          <p:cNvGraphicFramePr>
            <a:graphicFrameLocks noChangeAspect="1"/>
          </p:cNvGraphicFramePr>
          <p:nvPr/>
        </p:nvGraphicFramePr>
        <p:xfrm>
          <a:off x="3851275" y="2420938"/>
          <a:ext cx="4546600" cy="444500"/>
        </p:xfrm>
        <a:graphic>
          <a:graphicData uri="http://schemas.openxmlformats.org/presentationml/2006/ole">
            <mc:AlternateContent xmlns:mc="http://schemas.openxmlformats.org/markup-compatibility/2006">
              <mc:Choice xmlns:v="urn:schemas-microsoft-com:vml" Requires="v">
                <p:oleObj name="Equation" r:id="rId2" imgW="4546440" imgH="444240" progId="">
                  <p:embed/>
                </p:oleObj>
              </mc:Choice>
              <mc:Fallback>
                <p:oleObj name="Equation" r:id="rId2" imgW="4546440" imgH="444240" progId="">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2420938"/>
                        <a:ext cx="45466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2" name="Text Box 6"/>
          <p:cNvSpPr txBox="1">
            <a:spLocks noChangeArrowheads="1"/>
          </p:cNvSpPr>
          <p:nvPr/>
        </p:nvSpPr>
        <p:spPr bwMode="auto">
          <a:xfrm>
            <a:off x="1547813" y="2924175"/>
            <a:ext cx="7315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第一步  求函数及其各阶导数在 </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 0 </a:t>
            </a:r>
            <a:r>
              <a:rPr kumimoji="1" lang="zh-CN" altLang="en-US" sz="2800">
                <a:solidFill>
                  <a:srgbClr val="000000"/>
                </a:solidFill>
                <a:latin typeface="Times New Roman" pitchFamily="18" charset="0"/>
                <a:ea typeface="楷体_GB2312" pitchFamily="49" charset="-122"/>
              </a:rPr>
              <a:t>处的值 </a:t>
            </a:r>
            <a:r>
              <a:rPr kumimoji="1" lang="en-US" altLang="zh-CN" sz="2800">
                <a:solidFill>
                  <a:srgbClr val="000000"/>
                </a:solidFill>
                <a:latin typeface="Times New Roman" pitchFamily="18" charset="0"/>
                <a:ea typeface="楷体_GB2312" pitchFamily="49" charset="-122"/>
              </a:rPr>
              <a:t>;</a:t>
            </a:r>
          </a:p>
        </p:txBody>
      </p:sp>
      <p:sp>
        <p:nvSpPr>
          <p:cNvPr id="9223" name="Text Box 7"/>
          <p:cNvSpPr txBox="1">
            <a:spLocks noChangeArrowheads="1"/>
          </p:cNvSpPr>
          <p:nvPr/>
        </p:nvSpPr>
        <p:spPr bwMode="auto">
          <a:xfrm>
            <a:off x="539750" y="3500438"/>
            <a:ext cx="7924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第二步  写出麦克劳林级数 </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并求出其收敛半径 </a:t>
            </a:r>
            <a:r>
              <a:rPr kumimoji="1" lang="en-US" altLang="zh-CN" sz="2800" i="1">
                <a:solidFill>
                  <a:srgbClr val="000000"/>
                </a:solidFill>
                <a:latin typeface="Times New Roman" pitchFamily="18" charset="0"/>
                <a:ea typeface="楷体_GB2312" pitchFamily="49" charset="-122"/>
              </a:rPr>
              <a:t>R</a:t>
            </a:r>
            <a:r>
              <a:rPr kumimoji="1" lang="en-US" altLang="zh-CN" sz="2800">
                <a:solidFill>
                  <a:srgbClr val="000000"/>
                </a:solidFill>
                <a:latin typeface="Times New Roman" pitchFamily="18" charset="0"/>
                <a:ea typeface="楷体_GB2312" pitchFamily="49" charset="-122"/>
              </a:rPr>
              <a:t> ;             </a:t>
            </a:r>
          </a:p>
        </p:txBody>
      </p:sp>
      <p:sp>
        <p:nvSpPr>
          <p:cNvPr id="9224" name="Text Box 8"/>
          <p:cNvSpPr txBox="1">
            <a:spLocks noChangeArrowheads="1"/>
          </p:cNvSpPr>
          <p:nvPr/>
        </p:nvSpPr>
        <p:spPr bwMode="auto">
          <a:xfrm>
            <a:off x="0" y="4076700"/>
            <a:ext cx="5943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第三步  判别在收敛区间</a:t>
            </a:r>
            <a:r>
              <a:rPr kumimoji="1" lang="en-US" altLang="zh-CN" sz="2800">
                <a:solidFill>
                  <a:srgbClr val="000000"/>
                </a:solidFill>
                <a:latin typeface="Times New Roman" pitchFamily="18" charset="0"/>
                <a:ea typeface="楷体_GB2312" pitchFamily="49" charset="-122"/>
              </a:rPr>
              <a:t>(</a:t>
            </a:r>
            <a:r>
              <a:rPr kumimoji="1" lang="zh-CN" altLang="en-US" sz="2800">
                <a:solidFill>
                  <a:srgbClr val="000000"/>
                </a:solidFill>
                <a:latin typeface="Times New Roman" pitchFamily="18" charset="0"/>
                <a:ea typeface="楷体_GB2312" pitchFamily="49" charset="-122"/>
              </a:rPr>
              <a:t>－</a:t>
            </a:r>
            <a:r>
              <a:rPr kumimoji="1" lang="en-US" altLang="zh-CN" sz="2800" i="1">
                <a:solidFill>
                  <a:srgbClr val="000000"/>
                </a:solidFill>
                <a:latin typeface="Times New Roman" pitchFamily="18" charset="0"/>
                <a:ea typeface="楷体_GB2312" pitchFamily="49" charset="-122"/>
              </a:rPr>
              <a:t>R</a:t>
            </a:r>
            <a:r>
              <a:rPr kumimoji="1" lang="en-US" altLang="zh-CN" sz="2800">
                <a:solidFill>
                  <a:srgbClr val="000000"/>
                </a:solidFill>
                <a:latin typeface="Times New Roman" pitchFamily="18" charset="0"/>
                <a:ea typeface="楷体_GB2312" pitchFamily="49" charset="-122"/>
              </a:rPr>
              <a:t>, </a:t>
            </a:r>
            <a:r>
              <a:rPr kumimoji="1" lang="en-US" altLang="zh-CN" sz="2800" i="1">
                <a:solidFill>
                  <a:srgbClr val="000000"/>
                </a:solidFill>
                <a:latin typeface="Times New Roman" pitchFamily="18" charset="0"/>
                <a:ea typeface="楷体_GB2312" pitchFamily="49" charset="-122"/>
              </a:rPr>
              <a:t>R</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内</a:t>
            </a:r>
          </a:p>
        </p:txBody>
      </p:sp>
      <p:graphicFrame>
        <p:nvGraphicFramePr>
          <p:cNvPr id="9225" name="Object 9"/>
          <p:cNvGraphicFramePr>
            <a:graphicFrameLocks noChangeAspect="1"/>
          </p:cNvGraphicFramePr>
          <p:nvPr/>
        </p:nvGraphicFramePr>
        <p:xfrm>
          <a:off x="5508625" y="4149725"/>
          <a:ext cx="1524000" cy="609600"/>
        </p:xfrm>
        <a:graphic>
          <a:graphicData uri="http://schemas.openxmlformats.org/presentationml/2006/ole">
            <mc:AlternateContent xmlns:mc="http://schemas.openxmlformats.org/markup-compatibility/2006">
              <mc:Choice xmlns:v="urn:schemas-microsoft-com:vml" Requires="v">
                <p:oleObj name="Equation" r:id="rId4" imgW="1523880" imgH="609480" progId="">
                  <p:embed/>
                </p:oleObj>
              </mc:Choice>
              <mc:Fallback>
                <p:oleObj name="Equation" r:id="rId4" imgW="1523880" imgH="609480" progId="">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4149725"/>
                        <a:ext cx="15240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6" name="Text Box 10"/>
          <p:cNvSpPr txBox="1">
            <a:spLocks noChangeArrowheads="1"/>
          </p:cNvSpPr>
          <p:nvPr/>
        </p:nvSpPr>
        <p:spPr bwMode="auto">
          <a:xfrm>
            <a:off x="7092950" y="4005263"/>
            <a:ext cx="12954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是否为</a:t>
            </a:r>
          </a:p>
        </p:txBody>
      </p:sp>
      <p:sp>
        <p:nvSpPr>
          <p:cNvPr id="9227" name="Text Box 11"/>
          <p:cNvSpPr txBox="1">
            <a:spLocks noChangeArrowheads="1"/>
          </p:cNvSpPr>
          <p:nvPr/>
        </p:nvSpPr>
        <p:spPr bwMode="auto">
          <a:xfrm>
            <a:off x="0" y="2924175"/>
            <a:ext cx="1752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骤如下 </a:t>
            </a:r>
            <a:r>
              <a:rPr kumimoji="1" lang="en-US" altLang="zh-CN" sz="2800">
                <a:solidFill>
                  <a:srgbClr val="000000"/>
                </a:solidFill>
                <a:latin typeface="Times New Roman" pitchFamily="18" charset="0"/>
                <a:ea typeface="楷体_GB2312" pitchFamily="49" charset="-122"/>
              </a:rPr>
              <a:t>:</a:t>
            </a:r>
          </a:p>
        </p:txBody>
      </p:sp>
      <p:sp>
        <p:nvSpPr>
          <p:cNvPr id="9228" name="Text Box 12"/>
          <p:cNvSpPr txBox="1">
            <a:spLocks noChangeArrowheads="1"/>
          </p:cNvSpPr>
          <p:nvPr/>
        </p:nvSpPr>
        <p:spPr bwMode="auto">
          <a:xfrm>
            <a:off x="611188" y="981075"/>
            <a:ext cx="1828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展开方法</a:t>
            </a:r>
          </a:p>
        </p:txBody>
      </p:sp>
      <p:sp>
        <p:nvSpPr>
          <p:cNvPr id="9229" name="Text Box 13"/>
          <p:cNvSpPr txBox="1">
            <a:spLocks noChangeArrowheads="1"/>
          </p:cNvSpPr>
          <p:nvPr/>
        </p:nvSpPr>
        <p:spPr bwMode="auto">
          <a:xfrm>
            <a:off x="2555875" y="692150"/>
            <a:ext cx="2362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直接展开法</a:t>
            </a:r>
          </a:p>
        </p:txBody>
      </p:sp>
      <p:sp>
        <p:nvSpPr>
          <p:cNvPr id="9230" name="Text Box 14"/>
          <p:cNvSpPr txBox="1">
            <a:spLocks noChangeArrowheads="1"/>
          </p:cNvSpPr>
          <p:nvPr/>
        </p:nvSpPr>
        <p:spPr bwMode="auto">
          <a:xfrm>
            <a:off x="4500563" y="692150"/>
            <a:ext cx="30480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利用泰勒公式</a:t>
            </a:r>
          </a:p>
        </p:txBody>
      </p:sp>
      <p:sp>
        <p:nvSpPr>
          <p:cNvPr id="9231" name="Text Box 15"/>
          <p:cNvSpPr txBox="1">
            <a:spLocks noChangeArrowheads="1"/>
          </p:cNvSpPr>
          <p:nvPr/>
        </p:nvSpPr>
        <p:spPr bwMode="auto">
          <a:xfrm>
            <a:off x="2555875" y="1341438"/>
            <a:ext cx="2514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间接展开法</a:t>
            </a:r>
          </a:p>
        </p:txBody>
      </p:sp>
      <p:sp>
        <p:nvSpPr>
          <p:cNvPr id="9232" name="Text Box 16"/>
          <p:cNvSpPr txBox="1">
            <a:spLocks noChangeArrowheads="1"/>
          </p:cNvSpPr>
          <p:nvPr/>
        </p:nvSpPr>
        <p:spPr bwMode="auto">
          <a:xfrm>
            <a:off x="4500563" y="1341438"/>
            <a:ext cx="4419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利用已知其级数展开式</a:t>
            </a:r>
          </a:p>
        </p:txBody>
      </p:sp>
      <p:sp>
        <p:nvSpPr>
          <p:cNvPr id="9233" name="AutoShape 17"/>
          <p:cNvSpPr>
            <a:spLocks/>
          </p:cNvSpPr>
          <p:nvPr/>
        </p:nvSpPr>
        <p:spPr bwMode="auto">
          <a:xfrm>
            <a:off x="2339975" y="836613"/>
            <a:ext cx="152400" cy="914400"/>
          </a:xfrm>
          <a:prstGeom prst="leftBrace">
            <a:avLst>
              <a:gd name="adj1" fmla="val 50000"/>
              <a:gd name="adj2" fmla="val 50000"/>
            </a:avLst>
          </a:prstGeom>
          <a:noFill/>
          <a:ln w="9525">
            <a:solidFill>
              <a:schemeClr val="tx1"/>
            </a:solidFill>
            <a:round/>
            <a:headEnd/>
            <a:tailEnd/>
          </a:ln>
        </p:spPr>
        <p:txBody>
          <a:bodyPr wrap="none" anchor="ctr"/>
          <a:lstStyle/>
          <a:p>
            <a:pPr fontAlgn="base">
              <a:spcBef>
                <a:spcPct val="0"/>
              </a:spcBef>
              <a:spcAft>
                <a:spcPct val="0"/>
              </a:spcAft>
            </a:pPr>
            <a:endParaRPr lang="zh-CN" altLang="en-US">
              <a:solidFill>
                <a:srgbClr val="000000"/>
              </a:solidFill>
            </a:endParaRPr>
          </a:p>
        </p:txBody>
      </p:sp>
      <p:sp>
        <p:nvSpPr>
          <p:cNvPr id="9234" name="Text Box 18"/>
          <p:cNvSpPr txBox="1">
            <a:spLocks noChangeArrowheads="1"/>
          </p:cNvSpPr>
          <p:nvPr/>
        </p:nvSpPr>
        <p:spPr bwMode="auto">
          <a:xfrm>
            <a:off x="8243888" y="4076700"/>
            <a:ext cx="539750" cy="519113"/>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en-US" altLang="zh-CN" sz="2800">
                <a:solidFill>
                  <a:srgbClr val="000000"/>
                </a:solidFill>
                <a:latin typeface="Times New Roman" pitchFamily="18" charset="0"/>
                <a:ea typeface="楷体_GB2312" pitchFamily="49" charset="-122"/>
              </a:rPr>
              <a:t>0. </a:t>
            </a:r>
          </a:p>
        </p:txBody>
      </p:sp>
      <p:sp>
        <p:nvSpPr>
          <p:cNvPr id="9235" name="Text Box 19"/>
          <p:cNvSpPr txBox="1">
            <a:spLocks noChangeArrowheads="1"/>
          </p:cNvSpPr>
          <p:nvPr/>
        </p:nvSpPr>
        <p:spPr bwMode="auto">
          <a:xfrm>
            <a:off x="4932363" y="1700213"/>
            <a:ext cx="2133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的函数展开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8"/>
                                        </p:tgtEl>
                                        <p:attrNameLst>
                                          <p:attrName>style.visibility</p:attrName>
                                        </p:attrNameLst>
                                      </p:cBhvr>
                                      <p:to>
                                        <p:strVal val="visible"/>
                                      </p:to>
                                    </p:set>
                                    <p:animEffect transition="in" filter="wipe(left)">
                                      <p:cBhvr>
                                        <p:cTn id="7" dur="500"/>
                                        <p:tgtEl>
                                          <p:spTgt spid="922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233"/>
                                        </p:tgtEl>
                                        <p:attrNameLst>
                                          <p:attrName>style.visibility</p:attrName>
                                        </p:attrNameLst>
                                      </p:cBhvr>
                                      <p:to>
                                        <p:strVal val="visible"/>
                                      </p:to>
                                    </p:set>
                                    <p:animEffect transition="in" filter="wipe(up)">
                                      <p:cBhvr>
                                        <p:cTn id="11" dur="500"/>
                                        <p:tgtEl>
                                          <p:spTgt spid="923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229"/>
                                        </p:tgtEl>
                                        <p:attrNameLst>
                                          <p:attrName>style.visibility</p:attrName>
                                        </p:attrNameLst>
                                      </p:cBhvr>
                                      <p:to>
                                        <p:strVal val="visible"/>
                                      </p:to>
                                    </p:set>
                                    <p:animEffect transition="in" filter="wipe(left)">
                                      <p:cBhvr>
                                        <p:cTn id="16" dur="500"/>
                                        <p:tgtEl>
                                          <p:spTgt spid="92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230">
                                            <p:txEl>
                                              <p:pRg st="0" end="0"/>
                                            </p:txEl>
                                          </p:spTgt>
                                        </p:tgtEl>
                                        <p:attrNameLst>
                                          <p:attrName>style.visibility</p:attrName>
                                        </p:attrNameLst>
                                      </p:cBhvr>
                                      <p:to>
                                        <p:strVal val="visible"/>
                                      </p:to>
                                    </p:set>
                                    <p:animEffect transition="in" filter="wipe(left)">
                                      <p:cBhvr>
                                        <p:cTn id="21" dur="500"/>
                                        <p:tgtEl>
                                          <p:spTgt spid="9230">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231"/>
                                        </p:tgtEl>
                                        <p:attrNameLst>
                                          <p:attrName>style.visibility</p:attrName>
                                        </p:attrNameLst>
                                      </p:cBhvr>
                                      <p:to>
                                        <p:strVal val="visible"/>
                                      </p:to>
                                    </p:set>
                                    <p:animEffect transition="in" filter="wipe(left)">
                                      <p:cBhvr>
                                        <p:cTn id="26" dur="500"/>
                                        <p:tgtEl>
                                          <p:spTgt spid="923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232">
                                            <p:txEl>
                                              <p:pRg st="0" end="0"/>
                                            </p:txEl>
                                          </p:spTgt>
                                        </p:tgtEl>
                                        <p:attrNameLst>
                                          <p:attrName>style.visibility</p:attrName>
                                        </p:attrNameLst>
                                      </p:cBhvr>
                                      <p:to>
                                        <p:strVal val="visible"/>
                                      </p:to>
                                    </p:set>
                                    <p:animEffect transition="in" filter="wipe(left)">
                                      <p:cBhvr>
                                        <p:cTn id="31" dur="500"/>
                                        <p:tgtEl>
                                          <p:spTgt spid="9232">
                                            <p:txEl>
                                              <p:pRg st="0" end="0"/>
                                            </p:txEl>
                                          </p:spTgt>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9235">
                                            <p:txEl>
                                              <p:pRg st="0" end="0"/>
                                            </p:txEl>
                                          </p:spTgt>
                                        </p:tgtEl>
                                        <p:attrNameLst>
                                          <p:attrName>style.visibility</p:attrName>
                                        </p:attrNameLst>
                                      </p:cBhvr>
                                      <p:to>
                                        <p:strVal val="visible"/>
                                      </p:to>
                                    </p:set>
                                    <p:animEffect transition="in" filter="wipe(left)">
                                      <p:cBhvr>
                                        <p:cTn id="35" dur="500"/>
                                        <p:tgtEl>
                                          <p:spTgt spid="9235">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219"/>
                                        </p:tgtEl>
                                        <p:attrNameLst>
                                          <p:attrName>style.visibility</p:attrName>
                                        </p:attrNameLst>
                                      </p:cBhvr>
                                      <p:to>
                                        <p:strVal val="visible"/>
                                      </p:to>
                                    </p:set>
                                    <p:animEffect transition="in" filter="wipe(left)">
                                      <p:cBhvr>
                                        <p:cTn id="40" dur="500"/>
                                        <p:tgtEl>
                                          <p:spTgt spid="92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9220"/>
                                        </p:tgtEl>
                                        <p:attrNameLst>
                                          <p:attrName>style.visibility</p:attrName>
                                        </p:attrNameLst>
                                      </p:cBhvr>
                                      <p:to>
                                        <p:strVal val="visible"/>
                                      </p:to>
                                    </p:set>
                                    <p:animEffect transition="in" filter="wipe(left)">
                                      <p:cBhvr>
                                        <p:cTn id="45" dur="500"/>
                                        <p:tgtEl>
                                          <p:spTgt spid="9220"/>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9221"/>
                                        </p:tgtEl>
                                        <p:attrNameLst>
                                          <p:attrName>style.visibility</p:attrName>
                                        </p:attrNameLst>
                                      </p:cBhvr>
                                      <p:to>
                                        <p:strVal val="visible"/>
                                      </p:to>
                                    </p:set>
                                    <p:animEffect transition="in" filter="wipe(left)">
                                      <p:cBhvr>
                                        <p:cTn id="49" dur="500"/>
                                        <p:tgtEl>
                                          <p:spTgt spid="9221"/>
                                        </p:tgtEl>
                                      </p:cBhvr>
                                    </p:animEffect>
                                  </p:childTnLst>
                                </p:cTn>
                              </p:par>
                            </p:childTnLst>
                          </p:cTn>
                        </p:par>
                        <p:par>
                          <p:cTn id="50" fill="hold">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9227"/>
                                        </p:tgtEl>
                                        <p:attrNameLst>
                                          <p:attrName>style.visibility</p:attrName>
                                        </p:attrNameLst>
                                      </p:cBhvr>
                                      <p:to>
                                        <p:strVal val="visible"/>
                                      </p:to>
                                    </p:set>
                                    <p:animEffect transition="in" filter="wipe(left)">
                                      <p:cBhvr>
                                        <p:cTn id="53" dur="500"/>
                                        <p:tgtEl>
                                          <p:spTgt spid="922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9222"/>
                                        </p:tgtEl>
                                        <p:attrNameLst>
                                          <p:attrName>style.visibility</p:attrName>
                                        </p:attrNameLst>
                                      </p:cBhvr>
                                      <p:to>
                                        <p:strVal val="visible"/>
                                      </p:to>
                                    </p:set>
                                    <p:animEffect transition="in" filter="wipe(left)">
                                      <p:cBhvr>
                                        <p:cTn id="58" dur="500"/>
                                        <p:tgtEl>
                                          <p:spTgt spid="922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9223"/>
                                        </p:tgtEl>
                                        <p:attrNameLst>
                                          <p:attrName>style.visibility</p:attrName>
                                        </p:attrNameLst>
                                      </p:cBhvr>
                                      <p:to>
                                        <p:strVal val="visible"/>
                                      </p:to>
                                    </p:set>
                                    <p:animEffect transition="in" filter="wipe(left)">
                                      <p:cBhvr>
                                        <p:cTn id="63" dur="500"/>
                                        <p:tgtEl>
                                          <p:spTgt spid="922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9224"/>
                                        </p:tgtEl>
                                        <p:attrNameLst>
                                          <p:attrName>style.visibility</p:attrName>
                                        </p:attrNameLst>
                                      </p:cBhvr>
                                      <p:to>
                                        <p:strVal val="visible"/>
                                      </p:to>
                                    </p:set>
                                    <p:animEffect transition="in" filter="wipe(left)">
                                      <p:cBhvr>
                                        <p:cTn id="68" dur="500"/>
                                        <p:tgtEl>
                                          <p:spTgt spid="922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9225"/>
                                        </p:tgtEl>
                                        <p:attrNameLst>
                                          <p:attrName>style.visibility</p:attrName>
                                        </p:attrNameLst>
                                      </p:cBhvr>
                                      <p:to>
                                        <p:strVal val="visible"/>
                                      </p:to>
                                    </p:set>
                                    <p:animEffect transition="in" filter="wipe(left)">
                                      <p:cBhvr>
                                        <p:cTn id="73" dur="500"/>
                                        <p:tgtEl>
                                          <p:spTgt spid="9225"/>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9226"/>
                                        </p:tgtEl>
                                        <p:attrNameLst>
                                          <p:attrName>style.visibility</p:attrName>
                                        </p:attrNameLst>
                                      </p:cBhvr>
                                      <p:to>
                                        <p:strVal val="visible"/>
                                      </p:to>
                                    </p:set>
                                    <p:animEffect transition="in" filter="wipe(left)">
                                      <p:cBhvr>
                                        <p:cTn id="77" dur="500"/>
                                        <p:tgtEl>
                                          <p:spTgt spid="9226"/>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9234">
                                            <p:txEl>
                                              <p:pRg st="0" end="0"/>
                                            </p:txEl>
                                          </p:spTgt>
                                        </p:tgtEl>
                                        <p:attrNameLst>
                                          <p:attrName>style.visibility</p:attrName>
                                        </p:attrNameLst>
                                      </p:cBhvr>
                                      <p:to>
                                        <p:strVal val="visible"/>
                                      </p:to>
                                    </p:set>
                                    <p:animEffect transition="in" filter="wipe(left)">
                                      <p:cBhvr>
                                        <p:cTn id="81" dur="500"/>
                                        <p:tgtEl>
                                          <p:spTgt spid="92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utoUpdateAnimBg="0"/>
      <p:bldP spid="9220" grpId="0" autoUpdateAnimBg="0"/>
      <p:bldP spid="9222" grpId="0" autoUpdateAnimBg="0"/>
      <p:bldP spid="9223" grpId="0" autoUpdateAnimBg="0"/>
      <p:bldP spid="9224" grpId="0" autoUpdateAnimBg="0"/>
      <p:bldP spid="9226" grpId="0" autoUpdateAnimBg="0"/>
      <p:bldP spid="9227" grpId="0" autoUpdateAnimBg="0"/>
      <p:bldP spid="9228" grpId="0" autoUpdateAnimBg="0"/>
      <p:bldP spid="9229" grpId="0" autoUpdateAnimBg="0"/>
      <p:bldP spid="9230" grpId="0" build="p" autoUpdateAnimBg="0"/>
      <p:bldP spid="9231" grpId="0" autoUpdateAnimBg="0"/>
      <p:bldP spid="9232" grpId="0" build="p" autoUpdateAnimBg="0"/>
      <p:bldP spid="9233" grpId="0" animBg="1"/>
      <p:bldP spid="9234" grpId="0" build="p" autoUpdateAnimBg="0" advAuto="0"/>
      <p:bldP spid="9235" grpId="0" build="p" autoUpdateAnimBg="0"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60" name="Rectangle 2"/>
          <p:cNvSpPr>
            <a:spLocks noGrp="1" noChangeArrowheads="1"/>
          </p:cNvSpPr>
          <p:nvPr>
            <p:ph type="title" idx="4294967295"/>
          </p:nvPr>
        </p:nvSpPr>
        <p:spPr>
          <a:xfrm>
            <a:off x="0" y="0"/>
            <a:ext cx="2362200" cy="609600"/>
          </a:xfrm>
        </p:spPr>
        <p:txBody>
          <a:bodyPr/>
          <a:lstStyle/>
          <a:p>
            <a:pPr algn="l" eaLnBrk="1" hangingPunct="1"/>
            <a:r>
              <a:rPr lang="zh-CN" altLang="en-US" sz="2800" b="1">
                <a:solidFill>
                  <a:schemeClr val="accent2"/>
                </a:solidFill>
                <a:ea typeface="楷体_GB2312" pitchFamily="49" charset="-122"/>
              </a:rPr>
              <a:t>例</a:t>
            </a:r>
            <a:r>
              <a:rPr lang="en-US" altLang="zh-CN" sz="2800" b="1">
                <a:solidFill>
                  <a:schemeClr val="accent2"/>
                </a:solidFill>
                <a:ea typeface="楷体_GB2312" pitchFamily="49" charset="-122"/>
              </a:rPr>
              <a:t>1.</a:t>
            </a:r>
            <a:r>
              <a:rPr lang="en-US" altLang="zh-CN" sz="2800">
                <a:ea typeface="楷体_GB2312" pitchFamily="49" charset="-122"/>
              </a:rPr>
              <a:t> </a:t>
            </a:r>
            <a:r>
              <a:rPr lang="zh-CN" altLang="en-US" sz="2800">
                <a:solidFill>
                  <a:schemeClr val="tx1"/>
                </a:solidFill>
                <a:ea typeface="楷体_GB2312" pitchFamily="49" charset="-122"/>
              </a:rPr>
              <a:t>将函数</a:t>
            </a:r>
            <a:endParaRPr lang="zh-CN" altLang="en-US" sz="2800">
              <a:ea typeface="楷体_GB2312" pitchFamily="49" charset="-122"/>
            </a:endParaRPr>
          </a:p>
        </p:txBody>
      </p:sp>
      <p:graphicFrame>
        <p:nvGraphicFramePr>
          <p:cNvPr id="39938" name="Object 3"/>
          <p:cNvGraphicFramePr>
            <a:graphicFrameLocks noChangeAspect="1"/>
          </p:cNvGraphicFramePr>
          <p:nvPr/>
        </p:nvGraphicFramePr>
        <p:xfrm>
          <a:off x="2051050" y="0"/>
          <a:ext cx="1447800" cy="546100"/>
        </p:xfrm>
        <a:graphic>
          <a:graphicData uri="http://schemas.openxmlformats.org/presentationml/2006/ole">
            <mc:AlternateContent xmlns:mc="http://schemas.openxmlformats.org/markup-compatibility/2006">
              <mc:Choice xmlns:v="urn:schemas-microsoft-com:vml" Requires="v">
                <p:oleObj name="Equation" r:id="rId2" imgW="1447560" imgH="545760" progId="">
                  <p:embed/>
                </p:oleObj>
              </mc:Choice>
              <mc:Fallback>
                <p:oleObj name="Equation" r:id="rId2" imgW="1447560" imgH="545760" progId="">
                  <p:embed/>
                  <p:pic>
                    <p:nvPicPr>
                      <p:cNvPr id="0" name="Object 3"/>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2051050" y="0"/>
                        <a:ext cx="1447800" cy="54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61" name="Text Box 4"/>
          <p:cNvSpPr txBox="1">
            <a:spLocks noChangeArrowheads="1"/>
          </p:cNvSpPr>
          <p:nvPr/>
        </p:nvSpPr>
        <p:spPr bwMode="auto">
          <a:xfrm>
            <a:off x="3635375" y="0"/>
            <a:ext cx="4648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展开成 </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的幂级数</a:t>
            </a:r>
            <a:r>
              <a:rPr kumimoji="1" lang="en-US" altLang="zh-CN" sz="2800">
                <a:solidFill>
                  <a:srgbClr val="000000"/>
                </a:solidFill>
                <a:latin typeface="Times New Roman" pitchFamily="18" charset="0"/>
                <a:ea typeface="楷体_GB2312" pitchFamily="49" charset="-122"/>
              </a:rPr>
              <a:t>. </a:t>
            </a:r>
            <a:endParaRPr kumimoji="1" lang="en-US" altLang="zh-CN" sz="2400">
              <a:solidFill>
                <a:srgbClr val="333399"/>
              </a:solidFill>
              <a:latin typeface="Times New Roman" pitchFamily="18" charset="0"/>
              <a:ea typeface="楷体_GB2312" pitchFamily="49" charset="-122"/>
            </a:endParaRPr>
          </a:p>
        </p:txBody>
      </p:sp>
      <p:sp>
        <p:nvSpPr>
          <p:cNvPr id="10245" name="Text Box 5"/>
          <p:cNvSpPr txBox="1">
            <a:spLocks noChangeArrowheads="1"/>
          </p:cNvSpPr>
          <p:nvPr/>
        </p:nvSpPr>
        <p:spPr bwMode="auto">
          <a:xfrm>
            <a:off x="0" y="765175"/>
            <a:ext cx="838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仿宋_GB2312" pitchFamily="49" charset="-122"/>
              </a:rPr>
              <a:t>解</a:t>
            </a:r>
            <a:r>
              <a:rPr kumimoji="1" lang="en-US" altLang="zh-CN" sz="2800" b="1">
                <a:solidFill>
                  <a:srgbClr val="333399"/>
                </a:solidFill>
                <a:latin typeface="Times New Roman" pitchFamily="18" charset="0"/>
                <a:ea typeface="仿宋_GB2312" pitchFamily="49" charset="-122"/>
              </a:rPr>
              <a:t>:</a:t>
            </a:r>
            <a:r>
              <a:rPr kumimoji="1" lang="en-US" altLang="zh-CN" sz="2800">
                <a:solidFill>
                  <a:srgbClr val="000000"/>
                </a:solidFill>
                <a:latin typeface="Times New Roman" pitchFamily="18" charset="0"/>
                <a:ea typeface="仿宋_GB2312" pitchFamily="49" charset="-122"/>
              </a:rPr>
              <a:t> </a:t>
            </a:r>
          </a:p>
        </p:txBody>
      </p:sp>
      <p:graphicFrame>
        <p:nvGraphicFramePr>
          <p:cNvPr id="10246" name="Object 6"/>
          <p:cNvGraphicFramePr>
            <a:graphicFrameLocks noChangeAspect="1"/>
          </p:cNvGraphicFramePr>
          <p:nvPr/>
        </p:nvGraphicFramePr>
        <p:xfrm>
          <a:off x="755650" y="692150"/>
          <a:ext cx="2311400" cy="546100"/>
        </p:xfrm>
        <a:graphic>
          <a:graphicData uri="http://schemas.openxmlformats.org/presentationml/2006/ole">
            <mc:AlternateContent xmlns:mc="http://schemas.openxmlformats.org/markup-compatibility/2006">
              <mc:Choice xmlns:v="urn:schemas-microsoft-com:vml" Requires="v">
                <p:oleObj name="Equation" r:id="rId4" imgW="2311200" imgH="545760" progId="">
                  <p:embed/>
                </p:oleObj>
              </mc:Choice>
              <mc:Fallback>
                <p:oleObj name="Equation" r:id="rId4" imgW="2311200" imgH="545760" progId="">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692150"/>
                        <a:ext cx="2311400" cy="54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7" name="Object 7"/>
          <p:cNvGraphicFramePr>
            <a:graphicFrameLocks noChangeAspect="1"/>
          </p:cNvGraphicFramePr>
          <p:nvPr/>
        </p:nvGraphicFramePr>
        <p:xfrm>
          <a:off x="3276600" y="692150"/>
          <a:ext cx="3683000" cy="546100"/>
        </p:xfrm>
        <a:graphic>
          <a:graphicData uri="http://schemas.openxmlformats.org/presentationml/2006/ole">
            <mc:AlternateContent xmlns:mc="http://schemas.openxmlformats.org/markup-compatibility/2006">
              <mc:Choice xmlns:v="urn:schemas-microsoft-com:vml" Requires="v">
                <p:oleObj name="Equation" r:id="rId6" imgW="3682800" imgH="545760" progId="">
                  <p:embed/>
                </p:oleObj>
              </mc:Choice>
              <mc:Fallback>
                <p:oleObj name="Equation" r:id="rId6" imgW="3682800" imgH="545760" progId="">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692150"/>
                        <a:ext cx="3683000" cy="54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8" name="Object 8"/>
          <p:cNvGraphicFramePr>
            <a:graphicFrameLocks noChangeAspect="1"/>
          </p:cNvGraphicFramePr>
          <p:nvPr/>
        </p:nvGraphicFramePr>
        <p:xfrm>
          <a:off x="971550" y="1412875"/>
          <a:ext cx="230188" cy="428625"/>
        </p:xfrm>
        <a:graphic>
          <a:graphicData uri="http://schemas.openxmlformats.org/presentationml/2006/ole">
            <mc:AlternateContent xmlns:mc="http://schemas.openxmlformats.org/markup-compatibility/2006">
              <mc:Choice xmlns:v="urn:schemas-microsoft-com:vml" Requires="v">
                <p:oleObj name="公式" r:id="rId8" imgW="88560" imgH="164880" progId="">
                  <p:embed/>
                </p:oleObj>
              </mc:Choice>
              <mc:Fallback>
                <p:oleObj name="公式" r:id="rId8" imgW="88560" imgH="164880" progId="">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550" y="1412875"/>
                        <a:ext cx="230188"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9" name="Text Box 9"/>
          <p:cNvSpPr txBox="1">
            <a:spLocks noChangeArrowheads="1"/>
          </p:cNvSpPr>
          <p:nvPr/>
        </p:nvSpPr>
        <p:spPr bwMode="auto">
          <a:xfrm>
            <a:off x="1908175" y="1989138"/>
            <a:ext cx="23622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其收敛半径为 </a:t>
            </a:r>
          </a:p>
        </p:txBody>
      </p:sp>
      <p:graphicFrame>
        <p:nvGraphicFramePr>
          <p:cNvPr id="10250" name="Object 10"/>
          <p:cNvGraphicFramePr>
            <a:graphicFrameLocks noChangeAspect="1"/>
          </p:cNvGraphicFramePr>
          <p:nvPr/>
        </p:nvGraphicFramePr>
        <p:xfrm>
          <a:off x="7451725" y="2133600"/>
          <a:ext cx="800100" cy="241300"/>
        </p:xfrm>
        <a:graphic>
          <a:graphicData uri="http://schemas.openxmlformats.org/presentationml/2006/ole">
            <mc:AlternateContent xmlns:mc="http://schemas.openxmlformats.org/markup-compatibility/2006">
              <mc:Choice xmlns:v="urn:schemas-microsoft-com:vml" Requires="v">
                <p:oleObj name="Equation" r:id="rId10" imgW="799920" imgH="241200" progId="">
                  <p:embed/>
                </p:oleObj>
              </mc:Choice>
              <mc:Fallback>
                <p:oleObj name="Equation" r:id="rId10" imgW="799920" imgH="241200" progId="">
                  <p:embed/>
                  <p:pic>
                    <p:nvPicPr>
                      <p:cNvPr id="0" name="Object 10"/>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7451725" y="2133600"/>
                        <a:ext cx="8001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1" name="Text Box 11"/>
          <p:cNvSpPr txBox="1">
            <a:spLocks noChangeArrowheads="1"/>
          </p:cNvSpPr>
          <p:nvPr/>
        </p:nvSpPr>
        <p:spPr bwMode="auto">
          <a:xfrm>
            <a:off x="250825" y="2636838"/>
            <a:ext cx="4800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对任何有限数</a:t>
            </a:r>
            <a:r>
              <a:rPr kumimoji="1" lang="zh-CN" altLang="en-US" sz="2800" i="1">
                <a:solidFill>
                  <a:srgbClr val="CC0000"/>
                </a:solidFill>
                <a:latin typeface="Times New Roman" pitchFamily="18" charset="0"/>
                <a:ea typeface="楷体_GB2312" pitchFamily="49" charset="-122"/>
              </a:rPr>
              <a:t> </a:t>
            </a:r>
            <a:r>
              <a:rPr kumimoji="1" lang="en-US" altLang="zh-CN" sz="2800" i="1">
                <a:solidFill>
                  <a:srgbClr val="CC0000"/>
                </a:solidFill>
                <a:latin typeface="Times New Roman" pitchFamily="18" charset="0"/>
                <a:ea typeface="楷体_GB2312" pitchFamily="49" charset="-122"/>
              </a:rPr>
              <a:t>x</a:t>
            </a:r>
            <a:r>
              <a:rPr kumimoji="1" lang="en-US" altLang="zh-CN" sz="2800">
                <a:solidFill>
                  <a:srgbClr val="CC0000"/>
                </a:solidFill>
                <a:latin typeface="Times New Roman" pitchFamily="18" charset="0"/>
                <a:ea typeface="楷体_GB2312" pitchFamily="49" charset="-122"/>
              </a:rPr>
              <a:t> </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其余项满足</a:t>
            </a:r>
          </a:p>
        </p:txBody>
      </p:sp>
      <p:graphicFrame>
        <p:nvGraphicFramePr>
          <p:cNvPr id="10252" name="Object 12"/>
          <p:cNvGraphicFramePr>
            <a:graphicFrameLocks noChangeAspect="1"/>
          </p:cNvGraphicFramePr>
          <p:nvPr/>
        </p:nvGraphicFramePr>
        <p:xfrm>
          <a:off x="827088" y="3068638"/>
          <a:ext cx="3616325" cy="1003300"/>
        </p:xfrm>
        <a:graphic>
          <a:graphicData uri="http://schemas.openxmlformats.org/presentationml/2006/ole">
            <mc:AlternateContent xmlns:mc="http://schemas.openxmlformats.org/markup-compatibility/2006">
              <mc:Choice xmlns:v="urn:schemas-microsoft-com:vml" Requires="v">
                <p:oleObj name="Equation" r:id="rId12" imgW="3619440" imgH="1002960" progId="">
                  <p:embed/>
                </p:oleObj>
              </mc:Choice>
              <mc:Fallback>
                <p:oleObj name="Equation" r:id="rId12" imgW="3619440" imgH="1002960" progId="">
                  <p:embed/>
                  <p:pic>
                    <p:nvPicPr>
                      <p:cNvPr id="0" name="Object 12"/>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827088" y="3068638"/>
                        <a:ext cx="3616325"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3" name="Object 13"/>
          <p:cNvGraphicFramePr>
            <a:graphicFrameLocks noChangeAspect="1"/>
          </p:cNvGraphicFramePr>
          <p:nvPr/>
        </p:nvGraphicFramePr>
        <p:xfrm>
          <a:off x="2843213" y="3068638"/>
          <a:ext cx="355600" cy="431800"/>
        </p:xfrm>
        <a:graphic>
          <a:graphicData uri="http://schemas.openxmlformats.org/presentationml/2006/ole">
            <mc:AlternateContent xmlns:mc="http://schemas.openxmlformats.org/markup-compatibility/2006">
              <mc:Choice xmlns:v="urn:schemas-microsoft-com:vml" Requires="v">
                <p:oleObj name="Equation" r:id="rId14" imgW="355320" imgH="431640" progId="">
                  <p:embed/>
                </p:oleObj>
              </mc:Choice>
              <mc:Fallback>
                <p:oleObj name="Equation" r:id="rId14" imgW="355320" imgH="431640" progId="">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43213" y="3068638"/>
                        <a:ext cx="3556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4" name="Object 14"/>
          <p:cNvGraphicFramePr>
            <a:graphicFrameLocks noChangeAspect="1"/>
          </p:cNvGraphicFramePr>
          <p:nvPr/>
        </p:nvGraphicFramePr>
        <p:xfrm>
          <a:off x="2411413" y="3573463"/>
          <a:ext cx="1028700" cy="406400"/>
        </p:xfrm>
        <a:graphic>
          <a:graphicData uri="http://schemas.openxmlformats.org/presentationml/2006/ole">
            <mc:AlternateContent xmlns:mc="http://schemas.openxmlformats.org/markup-compatibility/2006">
              <mc:Choice xmlns:v="urn:schemas-microsoft-com:vml" Requires="v">
                <p:oleObj name="Equation" r:id="rId16" imgW="1028520" imgH="406080" progId="">
                  <p:embed/>
                </p:oleObj>
              </mc:Choice>
              <mc:Fallback>
                <p:oleObj name="Equation" r:id="rId16" imgW="1028520" imgH="406080" progId="">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11413" y="3573463"/>
                        <a:ext cx="1028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5" name="Object 15"/>
          <p:cNvGraphicFramePr>
            <a:graphicFrameLocks noChangeAspect="1"/>
          </p:cNvGraphicFramePr>
          <p:nvPr/>
        </p:nvGraphicFramePr>
        <p:xfrm>
          <a:off x="3635375" y="3429000"/>
          <a:ext cx="622300" cy="431800"/>
        </p:xfrm>
        <a:graphic>
          <a:graphicData uri="http://schemas.openxmlformats.org/presentationml/2006/ole">
            <mc:AlternateContent xmlns:mc="http://schemas.openxmlformats.org/markup-compatibility/2006">
              <mc:Choice xmlns:v="urn:schemas-microsoft-com:vml" Requires="v">
                <p:oleObj name="Equation" r:id="rId18" imgW="622080" imgH="431640" progId="">
                  <p:embed/>
                </p:oleObj>
              </mc:Choice>
              <mc:Fallback>
                <p:oleObj name="Equation" r:id="rId18" imgW="622080" imgH="431640" progId="">
                  <p:embed/>
                  <p:pic>
                    <p:nvPicPr>
                      <p:cNvPr id="0" name="Object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35375" y="3429000"/>
                        <a:ext cx="6223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6" name="Object 16"/>
          <p:cNvGraphicFramePr>
            <a:graphicFrameLocks noChangeAspect="1"/>
          </p:cNvGraphicFramePr>
          <p:nvPr/>
        </p:nvGraphicFramePr>
        <p:xfrm>
          <a:off x="4427538" y="3284538"/>
          <a:ext cx="800100" cy="457200"/>
        </p:xfrm>
        <a:graphic>
          <a:graphicData uri="http://schemas.openxmlformats.org/presentationml/2006/ole">
            <mc:AlternateContent xmlns:mc="http://schemas.openxmlformats.org/markup-compatibility/2006">
              <mc:Choice xmlns:v="urn:schemas-microsoft-com:vml" Requires="v">
                <p:oleObj name="Equation" r:id="rId20" imgW="799920" imgH="457200" progId="">
                  <p:embed/>
                </p:oleObj>
              </mc:Choice>
              <mc:Fallback>
                <p:oleObj name="Equation" r:id="rId20" imgW="799920" imgH="457200" progId="">
                  <p:embed/>
                  <p:pic>
                    <p:nvPicPr>
                      <p:cNvPr id="0" name="Object 1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27538" y="3284538"/>
                        <a:ext cx="8001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7" name="Object 17"/>
          <p:cNvGraphicFramePr>
            <a:graphicFrameLocks noChangeAspect="1"/>
          </p:cNvGraphicFramePr>
          <p:nvPr/>
        </p:nvGraphicFramePr>
        <p:xfrm>
          <a:off x="5292725" y="2997200"/>
          <a:ext cx="1054100" cy="1054100"/>
        </p:xfrm>
        <a:graphic>
          <a:graphicData uri="http://schemas.openxmlformats.org/presentationml/2006/ole">
            <mc:AlternateContent xmlns:mc="http://schemas.openxmlformats.org/markup-compatibility/2006">
              <mc:Choice xmlns:v="urn:schemas-microsoft-com:vml" Requires="v">
                <p:oleObj name="Equation" r:id="rId22" imgW="1054080" imgH="1054080" progId="">
                  <p:embed/>
                </p:oleObj>
              </mc:Choice>
              <mc:Fallback>
                <p:oleObj name="Equation" r:id="rId22" imgW="1054080" imgH="1054080" progId="">
                  <p:embed/>
                  <p:pic>
                    <p:nvPicPr>
                      <p:cNvPr id="0" name="Object 17"/>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5292725" y="2997200"/>
                        <a:ext cx="1054100"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8" name="Text Box 18"/>
          <p:cNvSpPr txBox="1">
            <a:spLocks noChangeArrowheads="1"/>
          </p:cNvSpPr>
          <p:nvPr/>
        </p:nvSpPr>
        <p:spPr bwMode="auto">
          <a:xfrm>
            <a:off x="0" y="4365625"/>
            <a:ext cx="1066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故</a:t>
            </a:r>
          </a:p>
        </p:txBody>
      </p:sp>
      <p:graphicFrame>
        <p:nvGraphicFramePr>
          <p:cNvPr id="10259" name="Object 19"/>
          <p:cNvGraphicFramePr>
            <a:graphicFrameLocks noChangeAspect="1"/>
          </p:cNvGraphicFramePr>
          <p:nvPr/>
        </p:nvGraphicFramePr>
        <p:xfrm>
          <a:off x="755650" y="4221163"/>
          <a:ext cx="6027738" cy="927100"/>
        </p:xfrm>
        <a:graphic>
          <a:graphicData uri="http://schemas.openxmlformats.org/presentationml/2006/ole">
            <mc:AlternateContent xmlns:mc="http://schemas.openxmlformats.org/markup-compatibility/2006">
              <mc:Choice xmlns:v="urn:schemas-microsoft-com:vml" Requires="v">
                <p:oleObj name="Equation" r:id="rId24" imgW="6032160" imgH="927000" progId="">
                  <p:embed/>
                </p:oleObj>
              </mc:Choice>
              <mc:Fallback>
                <p:oleObj name="Equation" r:id="rId24" imgW="6032160" imgH="927000" progId="">
                  <p:embed/>
                  <p:pic>
                    <p:nvPicPr>
                      <p:cNvPr id="0" name="Object 1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55650" y="4221163"/>
                        <a:ext cx="6027738"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0" name="Object 20"/>
          <p:cNvGraphicFramePr>
            <a:graphicFrameLocks noChangeAspect="1"/>
          </p:cNvGraphicFramePr>
          <p:nvPr/>
        </p:nvGraphicFramePr>
        <p:xfrm>
          <a:off x="4211638" y="2060575"/>
          <a:ext cx="1346200" cy="660400"/>
        </p:xfrm>
        <a:graphic>
          <a:graphicData uri="http://schemas.openxmlformats.org/presentationml/2006/ole">
            <mc:AlternateContent xmlns:mc="http://schemas.openxmlformats.org/markup-compatibility/2006">
              <mc:Choice xmlns:v="urn:schemas-microsoft-com:vml" Requires="v">
                <p:oleObj name="Equation" r:id="rId26" imgW="1346040" imgH="660240" progId="">
                  <p:embed/>
                </p:oleObj>
              </mc:Choice>
              <mc:Fallback>
                <p:oleObj name="Equation" r:id="rId26" imgW="1346040" imgH="660240" progId="">
                  <p:embed/>
                  <p:pic>
                    <p:nvPicPr>
                      <p:cNvPr id="0" name="Object 2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211638" y="2060575"/>
                        <a:ext cx="134620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1" name="Object 21"/>
          <p:cNvGraphicFramePr>
            <a:graphicFrameLocks noChangeAspect="1"/>
          </p:cNvGraphicFramePr>
          <p:nvPr/>
        </p:nvGraphicFramePr>
        <p:xfrm>
          <a:off x="5651500" y="1844675"/>
          <a:ext cx="325438" cy="881063"/>
        </p:xfrm>
        <a:graphic>
          <a:graphicData uri="http://schemas.openxmlformats.org/presentationml/2006/ole">
            <mc:AlternateContent xmlns:mc="http://schemas.openxmlformats.org/markup-compatibility/2006">
              <mc:Choice xmlns:v="urn:schemas-microsoft-com:vml" Requires="v">
                <p:oleObj name="Equation" r:id="rId28" imgW="342720" imgH="927000" progId="">
                  <p:embed/>
                </p:oleObj>
              </mc:Choice>
              <mc:Fallback>
                <p:oleObj name="Equation" r:id="rId28" imgW="342720" imgH="927000" progId="">
                  <p:embed/>
                  <p:pic>
                    <p:nvPicPr>
                      <p:cNvPr id="0" name="Object 2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651500" y="1844675"/>
                        <a:ext cx="325438"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2" name="Object 22"/>
          <p:cNvGraphicFramePr>
            <a:graphicFrameLocks noChangeAspect="1"/>
          </p:cNvGraphicFramePr>
          <p:nvPr/>
        </p:nvGraphicFramePr>
        <p:xfrm>
          <a:off x="6372225" y="1916113"/>
          <a:ext cx="1001713" cy="881062"/>
        </p:xfrm>
        <a:graphic>
          <a:graphicData uri="http://schemas.openxmlformats.org/presentationml/2006/ole">
            <mc:AlternateContent xmlns:mc="http://schemas.openxmlformats.org/markup-compatibility/2006">
              <mc:Choice xmlns:v="urn:schemas-microsoft-com:vml" Requires="v">
                <p:oleObj name="Equation" r:id="rId30" imgW="1054080" imgH="927000" progId="">
                  <p:embed/>
                </p:oleObj>
              </mc:Choice>
              <mc:Fallback>
                <p:oleObj name="Equation" r:id="rId30" imgW="1054080" imgH="927000" progId="">
                  <p:embed/>
                  <p:pic>
                    <p:nvPicPr>
                      <p:cNvPr id="0" name="Object 2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372225" y="1916113"/>
                        <a:ext cx="1001713" cy="881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3" name="Object 23"/>
          <p:cNvGraphicFramePr>
            <a:graphicFrameLocks noChangeAspect="1"/>
          </p:cNvGraphicFramePr>
          <p:nvPr/>
        </p:nvGraphicFramePr>
        <p:xfrm>
          <a:off x="6588125" y="3213100"/>
          <a:ext cx="1003300" cy="254000"/>
        </p:xfrm>
        <a:graphic>
          <a:graphicData uri="http://schemas.openxmlformats.org/presentationml/2006/ole">
            <mc:AlternateContent xmlns:mc="http://schemas.openxmlformats.org/markup-compatibility/2006">
              <mc:Choice xmlns:v="urn:schemas-microsoft-com:vml" Requires="v">
                <p:oleObj name="Equation" r:id="rId32" imgW="1002960" imgH="253800" progId="">
                  <p:embed/>
                </p:oleObj>
              </mc:Choice>
              <mc:Fallback>
                <p:oleObj name="Equation" r:id="rId32" imgW="1002960" imgH="253800" progId="">
                  <p:embed/>
                  <p:pic>
                    <p:nvPicPr>
                      <p:cNvPr id="0" name="Object 23"/>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588125" y="3213100"/>
                        <a:ext cx="10033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4" name="Line 24"/>
          <p:cNvSpPr>
            <a:spLocks noChangeShapeType="1"/>
          </p:cNvSpPr>
          <p:nvPr/>
        </p:nvSpPr>
        <p:spPr bwMode="auto">
          <a:xfrm>
            <a:off x="6516688" y="3573463"/>
            <a:ext cx="1446212" cy="0"/>
          </a:xfrm>
          <a:prstGeom prst="line">
            <a:avLst/>
          </a:prstGeom>
          <a:noFill/>
          <a:ln w="19050">
            <a:solidFill>
              <a:schemeClr val="tx1"/>
            </a:solidFill>
            <a:round/>
            <a:headEnd/>
            <a:tailEnd type="triangle" w="med" len="med"/>
          </a:ln>
        </p:spPr>
        <p:txBody>
          <a:bodyPr wrap="none" anchor="ctr"/>
          <a:lstStyle/>
          <a:p>
            <a:pPr fontAlgn="base">
              <a:spcBef>
                <a:spcPct val="0"/>
              </a:spcBef>
              <a:spcAft>
                <a:spcPct val="0"/>
              </a:spcAft>
            </a:pPr>
            <a:endParaRPr lang="zh-CN" altLang="en-US">
              <a:solidFill>
                <a:srgbClr val="000000"/>
              </a:solidFill>
            </a:endParaRPr>
          </a:p>
        </p:txBody>
      </p:sp>
      <p:graphicFrame>
        <p:nvGraphicFramePr>
          <p:cNvPr id="10265" name="Object 25"/>
          <p:cNvGraphicFramePr>
            <a:graphicFrameLocks noChangeAspect="1"/>
          </p:cNvGraphicFramePr>
          <p:nvPr/>
        </p:nvGraphicFramePr>
        <p:xfrm>
          <a:off x="8101013" y="3429000"/>
          <a:ext cx="215900" cy="317500"/>
        </p:xfrm>
        <a:graphic>
          <a:graphicData uri="http://schemas.openxmlformats.org/presentationml/2006/ole">
            <mc:AlternateContent xmlns:mc="http://schemas.openxmlformats.org/markup-compatibility/2006">
              <mc:Choice xmlns:v="urn:schemas-microsoft-com:vml" Requires="v">
                <p:oleObj name="Equation" r:id="rId34" imgW="215640" imgH="317160" progId="">
                  <p:embed/>
                </p:oleObj>
              </mc:Choice>
              <mc:Fallback>
                <p:oleObj name="Equation" r:id="rId34" imgW="215640" imgH="317160" progId="">
                  <p:embed/>
                  <p:pic>
                    <p:nvPicPr>
                      <p:cNvPr id="0" name="Object 25"/>
                      <p:cNvPicPr>
                        <a:picLocks noChangeAspect="1" noChangeArrowheads="1"/>
                      </p:cNvPicPr>
                      <p:nvPr/>
                    </p:nvPicPr>
                    <p:blipFill>
                      <a:blip r:embed="rId35">
                        <a:grayscl/>
                        <a:biLevel thresh="50000"/>
                        <a:extLst>
                          <a:ext uri="{28A0092B-C50C-407E-A947-70E740481C1C}">
                            <a14:useLocalDpi xmlns:a14="http://schemas.microsoft.com/office/drawing/2010/main" val="0"/>
                          </a:ext>
                        </a:extLst>
                      </a:blip>
                      <a:srcRect/>
                      <a:stretch>
                        <a:fillRect/>
                      </a:stretch>
                    </p:blipFill>
                    <p:spPr bwMode="auto">
                      <a:xfrm>
                        <a:off x="8101013" y="3429000"/>
                        <a:ext cx="215900"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6" name="Object 26"/>
          <p:cNvGraphicFramePr>
            <a:graphicFrameLocks noChangeAspect="1"/>
          </p:cNvGraphicFramePr>
          <p:nvPr/>
        </p:nvGraphicFramePr>
        <p:xfrm>
          <a:off x="6948488" y="4437063"/>
          <a:ext cx="1866900" cy="406400"/>
        </p:xfrm>
        <a:graphic>
          <a:graphicData uri="http://schemas.openxmlformats.org/presentationml/2006/ole">
            <mc:AlternateContent xmlns:mc="http://schemas.openxmlformats.org/markup-compatibility/2006">
              <mc:Choice xmlns:v="urn:schemas-microsoft-com:vml" Requires="v">
                <p:oleObj name="Equation" r:id="rId36" imgW="1866600" imgH="406080" progId="">
                  <p:embed/>
                </p:oleObj>
              </mc:Choice>
              <mc:Fallback>
                <p:oleObj name="Equation" r:id="rId36" imgW="1866600" imgH="406080" progId="">
                  <p:embed/>
                  <p:pic>
                    <p:nvPicPr>
                      <p:cNvPr id="0" name="Object 26"/>
                      <p:cNvPicPr>
                        <a:picLocks noChangeAspect="1" noChangeArrowheads="1"/>
                      </p:cNvPicPr>
                      <p:nvPr/>
                    </p:nvPicPr>
                    <p:blipFill>
                      <a:blip r:embed="rId37">
                        <a:grayscl/>
                        <a:biLevel thresh="50000"/>
                        <a:extLst>
                          <a:ext uri="{28A0092B-C50C-407E-A947-70E740481C1C}">
                            <a14:useLocalDpi xmlns:a14="http://schemas.microsoft.com/office/drawing/2010/main" val="0"/>
                          </a:ext>
                        </a:extLst>
                      </a:blip>
                      <a:srcRect/>
                      <a:stretch>
                        <a:fillRect/>
                      </a:stretch>
                    </p:blipFill>
                    <p:spPr bwMode="auto">
                      <a:xfrm>
                        <a:off x="6948488" y="4437063"/>
                        <a:ext cx="18669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7" name="Text Box 27"/>
          <p:cNvSpPr txBox="1">
            <a:spLocks noChangeArrowheads="1"/>
          </p:cNvSpPr>
          <p:nvPr/>
        </p:nvSpPr>
        <p:spPr bwMode="auto">
          <a:xfrm>
            <a:off x="6443663" y="3860800"/>
            <a:ext cx="2971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a:t>
            </a:r>
            <a:r>
              <a:rPr kumimoji="1" lang="en-US" altLang="zh-CN" sz="2800" i="1">
                <a:solidFill>
                  <a:srgbClr val="000000"/>
                </a:solidFill>
                <a:latin typeface="Times New Roman" pitchFamily="18" charset="0"/>
                <a:ea typeface="楷体_GB2312" pitchFamily="49" charset="-122"/>
                <a:sym typeface="Symbol" pitchFamily="18" charset="2"/>
              </a:rPr>
              <a:t></a:t>
            </a:r>
            <a:r>
              <a:rPr kumimoji="1" lang="en-US" altLang="zh-CN" sz="2800">
                <a:solidFill>
                  <a:srgbClr val="000000"/>
                </a:solidFill>
                <a:latin typeface="Times New Roman" pitchFamily="18" charset="0"/>
                <a:ea typeface="楷体_GB2312" pitchFamily="49" charset="-122"/>
                <a:sym typeface="Symbol" pitchFamily="18" charset="2"/>
              </a:rPr>
              <a:t> </a:t>
            </a:r>
            <a:r>
              <a:rPr kumimoji="1" lang="zh-CN" altLang="en-US" sz="2800">
                <a:solidFill>
                  <a:srgbClr val="000000"/>
                </a:solidFill>
                <a:latin typeface="Times New Roman" pitchFamily="18" charset="0"/>
                <a:ea typeface="楷体_GB2312" pitchFamily="49" charset="-122"/>
                <a:sym typeface="Symbol" pitchFamily="18" charset="2"/>
              </a:rPr>
              <a:t>在</a:t>
            </a:r>
            <a:r>
              <a:rPr kumimoji="1" lang="en-US" altLang="zh-CN" sz="2800">
                <a:solidFill>
                  <a:srgbClr val="000000"/>
                </a:solidFill>
                <a:latin typeface="Times New Roman" pitchFamily="18" charset="0"/>
                <a:ea typeface="楷体_GB2312" pitchFamily="49" charset="-122"/>
                <a:sym typeface="Symbol" pitchFamily="18" charset="2"/>
              </a:rPr>
              <a:t>0</a:t>
            </a:r>
            <a:r>
              <a:rPr kumimoji="1" lang="zh-CN" altLang="en-US" sz="2800">
                <a:solidFill>
                  <a:srgbClr val="000000"/>
                </a:solidFill>
                <a:latin typeface="Times New Roman" pitchFamily="18" charset="0"/>
                <a:ea typeface="楷体_GB2312" pitchFamily="49" charset="-122"/>
                <a:sym typeface="Symbol" pitchFamily="18" charset="2"/>
              </a:rPr>
              <a:t>与</a:t>
            </a:r>
            <a:r>
              <a:rPr kumimoji="1" lang="en-US" altLang="zh-CN" sz="2800" i="1">
                <a:solidFill>
                  <a:srgbClr val="000000"/>
                </a:solidFill>
                <a:latin typeface="Times New Roman" pitchFamily="18" charset="0"/>
                <a:ea typeface="楷体_GB2312" pitchFamily="49" charset="-122"/>
                <a:sym typeface="Symbol" pitchFamily="18" charset="2"/>
              </a:rPr>
              <a:t>x </a:t>
            </a:r>
            <a:r>
              <a:rPr kumimoji="1" lang="zh-CN" altLang="zh-CN" sz="2800">
                <a:solidFill>
                  <a:srgbClr val="000000"/>
                </a:solidFill>
                <a:latin typeface="Times New Roman" pitchFamily="18" charset="0"/>
                <a:ea typeface="楷体_GB2312" pitchFamily="49" charset="-122"/>
                <a:sym typeface="Symbol" pitchFamily="18" charset="2"/>
              </a:rPr>
              <a:t>之间)</a:t>
            </a:r>
            <a:endParaRPr kumimoji="1" lang="en-US" altLang="zh-CN" sz="2800">
              <a:solidFill>
                <a:srgbClr val="000000"/>
              </a:solidFill>
              <a:latin typeface="Times New Roman" pitchFamily="18" charset="0"/>
              <a:ea typeface="楷体_GB2312" pitchFamily="49" charset="-122"/>
            </a:endParaRPr>
          </a:p>
        </p:txBody>
      </p:sp>
      <p:graphicFrame>
        <p:nvGraphicFramePr>
          <p:cNvPr id="10268" name="Object 28"/>
          <p:cNvGraphicFramePr>
            <a:graphicFrameLocks noChangeAspect="1"/>
          </p:cNvGraphicFramePr>
          <p:nvPr/>
        </p:nvGraphicFramePr>
        <p:xfrm>
          <a:off x="1258888" y="1484313"/>
          <a:ext cx="495300" cy="254000"/>
        </p:xfrm>
        <a:graphic>
          <a:graphicData uri="http://schemas.openxmlformats.org/presentationml/2006/ole">
            <mc:AlternateContent xmlns:mc="http://schemas.openxmlformats.org/markup-compatibility/2006">
              <mc:Choice xmlns:v="urn:schemas-microsoft-com:vml" Requires="v">
                <p:oleObj name="Equation" r:id="rId38" imgW="495000" imgH="253800" progId="">
                  <p:embed/>
                </p:oleObj>
              </mc:Choice>
              <mc:Fallback>
                <p:oleObj name="Equation" r:id="rId38" imgW="495000" imgH="253800" progId="">
                  <p:embed/>
                  <p:pic>
                    <p:nvPicPr>
                      <p:cNvPr id="0" name="Object 28"/>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258888" y="1484313"/>
                        <a:ext cx="4953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9" name="Object 29"/>
          <p:cNvGraphicFramePr>
            <a:graphicFrameLocks noChangeAspect="1"/>
          </p:cNvGraphicFramePr>
          <p:nvPr/>
        </p:nvGraphicFramePr>
        <p:xfrm>
          <a:off x="1979613" y="1196975"/>
          <a:ext cx="1003300" cy="927100"/>
        </p:xfrm>
        <a:graphic>
          <a:graphicData uri="http://schemas.openxmlformats.org/presentationml/2006/ole">
            <mc:AlternateContent xmlns:mc="http://schemas.openxmlformats.org/markup-compatibility/2006">
              <mc:Choice xmlns:v="urn:schemas-microsoft-com:vml" Requires="v">
                <p:oleObj name="Equation" r:id="rId40" imgW="1002960" imgH="927000" progId="">
                  <p:embed/>
                </p:oleObj>
              </mc:Choice>
              <mc:Fallback>
                <p:oleObj name="Equation" r:id="rId40" imgW="1002960" imgH="927000" progId="">
                  <p:embed/>
                  <p:pic>
                    <p:nvPicPr>
                      <p:cNvPr id="0" name="Object 29"/>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979613" y="1196975"/>
                        <a:ext cx="10033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0" name="Object 30"/>
          <p:cNvGraphicFramePr>
            <a:graphicFrameLocks noChangeAspect="1"/>
          </p:cNvGraphicFramePr>
          <p:nvPr/>
        </p:nvGraphicFramePr>
        <p:xfrm>
          <a:off x="3059113" y="1196975"/>
          <a:ext cx="952500" cy="927100"/>
        </p:xfrm>
        <a:graphic>
          <a:graphicData uri="http://schemas.openxmlformats.org/presentationml/2006/ole">
            <mc:AlternateContent xmlns:mc="http://schemas.openxmlformats.org/markup-compatibility/2006">
              <mc:Choice xmlns:v="urn:schemas-microsoft-com:vml" Requires="v">
                <p:oleObj name="Equation" r:id="rId42" imgW="952200" imgH="927000" progId="">
                  <p:embed/>
                </p:oleObj>
              </mc:Choice>
              <mc:Fallback>
                <p:oleObj name="Equation" r:id="rId42" imgW="952200" imgH="927000" progId="">
                  <p:embed/>
                  <p:pic>
                    <p:nvPicPr>
                      <p:cNvPr id="0" name="Object 30"/>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3059113" y="1196975"/>
                        <a:ext cx="9525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1" name="Object 31"/>
          <p:cNvGraphicFramePr>
            <a:graphicFrameLocks noChangeAspect="1"/>
          </p:cNvGraphicFramePr>
          <p:nvPr/>
        </p:nvGraphicFramePr>
        <p:xfrm>
          <a:off x="4067175" y="1196975"/>
          <a:ext cx="2349500" cy="927100"/>
        </p:xfrm>
        <a:graphic>
          <a:graphicData uri="http://schemas.openxmlformats.org/presentationml/2006/ole">
            <mc:AlternateContent xmlns:mc="http://schemas.openxmlformats.org/markup-compatibility/2006">
              <mc:Choice xmlns:v="urn:schemas-microsoft-com:vml" Requires="v">
                <p:oleObj name="Equation" r:id="rId44" imgW="2349360" imgH="927000" progId="">
                  <p:embed/>
                </p:oleObj>
              </mc:Choice>
              <mc:Fallback>
                <p:oleObj name="Equation" r:id="rId44" imgW="2349360" imgH="927000" progId="">
                  <p:embed/>
                  <p:pic>
                    <p:nvPicPr>
                      <p:cNvPr id="0" name="Object 31"/>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4067175" y="1196975"/>
                        <a:ext cx="23495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72" name="Text Box 32"/>
          <p:cNvSpPr txBox="1">
            <a:spLocks noChangeArrowheads="1"/>
          </p:cNvSpPr>
          <p:nvPr/>
        </p:nvSpPr>
        <p:spPr bwMode="auto">
          <a:xfrm>
            <a:off x="7092950" y="765175"/>
            <a:ext cx="1695450" cy="519113"/>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2800">
                <a:solidFill>
                  <a:srgbClr val="000000"/>
                </a:solidFill>
                <a:latin typeface="Times New Roman" pitchFamily="18" charset="0"/>
                <a:ea typeface="楷体_GB2312" pitchFamily="49" charset="-122"/>
              </a:rPr>
              <a:t>故得级数 </a:t>
            </a:r>
          </a:p>
        </p:txBody>
      </p:sp>
      <p:sp>
        <p:nvSpPr>
          <p:cNvPr id="10273" name="Line 33"/>
          <p:cNvSpPr>
            <a:spLocks noChangeShapeType="1"/>
          </p:cNvSpPr>
          <p:nvPr/>
        </p:nvSpPr>
        <p:spPr bwMode="auto">
          <a:xfrm flipH="1">
            <a:off x="6084888" y="1844675"/>
            <a:ext cx="304800" cy="91440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wipe(left)">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6"/>
                                        </p:tgtEl>
                                        <p:attrNameLst>
                                          <p:attrName>style.visibility</p:attrName>
                                        </p:attrNameLst>
                                      </p:cBhvr>
                                      <p:to>
                                        <p:strVal val="visible"/>
                                      </p:to>
                                    </p:set>
                                    <p:animEffect transition="in" filter="wipe(left)">
                                      <p:cBhvr>
                                        <p:cTn id="12" dur="500"/>
                                        <p:tgtEl>
                                          <p:spTgt spid="102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47"/>
                                        </p:tgtEl>
                                        <p:attrNameLst>
                                          <p:attrName>style.visibility</p:attrName>
                                        </p:attrNameLst>
                                      </p:cBhvr>
                                      <p:to>
                                        <p:strVal val="visible"/>
                                      </p:to>
                                    </p:set>
                                    <p:animEffect transition="in" filter="wipe(left)">
                                      <p:cBhvr>
                                        <p:cTn id="17" dur="500"/>
                                        <p:tgtEl>
                                          <p:spTgt spid="102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72">
                                            <p:txEl>
                                              <p:pRg st="0" end="0"/>
                                            </p:txEl>
                                          </p:spTgt>
                                        </p:tgtEl>
                                        <p:attrNameLst>
                                          <p:attrName>style.visibility</p:attrName>
                                        </p:attrNameLst>
                                      </p:cBhvr>
                                      <p:to>
                                        <p:strVal val="visible"/>
                                      </p:to>
                                    </p:set>
                                    <p:animEffect transition="in" filter="wipe(left)">
                                      <p:cBhvr>
                                        <p:cTn id="22" dur="500"/>
                                        <p:tgtEl>
                                          <p:spTgt spid="1027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248"/>
                                        </p:tgtEl>
                                        <p:attrNameLst>
                                          <p:attrName>style.visibility</p:attrName>
                                        </p:attrNameLst>
                                      </p:cBhvr>
                                      <p:to>
                                        <p:strVal val="visible"/>
                                      </p:to>
                                    </p:set>
                                    <p:animEffect transition="in" filter="wipe(left)">
                                      <p:cBhvr>
                                        <p:cTn id="27" dur="500"/>
                                        <p:tgtEl>
                                          <p:spTgt spid="1024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268"/>
                                        </p:tgtEl>
                                        <p:attrNameLst>
                                          <p:attrName>style.visibility</p:attrName>
                                        </p:attrNameLst>
                                      </p:cBhvr>
                                      <p:to>
                                        <p:strVal val="visible"/>
                                      </p:to>
                                    </p:set>
                                    <p:animEffect transition="in" filter="wipe(left)">
                                      <p:cBhvr>
                                        <p:cTn id="32" dur="500"/>
                                        <p:tgtEl>
                                          <p:spTgt spid="1026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269"/>
                                        </p:tgtEl>
                                        <p:attrNameLst>
                                          <p:attrName>style.visibility</p:attrName>
                                        </p:attrNameLst>
                                      </p:cBhvr>
                                      <p:to>
                                        <p:strVal val="visible"/>
                                      </p:to>
                                    </p:set>
                                    <p:animEffect transition="in" filter="wipe(left)">
                                      <p:cBhvr>
                                        <p:cTn id="37" dur="500"/>
                                        <p:tgtEl>
                                          <p:spTgt spid="102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270"/>
                                        </p:tgtEl>
                                        <p:attrNameLst>
                                          <p:attrName>style.visibility</p:attrName>
                                        </p:attrNameLst>
                                      </p:cBhvr>
                                      <p:to>
                                        <p:strVal val="visible"/>
                                      </p:to>
                                    </p:set>
                                    <p:animEffect transition="in" filter="wipe(left)">
                                      <p:cBhvr>
                                        <p:cTn id="42" dur="500"/>
                                        <p:tgtEl>
                                          <p:spTgt spid="1027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0271"/>
                                        </p:tgtEl>
                                        <p:attrNameLst>
                                          <p:attrName>style.visibility</p:attrName>
                                        </p:attrNameLst>
                                      </p:cBhvr>
                                      <p:to>
                                        <p:strVal val="visible"/>
                                      </p:to>
                                    </p:set>
                                    <p:animEffect transition="in" filter="wipe(left)">
                                      <p:cBhvr>
                                        <p:cTn id="47" dur="500"/>
                                        <p:tgtEl>
                                          <p:spTgt spid="1027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249"/>
                                        </p:tgtEl>
                                        <p:attrNameLst>
                                          <p:attrName>style.visibility</p:attrName>
                                        </p:attrNameLst>
                                      </p:cBhvr>
                                      <p:to>
                                        <p:strVal val="visible"/>
                                      </p:to>
                                    </p:set>
                                    <p:animEffect transition="in" filter="wipe(left)">
                                      <p:cBhvr>
                                        <p:cTn id="52" dur="500"/>
                                        <p:tgtEl>
                                          <p:spTgt spid="1024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0260"/>
                                        </p:tgtEl>
                                        <p:attrNameLst>
                                          <p:attrName>style.visibility</p:attrName>
                                        </p:attrNameLst>
                                      </p:cBhvr>
                                      <p:to>
                                        <p:strVal val="visible"/>
                                      </p:to>
                                    </p:set>
                                    <p:animEffect transition="in" filter="wipe(left)">
                                      <p:cBhvr>
                                        <p:cTn id="57" dur="500"/>
                                        <p:tgtEl>
                                          <p:spTgt spid="10260"/>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10261"/>
                                        </p:tgtEl>
                                        <p:attrNameLst>
                                          <p:attrName>style.visibility</p:attrName>
                                        </p:attrNameLst>
                                      </p:cBhvr>
                                      <p:to>
                                        <p:strVal val="visible"/>
                                      </p:to>
                                    </p:set>
                                    <p:animEffect transition="in" filter="wipe(left)">
                                      <p:cBhvr>
                                        <p:cTn id="61" dur="500"/>
                                        <p:tgtEl>
                                          <p:spTgt spid="10261"/>
                                        </p:tgtEl>
                                      </p:cBhvr>
                                    </p:animEffect>
                                  </p:childTnLst>
                                </p:cTn>
                              </p:par>
                            </p:childTnLst>
                          </p:cTn>
                        </p:par>
                        <p:par>
                          <p:cTn id="62" fill="hold">
                            <p:stCondLst>
                              <p:cond delay="1000"/>
                            </p:stCondLst>
                            <p:childTnLst>
                              <p:par>
                                <p:cTn id="63" presetID="22" presetClass="entr" presetSubtype="1" fill="hold" grpId="0" nodeType="afterEffect">
                                  <p:stCondLst>
                                    <p:cond delay="0"/>
                                  </p:stCondLst>
                                  <p:childTnLst>
                                    <p:set>
                                      <p:cBhvr>
                                        <p:cTn id="64" dur="1" fill="hold">
                                          <p:stCondLst>
                                            <p:cond delay="0"/>
                                          </p:stCondLst>
                                        </p:cTn>
                                        <p:tgtEl>
                                          <p:spTgt spid="10273"/>
                                        </p:tgtEl>
                                        <p:attrNameLst>
                                          <p:attrName>style.visibility</p:attrName>
                                        </p:attrNameLst>
                                      </p:cBhvr>
                                      <p:to>
                                        <p:strVal val="visible"/>
                                      </p:to>
                                    </p:set>
                                    <p:animEffect transition="in" filter="wipe(up)">
                                      <p:cBhvr>
                                        <p:cTn id="65" dur="500"/>
                                        <p:tgtEl>
                                          <p:spTgt spid="10273"/>
                                        </p:tgtEl>
                                      </p:cBhvr>
                                    </p:animEffect>
                                  </p:childTnLst>
                                </p:cTn>
                              </p:par>
                            </p:childTnLst>
                          </p:cTn>
                        </p:par>
                        <p:par>
                          <p:cTn id="66" fill="hold">
                            <p:stCondLst>
                              <p:cond delay="1500"/>
                            </p:stCondLst>
                            <p:childTnLst>
                              <p:par>
                                <p:cTn id="67" presetID="22" presetClass="entr" presetSubtype="8" fill="hold" nodeType="afterEffect">
                                  <p:stCondLst>
                                    <p:cond delay="0"/>
                                  </p:stCondLst>
                                  <p:childTnLst>
                                    <p:set>
                                      <p:cBhvr>
                                        <p:cTn id="68" dur="1" fill="hold">
                                          <p:stCondLst>
                                            <p:cond delay="0"/>
                                          </p:stCondLst>
                                        </p:cTn>
                                        <p:tgtEl>
                                          <p:spTgt spid="10262"/>
                                        </p:tgtEl>
                                        <p:attrNameLst>
                                          <p:attrName>style.visibility</p:attrName>
                                        </p:attrNameLst>
                                      </p:cBhvr>
                                      <p:to>
                                        <p:strVal val="visible"/>
                                      </p:to>
                                    </p:set>
                                    <p:animEffect transition="in" filter="wipe(left)">
                                      <p:cBhvr>
                                        <p:cTn id="69" dur="500"/>
                                        <p:tgtEl>
                                          <p:spTgt spid="10262"/>
                                        </p:tgtEl>
                                      </p:cBhvr>
                                    </p:animEffect>
                                  </p:childTnLst>
                                </p:cTn>
                              </p:par>
                            </p:childTnLst>
                          </p:cTn>
                        </p:par>
                        <p:par>
                          <p:cTn id="70" fill="hold">
                            <p:stCondLst>
                              <p:cond delay="2000"/>
                            </p:stCondLst>
                            <p:childTnLst>
                              <p:par>
                                <p:cTn id="71" presetID="22" presetClass="entr" presetSubtype="8" fill="hold" nodeType="afterEffect">
                                  <p:stCondLst>
                                    <p:cond delay="0"/>
                                  </p:stCondLst>
                                  <p:childTnLst>
                                    <p:set>
                                      <p:cBhvr>
                                        <p:cTn id="72" dur="1" fill="hold">
                                          <p:stCondLst>
                                            <p:cond delay="0"/>
                                          </p:stCondLst>
                                        </p:cTn>
                                        <p:tgtEl>
                                          <p:spTgt spid="10250"/>
                                        </p:tgtEl>
                                        <p:attrNameLst>
                                          <p:attrName>style.visibility</p:attrName>
                                        </p:attrNameLst>
                                      </p:cBhvr>
                                      <p:to>
                                        <p:strVal val="visible"/>
                                      </p:to>
                                    </p:set>
                                    <p:animEffect transition="in" filter="wipe(left)">
                                      <p:cBhvr>
                                        <p:cTn id="73" dur="500"/>
                                        <p:tgtEl>
                                          <p:spTgt spid="1025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0251"/>
                                        </p:tgtEl>
                                        <p:attrNameLst>
                                          <p:attrName>style.visibility</p:attrName>
                                        </p:attrNameLst>
                                      </p:cBhvr>
                                      <p:to>
                                        <p:strVal val="visible"/>
                                      </p:to>
                                    </p:set>
                                    <p:animEffect transition="in" filter="wipe(left)">
                                      <p:cBhvr>
                                        <p:cTn id="78" dur="500"/>
                                        <p:tgtEl>
                                          <p:spTgt spid="1025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0252"/>
                                        </p:tgtEl>
                                        <p:attrNameLst>
                                          <p:attrName>style.visibility</p:attrName>
                                        </p:attrNameLst>
                                      </p:cBhvr>
                                      <p:to>
                                        <p:strVal val="visible"/>
                                      </p:to>
                                    </p:set>
                                    <p:animEffect transition="in" filter="wipe(left)">
                                      <p:cBhvr>
                                        <p:cTn id="83" dur="500"/>
                                        <p:tgtEl>
                                          <p:spTgt spid="1025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0253"/>
                                        </p:tgtEl>
                                        <p:attrNameLst>
                                          <p:attrName>style.visibility</p:attrName>
                                        </p:attrNameLst>
                                      </p:cBhvr>
                                      <p:to>
                                        <p:strVal val="visible"/>
                                      </p:to>
                                    </p:set>
                                    <p:animEffect transition="in" filter="wipe(left)">
                                      <p:cBhvr>
                                        <p:cTn id="88" dur="500"/>
                                        <p:tgtEl>
                                          <p:spTgt spid="10253"/>
                                        </p:tgtEl>
                                      </p:cBhvr>
                                    </p:animEffect>
                                  </p:childTnLst>
                                </p:cTn>
                              </p:par>
                            </p:childTnLst>
                          </p:cTn>
                        </p:par>
                        <p:par>
                          <p:cTn id="89" fill="hold">
                            <p:stCondLst>
                              <p:cond delay="500"/>
                            </p:stCondLst>
                            <p:childTnLst>
                              <p:par>
                                <p:cTn id="90" presetID="22" presetClass="entr" presetSubtype="8" fill="hold" nodeType="afterEffect">
                                  <p:stCondLst>
                                    <p:cond delay="0"/>
                                  </p:stCondLst>
                                  <p:childTnLst>
                                    <p:set>
                                      <p:cBhvr>
                                        <p:cTn id="91" dur="1" fill="hold">
                                          <p:stCondLst>
                                            <p:cond delay="0"/>
                                          </p:stCondLst>
                                        </p:cTn>
                                        <p:tgtEl>
                                          <p:spTgt spid="10254"/>
                                        </p:tgtEl>
                                        <p:attrNameLst>
                                          <p:attrName>style.visibility</p:attrName>
                                        </p:attrNameLst>
                                      </p:cBhvr>
                                      <p:to>
                                        <p:strVal val="visible"/>
                                      </p:to>
                                    </p:set>
                                    <p:animEffect transition="in" filter="wipe(left)">
                                      <p:cBhvr>
                                        <p:cTn id="92" dur="500"/>
                                        <p:tgtEl>
                                          <p:spTgt spid="10254"/>
                                        </p:tgtEl>
                                      </p:cBhvr>
                                    </p:animEffect>
                                  </p:childTnLst>
                                </p:cTn>
                              </p:par>
                            </p:childTnLst>
                          </p:cTn>
                        </p:par>
                        <p:par>
                          <p:cTn id="93" fill="hold">
                            <p:stCondLst>
                              <p:cond delay="1000"/>
                            </p:stCondLst>
                            <p:childTnLst>
                              <p:par>
                                <p:cTn id="94" presetID="22" presetClass="entr" presetSubtype="8" fill="hold" nodeType="afterEffect">
                                  <p:stCondLst>
                                    <p:cond delay="0"/>
                                  </p:stCondLst>
                                  <p:childTnLst>
                                    <p:set>
                                      <p:cBhvr>
                                        <p:cTn id="95" dur="1" fill="hold">
                                          <p:stCondLst>
                                            <p:cond delay="0"/>
                                          </p:stCondLst>
                                        </p:cTn>
                                        <p:tgtEl>
                                          <p:spTgt spid="10255"/>
                                        </p:tgtEl>
                                        <p:attrNameLst>
                                          <p:attrName>style.visibility</p:attrName>
                                        </p:attrNameLst>
                                      </p:cBhvr>
                                      <p:to>
                                        <p:strVal val="visible"/>
                                      </p:to>
                                    </p:set>
                                    <p:animEffect transition="in" filter="wipe(left)">
                                      <p:cBhvr>
                                        <p:cTn id="96" dur="500"/>
                                        <p:tgtEl>
                                          <p:spTgt spid="10255"/>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0267"/>
                                        </p:tgtEl>
                                        <p:attrNameLst>
                                          <p:attrName>style.visibility</p:attrName>
                                        </p:attrNameLst>
                                      </p:cBhvr>
                                      <p:to>
                                        <p:strVal val="visible"/>
                                      </p:to>
                                    </p:set>
                                    <p:animEffect transition="in" filter="wipe(left)">
                                      <p:cBhvr>
                                        <p:cTn id="101" dur="500"/>
                                        <p:tgtEl>
                                          <p:spTgt spid="10267"/>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10256"/>
                                        </p:tgtEl>
                                        <p:attrNameLst>
                                          <p:attrName>style.visibility</p:attrName>
                                        </p:attrNameLst>
                                      </p:cBhvr>
                                      <p:to>
                                        <p:strVal val="visible"/>
                                      </p:to>
                                    </p:set>
                                    <p:animEffect transition="in" filter="wipe(left)">
                                      <p:cBhvr>
                                        <p:cTn id="106" dur="500"/>
                                        <p:tgtEl>
                                          <p:spTgt spid="10256"/>
                                        </p:tgtEl>
                                      </p:cBhvr>
                                    </p:animEffect>
                                  </p:childTnLst>
                                </p:cTn>
                              </p:par>
                            </p:childTnLst>
                          </p:cTn>
                        </p:par>
                        <p:par>
                          <p:cTn id="107" fill="hold">
                            <p:stCondLst>
                              <p:cond delay="500"/>
                            </p:stCondLst>
                            <p:childTnLst>
                              <p:par>
                                <p:cTn id="108" presetID="22" presetClass="entr" presetSubtype="8" fill="hold" nodeType="afterEffect">
                                  <p:stCondLst>
                                    <p:cond delay="0"/>
                                  </p:stCondLst>
                                  <p:childTnLst>
                                    <p:set>
                                      <p:cBhvr>
                                        <p:cTn id="109" dur="1" fill="hold">
                                          <p:stCondLst>
                                            <p:cond delay="0"/>
                                          </p:stCondLst>
                                        </p:cTn>
                                        <p:tgtEl>
                                          <p:spTgt spid="10257"/>
                                        </p:tgtEl>
                                        <p:attrNameLst>
                                          <p:attrName>style.visibility</p:attrName>
                                        </p:attrNameLst>
                                      </p:cBhvr>
                                      <p:to>
                                        <p:strVal val="visible"/>
                                      </p:to>
                                    </p:set>
                                    <p:animEffect transition="in" filter="wipe(left)">
                                      <p:cBhvr>
                                        <p:cTn id="110" dur="500"/>
                                        <p:tgtEl>
                                          <p:spTgt spid="10257"/>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10263"/>
                                        </p:tgtEl>
                                        <p:attrNameLst>
                                          <p:attrName>style.visibility</p:attrName>
                                        </p:attrNameLst>
                                      </p:cBhvr>
                                      <p:to>
                                        <p:strVal val="visible"/>
                                      </p:to>
                                    </p:set>
                                    <p:animEffect transition="in" filter="wipe(left)">
                                      <p:cBhvr>
                                        <p:cTn id="115" dur="500"/>
                                        <p:tgtEl>
                                          <p:spTgt spid="10263"/>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10264"/>
                                        </p:tgtEl>
                                        <p:attrNameLst>
                                          <p:attrName>style.visibility</p:attrName>
                                        </p:attrNameLst>
                                      </p:cBhvr>
                                      <p:to>
                                        <p:strVal val="visible"/>
                                      </p:to>
                                    </p:set>
                                    <p:animEffect transition="in" filter="wipe(left)">
                                      <p:cBhvr>
                                        <p:cTn id="119" dur="500"/>
                                        <p:tgtEl>
                                          <p:spTgt spid="10264"/>
                                        </p:tgtEl>
                                      </p:cBhvr>
                                    </p:animEffect>
                                  </p:childTnLst>
                                </p:cTn>
                              </p:par>
                            </p:childTnLst>
                          </p:cTn>
                        </p:par>
                        <p:par>
                          <p:cTn id="120" fill="hold">
                            <p:stCondLst>
                              <p:cond delay="1000"/>
                            </p:stCondLst>
                            <p:childTnLst>
                              <p:par>
                                <p:cTn id="121" presetID="22" presetClass="entr" presetSubtype="8" fill="hold" nodeType="afterEffect">
                                  <p:stCondLst>
                                    <p:cond delay="0"/>
                                  </p:stCondLst>
                                  <p:childTnLst>
                                    <p:set>
                                      <p:cBhvr>
                                        <p:cTn id="122" dur="1" fill="hold">
                                          <p:stCondLst>
                                            <p:cond delay="0"/>
                                          </p:stCondLst>
                                        </p:cTn>
                                        <p:tgtEl>
                                          <p:spTgt spid="10265"/>
                                        </p:tgtEl>
                                        <p:attrNameLst>
                                          <p:attrName>style.visibility</p:attrName>
                                        </p:attrNameLst>
                                      </p:cBhvr>
                                      <p:to>
                                        <p:strVal val="visible"/>
                                      </p:to>
                                    </p:set>
                                    <p:animEffect transition="in" filter="wipe(left)">
                                      <p:cBhvr>
                                        <p:cTn id="123" dur="500"/>
                                        <p:tgtEl>
                                          <p:spTgt spid="10265"/>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0258"/>
                                        </p:tgtEl>
                                        <p:attrNameLst>
                                          <p:attrName>style.visibility</p:attrName>
                                        </p:attrNameLst>
                                      </p:cBhvr>
                                      <p:to>
                                        <p:strVal val="visible"/>
                                      </p:to>
                                    </p:set>
                                    <p:animEffect transition="in" filter="wipe(left)">
                                      <p:cBhvr>
                                        <p:cTn id="128" dur="500"/>
                                        <p:tgtEl>
                                          <p:spTgt spid="10258"/>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10259"/>
                                        </p:tgtEl>
                                        <p:attrNameLst>
                                          <p:attrName>style.visibility</p:attrName>
                                        </p:attrNameLst>
                                      </p:cBhvr>
                                      <p:to>
                                        <p:strVal val="visible"/>
                                      </p:to>
                                    </p:set>
                                    <p:animEffect transition="in" filter="wipe(left)">
                                      <p:cBhvr>
                                        <p:cTn id="133" dur="500"/>
                                        <p:tgtEl>
                                          <p:spTgt spid="10259"/>
                                        </p:tgtEl>
                                      </p:cBhvr>
                                    </p:animEffect>
                                  </p:childTnLst>
                                </p:cTn>
                              </p:par>
                            </p:childTnLst>
                          </p:cTn>
                        </p:par>
                        <p:par>
                          <p:cTn id="134" fill="hold">
                            <p:stCondLst>
                              <p:cond delay="500"/>
                            </p:stCondLst>
                            <p:childTnLst>
                              <p:par>
                                <p:cTn id="135" presetID="22" presetClass="entr" presetSubtype="8" fill="hold" nodeType="afterEffect">
                                  <p:stCondLst>
                                    <p:cond delay="0"/>
                                  </p:stCondLst>
                                  <p:childTnLst>
                                    <p:set>
                                      <p:cBhvr>
                                        <p:cTn id="136" dur="1" fill="hold">
                                          <p:stCondLst>
                                            <p:cond delay="0"/>
                                          </p:stCondLst>
                                        </p:cTn>
                                        <p:tgtEl>
                                          <p:spTgt spid="10266"/>
                                        </p:tgtEl>
                                        <p:attrNameLst>
                                          <p:attrName>style.visibility</p:attrName>
                                        </p:attrNameLst>
                                      </p:cBhvr>
                                      <p:to>
                                        <p:strVal val="visible"/>
                                      </p:to>
                                    </p:set>
                                    <p:animEffect transition="in" filter="wipe(left)">
                                      <p:cBhvr>
                                        <p:cTn id="137" dur="500"/>
                                        <p:tgtEl>
                                          <p:spTgt spid="10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utoUpdateAnimBg="0"/>
      <p:bldP spid="10249" grpId="0" autoUpdateAnimBg="0"/>
      <p:bldP spid="10251" grpId="0" autoUpdateAnimBg="0"/>
      <p:bldP spid="10258" grpId="0" autoUpdateAnimBg="0"/>
      <p:bldP spid="10264" grpId="0" animBg="1"/>
      <p:bldP spid="10267" grpId="0" autoUpdateAnimBg="0"/>
      <p:bldP spid="10272" grpId="0" build="p" autoUpdateAnimBg="0"/>
      <p:bldP spid="1027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6" name="Rectangle 2"/>
          <p:cNvSpPr>
            <a:spLocks noGrp="1" noChangeArrowheads="1"/>
          </p:cNvSpPr>
          <p:nvPr>
            <p:ph type="title" idx="4294967295"/>
          </p:nvPr>
        </p:nvSpPr>
        <p:spPr>
          <a:xfrm>
            <a:off x="0" y="0"/>
            <a:ext cx="1676400" cy="504825"/>
          </a:xfrm>
        </p:spPr>
        <p:txBody>
          <a:bodyPr/>
          <a:lstStyle/>
          <a:p>
            <a:pPr algn="l" eaLnBrk="1" hangingPunct="1"/>
            <a:r>
              <a:rPr lang="zh-CN" altLang="en-US" sz="2800" b="1">
                <a:solidFill>
                  <a:schemeClr val="accent2"/>
                </a:solidFill>
                <a:ea typeface="楷体_GB2312" pitchFamily="49" charset="-122"/>
              </a:rPr>
              <a:t>例</a:t>
            </a:r>
            <a:r>
              <a:rPr lang="en-US" altLang="zh-CN" sz="2800" b="1">
                <a:solidFill>
                  <a:schemeClr val="accent2"/>
                </a:solidFill>
                <a:ea typeface="楷体_GB2312" pitchFamily="49" charset="-122"/>
              </a:rPr>
              <a:t>2.</a:t>
            </a:r>
            <a:r>
              <a:rPr lang="en-US" altLang="zh-CN" sz="2800">
                <a:ea typeface="楷体_GB2312" pitchFamily="49" charset="-122"/>
              </a:rPr>
              <a:t> </a:t>
            </a:r>
            <a:r>
              <a:rPr lang="zh-CN" altLang="en-US" sz="2800">
                <a:solidFill>
                  <a:schemeClr val="tx1"/>
                </a:solidFill>
                <a:ea typeface="楷体_GB2312" pitchFamily="49" charset="-122"/>
              </a:rPr>
              <a:t>将</a:t>
            </a:r>
          </a:p>
        </p:txBody>
      </p:sp>
      <p:graphicFrame>
        <p:nvGraphicFramePr>
          <p:cNvPr id="40962" name="Object 3"/>
          <p:cNvGraphicFramePr>
            <a:graphicFrameLocks noChangeAspect="1"/>
          </p:cNvGraphicFramePr>
          <p:nvPr/>
        </p:nvGraphicFramePr>
        <p:xfrm>
          <a:off x="1258888" y="0"/>
          <a:ext cx="1776412" cy="406400"/>
        </p:xfrm>
        <a:graphic>
          <a:graphicData uri="http://schemas.openxmlformats.org/presentationml/2006/ole">
            <mc:AlternateContent xmlns:mc="http://schemas.openxmlformats.org/markup-compatibility/2006">
              <mc:Choice xmlns:v="urn:schemas-microsoft-com:vml" Requires="v">
                <p:oleObj name="Equation" r:id="rId2" imgW="1777680" imgH="406080" progId="">
                  <p:embed/>
                </p:oleObj>
              </mc:Choice>
              <mc:Fallback>
                <p:oleObj name="Equation" r:id="rId2" imgW="1777680" imgH="406080" progId="">
                  <p:embed/>
                  <p:pic>
                    <p:nvPicPr>
                      <p:cNvPr id="0" name="Object 3"/>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1258888" y="0"/>
                        <a:ext cx="1776412"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87" name="Text Box 4"/>
          <p:cNvSpPr txBox="1">
            <a:spLocks noChangeArrowheads="1"/>
          </p:cNvSpPr>
          <p:nvPr/>
        </p:nvSpPr>
        <p:spPr bwMode="auto">
          <a:xfrm>
            <a:off x="3203575" y="0"/>
            <a:ext cx="47244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展开成 </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的幂级数</a:t>
            </a:r>
            <a:r>
              <a:rPr kumimoji="1" lang="en-US" altLang="zh-CN" sz="2800">
                <a:solidFill>
                  <a:srgbClr val="000000"/>
                </a:solidFill>
                <a:latin typeface="Times New Roman" pitchFamily="18" charset="0"/>
                <a:ea typeface="楷体_GB2312" pitchFamily="49" charset="-122"/>
              </a:rPr>
              <a:t>.</a:t>
            </a:r>
            <a:endParaRPr kumimoji="1" lang="en-US" altLang="zh-CN" sz="2400">
              <a:solidFill>
                <a:srgbClr val="333399"/>
              </a:solidFill>
              <a:latin typeface="Times New Roman" pitchFamily="18" charset="0"/>
              <a:ea typeface="楷体_GB2312" pitchFamily="49" charset="-122"/>
            </a:endParaRPr>
          </a:p>
        </p:txBody>
      </p:sp>
      <p:sp>
        <p:nvSpPr>
          <p:cNvPr id="11269" name="Text Box 5"/>
          <p:cNvSpPr txBox="1">
            <a:spLocks noChangeArrowheads="1"/>
          </p:cNvSpPr>
          <p:nvPr/>
        </p:nvSpPr>
        <p:spPr bwMode="auto">
          <a:xfrm>
            <a:off x="0" y="620713"/>
            <a:ext cx="990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解</a:t>
            </a:r>
            <a:r>
              <a:rPr kumimoji="1" lang="en-US" altLang="zh-CN" sz="2800" b="1">
                <a:solidFill>
                  <a:srgbClr val="333399"/>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 </a:t>
            </a:r>
          </a:p>
        </p:txBody>
      </p:sp>
      <p:graphicFrame>
        <p:nvGraphicFramePr>
          <p:cNvPr id="11270" name="Object 6"/>
          <p:cNvGraphicFramePr>
            <a:graphicFrameLocks noChangeAspect="1"/>
          </p:cNvGraphicFramePr>
          <p:nvPr/>
        </p:nvGraphicFramePr>
        <p:xfrm>
          <a:off x="755650" y="549275"/>
          <a:ext cx="1714500" cy="508000"/>
        </p:xfrm>
        <a:graphic>
          <a:graphicData uri="http://schemas.openxmlformats.org/presentationml/2006/ole">
            <mc:AlternateContent xmlns:mc="http://schemas.openxmlformats.org/markup-compatibility/2006">
              <mc:Choice xmlns:v="urn:schemas-microsoft-com:vml" Requires="v">
                <p:oleObj name="Equation" r:id="rId4" imgW="1714320" imgH="507960" progId="">
                  <p:embed/>
                </p:oleObj>
              </mc:Choice>
              <mc:Fallback>
                <p:oleObj name="Equation" r:id="rId4" imgW="1714320" imgH="507960" progId="">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549275"/>
                        <a:ext cx="17145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1" name="Object 7"/>
          <p:cNvGraphicFramePr>
            <a:graphicFrameLocks noChangeAspect="1"/>
          </p:cNvGraphicFramePr>
          <p:nvPr/>
        </p:nvGraphicFramePr>
        <p:xfrm>
          <a:off x="684213" y="1125538"/>
          <a:ext cx="2030412" cy="889000"/>
        </p:xfrm>
        <a:graphic>
          <a:graphicData uri="http://schemas.openxmlformats.org/presentationml/2006/ole">
            <mc:AlternateContent xmlns:mc="http://schemas.openxmlformats.org/markup-compatibility/2006">
              <mc:Choice xmlns:v="urn:schemas-microsoft-com:vml" Requires="v">
                <p:oleObj name="Equation" r:id="rId6" imgW="2031840" imgH="888840" progId="">
                  <p:embed/>
                </p:oleObj>
              </mc:Choice>
              <mc:Fallback>
                <p:oleObj name="Equation" r:id="rId6" imgW="2031840" imgH="888840" progId="">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1125538"/>
                        <a:ext cx="2030412"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2" name="Text Box 8"/>
          <p:cNvSpPr txBox="1">
            <a:spLocks noChangeArrowheads="1"/>
          </p:cNvSpPr>
          <p:nvPr/>
        </p:nvSpPr>
        <p:spPr bwMode="auto">
          <a:xfrm>
            <a:off x="395288" y="1989138"/>
            <a:ext cx="1447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得级数</a:t>
            </a:r>
            <a:r>
              <a:rPr kumimoji="1" lang="en-US" altLang="zh-CN" sz="2800">
                <a:solidFill>
                  <a:srgbClr val="000000"/>
                </a:solidFill>
                <a:latin typeface="Times New Roman" pitchFamily="18" charset="0"/>
                <a:ea typeface="楷体_GB2312" pitchFamily="49" charset="-122"/>
              </a:rPr>
              <a:t>:</a:t>
            </a:r>
          </a:p>
        </p:txBody>
      </p:sp>
      <p:graphicFrame>
        <p:nvGraphicFramePr>
          <p:cNvPr id="11273" name="Object 9"/>
          <p:cNvGraphicFramePr>
            <a:graphicFrameLocks noChangeAspect="1"/>
          </p:cNvGraphicFramePr>
          <p:nvPr/>
        </p:nvGraphicFramePr>
        <p:xfrm>
          <a:off x="1908175" y="2133600"/>
          <a:ext cx="227013" cy="241300"/>
        </p:xfrm>
        <a:graphic>
          <a:graphicData uri="http://schemas.openxmlformats.org/presentationml/2006/ole">
            <mc:AlternateContent xmlns:mc="http://schemas.openxmlformats.org/markup-compatibility/2006">
              <mc:Choice xmlns:v="urn:schemas-microsoft-com:vml" Requires="v">
                <p:oleObj name="Equation" r:id="rId8" imgW="228600" imgH="241200" progId="">
                  <p:embed/>
                </p:oleObj>
              </mc:Choice>
              <mc:Fallback>
                <p:oleObj name="Equation" r:id="rId8" imgW="228600" imgH="241200" progId="">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8175" y="2133600"/>
                        <a:ext cx="227013"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4" name="Object 10"/>
          <p:cNvGraphicFramePr>
            <a:graphicFrameLocks noChangeAspect="1"/>
          </p:cNvGraphicFramePr>
          <p:nvPr/>
        </p:nvGraphicFramePr>
        <p:xfrm>
          <a:off x="2555875" y="476250"/>
          <a:ext cx="1879600" cy="596900"/>
        </p:xfrm>
        <a:graphic>
          <a:graphicData uri="http://schemas.openxmlformats.org/presentationml/2006/ole">
            <mc:AlternateContent xmlns:mc="http://schemas.openxmlformats.org/markup-compatibility/2006">
              <mc:Choice xmlns:v="urn:schemas-microsoft-com:vml" Requires="v">
                <p:oleObj name="Equation" r:id="rId10" imgW="1879560" imgH="596880" progId="">
                  <p:embed/>
                </p:oleObj>
              </mc:Choice>
              <mc:Fallback>
                <p:oleObj name="Equation" r:id="rId10" imgW="1879560" imgH="596880" progId="">
                  <p:embed/>
                  <p:pic>
                    <p:nvPicPr>
                      <p:cNvPr id="0" name="Object 10"/>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2555875" y="476250"/>
                        <a:ext cx="187960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5" name="Text Box 11"/>
          <p:cNvSpPr txBox="1">
            <a:spLocks noChangeArrowheads="1"/>
          </p:cNvSpPr>
          <p:nvPr/>
        </p:nvSpPr>
        <p:spPr bwMode="auto">
          <a:xfrm>
            <a:off x="0" y="2636838"/>
            <a:ext cx="24384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其收敛半径为 </a:t>
            </a:r>
          </a:p>
        </p:txBody>
      </p:sp>
      <p:graphicFrame>
        <p:nvGraphicFramePr>
          <p:cNvPr id="11276" name="Object 12"/>
          <p:cNvGraphicFramePr>
            <a:graphicFrameLocks noChangeAspect="1"/>
          </p:cNvGraphicFramePr>
          <p:nvPr/>
        </p:nvGraphicFramePr>
        <p:xfrm>
          <a:off x="2268538" y="2708275"/>
          <a:ext cx="1206500" cy="368300"/>
        </p:xfrm>
        <a:graphic>
          <a:graphicData uri="http://schemas.openxmlformats.org/presentationml/2006/ole">
            <mc:AlternateContent xmlns:mc="http://schemas.openxmlformats.org/markup-compatibility/2006">
              <mc:Choice xmlns:v="urn:schemas-microsoft-com:vml" Requires="v">
                <p:oleObj name="Equation" r:id="rId12" imgW="1206360" imgH="368280" progId="">
                  <p:embed/>
                </p:oleObj>
              </mc:Choice>
              <mc:Fallback>
                <p:oleObj name="Equation" r:id="rId12" imgW="1206360" imgH="368280" progId="">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68538" y="2708275"/>
                        <a:ext cx="1206500"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7" name="Text Box 13"/>
          <p:cNvSpPr txBox="1">
            <a:spLocks noChangeArrowheads="1"/>
          </p:cNvSpPr>
          <p:nvPr/>
        </p:nvSpPr>
        <p:spPr bwMode="auto">
          <a:xfrm>
            <a:off x="3708400" y="2636838"/>
            <a:ext cx="46482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对任何有限数</a:t>
            </a:r>
            <a:r>
              <a:rPr kumimoji="1" lang="zh-CN" altLang="en-US" sz="2800" i="1">
                <a:solidFill>
                  <a:srgbClr val="000000"/>
                </a:solidFill>
                <a:latin typeface="Times New Roman" pitchFamily="18" charset="0"/>
                <a:ea typeface="楷体_GB2312" pitchFamily="49" charset="-122"/>
              </a:rPr>
              <a:t> </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 </a:t>
            </a:r>
            <a:r>
              <a:rPr kumimoji="1" lang="zh-CN" altLang="en-US" sz="2800">
                <a:solidFill>
                  <a:srgbClr val="000000"/>
                </a:solidFill>
                <a:latin typeface="Times New Roman" pitchFamily="18" charset="0"/>
                <a:ea typeface="楷体_GB2312" pitchFamily="49" charset="-122"/>
              </a:rPr>
              <a:t>其余项满足</a:t>
            </a:r>
          </a:p>
        </p:txBody>
      </p:sp>
      <p:graphicFrame>
        <p:nvGraphicFramePr>
          <p:cNvPr id="11278" name="Object 14"/>
          <p:cNvGraphicFramePr>
            <a:graphicFrameLocks noChangeAspect="1"/>
          </p:cNvGraphicFramePr>
          <p:nvPr/>
        </p:nvGraphicFramePr>
        <p:xfrm>
          <a:off x="323850" y="3068638"/>
          <a:ext cx="4824413" cy="1003300"/>
        </p:xfrm>
        <a:graphic>
          <a:graphicData uri="http://schemas.openxmlformats.org/presentationml/2006/ole">
            <mc:AlternateContent xmlns:mc="http://schemas.openxmlformats.org/markup-compatibility/2006">
              <mc:Choice xmlns:v="urn:schemas-microsoft-com:vml" Requires="v">
                <p:oleObj name="Equation" r:id="rId14" imgW="4825800" imgH="1002960" progId="">
                  <p:embed/>
                </p:oleObj>
              </mc:Choice>
              <mc:Fallback>
                <p:oleObj name="Equation" r:id="rId14" imgW="4825800" imgH="1002960" progId="">
                  <p:embed/>
                  <p:pic>
                    <p:nvPicPr>
                      <p:cNvPr id="0" name="Object 14"/>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323850" y="3068638"/>
                        <a:ext cx="4824413"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9" name="Object 15"/>
          <p:cNvGraphicFramePr>
            <a:graphicFrameLocks noChangeAspect="1"/>
          </p:cNvGraphicFramePr>
          <p:nvPr/>
        </p:nvGraphicFramePr>
        <p:xfrm>
          <a:off x="2051050" y="3068638"/>
          <a:ext cx="2170113" cy="538162"/>
        </p:xfrm>
        <a:graphic>
          <a:graphicData uri="http://schemas.openxmlformats.org/presentationml/2006/ole">
            <mc:AlternateContent xmlns:mc="http://schemas.openxmlformats.org/markup-compatibility/2006">
              <mc:Choice xmlns:v="urn:schemas-microsoft-com:vml" Requires="v">
                <p:oleObj name="Equation" r:id="rId16" imgW="2412720" imgH="596880" progId="">
                  <p:embed/>
                </p:oleObj>
              </mc:Choice>
              <mc:Fallback>
                <p:oleObj name="Equation" r:id="rId16" imgW="2412720" imgH="596880" progId="">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51050" y="3068638"/>
                        <a:ext cx="2170113"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0" name="Object 16"/>
          <p:cNvGraphicFramePr>
            <a:graphicFrameLocks noChangeAspect="1"/>
          </p:cNvGraphicFramePr>
          <p:nvPr/>
        </p:nvGraphicFramePr>
        <p:xfrm>
          <a:off x="2627313" y="3644900"/>
          <a:ext cx="925512" cy="365125"/>
        </p:xfrm>
        <a:graphic>
          <a:graphicData uri="http://schemas.openxmlformats.org/presentationml/2006/ole">
            <mc:AlternateContent xmlns:mc="http://schemas.openxmlformats.org/markup-compatibility/2006">
              <mc:Choice xmlns:v="urn:schemas-microsoft-com:vml" Requires="v">
                <p:oleObj name="Equation" r:id="rId18" imgW="1028520" imgH="406080" progId="">
                  <p:embed/>
                </p:oleObj>
              </mc:Choice>
              <mc:Fallback>
                <p:oleObj name="Equation" r:id="rId18" imgW="1028520" imgH="406080" progId="">
                  <p:embed/>
                  <p:pic>
                    <p:nvPicPr>
                      <p:cNvPr id="0"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27313" y="3644900"/>
                        <a:ext cx="925512"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1" name="Object 17"/>
          <p:cNvGraphicFramePr>
            <a:graphicFrameLocks noChangeAspect="1"/>
          </p:cNvGraphicFramePr>
          <p:nvPr/>
        </p:nvGraphicFramePr>
        <p:xfrm>
          <a:off x="4356100" y="3357563"/>
          <a:ext cx="692150" cy="469900"/>
        </p:xfrm>
        <a:graphic>
          <a:graphicData uri="http://schemas.openxmlformats.org/presentationml/2006/ole">
            <mc:AlternateContent xmlns:mc="http://schemas.openxmlformats.org/markup-compatibility/2006">
              <mc:Choice xmlns:v="urn:schemas-microsoft-com:vml" Requires="v">
                <p:oleObj name="Equation" r:id="rId20" imgW="685800" imgH="469800" progId="">
                  <p:embed/>
                </p:oleObj>
              </mc:Choice>
              <mc:Fallback>
                <p:oleObj name="Equation" r:id="rId20" imgW="685800" imgH="469800" progId="">
                  <p:embed/>
                  <p:pic>
                    <p:nvPicPr>
                      <p:cNvPr id="0" name="Object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56100" y="3357563"/>
                        <a:ext cx="69215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2" name="Object 18"/>
          <p:cNvGraphicFramePr>
            <a:graphicFrameLocks noChangeAspect="1"/>
          </p:cNvGraphicFramePr>
          <p:nvPr/>
        </p:nvGraphicFramePr>
        <p:xfrm>
          <a:off x="5435600" y="3068638"/>
          <a:ext cx="1333500" cy="1054100"/>
        </p:xfrm>
        <a:graphic>
          <a:graphicData uri="http://schemas.openxmlformats.org/presentationml/2006/ole">
            <mc:AlternateContent xmlns:mc="http://schemas.openxmlformats.org/markup-compatibility/2006">
              <mc:Choice xmlns:v="urn:schemas-microsoft-com:vml" Requires="v">
                <p:oleObj name="Equation" r:id="rId22" imgW="1333440" imgH="1054080" progId="">
                  <p:embed/>
                </p:oleObj>
              </mc:Choice>
              <mc:Fallback>
                <p:oleObj name="Equation" r:id="rId22" imgW="1333440" imgH="1054080" progId="">
                  <p:embed/>
                  <p:pic>
                    <p:nvPicPr>
                      <p:cNvPr id="0" name="Object 18"/>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5435600" y="3068638"/>
                        <a:ext cx="1333500"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3" name="Object 19"/>
          <p:cNvGraphicFramePr>
            <a:graphicFrameLocks noChangeAspect="1"/>
          </p:cNvGraphicFramePr>
          <p:nvPr/>
        </p:nvGraphicFramePr>
        <p:xfrm>
          <a:off x="3851275" y="1557338"/>
          <a:ext cx="1473200" cy="406400"/>
        </p:xfrm>
        <a:graphic>
          <a:graphicData uri="http://schemas.openxmlformats.org/presentationml/2006/ole">
            <mc:AlternateContent xmlns:mc="http://schemas.openxmlformats.org/markup-compatibility/2006">
              <mc:Choice xmlns:v="urn:schemas-microsoft-com:vml" Requires="v">
                <p:oleObj name="Equation" r:id="rId24" imgW="1473120" imgH="406080" progId="">
                  <p:embed/>
                </p:oleObj>
              </mc:Choice>
              <mc:Fallback>
                <p:oleObj name="Equation" r:id="rId24" imgW="1473120" imgH="406080" progId="">
                  <p:embed/>
                  <p:pic>
                    <p:nvPicPr>
                      <p:cNvPr id="0" name="Object 1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851275" y="1557338"/>
                        <a:ext cx="14732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4" name="Object 20"/>
          <p:cNvGraphicFramePr>
            <a:graphicFrameLocks noChangeAspect="1"/>
          </p:cNvGraphicFramePr>
          <p:nvPr/>
        </p:nvGraphicFramePr>
        <p:xfrm>
          <a:off x="5795963" y="1484313"/>
          <a:ext cx="2259012" cy="406400"/>
        </p:xfrm>
        <a:graphic>
          <a:graphicData uri="http://schemas.openxmlformats.org/presentationml/2006/ole">
            <mc:AlternateContent xmlns:mc="http://schemas.openxmlformats.org/markup-compatibility/2006">
              <mc:Choice xmlns:v="urn:schemas-microsoft-com:vml" Requires="v">
                <p:oleObj name="Equation" r:id="rId26" imgW="2260440" imgH="406080" progId="">
                  <p:embed/>
                </p:oleObj>
              </mc:Choice>
              <mc:Fallback>
                <p:oleObj name="Equation" r:id="rId26" imgW="2260440" imgH="406080" progId="">
                  <p:embed/>
                  <p:pic>
                    <p:nvPicPr>
                      <p:cNvPr id="0" name="Object 2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795963" y="1484313"/>
                        <a:ext cx="2259012"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5" name="Object 21"/>
          <p:cNvGraphicFramePr>
            <a:graphicFrameLocks noChangeAspect="1"/>
          </p:cNvGraphicFramePr>
          <p:nvPr/>
        </p:nvGraphicFramePr>
        <p:xfrm>
          <a:off x="2268538" y="1916113"/>
          <a:ext cx="927100" cy="711200"/>
        </p:xfrm>
        <a:graphic>
          <a:graphicData uri="http://schemas.openxmlformats.org/presentationml/2006/ole">
            <mc:AlternateContent xmlns:mc="http://schemas.openxmlformats.org/markup-compatibility/2006">
              <mc:Choice xmlns:v="urn:schemas-microsoft-com:vml" Requires="v">
                <p:oleObj name="Equation" r:id="rId28" imgW="927000" imgH="711000" progId="">
                  <p:embed/>
                </p:oleObj>
              </mc:Choice>
              <mc:Fallback>
                <p:oleObj name="Equation" r:id="rId28" imgW="927000" imgH="711000" progId="">
                  <p:embed/>
                  <p:pic>
                    <p:nvPicPr>
                      <p:cNvPr id="0" name="Object 2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68538" y="1916113"/>
                        <a:ext cx="927100"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6" name="Object 22"/>
          <p:cNvGraphicFramePr>
            <a:graphicFrameLocks noChangeAspect="1"/>
          </p:cNvGraphicFramePr>
          <p:nvPr/>
        </p:nvGraphicFramePr>
        <p:xfrm>
          <a:off x="3276600" y="1916113"/>
          <a:ext cx="1905000" cy="711200"/>
        </p:xfrm>
        <a:graphic>
          <a:graphicData uri="http://schemas.openxmlformats.org/presentationml/2006/ole">
            <mc:AlternateContent xmlns:mc="http://schemas.openxmlformats.org/markup-compatibility/2006">
              <mc:Choice xmlns:v="urn:schemas-microsoft-com:vml" Requires="v">
                <p:oleObj name="Equation" r:id="rId30" imgW="1904760" imgH="711000" progId="">
                  <p:embed/>
                </p:oleObj>
              </mc:Choice>
              <mc:Fallback>
                <p:oleObj name="Equation" r:id="rId30" imgW="1904760" imgH="711000" progId="">
                  <p:embed/>
                  <p:pic>
                    <p:nvPicPr>
                      <p:cNvPr id="0" name="Object 2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276600" y="1916113"/>
                        <a:ext cx="1905000"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7" name="Object 23"/>
          <p:cNvGraphicFramePr>
            <a:graphicFrameLocks noChangeAspect="1"/>
          </p:cNvGraphicFramePr>
          <p:nvPr/>
        </p:nvGraphicFramePr>
        <p:xfrm>
          <a:off x="5364163" y="1931988"/>
          <a:ext cx="3240087" cy="679450"/>
        </p:xfrm>
        <a:graphic>
          <a:graphicData uri="http://schemas.openxmlformats.org/presentationml/2006/ole">
            <mc:AlternateContent xmlns:mc="http://schemas.openxmlformats.org/markup-compatibility/2006">
              <mc:Choice xmlns:v="urn:schemas-microsoft-com:vml" Requires="v">
                <p:oleObj name="公式" r:id="rId32" imgW="1269720" imgH="266400" progId="">
                  <p:embed/>
                </p:oleObj>
              </mc:Choice>
              <mc:Fallback>
                <p:oleObj name="公式" r:id="rId32" imgW="1269720" imgH="266400" progId="">
                  <p:embed/>
                  <p:pic>
                    <p:nvPicPr>
                      <p:cNvPr id="0" name="Object 23"/>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364163" y="1931988"/>
                        <a:ext cx="3240087" cy="67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8" name="Object 24"/>
          <p:cNvGraphicFramePr>
            <a:graphicFrameLocks noChangeAspect="1"/>
          </p:cNvGraphicFramePr>
          <p:nvPr/>
        </p:nvGraphicFramePr>
        <p:xfrm>
          <a:off x="7061200" y="4797425"/>
          <a:ext cx="2082800" cy="406400"/>
        </p:xfrm>
        <a:graphic>
          <a:graphicData uri="http://schemas.openxmlformats.org/presentationml/2006/ole">
            <mc:AlternateContent xmlns:mc="http://schemas.openxmlformats.org/markup-compatibility/2006">
              <mc:Choice xmlns:v="urn:schemas-microsoft-com:vml" Requires="v">
                <p:oleObj name="Equation" r:id="rId34" imgW="2082600" imgH="406080" progId="">
                  <p:embed/>
                </p:oleObj>
              </mc:Choice>
              <mc:Fallback>
                <p:oleObj name="Equation" r:id="rId34" imgW="2082600" imgH="406080" progId="">
                  <p:embed/>
                  <p:pic>
                    <p:nvPicPr>
                      <p:cNvPr id="0" name="Object 24"/>
                      <p:cNvPicPr>
                        <a:picLocks noChangeAspect="1" noChangeArrowheads="1"/>
                      </p:cNvPicPr>
                      <p:nvPr/>
                    </p:nvPicPr>
                    <p:blipFill>
                      <a:blip r:embed="rId35">
                        <a:grayscl/>
                        <a:biLevel thresh="50000"/>
                        <a:extLst>
                          <a:ext uri="{28A0092B-C50C-407E-A947-70E740481C1C}">
                            <a14:useLocalDpi xmlns:a14="http://schemas.microsoft.com/office/drawing/2010/main" val="0"/>
                          </a:ext>
                        </a:extLst>
                      </a:blip>
                      <a:srcRect/>
                      <a:stretch>
                        <a:fillRect/>
                      </a:stretch>
                    </p:blipFill>
                    <p:spPr bwMode="auto">
                      <a:xfrm>
                        <a:off x="7061200" y="4797425"/>
                        <a:ext cx="2082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9" name="Object 25"/>
          <p:cNvGraphicFramePr>
            <a:graphicFrameLocks noChangeAspect="1"/>
          </p:cNvGraphicFramePr>
          <p:nvPr/>
        </p:nvGraphicFramePr>
        <p:xfrm>
          <a:off x="250825" y="4221163"/>
          <a:ext cx="1104900" cy="406400"/>
        </p:xfrm>
        <a:graphic>
          <a:graphicData uri="http://schemas.openxmlformats.org/presentationml/2006/ole">
            <mc:AlternateContent xmlns:mc="http://schemas.openxmlformats.org/markup-compatibility/2006">
              <mc:Choice xmlns:v="urn:schemas-microsoft-com:vml" Requires="v">
                <p:oleObj name="Equation" r:id="rId36" imgW="1104840" imgH="406080" progId="">
                  <p:embed/>
                </p:oleObj>
              </mc:Choice>
              <mc:Fallback>
                <p:oleObj name="Equation" r:id="rId36" imgW="1104840" imgH="406080" progId="">
                  <p:embed/>
                  <p:pic>
                    <p:nvPicPr>
                      <p:cNvPr id="0" name="Object 25"/>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50825" y="4221163"/>
                        <a:ext cx="11049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90" name="Object 26"/>
          <p:cNvGraphicFramePr>
            <a:graphicFrameLocks noChangeAspect="1"/>
          </p:cNvGraphicFramePr>
          <p:nvPr/>
        </p:nvGraphicFramePr>
        <p:xfrm>
          <a:off x="6948488" y="3284538"/>
          <a:ext cx="1003300" cy="254000"/>
        </p:xfrm>
        <a:graphic>
          <a:graphicData uri="http://schemas.openxmlformats.org/presentationml/2006/ole">
            <mc:AlternateContent xmlns:mc="http://schemas.openxmlformats.org/markup-compatibility/2006">
              <mc:Choice xmlns:v="urn:schemas-microsoft-com:vml" Requires="v">
                <p:oleObj name="Equation" r:id="rId38" imgW="1002960" imgH="253800" progId="">
                  <p:embed/>
                </p:oleObj>
              </mc:Choice>
              <mc:Fallback>
                <p:oleObj name="Equation" r:id="rId38" imgW="1002960" imgH="253800" progId="">
                  <p:embed/>
                  <p:pic>
                    <p:nvPicPr>
                      <p:cNvPr id="0" name="Object 26"/>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948488" y="3284538"/>
                        <a:ext cx="10033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91" name="Line 27"/>
          <p:cNvSpPr>
            <a:spLocks noChangeShapeType="1"/>
          </p:cNvSpPr>
          <p:nvPr/>
        </p:nvSpPr>
        <p:spPr bwMode="auto">
          <a:xfrm>
            <a:off x="6948488" y="3573463"/>
            <a:ext cx="1258887" cy="0"/>
          </a:xfrm>
          <a:prstGeom prst="line">
            <a:avLst/>
          </a:prstGeom>
          <a:noFill/>
          <a:ln w="19050">
            <a:solidFill>
              <a:schemeClr val="tx1"/>
            </a:solidFill>
            <a:round/>
            <a:headEnd/>
            <a:tailEnd type="triangle" w="med" len="med"/>
          </a:ln>
        </p:spPr>
        <p:txBody>
          <a:bodyPr wrap="none" anchor="ctr"/>
          <a:lstStyle/>
          <a:p>
            <a:pPr fontAlgn="base">
              <a:spcBef>
                <a:spcPct val="0"/>
              </a:spcBef>
              <a:spcAft>
                <a:spcPct val="0"/>
              </a:spcAft>
            </a:pPr>
            <a:endParaRPr lang="zh-CN" altLang="en-US">
              <a:solidFill>
                <a:srgbClr val="000000"/>
              </a:solidFill>
            </a:endParaRPr>
          </a:p>
        </p:txBody>
      </p:sp>
      <p:graphicFrame>
        <p:nvGraphicFramePr>
          <p:cNvPr id="11292" name="Object 28"/>
          <p:cNvGraphicFramePr>
            <a:graphicFrameLocks noChangeAspect="1"/>
          </p:cNvGraphicFramePr>
          <p:nvPr/>
        </p:nvGraphicFramePr>
        <p:xfrm>
          <a:off x="8243888" y="3429000"/>
          <a:ext cx="215900" cy="317500"/>
        </p:xfrm>
        <a:graphic>
          <a:graphicData uri="http://schemas.openxmlformats.org/presentationml/2006/ole">
            <mc:AlternateContent xmlns:mc="http://schemas.openxmlformats.org/markup-compatibility/2006">
              <mc:Choice xmlns:v="urn:schemas-microsoft-com:vml" Requires="v">
                <p:oleObj name="Equation" r:id="rId40" imgW="215640" imgH="317160" progId="">
                  <p:embed/>
                </p:oleObj>
              </mc:Choice>
              <mc:Fallback>
                <p:oleObj name="Equation" r:id="rId40" imgW="215640" imgH="317160" progId="">
                  <p:embed/>
                  <p:pic>
                    <p:nvPicPr>
                      <p:cNvPr id="0" name="Object 28"/>
                      <p:cNvPicPr>
                        <a:picLocks noChangeAspect="1" noChangeArrowheads="1"/>
                      </p:cNvPicPr>
                      <p:nvPr/>
                    </p:nvPicPr>
                    <p:blipFill>
                      <a:blip r:embed="rId41">
                        <a:grayscl/>
                        <a:biLevel thresh="50000"/>
                        <a:extLst>
                          <a:ext uri="{28A0092B-C50C-407E-A947-70E740481C1C}">
                            <a14:useLocalDpi xmlns:a14="http://schemas.microsoft.com/office/drawing/2010/main" val="0"/>
                          </a:ext>
                        </a:extLst>
                      </a:blip>
                      <a:srcRect/>
                      <a:stretch>
                        <a:fillRect/>
                      </a:stretch>
                    </p:blipFill>
                    <p:spPr bwMode="auto">
                      <a:xfrm>
                        <a:off x="8243888" y="3429000"/>
                        <a:ext cx="215900"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93" name="Object 29"/>
          <p:cNvGraphicFramePr>
            <a:graphicFrameLocks noChangeAspect="1"/>
          </p:cNvGraphicFramePr>
          <p:nvPr/>
        </p:nvGraphicFramePr>
        <p:xfrm>
          <a:off x="3635375" y="1052513"/>
          <a:ext cx="1016000" cy="406400"/>
        </p:xfrm>
        <a:graphic>
          <a:graphicData uri="http://schemas.openxmlformats.org/presentationml/2006/ole">
            <mc:AlternateContent xmlns:mc="http://schemas.openxmlformats.org/markup-compatibility/2006">
              <mc:Choice xmlns:v="urn:schemas-microsoft-com:vml" Requires="v">
                <p:oleObj name="Equation" r:id="rId42" imgW="1015920" imgH="406080" progId="">
                  <p:embed/>
                </p:oleObj>
              </mc:Choice>
              <mc:Fallback>
                <p:oleObj name="Equation" r:id="rId42" imgW="1015920" imgH="406080" progId="">
                  <p:embed/>
                  <p:pic>
                    <p:nvPicPr>
                      <p:cNvPr id="0" name="Object 29"/>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3635375" y="1052513"/>
                        <a:ext cx="10160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94" name="Object 30"/>
          <p:cNvGraphicFramePr>
            <a:graphicFrameLocks noChangeAspect="1"/>
          </p:cNvGraphicFramePr>
          <p:nvPr/>
        </p:nvGraphicFramePr>
        <p:xfrm>
          <a:off x="2771775" y="1412875"/>
          <a:ext cx="927100" cy="508000"/>
        </p:xfrm>
        <a:graphic>
          <a:graphicData uri="http://schemas.openxmlformats.org/presentationml/2006/ole">
            <mc:AlternateContent xmlns:mc="http://schemas.openxmlformats.org/markup-compatibility/2006">
              <mc:Choice xmlns:v="urn:schemas-microsoft-com:vml" Requires="v">
                <p:oleObj name="Equation" r:id="rId44" imgW="927000" imgH="507960" progId="">
                  <p:embed/>
                </p:oleObj>
              </mc:Choice>
              <mc:Fallback>
                <p:oleObj name="Equation" r:id="rId44" imgW="927000" imgH="507960" progId="">
                  <p:embed/>
                  <p:pic>
                    <p:nvPicPr>
                      <p:cNvPr id="0" name="Object 30"/>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2771775" y="1412875"/>
                        <a:ext cx="9271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95" name="Object 31"/>
          <p:cNvGraphicFramePr>
            <a:graphicFrameLocks noChangeAspect="1"/>
          </p:cNvGraphicFramePr>
          <p:nvPr/>
        </p:nvGraphicFramePr>
        <p:xfrm>
          <a:off x="2771775" y="1125538"/>
          <a:ext cx="368300" cy="393700"/>
        </p:xfrm>
        <a:graphic>
          <a:graphicData uri="http://schemas.openxmlformats.org/presentationml/2006/ole">
            <mc:AlternateContent xmlns:mc="http://schemas.openxmlformats.org/markup-compatibility/2006">
              <mc:Choice xmlns:v="urn:schemas-microsoft-com:vml" Requires="v">
                <p:oleObj name="Equation" r:id="rId46" imgW="368280" imgH="393480" progId="">
                  <p:embed/>
                </p:oleObj>
              </mc:Choice>
              <mc:Fallback>
                <p:oleObj name="Equation" r:id="rId46" imgW="368280" imgH="393480" progId="">
                  <p:embed/>
                  <p:pic>
                    <p:nvPicPr>
                      <p:cNvPr id="0" name="Object 31"/>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2771775" y="1125538"/>
                        <a:ext cx="3683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96" name="Object 32"/>
          <p:cNvGraphicFramePr>
            <a:graphicFrameLocks noChangeAspect="1"/>
          </p:cNvGraphicFramePr>
          <p:nvPr/>
        </p:nvGraphicFramePr>
        <p:xfrm>
          <a:off x="1547813" y="4076700"/>
          <a:ext cx="6985000" cy="709613"/>
        </p:xfrm>
        <a:graphic>
          <a:graphicData uri="http://schemas.openxmlformats.org/presentationml/2006/ole">
            <mc:AlternateContent xmlns:mc="http://schemas.openxmlformats.org/markup-compatibility/2006">
              <mc:Choice xmlns:v="urn:schemas-microsoft-com:vml" Requires="v">
                <p:oleObj name="公式" r:id="rId48" imgW="2628720" imgH="266400" progId="">
                  <p:embed/>
                </p:oleObj>
              </mc:Choice>
              <mc:Fallback>
                <p:oleObj name="公式" r:id="rId48" imgW="2628720" imgH="266400" progId="">
                  <p:embed/>
                  <p:pic>
                    <p:nvPicPr>
                      <p:cNvPr id="0" name="Object 32"/>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1547813" y="4076700"/>
                        <a:ext cx="6985000" cy="709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animEffect transition="in" filter="wipe(left)">
                                      <p:cBhvr>
                                        <p:cTn id="7" dur="500"/>
                                        <p:tgtEl>
                                          <p:spTgt spid="112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270"/>
                                        </p:tgtEl>
                                        <p:attrNameLst>
                                          <p:attrName>style.visibility</p:attrName>
                                        </p:attrNameLst>
                                      </p:cBhvr>
                                      <p:to>
                                        <p:strVal val="visible"/>
                                      </p:to>
                                    </p:set>
                                    <p:animEffect transition="in" filter="wipe(left)">
                                      <p:cBhvr>
                                        <p:cTn id="12" dur="500"/>
                                        <p:tgtEl>
                                          <p:spTgt spid="112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274"/>
                                        </p:tgtEl>
                                        <p:attrNameLst>
                                          <p:attrName>style.visibility</p:attrName>
                                        </p:attrNameLst>
                                      </p:cBhvr>
                                      <p:to>
                                        <p:strVal val="visible"/>
                                      </p:to>
                                    </p:set>
                                    <p:animEffect transition="in" filter="wipe(left)">
                                      <p:cBhvr>
                                        <p:cTn id="17" dur="500"/>
                                        <p:tgtEl>
                                          <p:spTgt spid="112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271"/>
                                        </p:tgtEl>
                                        <p:attrNameLst>
                                          <p:attrName>style.visibility</p:attrName>
                                        </p:attrNameLst>
                                      </p:cBhvr>
                                      <p:to>
                                        <p:strVal val="visible"/>
                                      </p:to>
                                    </p:set>
                                    <p:animEffect transition="in" filter="wipe(left)">
                                      <p:cBhvr>
                                        <p:cTn id="22" dur="500"/>
                                        <p:tgtEl>
                                          <p:spTgt spid="112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293"/>
                                        </p:tgtEl>
                                        <p:attrNameLst>
                                          <p:attrName>style.visibility</p:attrName>
                                        </p:attrNameLst>
                                      </p:cBhvr>
                                      <p:to>
                                        <p:strVal val="visible"/>
                                      </p:to>
                                    </p:set>
                                    <p:animEffect transition="in" filter="wipe(left)">
                                      <p:cBhvr>
                                        <p:cTn id="27" dur="500"/>
                                        <p:tgtEl>
                                          <p:spTgt spid="1129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295"/>
                                        </p:tgtEl>
                                        <p:attrNameLst>
                                          <p:attrName>style.visibility</p:attrName>
                                        </p:attrNameLst>
                                      </p:cBhvr>
                                      <p:to>
                                        <p:strVal val="visible"/>
                                      </p:to>
                                    </p:set>
                                    <p:animEffect transition="in" filter="wipe(left)">
                                      <p:cBhvr>
                                        <p:cTn id="32" dur="500"/>
                                        <p:tgtEl>
                                          <p:spTgt spid="1129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283"/>
                                        </p:tgtEl>
                                        <p:attrNameLst>
                                          <p:attrName>style.visibility</p:attrName>
                                        </p:attrNameLst>
                                      </p:cBhvr>
                                      <p:to>
                                        <p:strVal val="visible"/>
                                      </p:to>
                                    </p:set>
                                    <p:animEffect transition="in" filter="wipe(left)">
                                      <p:cBhvr>
                                        <p:cTn id="37" dur="500"/>
                                        <p:tgtEl>
                                          <p:spTgt spid="1128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294"/>
                                        </p:tgtEl>
                                        <p:attrNameLst>
                                          <p:attrName>style.visibility</p:attrName>
                                        </p:attrNameLst>
                                      </p:cBhvr>
                                      <p:to>
                                        <p:strVal val="visible"/>
                                      </p:to>
                                    </p:set>
                                    <p:animEffect transition="in" filter="wipe(left)">
                                      <p:cBhvr>
                                        <p:cTn id="42" dur="500"/>
                                        <p:tgtEl>
                                          <p:spTgt spid="1129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284"/>
                                        </p:tgtEl>
                                        <p:attrNameLst>
                                          <p:attrName>style.visibility</p:attrName>
                                        </p:attrNameLst>
                                      </p:cBhvr>
                                      <p:to>
                                        <p:strVal val="visible"/>
                                      </p:to>
                                    </p:set>
                                    <p:animEffect transition="in" filter="wipe(left)">
                                      <p:cBhvr>
                                        <p:cTn id="47" dur="500"/>
                                        <p:tgtEl>
                                          <p:spTgt spid="1128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272"/>
                                        </p:tgtEl>
                                        <p:attrNameLst>
                                          <p:attrName>style.visibility</p:attrName>
                                        </p:attrNameLst>
                                      </p:cBhvr>
                                      <p:to>
                                        <p:strVal val="visible"/>
                                      </p:to>
                                    </p:set>
                                    <p:animEffect transition="in" filter="wipe(left)">
                                      <p:cBhvr>
                                        <p:cTn id="52" dur="500"/>
                                        <p:tgtEl>
                                          <p:spTgt spid="1127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273"/>
                                        </p:tgtEl>
                                        <p:attrNameLst>
                                          <p:attrName>style.visibility</p:attrName>
                                        </p:attrNameLst>
                                      </p:cBhvr>
                                      <p:to>
                                        <p:strVal val="visible"/>
                                      </p:to>
                                    </p:set>
                                    <p:animEffect transition="in" filter="wipe(left)">
                                      <p:cBhvr>
                                        <p:cTn id="57" dur="500"/>
                                        <p:tgtEl>
                                          <p:spTgt spid="1127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285"/>
                                        </p:tgtEl>
                                        <p:attrNameLst>
                                          <p:attrName>style.visibility</p:attrName>
                                        </p:attrNameLst>
                                      </p:cBhvr>
                                      <p:to>
                                        <p:strVal val="visible"/>
                                      </p:to>
                                    </p:set>
                                    <p:animEffect transition="in" filter="wipe(left)">
                                      <p:cBhvr>
                                        <p:cTn id="62" dur="500"/>
                                        <p:tgtEl>
                                          <p:spTgt spid="1128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1286"/>
                                        </p:tgtEl>
                                        <p:attrNameLst>
                                          <p:attrName>style.visibility</p:attrName>
                                        </p:attrNameLst>
                                      </p:cBhvr>
                                      <p:to>
                                        <p:strVal val="visible"/>
                                      </p:to>
                                    </p:set>
                                    <p:animEffect transition="in" filter="wipe(left)">
                                      <p:cBhvr>
                                        <p:cTn id="67" dur="500"/>
                                        <p:tgtEl>
                                          <p:spTgt spid="1128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1287"/>
                                        </p:tgtEl>
                                        <p:attrNameLst>
                                          <p:attrName>style.visibility</p:attrName>
                                        </p:attrNameLst>
                                      </p:cBhvr>
                                      <p:to>
                                        <p:strVal val="visible"/>
                                      </p:to>
                                    </p:set>
                                    <p:animEffect transition="in" filter="wipe(left)">
                                      <p:cBhvr>
                                        <p:cTn id="72" dur="500"/>
                                        <p:tgtEl>
                                          <p:spTgt spid="1128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1275"/>
                                        </p:tgtEl>
                                        <p:attrNameLst>
                                          <p:attrName>style.visibility</p:attrName>
                                        </p:attrNameLst>
                                      </p:cBhvr>
                                      <p:to>
                                        <p:strVal val="visible"/>
                                      </p:to>
                                    </p:set>
                                    <p:animEffect transition="in" filter="wipe(left)">
                                      <p:cBhvr>
                                        <p:cTn id="77" dur="500"/>
                                        <p:tgtEl>
                                          <p:spTgt spid="1127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1276"/>
                                        </p:tgtEl>
                                        <p:attrNameLst>
                                          <p:attrName>style.visibility</p:attrName>
                                        </p:attrNameLst>
                                      </p:cBhvr>
                                      <p:to>
                                        <p:strVal val="visible"/>
                                      </p:to>
                                    </p:set>
                                    <p:animEffect transition="in" filter="wipe(left)">
                                      <p:cBhvr>
                                        <p:cTn id="82" dur="500"/>
                                        <p:tgtEl>
                                          <p:spTgt spid="1127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1277"/>
                                        </p:tgtEl>
                                        <p:attrNameLst>
                                          <p:attrName>style.visibility</p:attrName>
                                        </p:attrNameLst>
                                      </p:cBhvr>
                                      <p:to>
                                        <p:strVal val="visible"/>
                                      </p:to>
                                    </p:set>
                                    <p:animEffect transition="in" filter="wipe(left)">
                                      <p:cBhvr>
                                        <p:cTn id="87" dur="500"/>
                                        <p:tgtEl>
                                          <p:spTgt spid="1127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1278"/>
                                        </p:tgtEl>
                                        <p:attrNameLst>
                                          <p:attrName>style.visibility</p:attrName>
                                        </p:attrNameLst>
                                      </p:cBhvr>
                                      <p:to>
                                        <p:strVal val="visible"/>
                                      </p:to>
                                    </p:set>
                                    <p:animEffect transition="in" filter="wipe(left)">
                                      <p:cBhvr>
                                        <p:cTn id="92" dur="500"/>
                                        <p:tgtEl>
                                          <p:spTgt spid="1127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1279"/>
                                        </p:tgtEl>
                                        <p:attrNameLst>
                                          <p:attrName>style.visibility</p:attrName>
                                        </p:attrNameLst>
                                      </p:cBhvr>
                                      <p:to>
                                        <p:strVal val="visible"/>
                                      </p:to>
                                    </p:set>
                                    <p:animEffect transition="in" filter="wipe(left)">
                                      <p:cBhvr>
                                        <p:cTn id="97" dur="500"/>
                                        <p:tgtEl>
                                          <p:spTgt spid="11279"/>
                                        </p:tgtEl>
                                      </p:cBhvr>
                                    </p:animEffect>
                                  </p:childTnLst>
                                </p:cTn>
                              </p:par>
                            </p:childTnLst>
                          </p:cTn>
                        </p:par>
                        <p:par>
                          <p:cTn id="98" fill="hold">
                            <p:stCondLst>
                              <p:cond delay="500"/>
                            </p:stCondLst>
                            <p:childTnLst>
                              <p:par>
                                <p:cTn id="99" presetID="22" presetClass="entr" presetSubtype="8" fill="hold" nodeType="afterEffect">
                                  <p:stCondLst>
                                    <p:cond delay="0"/>
                                  </p:stCondLst>
                                  <p:childTnLst>
                                    <p:set>
                                      <p:cBhvr>
                                        <p:cTn id="100" dur="1" fill="hold">
                                          <p:stCondLst>
                                            <p:cond delay="0"/>
                                          </p:stCondLst>
                                        </p:cTn>
                                        <p:tgtEl>
                                          <p:spTgt spid="11280"/>
                                        </p:tgtEl>
                                        <p:attrNameLst>
                                          <p:attrName>style.visibility</p:attrName>
                                        </p:attrNameLst>
                                      </p:cBhvr>
                                      <p:to>
                                        <p:strVal val="visible"/>
                                      </p:to>
                                    </p:set>
                                    <p:animEffect transition="in" filter="wipe(left)">
                                      <p:cBhvr>
                                        <p:cTn id="101" dur="500"/>
                                        <p:tgtEl>
                                          <p:spTgt spid="11280"/>
                                        </p:tgtEl>
                                      </p:cBhvr>
                                    </p:animEffect>
                                  </p:childTnLst>
                                </p:cTn>
                              </p:par>
                            </p:childTnLst>
                          </p:cTn>
                        </p:par>
                        <p:par>
                          <p:cTn id="102" fill="hold">
                            <p:stCondLst>
                              <p:cond delay="1000"/>
                            </p:stCondLst>
                            <p:childTnLst>
                              <p:par>
                                <p:cTn id="103" presetID="22" presetClass="entr" presetSubtype="8" fill="hold" nodeType="afterEffect">
                                  <p:stCondLst>
                                    <p:cond delay="0"/>
                                  </p:stCondLst>
                                  <p:childTnLst>
                                    <p:set>
                                      <p:cBhvr>
                                        <p:cTn id="104" dur="1" fill="hold">
                                          <p:stCondLst>
                                            <p:cond delay="0"/>
                                          </p:stCondLst>
                                        </p:cTn>
                                        <p:tgtEl>
                                          <p:spTgt spid="11281"/>
                                        </p:tgtEl>
                                        <p:attrNameLst>
                                          <p:attrName>style.visibility</p:attrName>
                                        </p:attrNameLst>
                                      </p:cBhvr>
                                      <p:to>
                                        <p:strVal val="visible"/>
                                      </p:to>
                                    </p:set>
                                    <p:animEffect transition="in" filter="wipe(left)">
                                      <p:cBhvr>
                                        <p:cTn id="105" dur="500"/>
                                        <p:tgtEl>
                                          <p:spTgt spid="11281"/>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11282"/>
                                        </p:tgtEl>
                                        <p:attrNameLst>
                                          <p:attrName>style.visibility</p:attrName>
                                        </p:attrNameLst>
                                      </p:cBhvr>
                                      <p:to>
                                        <p:strVal val="visible"/>
                                      </p:to>
                                    </p:set>
                                    <p:animEffect transition="in" filter="wipe(left)">
                                      <p:cBhvr>
                                        <p:cTn id="110" dur="500"/>
                                        <p:tgtEl>
                                          <p:spTgt spid="11282"/>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11290"/>
                                        </p:tgtEl>
                                        <p:attrNameLst>
                                          <p:attrName>style.visibility</p:attrName>
                                        </p:attrNameLst>
                                      </p:cBhvr>
                                      <p:to>
                                        <p:strVal val="visible"/>
                                      </p:to>
                                    </p:set>
                                    <p:animEffect transition="in" filter="wipe(left)">
                                      <p:cBhvr>
                                        <p:cTn id="115" dur="500"/>
                                        <p:tgtEl>
                                          <p:spTgt spid="11290"/>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11291"/>
                                        </p:tgtEl>
                                        <p:attrNameLst>
                                          <p:attrName>style.visibility</p:attrName>
                                        </p:attrNameLst>
                                      </p:cBhvr>
                                      <p:to>
                                        <p:strVal val="visible"/>
                                      </p:to>
                                    </p:set>
                                    <p:animEffect transition="in" filter="wipe(left)">
                                      <p:cBhvr>
                                        <p:cTn id="119" dur="500"/>
                                        <p:tgtEl>
                                          <p:spTgt spid="11291"/>
                                        </p:tgtEl>
                                      </p:cBhvr>
                                    </p:animEffect>
                                  </p:childTnLst>
                                </p:cTn>
                              </p:par>
                            </p:childTnLst>
                          </p:cTn>
                        </p:par>
                        <p:par>
                          <p:cTn id="120" fill="hold">
                            <p:stCondLst>
                              <p:cond delay="1000"/>
                            </p:stCondLst>
                            <p:childTnLst>
                              <p:par>
                                <p:cTn id="121" presetID="22" presetClass="entr" presetSubtype="8" fill="hold" nodeType="afterEffect">
                                  <p:stCondLst>
                                    <p:cond delay="0"/>
                                  </p:stCondLst>
                                  <p:childTnLst>
                                    <p:set>
                                      <p:cBhvr>
                                        <p:cTn id="122" dur="1" fill="hold">
                                          <p:stCondLst>
                                            <p:cond delay="0"/>
                                          </p:stCondLst>
                                        </p:cTn>
                                        <p:tgtEl>
                                          <p:spTgt spid="11292"/>
                                        </p:tgtEl>
                                        <p:attrNameLst>
                                          <p:attrName>style.visibility</p:attrName>
                                        </p:attrNameLst>
                                      </p:cBhvr>
                                      <p:to>
                                        <p:strVal val="visible"/>
                                      </p:to>
                                    </p:set>
                                    <p:animEffect transition="in" filter="wipe(left)">
                                      <p:cBhvr>
                                        <p:cTn id="123" dur="500"/>
                                        <p:tgtEl>
                                          <p:spTgt spid="11292"/>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11289"/>
                                        </p:tgtEl>
                                        <p:attrNameLst>
                                          <p:attrName>style.visibility</p:attrName>
                                        </p:attrNameLst>
                                      </p:cBhvr>
                                      <p:to>
                                        <p:strVal val="visible"/>
                                      </p:to>
                                    </p:set>
                                    <p:animEffect transition="in" filter="wipe(left)">
                                      <p:cBhvr>
                                        <p:cTn id="128" dur="500"/>
                                        <p:tgtEl>
                                          <p:spTgt spid="11289"/>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11296"/>
                                        </p:tgtEl>
                                        <p:attrNameLst>
                                          <p:attrName>style.visibility</p:attrName>
                                        </p:attrNameLst>
                                      </p:cBhvr>
                                      <p:to>
                                        <p:strVal val="visible"/>
                                      </p:to>
                                    </p:set>
                                    <p:animEffect transition="in" filter="wipe(left)">
                                      <p:cBhvr>
                                        <p:cTn id="133" dur="500"/>
                                        <p:tgtEl>
                                          <p:spTgt spid="11296"/>
                                        </p:tgtEl>
                                      </p:cBhvr>
                                    </p:animEffect>
                                  </p:childTnLst>
                                </p:cTn>
                              </p:par>
                            </p:childTnLst>
                          </p:cTn>
                        </p:par>
                        <p:par>
                          <p:cTn id="134" fill="hold">
                            <p:stCondLst>
                              <p:cond delay="500"/>
                            </p:stCondLst>
                            <p:childTnLst>
                              <p:par>
                                <p:cTn id="135" presetID="22" presetClass="entr" presetSubtype="8" fill="hold" nodeType="afterEffect">
                                  <p:stCondLst>
                                    <p:cond delay="0"/>
                                  </p:stCondLst>
                                  <p:childTnLst>
                                    <p:set>
                                      <p:cBhvr>
                                        <p:cTn id="136" dur="1" fill="hold">
                                          <p:stCondLst>
                                            <p:cond delay="0"/>
                                          </p:stCondLst>
                                        </p:cTn>
                                        <p:tgtEl>
                                          <p:spTgt spid="11288"/>
                                        </p:tgtEl>
                                        <p:attrNameLst>
                                          <p:attrName>style.visibility</p:attrName>
                                        </p:attrNameLst>
                                      </p:cBhvr>
                                      <p:to>
                                        <p:strVal val="visible"/>
                                      </p:to>
                                    </p:set>
                                    <p:animEffect transition="in" filter="wipe(left)">
                                      <p:cBhvr>
                                        <p:cTn id="137" dur="500"/>
                                        <p:tgtEl>
                                          <p:spTgt spid="11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utoUpdateAnimBg="0"/>
      <p:bldP spid="11272" grpId="0" autoUpdateAnimBg="0"/>
      <p:bldP spid="11275" grpId="0" autoUpdateAnimBg="0"/>
      <p:bldP spid="11277" grpId="0" autoUpdateAnimBg="0"/>
      <p:bldP spid="1129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p:cNvGraphicFramePr>
            <a:graphicFrameLocks noChangeAspect="1"/>
          </p:cNvGraphicFramePr>
          <p:nvPr/>
        </p:nvGraphicFramePr>
        <p:xfrm>
          <a:off x="250825" y="3068638"/>
          <a:ext cx="7740650" cy="1120775"/>
        </p:xfrm>
        <a:graphic>
          <a:graphicData uri="http://schemas.openxmlformats.org/presentationml/2006/ole">
            <mc:AlternateContent xmlns:mc="http://schemas.openxmlformats.org/markup-compatibility/2006">
              <mc:Choice xmlns:v="urn:schemas-microsoft-com:vml" Requires="v">
                <p:oleObj name="公式" r:id="rId2" imgW="2984400" imgH="431640" progId="">
                  <p:embed/>
                </p:oleObj>
              </mc:Choice>
              <mc:Fallback>
                <p:oleObj name="公式" r:id="rId2" imgW="2984400" imgH="431640"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3068638"/>
                        <a:ext cx="7740650" cy="1120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1" name="Text Box 3"/>
          <p:cNvSpPr txBox="1">
            <a:spLocks noChangeArrowheads="1"/>
          </p:cNvSpPr>
          <p:nvPr/>
        </p:nvSpPr>
        <p:spPr bwMode="auto">
          <a:xfrm>
            <a:off x="609600" y="2309813"/>
            <a:ext cx="23622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类似可推出</a:t>
            </a:r>
            <a:r>
              <a:rPr kumimoji="1" lang="en-US" altLang="zh-CN" sz="2800">
                <a:solidFill>
                  <a:srgbClr val="000000"/>
                </a:solidFill>
                <a:latin typeface="Times New Roman" pitchFamily="18" charset="0"/>
                <a:ea typeface="楷体_GB2312" pitchFamily="49" charset="-122"/>
              </a:rPr>
              <a:t>:</a:t>
            </a:r>
          </a:p>
        </p:txBody>
      </p:sp>
      <p:graphicFrame>
        <p:nvGraphicFramePr>
          <p:cNvPr id="12292" name="Object 4"/>
          <p:cNvGraphicFramePr>
            <a:graphicFrameLocks noChangeAspect="1"/>
          </p:cNvGraphicFramePr>
          <p:nvPr/>
        </p:nvGraphicFramePr>
        <p:xfrm>
          <a:off x="6705600" y="4419600"/>
          <a:ext cx="2082800" cy="406400"/>
        </p:xfrm>
        <a:graphic>
          <a:graphicData uri="http://schemas.openxmlformats.org/presentationml/2006/ole">
            <mc:AlternateContent xmlns:mc="http://schemas.openxmlformats.org/markup-compatibility/2006">
              <mc:Choice xmlns:v="urn:schemas-microsoft-com:vml" Requires="v">
                <p:oleObj name="Equation" r:id="rId4" imgW="2082600" imgH="406080" progId="">
                  <p:embed/>
                </p:oleObj>
              </mc:Choice>
              <mc:Fallback>
                <p:oleObj name="Equation" r:id="rId4" imgW="2082600" imgH="406080" progId="">
                  <p:embed/>
                  <p:pic>
                    <p:nvPicPr>
                      <p:cNvPr id="0" name="Object 4"/>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6705600" y="4419600"/>
                        <a:ext cx="2082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8" name="Object 5"/>
          <p:cNvGraphicFramePr>
            <a:graphicFrameLocks noChangeAspect="1"/>
          </p:cNvGraphicFramePr>
          <p:nvPr/>
        </p:nvGraphicFramePr>
        <p:xfrm>
          <a:off x="6680200" y="1600200"/>
          <a:ext cx="2082800" cy="406400"/>
        </p:xfrm>
        <a:graphic>
          <a:graphicData uri="http://schemas.openxmlformats.org/presentationml/2006/ole">
            <mc:AlternateContent xmlns:mc="http://schemas.openxmlformats.org/markup-compatibility/2006">
              <mc:Choice xmlns:v="urn:schemas-microsoft-com:vml" Requires="v">
                <p:oleObj name="Equation" r:id="rId6" imgW="2082600" imgH="406080" progId="">
                  <p:embed/>
                </p:oleObj>
              </mc:Choice>
              <mc:Fallback>
                <p:oleObj name="Equation" r:id="rId6" imgW="2082600" imgH="406080" progId="">
                  <p:embed/>
                  <p:pic>
                    <p:nvPicPr>
                      <p:cNvPr id="0" name="Object 5"/>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6680200" y="1600200"/>
                        <a:ext cx="2082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9" name="Object 6"/>
          <p:cNvGraphicFramePr>
            <a:graphicFrameLocks noChangeAspect="1"/>
          </p:cNvGraphicFramePr>
          <p:nvPr/>
        </p:nvGraphicFramePr>
        <p:xfrm>
          <a:off x="323850" y="333375"/>
          <a:ext cx="8027988" cy="1071563"/>
        </p:xfrm>
        <a:graphic>
          <a:graphicData uri="http://schemas.openxmlformats.org/presentationml/2006/ole">
            <mc:AlternateContent xmlns:mc="http://schemas.openxmlformats.org/markup-compatibility/2006">
              <mc:Choice xmlns:v="urn:schemas-microsoft-com:vml" Requires="v">
                <p:oleObj name="公式" r:id="rId8" imgW="3238200" imgH="431640" progId="">
                  <p:embed/>
                </p:oleObj>
              </mc:Choice>
              <mc:Fallback>
                <p:oleObj name="公式" r:id="rId8" imgW="3238200" imgH="431640" progId="">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850" y="333375"/>
                        <a:ext cx="8027988" cy="1071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wipe(left)">
                                      <p:cBhvr>
                                        <p:cTn id="12" dur="500"/>
                                        <p:tgtEl>
                                          <p:spTgt spid="12290"/>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2292"/>
                                        </p:tgtEl>
                                        <p:attrNameLst>
                                          <p:attrName>style.visibility</p:attrName>
                                        </p:attrNameLst>
                                      </p:cBhvr>
                                      <p:to>
                                        <p:strVal val="visible"/>
                                      </p:to>
                                    </p:set>
                                    <p:animEffect transition="in" filter="wipe(left)">
                                      <p:cBhvr>
                                        <p:cTn id="16"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4" name="Rectangle 2"/>
          <p:cNvSpPr>
            <a:spLocks noGrp="1" noChangeArrowheads="1"/>
          </p:cNvSpPr>
          <p:nvPr>
            <p:ph type="title" idx="4294967295"/>
          </p:nvPr>
        </p:nvSpPr>
        <p:spPr>
          <a:xfrm>
            <a:off x="0" y="0"/>
            <a:ext cx="2819400" cy="609600"/>
          </a:xfrm>
        </p:spPr>
        <p:txBody>
          <a:bodyPr/>
          <a:lstStyle/>
          <a:p>
            <a:pPr algn="l" eaLnBrk="1" hangingPunct="1"/>
            <a:r>
              <a:rPr lang="en-US" altLang="zh-CN" sz="2800" b="1">
                <a:solidFill>
                  <a:srgbClr val="CC0000"/>
                </a:solidFill>
                <a:ea typeface="楷体_GB2312" pitchFamily="49" charset="-122"/>
              </a:rPr>
              <a:t>2. </a:t>
            </a:r>
            <a:r>
              <a:rPr lang="zh-CN" altLang="en-US" sz="2800" b="1">
                <a:solidFill>
                  <a:srgbClr val="CC0000"/>
                </a:solidFill>
                <a:ea typeface="楷体_GB2312" pitchFamily="49" charset="-122"/>
              </a:rPr>
              <a:t>间接展开法</a:t>
            </a:r>
            <a:endParaRPr lang="zh-CN" altLang="en-US" sz="2800">
              <a:solidFill>
                <a:srgbClr val="CC0000"/>
              </a:solidFill>
              <a:ea typeface="楷体_GB2312" pitchFamily="49" charset="-122"/>
            </a:endParaRPr>
          </a:p>
        </p:txBody>
      </p:sp>
      <p:graphicFrame>
        <p:nvGraphicFramePr>
          <p:cNvPr id="19459" name="Object 3"/>
          <p:cNvGraphicFramePr>
            <a:graphicFrameLocks noChangeAspect="1"/>
          </p:cNvGraphicFramePr>
          <p:nvPr/>
        </p:nvGraphicFramePr>
        <p:xfrm>
          <a:off x="2411413" y="1268413"/>
          <a:ext cx="889000" cy="876300"/>
        </p:xfrm>
        <a:graphic>
          <a:graphicData uri="http://schemas.openxmlformats.org/presentationml/2006/ole">
            <mc:AlternateContent xmlns:mc="http://schemas.openxmlformats.org/markup-compatibility/2006">
              <mc:Choice xmlns:v="urn:schemas-microsoft-com:vml" Requires="v">
                <p:oleObj name="Equation" r:id="rId2" imgW="888840" imgH="876240" progId="">
                  <p:embed/>
                </p:oleObj>
              </mc:Choice>
              <mc:Fallback>
                <p:oleObj name="Equation" r:id="rId2" imgW="888840" imgH="876240" progId="">
                  <p:embed/>
                  <p:pic>
                    <p:nvPicPr>
                      <p:cNvPr id="0" name="Object 3"/>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2411413" y="1268413"/>
                        <a:ext cx="8890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0" name="Object 4"/>
          <p:cNvGraphicFramePr>
            <a:graphicFrameLocks noChangeAspect="1"/>
          </p:cNvGraphicFramePr>
          <p:nvPr/>
        </p:nvGraphicFramePr>
        <p:xfrm>
          <a:off x="1979613" y="2276475"/>
          <a:ext cx="990600" cy="850900"/>
        </p:xfrm>
        <a:graphic>
          <a:graphicData uri="http://schemas.openxmlformats.org/presentationml/2006/ole">
            <mc:AlternateContent xmlns:mc="http://schemas.openxmlformats.org/markup-compatibility/2006">
              <mc:Choice xmlns:v="urn:schemas-microsoft-com:vml" Requires="v">
                <p:oleObj name="Equation" r:id="rId4" imgW="990360" imgH="850680" progId="">
                  <p:embed/>
                </p:oleObj>
              </mc:Choice>
              <mc:Fallback>
                <p:oleObj name="Equation" r:id="rId4" imgW="990360" imgH="85068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2276475"/>
                        <a:ext cx="990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1" name="Text Box 5"/>
          <p:cNvSpPr txBox="1">
            <a:spLocks noChangeArrowheads="1"/>
          </p:cNvSpPr>
          <p:nvPr/>
        </p:nvSpPr>
        <p:spPr bwMode="auto">
          <a:xfrm>
            <a:off x="971550" y="404813"/>
            <a:ext cx="7924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利用一些已知的函数展开式及幂级数的运算性质</a:t>
            </a:r>
            <a:r>
              <a:rPr kumimoji="1" lang="en-US" altLang="zh-CN" sz="2800">
                <a:solidFill>
                  <a:srgbClr val="000000"/>
                </a:solidFill>
                <a:latin typeface="Times New Roman" pitchFamily="18" charset="0"/>
                <a:ea typeface="楷体_GB2312" pitchFamily="49" charset="-122"/>
              </a:rPr>
              <a:t>, </a:t>
            </a:r>
          </a:p>
        </p:txBody>
      </p:sp>
      <p:sp>
        <p:nvSpPr>
          <p:cNvPr id="19462" name="Text Box 6"/>
          <p:cNvSpPr txBox="1">
            <a:spLocks noChangeArrowheads="1"/>
          </p:cNvSpPr>
          <p:nvPr/>
        </p:nvSpPr>
        <p:spPr bwMode="auto">
          <a:xfrm>
            <a:off x="468313" y="1484313"/>
            <a:ext cx="22860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dirty="0">
                <a:solidFill>
                  <a:srgbClr val="333399"/>
                </a:solidFill>
                <a:latin typeface="Times New Roman" pitchFamily="18" charset="0"/>
                <a:ea typeface="楷体_GB2312" pitchFamily="49" charset="-122"/>
              </a:rPr>
              <a:t>例</a:t>
            </a:r>
            <a:r>
              <a:rPr kumimoji="1" lang="en-US" altLang="zh-CN" sz="2800" b="1" dirty="0">
                <a:solidFill>
                  <a:srgbClr val="333399"/>
                </a:solidFill>
                <a:latin typeface="Times New Roman" pitchFamily="18" charset="0"/>
                <a:ea typeface="楷体_GB2312" pitchFamily="49" charset="-122"/>
              </a:rPr>
              <a:t>3.</a:t>
            </a:r>
            <a:r>
              <a:rPr kumimoji="1" lang="en-US" altLang="zh-CN" sz="2800" dirty="0">
                <a:solidFill>
                  <a:srgbClr val="000000"/>
                </a:solidFill>
                <a:latin typeface="Times New Roman" pitchFamily="18" charset="0"/>
                <a:ea typeface="楷体_GB2312" pitchFamily="49" charset="-122"/>
              </a:rPr>
              <a:t> </a:t>
            </a:r>
            <a:r>
              <a:rPr kumimoji="1" lang="zh-CN" altLang="en-US" sz="2800" dirty="0">
                <a:solidFill>
                  <a:srgbClr val="000000"/>
                </a:solidFill>
                <a:latin typeface="Times New Roman" pitchFamily="18" charset="0"/>
                <a:ea typeface="楷体_GB2312" pitchFamily="49" charset="-122"/>
              </a:rPr>
              <a:t>将函数</a:t>
            </a:r>
          </a:p>
        </p:txBody>
      </p:sp>
      <p:sp>
        <p:nvSpPr>
          <p:cNvPr id="19463" name="Text Box 7"/>
          <p:cNvSpPr txBox="1">
            <a:spLocks noChangeArrowheads="1"/>
          </p:cNvSpPr>
          <p:nvPr/>
        </p:nvSpPr>
        <p:spPr bwMode="auto">
          <a:xfrm>
            <a:off x="3492500" y="1484313"/>
            <a:ext cx="3276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展开成 </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的幂级数</a:t>
            </a:r>
            <a:r>
              <a:rPr kumimoji="1" lang="en-US" altLang="zh-CN" sz="2800">
                <a:solidFill>
                  <a:srgbClr val="000000"/>
                </a:solidFill>
                <a:latin typeface="Times New Roman" pitchFamily="18" charset="0"/>
                <a:ea typeface="楷体_GB2312" pitchFamily="49" charset="-122"/>
              </a:rPr>
              <a:t>.</a:t>
            </a:r>
          </a:p>
        </p:txBody>
      </p:sp>
      <p:sp>
        <p:nvSpPr>
          <p:cNvPr id="19464" name="Text Box 8"/>
          <p:cNvSpPr txBox="1">
            <a:spLocks noChangeArrowheads="1"/>
          </p:cNvSpPr>
          <p:nvPr/>
        </p:nvSpPr>
        <p:spPr bwMode="auto">
          <a:xfrm>
            <a:off x="0" y="2420938"/>
            <a:ext cx="1828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解</a:t>
            </a:r>
            <a:r>
              <a:rPr kumimoji="1" lang="en-US" altLang="zh-CN" sz="2800" b="1">
                <a:solidFill>
                  <a:srgbClr val="333399"/>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因为</a:t>
            </a:r>
          </a:p>
        </p:txBody>
      </p:sp>
      <p:graphicFrame>
        <p:nvGraphicFramePr>
          <p:cNvPr id="19465" name="Object 9"/>
          <p:cNvGraphicFramePr>
            <a:graphicFrameLocks noChangeAspect="1"/>
          </p:cNvGraphicFramePr>
          <p:nvPr/>
        </p:nvGraphicFramePr>
        <p:xfrm>
          <a:off x="3059113" y="2420938"/>
          <a:ext cx="4241800" cy="520700"/>
        </p:xfrm>
        <a:graphic>
          <a:graphicData uri="http://schemas.openxmlformats.org/presentationml/2006/ole">
            <mc:AlternateContent xmlns:mc="http://schemas.openxmlformats.org/markup-compatibility/2006">
              <mc:Choice xmlns:v="urn:schemas-microsoft-com:vml" Requires="v">
                <p:oleObj name="Equation" r:id="rId6" imgW="4241520" imgH="520560" progId="">
                  <p:embed/>
                </p:oleObj>
              </mc:Choice>
              <mc:Fallback>
                <p:oleObj name="Equation" r:id="rId6" imgW="4241520" imgH="520560" progId="">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59113" y="2420938"/>
                        <a:ext cx="42418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6" name="Object 10"/>
          <p:cNvGraphicFramePr>
            <a:graphicFrameLocks noChangeAspect="1"/>
          </p:cNvGraphicFramePr>
          <p:nvPr/>
        </p:nvGraphicFramePr>
        <p:xfrm>
          <a:off x="7327900" y="2924175"/>
          <a:ext cx="1816100" cy="406400"/>
        </p:xfrm>
        <a:graphic>
          <a:graphicData uri="http://schemas.openxmlformats.org/presentationml/2006/ole">
            <mc:AlternateContent xmlns:mc="http://schemas.openxmlformats.org/markup-compatibility/2006">
              <mc:Choice xmlns:v="urn:schemas-microsoft-com:vml" Requires="v">
                <p:oleObj name="Equation" r:id="rId8" imgW="1815840" imgH="406080" progId="">
                  <p:embed/>
                </p:oleObj>
              </mc:Choice>
              <mc:Fallback>
                <p:oleObj name="Equation" r:id="rId8" imgW="1815840" imgH="406080" progId="">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27900" y="2924175"/>
                        <a:ext cx="18161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7" name="Text Box 11"/>
          <p:cNvSpPr txBox="1">
            <a:spLocks noChangeArrowheads="1"/>
          </p:cNvSpPr>
          <p:nvPr/>
        </p:nvSpPr>
        <p:spPr bwMode="auto">
          <a:xfrm>
            <a:off x="323850" y="3357563"/>
            <a:ext cx="1828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把 </a:t>
            </a:r>
            <a:r>
              <a:rPr kumimoji="1" lang="en-US" altLang="zh-CN" sz="2800" i="1">
                <a:solidFill>
                  <a:srgbClr val="CC0000"/>
                </a:solidFill>
                <a:latin typeface="Times New Roman" pitchFamily="18" charset="0"/>
                <a:ea typeface="楷体_GB2312" pitchFamily="49" charset="-122"/>
              </a:rPr>
              <a:t>x</a:t>
            </a:r>
            <a:r>
              <a:rPr kumimoji="1" lang="en-US" altLang="zh-CN" sz="2800">
                <a:solidFill>
                  <a:srgbClr val="CC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换成</a:t>
            </a:r>
          </a:p>
        </p:txBody>
      </p:sp>
      <p:graphicFrame>
        <p:nvGraphicFramePr>
          <p:cNvPr id="19468" name="Object 12"/>
          <p:cNvGraphicFramePr>
            <a:graphicFrameLocks noChangeAspect="1"/>
          </p:cNvGraphicFramePr>
          <p:nvPr/>
        </p:nvGraphicFramePr>
        <p:xfrm>
          <a:off x="1908175" y="3357563"/>
          <a:ext cx="384175" cy="452437"/>
        </p:xfrm>
        <a:graphic>
          <a:graphicData uri="http://schemas.openxmlformats.org/presentationml/2006/ole">
            <mc:AlternateContent xmlns:mc="http://schemas.openxmlformats.org/markup-compatibility/2006">
              <mc:Choice xmlns:v="urn:schemas-microsoft-com:vml" Requires="v">
                <p:oleObj name="Equation" r:id="rId10" imgW="380880" imgH="444240" progId="">
                  <p:embed/>
                </p:oleObj>
              </mc:Choice>
              <mc:Fallback>
                <p:oleObj name="Equation" r:id="rId10" imgW="380880" imgH="444240" progId="">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8175" y="3357563"/>
                        <a:ext cx="384175" cy="452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9" name="Object 13"/>
          <p:cNvGraphicFramePr>
            <a:graphicFrameLocks noChangeAspect="1"/>
          </p:cNvGraphicFramePr>
          <p:nvPr/>
        </p:nvGraphicFramePr>
        <p:xfrm>
          <a:off x="1331913" y="3789363"/>
          <a:ext cx="1181100" cy="876300"/>
        </p:xfrm>
        <a:graphic>
          <a:graphicData uri="http://schemas.openxmlformats.org/presentationml/2006/ole">
            <mc:AlternateContent xmlns:mc="http://schemas.openxmlformats.org/markup-compatibility/2006">
              <mc:Choice xmlns:v="urn:schemas-microsoft-com:vml" Requires="v">
                <p:oleObj name="Equation" r:id="rId12" imgW="1180800" imgH="876240" progId="">
                  <p:embed/>
                </p:oleObj>
              </mc:Choice>
              <mc:Fallback>
                <p:oleObj name="Equation" r:id="rId12" imgW="1180800" imgH="876240" progId="">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31913" y="3789363"/>
                        <a:ext cx="11811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70" name="Object 14"/>
          <p:cNvGraphicFramePr>
            <a:graphicFrameLocks noChangeAspect="1"/>
          </p:cNvGraphicFramePr>
          <p:nvPr/>
        </p:nvGraphicFramePr>
        <p:xfrm>
          <a:off x="2627313" y="3933825"/>
          <a:ext cx="4546600" cy="508000"/>
        </p:xfrm>
        <a:graphic>
          <a:graphicData uri="http://schemas.openxmlformats.org/presentationml/2006/ole">
            <mc:AlternateContent xmlns:mc="http://schemas.openxmlformats.org/markup-compatibility/2006">
              <mc:Choice xmlns:v="urn:schemas-microsoft-com:vml" Requires="v">
                <p:oleObj name="Equation" r:id="rId14" imgW="4546440" imgH="507960" progId="">
                  <p:embed/>
                </p:oleObj>
              </mc:Choice>
              <mc:Fallback>
                <p:oleObj name="Equation" r:id="rId14" imgW="4546440" imgH="507960" progId="">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27313" y="3933825"/>
                        <a:ext cx="45466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71" name="Object 15"/>
          <p:cNvGraphicFramePr>
            <a:graphicFrameLocks noChangeAspect="1"/>
          </p:cNvGraphicFramePr>
          <p:nvPr>
            <p:extLst>
              <p:ext uri="{D42A27DB-BD31-4B8C-83A1-F6EECF244321}">
                <p14:modId xmlns:p14="http://schemas.microsoft.com/office/powerpoint/2010/main" val="1982250306"/>
              </p:ext>
            </p:extLst>
          </p:nvPr>
        </p:nvGraphicFramePr>
        <p:xfrm>
          <a:off x="7253112" y="4015742"/>
          <a:ext cx="1890888" cy="508000"/>
        </p:xfrm>
        <a:graphic>
          <a:graphicData uri="http://schemas.openxmlformats.org/presentationml/2006/ole">
            <mc:AlternateContent xmlns:mc="http://schemas.openxmlformats.org/markup-compatibility/2006">
              <mc:Choice xmlns:v="urn:schemas-microsoft-com:vml" Requires="v">
                <p:oleObj name="Equation" r:id="rId16" imgW="850680" imgH="228600" progId="Equation.DSMT4">
                  <p:embed/>
                </p:oleObj>
              </mc:Choice>
              <mc:Fallback>
                <p:oleObj name="Equation" r:id="rId16" imgW="850680" imgH="228600" progId="Equation.DSMT4">
                  <p:embed/>
                  <p:pic>
                    <p:nvPicPr>
                      <p:cNvPr id="0" name="Object 15"/>
                      <p:cNvPicPr>
                        <a:picLocks noChangeAspect="1" noChangeArrowheads="1"/>
                      </p:cNvPicPr>
                      <p:nvPr/>
                    </p:nvPicPr>
                    <p:blipFill>
                      <a:blip r:embed="rId17"/>
                      <a:srcRect/>
                      <a:stretch>
                        <a:fillRect/>
                      </a:stretch>
                    </p:blipFill>
                    <p:spPr bwMode="auto">
                      <a:xfrm>
                        <a:off x="7253112" y="4015742"/>
                        <a:ext cx="1890888" cy="508000"/>
                      </a:xfrm>
                      <a:prstGeom prst="rect">
                        <a:avLst/>
                      </a:prstGeom>
                      <a:noFill/>
                    </p:spPr>
                  </p:pic>
                </p:oleObj>
              </mc:Fallback>
            </mc:AlternateContent>
          </a:graphicData>
        </a:graphic>
      </p:graphicFrame>
      <p:sp>
        <p:nvSpPr>
          <p:cNvPr id="19472" name="Text Box 16"/>
          <p:cNvSpPr txBox="1">
            <a:spLocks noChangeArrowheads="1"/>
          </p:cNvSpPr>
          <p:nvPr/>
        </p:nvSpPr>
        <p:spPr bwMode="auto">
          <a:xfrm>
            <a:off x="2339975" y="3357563"/>
            <a:ext cx="717550" cy="519112"/>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得</a:t>
            </a:r>
          </a:p>
        </p:txBody>
      </p:sp>
      <p:sp>
        <p:nvSpPr>
          <p:cNvPr id="19473" name="Text Box 17"/>
          <p:cNvSpPr txBox="1">
            <a:spLocks noChangeArrowheads="1"/>
          </p:cNvSpPr>
          <p:nvPr/>
        </p:nvSpPr>
        <p:spPr bwMode="auto">
          <a:xfrm>
            <a:off x="971550" y="836613"/>
            <a:ext cx="4419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将所给函数展开成 幂级数</a:t>
            </a:r>
            <a:r>
              <a:rPr kumimoji="1" lang="en-US" altLang="zh-CN" sz="2800">
                <a:solidFill>
                  <a:srgbClr val="000000"/>
                </a:solidFill>
                <a:latin typeface="Times New Roman" pitchFamily="18" charset="0"/>
                <a:ea typeface="楷体_GB2312" pitchFamily="49" charset="-122"/>
              </a:rPr>
              <a:t>. </a:t>
            </a:r>
          </a:p>
        </p:txBody>
      </p:sp>
      <p:graphicFrame>
        <p:nvGraphicFramePr>
          <p:cNvPr id="18" name="Object 15">
            <a:extLst>
              <a:ext uri="{FF2B5EF4-FFF2-40B4-BE49-F238E27FC236}">
                <a16:creationId xmlns:a16="http://schemas.microsoft.com/office/drawing/2014/main" id="{0EC45602-A24C-4B1E-8C43-E64750912783}"/>
              </a:ext>
            </a:extLst>
          </p:cNvPr>
          <p:cNvGraphicFramePr>
            <a:graphicFrameLocks noChangeAspect="1"/>
          </p:cNvGraphicFramePr>
          <p:nvPr>
            <p:extLst>
              <p:ext uri="{D42A27DB-BD31-4B8C-83A1-F6EECF244321}">
                <p14:modId xmlns:p14="http://schemas.microsoft.com/office/powerpoint/2010/main" val="3973240728"/>
              </p:ext>
            </p:extLst>
          </p:nvPr>
        </p:nvGraphicFramePr>
        <p:xfrm>
          <a:off x="7359650" y="5118100"/>
          <a:ext cx="1751013" cy="450850"/>
        </p:xfrm>
        <a:graphic>
          <a:graphicData uri="http://schemas.openxmlformats.org/presentationml/2006/ole">
            <mc:AlternateContent xmlns:mc="http://schemas.openxmlformats.org/markup-compatibility/2006">
              <mc:Choice xmlns:v="urn:schemas-microsoft-com:vml" Requires="v">
                <p:oleObj name="Equation" r:id="rId18" imgW="787320" imgH="203040" progId="Equation.DSMT4">
                  <p:embed/>
                </p:oleObj>
              </mc:Choice>
              <mc:Fallback>
                <p:oleObj name="Equation" r:id="rId18" imgW="787320" imgH="203040" progId="Equation.DSMT4">
                  <p:embed/>
                  <p:pic>
                    <p:nvPicPr>
                      <p:cNvPr id="19471" name="Object 15"/>
                      <p:cNvPicPr>
                        <a:picLocks noChangeAspect="1" noChangeArrowheads="1"/>
                      </p:cNvPicPr>
                      <p:nvPr/>
                    </p:nvPicPr>
                    <p:blipFill>
                      <a:blip r:embed="rId19"/>
                      <a:srcRect/>
                      <a:stretch>
                        <a:fillRect/>
                      </a:stretch>
                    </p:blipFill>
                    <p:spPr bwMode="auto">
                      <a:xfrm>
                        <a:off x="7359650" y="5118100"/>
                        <a:ext cx="1751013" cy="450850"/>
                      </a:xfrm>
                      <a:prstGeom prst="rect">
                        <a:avLst/>
                      </a:prstGeom>
                      <a:noFill/>
                    </p:spPr>
                  </p:pic>
                </p:oleObj>
              </mc:Fallback>
            </mc:AlternateContent>
          </a:graphicData>
        </a:graphic>
      </p:graphicFrame>
      <p:sp>
        <p:nvSpPr>
          <p:cNvPr id="2" name="箭头: 上下 1">
            <a:extLst>
              <a:ext uri="{FF2B5EF4-FFF2-40B4-BE49-F238E27FC236}">
                <a16:creationId xmlns:a16="http://schemas.microsoft.com/office/drawing/2014/main" id="{FB8A8501-828C-4513-8A57-8F25F6FC8455}"/>
              </a:ext>
            </a:extLst>
          </p:cNvPr>
          <p:cNvSpPr/>
          <p:nvPr/>
        </p:nvSpPr>
        <p:spPr>
          <a:xfrm>
            <a:off x="8235156" y="4523742"/>
            <a:ext cx="225276" cy="59435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Effect transition="in" filter="wipe(left)">
                                      <p:cBhvr>
                                        <p:cTn id="7" dur="500"/>
                                        <p:tgtEl>
                                          <p:spTgt spid="194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73">
                                            <p:txEl>
                                              <p:pRg st="0" end="0"/>
                                            </p:txEl>
                                          </p:spTgt>
                                        </p:tgtEl>
                                        <p:attrNameLst>
                                          <p:attrName>style.visibility</p:attrName>
                                        </p:attrNameLst>
                                      </p:cBhvr>
                                      <p:to>
                                        <p:strVal val="visible"/>
                                      </p:to>
                                    </p:set>
                                    <p:animEffect transition="in" filter="wipe(left)">
                                      <p:cBhvr>
                                        <p:cTn id="12" dur="500"/>
                                        <p:tgtEl>
                                          <p:spTgt spid="1947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62">
                                            <p:txEl>
                                              <p:pRg st="0" end="0"/>
                                            </p:txEl>
                                          </p:spTgt>
                                        </p:tgtEl>
                                        <p:attrNameLst>
                                          <p:attrName>style.visibility</p:attrName>
                                        </p:attrNameLst>
                                      </p:cBhvr>
                                      <p:to>
                                        <p:strVal val="visible"/>
                                      </p:to>
                                    </p:set>
                                    <p:animEffect transition="in" filter="wipe(left)">
                                      <p:cBhvr>
                                        <p:cTn id="17" dur="500"/>
                                        <p:tgtEl>
                                          <p:spTgt spid="19462">
                                            <p:txEl>
                                              <p:pRg st="0" end="0"/>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9459"/>
                                        </p:tgtEl>
                                        <p:attrNameLst>
                                          <p:attrName>style.visibility</p:attrName>
                                        </p:attrNameLst>
                                      </p:cBhvr>
                                      <p:to>
                                        <p:strVal val="visible"/>
                                      </p:to>
                                    </p:set>
                                    <p:animEffect transition="in" filter="wipe(left)">
                                      <p:cBhvr>
                                        <p:cTn id="21" dur="500"/>
                                        <p:tgtEl>
                                          <p:spTgt spid="19459"/>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9463">
                                            <p:txEl>
                                              <p:pRg st="0" end="0"/>
                                            </p:txEl>
                                          </p:spTgt>
                                        </p:tgtEl>
                                        <p:attrNameLst>
                                          <p:attrName>style.visibility</p:attrName>
                                        </p:attrNameLst>
                                      </p:cBhvr>
                                      <p:to>
                                        <p:strVal val="visible"/>
                                      </p:to>
                                    </p:set>
                                    <p:animEffect transition="in" filter="wipe(left)">
                                      <p:cBhvr>
                                        <p:cTn id="25" dur="500"/>
                                        <p:tgtEl>
                                          <p:spTgt spid="1946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9464">
                                            <p:txEl>
                                              <p:pRg st="0" end="0"/>
                                            </p:txEl>
                                          </p:spTgt>
                                        </p:tgtEl>
                                        <p:attrNameLst>
                                          <p:attrName>style.visibility</p:attrName>
                                        </p:attrNameLst>
                                      </p:cBhvr>
                                      <p:to>
                                        <p:strVal val="visible"/>
                                      </p:to>
                                    </p:set>
                                    <p:animEffect transition="in" filter="wipe(left)">
                                      <p:cBhvr>
                                        <p:cTn id="30" dur="500"/>
                                        <p:tgtEl>
                                          <p:spTgt spid="19464">
                                            <p:txEl>
                                              <p:pRg st="0" end="0"/>
                                            </p:txEl>
                                          </p:spTgt>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19460"/>
                                        </p:tgtEl>
                                        <p:attrNameLst>
                                          <p:attrName>style.visibility</p:attrName>
                                        </p:attrNameLst>
                                      </p:cBhvr>
                                      <p:to>
                                        <p:strVal val="visible"/>
                                      </p:to>
                                    </p:set>
                                    <p:animEffect transition="in" filter="wipe(left)">
                                      <p:cBhvr>
                                        <p:cTn id="34" dur="500"/>
                                        <p:tgtEl>
                                          <p:spTgt spid="1946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9465"/>
                                        </p:tgtEl>
                                        <p:attrNameLst>
                                          <p:attrName>style.visibility</p:attrName>
                                        </p:attrNameLst>
                                      </p:cBhvr>
                                      <p:to>
                                        <p:strVal val="visible"/>
                                      </p:to>
                                    </p:set>
                                    <p:animEffect transition="in" filter="wipe(left)">
                                      <p:cBhvr>
                                        <p:cTn id="39" dur="500"/>
                                        <p:tgtEl>
                                          <p:spTgt spid="1946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9466"/>
                                        </p:tgtEl>
                                        <p:attrNameLst>
                                          <p:attrName>style.visibility</p:attrName>
                                        </p:attrNameLst>
                                      </p:cBhvr>
                                      <p:to>
                                        <p:strVal val="visible"/>
                                      </p:to>
                                    </p:set>
                                    <p:animEffect transition="in" filter="wipe(left)">
                                      <p:cBhvr>
                                        <p:cTn id="44" dur="500"/>
                                        <p:tgtEl>
                                          <p:spTgt spid="1946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9467">
                                            <p:txEl>
                                              <p:pRg st="0" end="0"/>
                                            </p:txEl>
                                          </p:spTgt>
                                        </p:tgtEl>
                                        <p:attrNameLst>
                                          <p:attrName>style.visibility</p:attrName>
                                        </p:attrNameLst>
                                      </p:cBhvr>
                                      <p:to>
                                        <p:strVal val="visible"/>
                                      </p:to>
                                    </p:set>
                                    <p:animEffect transition="in" filter="wipe(left)">
                                      <p:cBhvr>
                                        <p:cTn id="49" dur="500"/>
                                        <p:tgtEl>
                                          <p:spTgt spid="19467">
                                            <p:txEl>
                                              <p:pRg st="0" end="0"/>
                                            </p:txEl>
                                          </p:spTgt>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19468"/>
                                        </p:tgtEl>
                                        <p:attrNameLst>
                                          <p:attrName>style.visibility</p:attrName>
                                        </p:attrNameLst>
                                      </p:cBhvr>
                                      <p:to>
                                        <p:strVal val="visible"/>
                                      </p:to>
                                    </p:set>
                                    <p:animEffect transition="in" filter="wipe(left)">
                                      <p:cBhvr>
                                        <p:cTn id="53" dur="500"/>
                                        <p:tgtEl>
                                          <p:spTgt spid="1946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9472">
                                            <p:txEl>
                                              <p:pRg st="0" end="0"/>
                                            </p:txEl>
                                          </p:spTgt>
                                        </p:tgtEl>
                                        <p:attrNameLst>
                                          <p:attrName>style.visibility</p:attrName>
                                        </p:attrNameLst>
                                      </p:cBhvr>
                                      <p:to>
                                        <p:strVal val="visible"/>
                                      </p:to>
                                    </p:set>
                                    <p:animEffect transition="in" filter="wipe(left)">
                                      <p:cBhvr>
                                        <p:cTn id="58" dur="500"/>
                                        <p:tgtEl>
                                          <p:spTgt spid="19472">
                                            <p:txEl>
                                              <p:pRg st="0" end="0"/>
                                            </p:txEl>
                                          </p:spTgt>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19469"/>
                                        </p:tgtEl>
                                        <p:attrNameLst>
                                          <p:attrName>style.visibility</p:attrName>
                                        </p:attrNameLst>
                                      </p:cBhvr>
                                      <p:to>
                                        <p:strVal val="visible"/>
                                      </p:to>
                                    </p:set>
                                    <p:animEffect transition="in" filter="wipe(left)">
                                      <p:cBhvr>
                                        <p:cTn id="62" dur="500"/>
                                        <p:tgtEl>
                                          <p:spTgt spid="1946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9470"/>
                                        </p:tgtEl>
                                        <p:attrNameLst>
                                          <p:attrName>style.visibility</p:attrName>
                                        </p:attrNameLst>
                                      </p:cBhvr>
                                      <p:to>
                                        <p:strVal val="visible"/>
                                      </p:to>
                                    </p:set>
                                    <p:animEffect transition="in" filter="wipe(left)">
                                      <p:cBhvr>
                                        <p:cTn id="67" dur="500"/>
                                        <p:tgtEl>
                                          <p:spTgt spid="1947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9471"/>
                                        </p:tgtEl>
                                        <p:attrNameLst>
                                          <p:attrName>style.visibility</p:attrName>
                                        </p:attrNameLst>
                                      </p:cBhvr>
                                      <p:to>
                                        <p:strVal val="visible"/>
                                      </p:to>
                                    </p:set>
                                    <p:animEffect transition="in" filter="wipe(left)">
                                      <p:cBhvr>
                                        <p:cTn id="72" dur="500"/>
                                        <p:tgtEl>
                                          <p:spTgt spid="1947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uild="p" autoUpdateAnimBg="0"/>
      <p:bldP spid="19462" grpId="0" build="p" autoUpdateAnimBg="0"/>
      <p:bldP spid="19463" grpId="0" build="p" autoUpdateAnimBg="0" advAuto="0"/>
      <p:bldP spid="19464" grpId="0" build="p" autoUpdateAnimBg="0"/>
      <p:bldP spid="19467" grpId="0" build="p" autoUpdateAnimBg="0"/>
      <p:bldP spid="19472" grpId="0" build="p" autoUpdateAnimBg="0"/>
      <p:bldP spid="19473"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40" name="Rectangle 2"/>
          <p:cNvSpPr>
            <a:spLocks noGrp="1" noChangeArrowheads="1"/>
          </p:cNvSpPr>
          <p:nvPr>
            <p:ph type="title" idx="4294967295"/>
          </p:nvPr>
        </p:nvSpPr>
        <p:spPr>
          <a:xfrm>
            <a:off x="323850" y="260350"/>
            <a:ext cx="2209800" cy="609600"/>
          </a:xfrm>
        </p:spPr>
        <p:txBody>
          <a:bodyPr/>
          <a:lstStyle/>
          <a:p>
            <a:pPr algn="l" eaLnBrk="1" hangingPunct="1"/>
            <a:r>
              <a:rPr lang="zh-CN" altLang="en-US" sz="2800" b="1" dirty="0">
                <a:solidFill>
                  <a:schemeClr val="accent2"/>
                </a:solidFill>
                <a:ea typeface="楷体_GB2312" pitchFamily="49" charset="-122"/>
              </a:rPr>
              <a:t>例</a:t>
            </a:r>
            <a:r>
              <a:rPr lang="en-US" altLang="zh-CN" sz="2800" b="1" dirty="0">
                <a:solidFill>
                  <a:schemeClr val="accent2"/>
                </a:solidFill>
                <a:ea typeface="楷体_GB2312" pitchFamily="49" charset="-122"/>
              </a:rPr>
              <a:t>4.</a:t>
            </a:r>
            <a:r>
              <a:rPr lang="en-US" altLang="zh-CN" sz="2800" dirty="0">
                <a:ea typeface="楷体_GB2312" pitchFamily="49" charset="-122"/>
              </a:rPr>
              <a:t> </a:t>
            </a:r>
            <a:r>
              <a:rPr lang="zh-CN" altLang="en-US" sz="2800" dirty="0">
                <a:solidFill>
                  <a:schemeClr val="tx1"/>
                </a:solidFill>
                <a:ea typeface="楷体_GB2312" pitchFamily="49" charset="-122"/>
              </a:rPr>
              <a:t>将函数</a:t>
            </a:r>
            <a:endParaRPr lang="zh-CN" altLang="en-US" sz="2800" dirty="0">
              <a:ea typeface="楷体_GB2312" pitchFamily="49" charset="-122"/>
            </a:endParaRPr>
          </a:p>
        </p:txBody>
      </p:sp>
      <p:graphicFrame>
        <p:nvGraphicFramePr>
          <p:cNvPr id="48130" name="Object 3"/>
          <p:cNvGraphicFramePr>
            <a:graphicFrameLocks noChangeAspect="1"/>
          </p:cNvGraphicFramePr>
          <p:nvPr/>
        </p:nvGraphicFramePr>
        <p:xfrm>
          <a:off x="2578100" y="381000"/>
          <a:ext cx="2298700" cy="406400"/>
        </p:xfrm>
        <a:graphic>
          <a:graphicData uri="http://schemas.openxmlformats.org/presentationml/2006/ole">
            <mc:AlternateContent xmlns:mc="http://schemas.openxmlformats.org/markup-compatibility/2006">
              <mc:Choice xmlns:v="urn:schemas-microsoft-com:vml" Requires="v">
                <p:oleObj name="Equation" r:id="rId2" imgW="2298600" imgH="406080" progId="">
                  <p:embed/>
                </p:oleObj>
              </mc:Choice>
              <mc:Fallback>
                <p:oleObj name="Equation" r:id="rId2" imgW="2298600" imgH="406080" progId="">
                  <p:embed/>
                  <p:pic>
                    <p:nvPicPr>
                      <p:cNvPr id="0" name="Object 3"/>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2578100" y="381000"/>
                        <a:ext cx="2298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41" name="Text Box 4"/>
          <p:cNvSpPr txBox="1">
            <a:spLocks noChangeArrowheads="1"/>
          </p:cNvSpPr>
          <p:nvPr/>
        </p:nvSpPr>
        <p:spPr bwMode="auto">
          <a:xfrm>
            <a:off x="4876800" y="304800"/>
            <a:ext cx="3276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展开成 </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的幂级数</a:t>
            </a:r>
            <a:r>
              <a:rPr kumimoji="1" lang="en-US" altLang="zh-CN" sz="2800">
                <a:solidFill>
                  <a:srgbClr val="000000"/>
                </a:solidFill>
                <a:latin typeface="Times New Roman" pitchFamily="18" charset="0"/>
                <a:ea typeface="楷体_GB2312" pitchFamily="49" charset="-122"/>
              </a:rPr>
              <a:t>.</a:t>
            </a:r>
          </a:p>
        </p:txBody>
      </p:sp>
      <p:sp>
        <p:nvSpPr>
          <p:cNvPr id="20485" name="Text Box 5"/>
          <p:cNvSpPr txBox="1">
            <a:spLocks noChangeArrowheads="1"/>
          </p:cNvSpPr>
          <p:nvPr/>
        </p:nvSpPr>
        <p:spPr bwMode="auto">
          <a:xfrm>
            <a:off x="0" y="908050"/>
            <a:ext cx="1219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解</a:t>
            </a:r>
            <a:r>
              <a:rPr kumimoji="1" lang="en-US" altLang="zh-CN" sz="2800" b="1">
                <a:solidFill>
                  <a:srgbClr val="333399"/>
                </a:solidFill>
                <a:latin typeface="Times New Roman" pitchFamily="18" charset="0"/>
                <a:ea typeface="楷体_GB2312" pitchFamily="49" charset="-122"/>
              </a:rPr>
              <a:t>: </a:t>
            </a:r>
          </a:p>
        </p:txBody>
      </p:sp>
      <p:graphicFrame>
        <p:nvGraphicFramePr>
          <p:cNvPr id="20486" name="Object 6"/>
          <p:cNvGraphicFramePr>
            <a:graphicFrameLocks noChangeAspect="1"/>
          </p:cNvGraphicFramePr>
          <p:nvPr/>
        </p:nvGraphicFramePr>
        <p:xfrm>
          <a:off x="684213" y="765175"/>
          <a:ext cx="1866900" cy="850900"/>
        </p:xfrm>
        <a:graphic>
          <a:graphicData uri="http://schemas.openxmlformats.org/presentationml/2006/ole">
            <mc:AlternateContent xmlns:mc="http://schemas.openxmlformats.org/markup-compatibility/2006">
              <mc:Choice xmlns:v="urn:schemas-microsoft-com:vml" Requires="v">
                <p:oleObj name="Equation" r:id="rId4" imgW="1866600" imgH="850680" progId="">
                  <p:embed/>
                </p:oleObj>
              </mc:Choice>
              <mc:Fallback>
                <p:oleObj name="Equation" r:id="rId4" imgW="1866600" imgH="850680" progId="">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765175"/>
                        <a:ext cx="18669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7" name="Object 7"/>
          <p:cNvGraphicFramePr>
            <a:graphicFrameLocks noChangeAspect="1"/>
          </p:cNvGraphicFramePr>
          <p:nvPr/>
        </p:nvGraphicFramePr>
        <p:xfrm>
          <a:off x="2555875" y="692150"/>
          <a:ext cx="3898900" cy="1016000"/>
        </p:xfrm>
        <a:graphic>
          <a:graphicData uri="http://schemas.openxmlformats.org/presentationml/2006/ole">
            <mc:AlternateContent xmlns:mc="http://schemas.openxmlformats.org/markup-compatibility/2006">
              <mc:Choice xmlns:v="urn:schemas-microsoft-com:vml" Requires="v">
                <p:oleObj name="Equation" r:id="rId6" imgW="3898800" imgH="1015920" progId="">
                  <p:embed/>
                </p:oleObj>
              </mc:Choice>
              <mc:Fallback>
                <p:oleObj name="Equation" r:id="rId6" imgW="3898800" imgH="1015920" progId="">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875" y="692150"/>
                        <a:ext cx="38989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8" name="Text Box 8"/>
          <p:cNvSpPr txBox="1">
            <a:spLocks noChangeArrowheads="1"/>
          </p:cNvSpPr>
          <p:nvPr/>
        </p:nvSpPr>
        <p:spPr bwMode="auto">
          <a:xfrm>
            <a:off x="6443663" y="908050"/>
            <a:ext cx="2700337"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从 </a:t>
            </a:r>
            <a:r>
              <a:rPr kumimoji="1" lang="en-US" altLang="zh-CN" sz="2800">
                <a:solidFill>
                  <a:srgbClr val="000000"/>
                </a:solidFill>
                <a:latin typeface="Times New Roman" pitchFamily="18" charset="0"/>
                <a:ea typeface="楷体_GB2312" pitchFamily="49" charset="-122"/>
              </a:rPr>
              <a:t>0 </a:t>
            </a:r>
            <a:r>
              <a:rPr kumimoji="1" lang="zh-CN" altLang="en-US" sz="2800">
                <a:solidFill>
                  <a:srgbClr val="000000"/>
                </a:solidFill>
                <a:latin typeface="Times New Roman" pitchFamily="18" charset="0"/>
                <a:ea typeface="楷体_GB2312" pitchFamily="49" charset="-122"/>
              </a:rPr>
              <a:t>到 </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积分</a:t>
            </a:r>
          </a:p>
        </p:txBody>
      </p:sp>
      <p:graphicFrame>
        <p:nvGraphicFramePr>
          <p:cNvPr id="20489" name="Object 9"/>
          <p:cNvGraphicFramePr>
            <a:graphicFrameLocks noChangeAspect="1"/>
          </p:cNvGraphicFramePr>
          <p:nvPr/>
        </p:nvGraphicFramePr>
        <p:xfrm>
          <a:off x="684213" y="1557338"/>
          <a:ext cx="3835400" cy="1104900"/>
        </p:xfrm>
        <a:graphic>
          <a:graphicData uri="http://schemas.openxmlformats.org/presentationml/2006/ole">
            <mc:AlternateContent xmlns:mc="http://schemas.openxmlformats.org/markup-compatibility/2006">
              <mc:Choice xmlns:v="urn:schemas-microsoft-com:vml" Requires="v">
                <p:oleObj name="Equation" r:id="rId8" imgW="3835080" imgH="1104840" progId="">
                  <p:embed/>
                </p:oleObj>
              </mc:Choice>
              <mc:Fallback>
                <p:oleObj name="Equation" r:id="rId8" imgW="3835080" imgH="1104840" progId="">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4213" y="1557338"/>
                        <a:ext cx="38354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90" name="Object 10"/>
          <p:cNvGraphicFramePr>
            <a:graphicFrameLocks noChangeAspect="1"/>
          </p:cNvGraphicFramePr>
          <p:nvPr/>
        </p:nvGraphicFramePr>
        <p:xfrm>
          <a:off x="4572000" y="1557338"/>
          <a:ext cx="2438400" cy="1041400"/>
        </p:xfrm>
        <a:graphic>
          <a:graphicData uri="http://schemas.openxmlformats.org/presentationml/2006/ole">
            <mc:AlternateContent xmlns:mc="http://schemas.openxmlformats.org/markup-compatibility/2006">
              <mc:Choice xmlns:v="urn:schemas-microsoft-com:vml" Requires="v">
                <p:oleObj name="Equation" r:id="rId10" imgW="2438280" imgH="1041120" progId="">
                  <p:embed/>
                </p:oleObj>
              </mc:Choice>
              <mc:Fallback>
                <p:oleObj name="Equation" r:id="rId10" imgW="2438280" imgH="1041120" progId="">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0" y="1557338"/>
                        <a:ext cx="24384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1" name="Text Box 11"/>
          <p:cNvSpPr txBox="1">
            <a:spLocks noChangeArrowheads="1"/>
          </p:cNvSpPr>
          <p:nvPr/>
        </p:nvSpPr>
        <p:spPr bwMode="auto">
          <a:xfrm>
            <a:off x="323850" y="3068638"/>
            <a:ext cx="2133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定义且连续</a:t>
            </a:r>
            <a:r>
              <a:rPr kumimoji="1" lang="en-US" altLang="zh-CN" sz="2800">
                <a:solidFill>
                  <a:srgbClr val="000000"/>
                </a:solidFill>
                <a:latin typeface="Times New Roman" pitchFamily="18" charset="0"/>
                <a:ea typeface="楷体_GB2312" pitchFamily="49" charset="-122"/>
              </a:rPr>
              <a:t>, </a:t>
            </a:r>
          </a:p>
        </p:txBody>
      </p:sp>
      <p:sp>
        <p:nvSpPr>
          <p:cNvPr id="20492" name="Text Box 12"/>
          <p:cNvSpPr txBox="1">
            <a:spLocks noChangeArrowheads="1"/>
          </p:cNvSpPr>
          <p:nvPr/>
        </p:nvSpPr>
        <p:spPr bwMode="auto">
          <a:xfrm>
            <a:off x="323850" y="3429000"/>
            <a:ext cx="1371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区间为</a:t>
            </a:r>
          </a:p>
        </p:txBody>
      </p:sp>
      <p:graphicFrame>
        <p:nvGraphicFramePr>
          <p:cNvPr id="20493" name="Object 13"/>
          <p:cNvGraphicFramePr>
            <a:graphicFrameLocks noChangeAspect="1"/>
          </p:cNvGraphicFramePr>
          <p:nvPr/>
        </p:nvGraphicFramePr>
        <p:xfrm>
          <a:off x="1619250" y="3573463"/>
          <a:ext cx="1587500" cy="393700"/>
        </p:xfrm>
        <a:graphic>
          <a:graphicData uri="http://schemas.openxmlformats.org/presentationml/2006/ole">
            <mc:AlternateContent xmlns:mc="http://schemas.openxmlformats.org/markup-compatibility/2006">
              <mc:Choice xmlns:v="urn:schemas-microsoft-com:vml" Requires="v">
                <p:oleObj name="Equation" r:id="rId12" imgW="1587240" imgH="393480" progId="">
                  <p:embed/>
                </p:oleObj>
              </mc:Choice>
              <mc:Fallback>
                <p:oleObj name="Equation" r:id="rId12" imgW="1587240" imgH="393480" progId="">
                  <p:embed/>
                  <p:pic>
                    <p:nvPicPr>
                      <p:cNvPr id="0" name="Object 13"/>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1619250" y="3573463"/>
                        <a:ext cx="15875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4" name="Text Box 14"/>
          <p:cNvSpPr txBox="1">
            <a:spLocks noChangeArrowheads="1"/>
          </p:cNvSpPr>
          <p:nvPr/>
        </p:nvSpPr>
        <p:spPr bwMode="auto">
          <a:xfrm>
            <a:off x="0" y="4005263"/>
            <a:ext cx="25146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利用此题可得</a:t>
            </a:r>
          </a:p>
        </p:txBody>
      </p:sp>
      <p:graphicFrame>
        <p:nvGraphicFramePr>
          <p:cNvPr id="20495" name="Object 15"/>
          <p:cNvGraphicFramePr>
            <a:graphicFrameLocks noChangeAspect="1"/>
          </p:cNvGraphicFramePr>
          <p:nvPr/>
        </p:nvGraphicFramePr>
        <p:xfrm>
          <a:off x="2627313" y="3933825"/>
          <a:ext cx="5799137" cy="850900"/>
        </p:xfrm>
        <a:graphic>
          <a:graphicData uri="http://schemas.openxmlformats.org/presentationml/2006/ole">
            <mc:AlternateContent xmlns:mc="http://schemas.openxmlformats.org/markup-compatibility/2006">
              <mc:Choice xmlns:v="urn:schemas-microsoft-com:vml" Requires="v">
                <p:oleObj name="Equation" r:id="rId14" imgW="5803560" imgH="850680" progId="">
                  <p:embed/>
                </p:oleObj>
              </mc:Choice>
              <mc:Fallback>
                <p:oleObj name="Equation" r:id="rId14" imgW="5803560" imgH="850680" progId="">
                  <p:embed/>
                  <p:pic>
                    <p:nvPicPr>
                      <p:cNvPr id="0" name="Object 15"/>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2627313" y="3933825"/>
                        <a:ext cx="5799137"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96" name="Object 16"/>
          <p:cNvGraphicFramePr>
            <a:graphicFrameLocks noChangeAspect="1"/>
          </p:cNvGraphicFramePr>
          <p:nvPr/>
        </p:nvGraphicFramePr>
        <p:xfrm>
          <a:off x="7308850" y="1773238"/>
          <a:ext cx="1587500" cy="441325"/>
        </p:xfrm>
        <a:graphic>
          <a:graphicData uri="http://schemas.openxmlformats.org/presentationml/2006/ole">
            <mc:AlternateContent xmlns:mc="http://schemas.openxmlformats.org/markup-compatibility/2006">
              <mc:Choice xmlns:v="urn:schemas-microsoft-com:vml" Requires="v">
                <p:oleObj name="公式" r:id="rId16" imgW="634680" imgH="177480" progId="">
                  <p:embed/>
                </p:oleObj>
              </mc:Choice>
              <mc:Fallback>
                <p:oleObj name="公式" r:id="rId16" imgW="634680" imgH="177480" progId="">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308850" y="1773238"/>
                        <a:ext cx="15875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7" name="Rectangle 17"/>
          <p:cNvSpPr>
            <a:spLocks noChangeArrowheads="1"/>
          </p:cNvSpPr>
          <p:nvPr/>
        </p:nvSpPr>
        <p:spPr bwMode="auto">
          <a:xfrm>
            <a:off x="7235825" y="1700213"/>
            <a:ext cx="1676400" cy="609600"/>
          </a:xfrm>
          <a:prstGeom prst="rect">
            <a:avLst/>
          </a:prstGeom>
          <a:solidFill>
            <a:schemeClr val="accent1"/>
          </a:solidFill>
          <a:ln w="9525">
            <a:solidFill>
              <a:srgbClr val="0051A2"/>
            </a:solidFill>
            <a:miter lim="800000"/>
            <a:headEnd/>
            <a:tailEnd/>
          </a:ln>
        </p:spPr>
        <p:txBody>
          <a:bodyPr wrap="none" anchor="ctr"/>
          <a:lstStyle/>
          <a:p>
            <a:pPr fontAlgn="base">
              <a:spcBef>
                <a:spcPct val="0"/>
              </a:spcBef>
              <a:spcAft>
                <a:spcPct val="0"/>
              </a:spcAft>
            </a:pPr>
            <a:endParaRPr lang="zh-CN" altLang="en-US">
              <a:solidFill>
                <a:srgbClr val="000000"/>
              </a:solidFill>
            </a:endParaRPr>
          </a:p>
        </p:txBody>
      </p:sp>
      <p:graphicFrame>
        <p:nvGraphicFramePr>
          <p:cNvPr id="20498" name="Object 18"/>
          <p:cNvGraphicFramePr>
            <a:graphicFrameLocks noChangeAspect="1"/>
          </p:cNvGraphicFramePr>
          <p:nvPr/>
        </p:nvGraphicFramePr>
        <p:xfrm>
          <a:off x="7380288" y="1844675"/>
          <a:ext cx="1447800" cy="317500"/>
        </p:xfrm>
        <a:graphic>
          <a:graphicData uri="http://schemas.openxmlformats.org/presentationml/2006/ole">
            <mc:AlternateContent xmlns:mc="http://schemas.openxmlformats.org/markup-compatibility/2006">
              <mc:Choice xmlns:v="urn:schemas-microsoft-com:vml" Requires="v">
                <p:oleObj name="Equation" r:id="rId18" imgW="1447560" imgH="317160" progId="">
                  <p:embed/>
                </p:oleObj>
              </mc:Choice>
              <mc:Fallback>
                <p:oleObj name="Equation" r:id="rId18" imgW="1447560" imgH="317160" progId="">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380288" y="1844675"/>
                        <a:ext cx="1447800"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9" name="Text Box 19"/>
          <p:cNvSpPr txBox="1">
            <a:spLocks noChangeArrowheads="1"/>
          </p:cNvSpPr>
          <p:nvPr/>
        </p:nvSpPr>
        <p:spPr bwMode="auto">
          <a:xfrm>
            <a:off x="250825" y="2636838"/>
            <a:ext cx="5638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上式右端的幂级数在 </a:t>
            </a:r>
            <a:r>
              <a:rPr kumimoji="1" lang="en-US" altLang="zh-CN" sz="2800" i="1">
                <a:solidFill>
                  <a:srgbClr val="CC0000"/>
                </a:solidFill>
                <a:latin typeface="Times New Roman" pitchFamily="18" charset="0"/>
                <a:ea typeface="楷体_GB2312" pitchFamily="49" charset="-122"/>
              </a:rPr>
              <a:t>x</a:t>
            </a:r>
            <a:r>
              <a:rPr kumimoji="1" lang="en-US" altLang="zh-CN" sz="2800">
                <a:solidFill>
                  <a:srgbClr val="CC0000"/>
                </a:solidFill>
                <a:latin typeface="Times New Roman" pitchFamily="18" charset="0"/>
                <a:ea typeface="楷体_GB2312" pitchFamily="49" charset="-122"/>
              </a:rPr>
              <a:t> </a:t>
            </a:r>
            <a:r>
              <a:rPr kumimoji="1" lang="zh-CN" altLang="en-US" sz="2800">
                <a:solidFill>
                  <a:srgbClr val="CC0000"/>
                </a:solidFill>
                <a:latin typeface="Times New Roman" pitchFamily="18" charset="0"/>
                <a:ea typeface="楷体_GB2312" pitchFamily="49" charset="-122"/>
              </a:rPr>
              <a:t>＝</a:t>
            </a:r>
            <a:r>
              <a:rPr kumimoji="1" lang="en-US" altLang="zh-CN" sz="2800">
                <a:solidFill>
                  <a:srgbClr val="CC0000"/>
                </a:solidFill>
                <a:latin typeface="Times New Roman" pitchFamily="18" charset="0"/>
                <a:ea typeface="楷体_GB2312" pitchFamily="49" charset="-122"/>
              </a:rPr>
              <a:t>1</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收敛 </a:t>
            </a:r>
            <a:r>
              <a:rPr kumimoji="1" lang="en-US" altLang="zh-CN" sz="2800">
                <a:solidFill>
                  <a:srgbClr val="000000"/>
                </a:solidFill>
                <a:latin typeface="Times New Roman" pitchFamily="18" charset="0"/>
                <a:ea typeface="楷体_GB2312" pitchFamily="49" charset="-122"/>
              </a:rPr>
              <a:t>,</a:t>
            </a:r>
          </a:p>
        </p:txBody>
      </p:sp>
      <p:graphicFrame>
        <p:nvGraphicFramePr>
          <p:cNvPr id="20500" name="Object 20"/>
          <p:cNvGraphicFramePr>
            <a:graphicFrameLocks noChangeAspect="1"/>
          </p:cNvGraphicFramePr>
          <p:nvPr/>
        </p:nvGraphicFramePr>
        <p:xfrm>
          <a:off x="5651500" y="2636838"/>
          <a:ext cx="3230563" cy="454025"/>
        </p:xfrm>
        <a:graphic>
          <a:graphicData uri="http://schemas.openxmlformats.org/presentationml/2006/ole">
            <mc:AlternateContent xmlns:mc="http://schemas.openxmlformats.org/markup-compatibility/2006">
              <mc:Choice xmlns:v="urn:schemas-microsoft-com:vml" Requires="v">
                <p:oleObj name="Equation" r:id="rId20" imgW="3251160" imgH="457200" progId="">
                  <p:embed/>
                </p:oleObj>
              </mc:Choice>
              <mc:Fallback>
                <p:oleObj name="Equation" r:id="rId20" imgW="3251160" imgH="457200" progId="">
                  <p:embed/>
                  <p:pic>
                    <p:nvPicPr>
                      <p:cNvPr id="0" name="Object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651500" y="2636838"/>
                        <a:ext cx="3230563"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01" name="Text Box 21"/>
          <p:cNvSpPr txBox="1">
            <a:spLocks noChangeArrowheads="1"/>
          </p:cNvSpPr>
          <p:nvPr/>
        </p:nvSpPr>
        <p:spPr bwMode="auto">
          <a:xfrm>
            <a:off x="2339975" y="3068638"/>
            <a:ext cx="53340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所以展开式对 </a:t>
            </a:r>
            <a:r>
              <a:rPr kumimoji="1" lang="en-US" altLang="zh-CN" sz="2800" i="1">
                <a:solidFill>
                  <a:srgbClr val="CC0000"/>
                </a:solidFill>
                <a:latin typeface="Times New Roman" pitchFamily="18" charset="0"/>
                <a:ea typeface="楷体_GB2312" pitchFamily="49" charset="-122"/>
              </a:rPr>
              <a:t>x</a:t>
            </a:r>
            <a:r>
              <a:rPr kumimoji="1" lang="en-US" altLang="zh-CN" sz="2800">
                <a:solidFill>
                  <a:srgbClr val="CC0000"/>
                </a:solidFill>
                <a:latin typeface="Times New Roman" pitchFamily="18" charset="0"/>
                <a:ea typeface="楷体_GB2312" pitchFamily="49" charset="-122"/>
              </a:rPr>
              <a:t> </a:t>
            </a:r>
            <a:r>
              <a:rPr kumimoji="1" lang="zh-CN" altLang="en-US" sz="2800">
                <a:solidFill>
                  <a:srgbClr val="CC0000"/>
                </a:solidFill>
                <a:latin typeface="Times New Roman" pitchFamily="18" charset="0"/>
                <a:ea typeface="楷体_GB2312" pitchFamily="49" charset="-122"/>
              </a:rPr>
              <a:t>＝</a:t>
            </a:r>
            <a:r>
              <a:rPr kumimoji="1" lang="en-US" altLang="zh-CN" sz="2800">
                <a:solidFill>
                  <a:srgbClr val="CC0000"/>
                </a:solidFill>
                <a:latin typeface="Times New Roman" pitchFamily="18" charset="0"/>
                <a:ea typeface="楷体_GB2312" pitchFamily="49" charset="-122"/>
              </a:rPr>
              <a:t>1</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也是成立的</a:t>
            </a:r>
            <a:r>
              <a:rPr kumimoji="1" lang="en-US" altLang="zh-CN" sz="2800">
                <a:solidFill>
                  <a:srgbClr val="000000"/>
                </a:solidFill>
                <a:latin typeface="Times New Roman" pitchFamily="18" charset="0"/>
                <a:ea typeface="楷体_GB2312" pitchFamily="49" charset="-122"/>
              </a:rPr>
              <a:t>,</a:t>
            </a:r>
          </a:p>
        </p:txBody>
      </p:sp>
      <p:sp>
        <p:nvSpPr>
          <p:cNvPr id="20502" name="Text Box 22"/>
          <p:cNvSpPr txBox="1">
            <a:spLocks noChangeArrowheads="1"/>
          </p:cNvSpPr>
          <p:nvPr/>
        </p:nvSpPr>
        <p:spPr bwMode="auto">
          <a:xfrm>
            <a:off x="7308850" y="3068638"/>
            <a:ext cx="1606550" cy="519112"/>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2800">
                <a:solidFill>
                  <a:srgbClr val="000000"/>
                </a:solidFill>
                <a:latin typeface="Times New Roman" pitchFamily="18" charset="0"/>
                <a:ea typeface="楷体_GB2312" pitchFamily="49" charset="-122"/>
              </a:rPr>
              <a:t>于是收敛</a:t>
            </a:r>
          </a:p>
        </p:txBody>
      </p:sp>
      <p:sp>
        <p:nvSpPr>
          <p:cNvPr id="20503" name="Line 23"/>
          <p:cNvSpPr>
            <a:spLocks noChangeShapeType="1"/>
          </p:cNvSpPr>
          <p:nvPr/>
        </p:nvSpPr>
        <p:spPr bwMode="auto">
          <a:xfrm>
            <a:off x="323850" y="3933825"/>
            <a:ext cx="3810000" cy="0"/>
          </a:xfrm>
          <a:prstGeom prst="line">
            <a:avLst/>
          </a:prstGeom>
          <a:noFill/>
          <a:ln w="28575">
            <a:solidFill>
              <a:schemeClr val="accent2"/>
            </a:solidFill>
            <a:round/>
            <a:headEnd/>
            <a:tailEnd/>
          </a:ln>
        </p:spPr>
        <p:txBody>
          <a:bodyPr/>
          <a:lstStyle/>
          <a:p>
            <a:pPr fontAlgn="base">
              <a:spcBef>
                <a:spcPct val="0"/>
              </a:spcBef>
              <a:spcAft>
                <a:spcPct val="0"/>
              </a:spcAft>
            </a:pPr>
            <a:endParaRPr lang="zh-CN" altLang="en-US">
              <a:solidFill>
                <a:srgbClr val="000000"/>
              </a:solidFill>
            </a:endParaRPr>
          </a:p>
        </p:txBody>
      </p:sp>
      <p:sp>
        <p:nvSpPr>
          <p:cNvPr id="20504" name="Rectangle 24"/>
          <p:cNvSpPr>
            <a:spLocks noChangeArrowheads="1"/>
          </p:cNvSpPr>
          <p:nvPr/>
        </p:nvSpPr>
        <p:spPr bwMode="auto">
          <a:xfrm>
            <a:off x="0" y="1773238"/>
            <a:ext cx="53975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ea typeface="楷体_GB2312" pitchFamily="49" charset="-122"/>
              </a:rPr>
              <a:t>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wipe(left)">
                                      <p:cBhvr>
                                        <p:cTn id="7" dur="500"/>
                                        <p:tgtEl>
                                          <p:spTgt spid="204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486"/>
                                        </p:tgtEl>
                                        <p:attrNameLst>
                                          <p:attrName>style.visibility</p:attrName>
                                        </p:attrNameLst>
                                      </p:cBhvr>
                                      <p:to>
                                        <p:strVal val="visible"/>
                                      </p:to>
                                    </p:set>
                                    <p:animEffect transition="in" filter="wipe(left)">
                                      <p:cBhvr>
                                        <p:cTn id="12" dur="500"/>
                                        <p:tgtEl>
                                          <p:spTgt spid="204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487"/>
                                        </p:tgtEl>
                                        <p:attrNameLst>
                                          <p:attrName>style.visibility</p:attrName>
                                        </p:attrNameLst>
                                      </p:cBhvr>
                                      <p:to>
                                        <p:strVal val="visible"/>
                                      </p:to>
                                    </p:set>
                                    <p:animEffect transition="in" filter="wipe(left)">
                                      <p:cBhvr>
                                        <p:cTn id="17" dur="500"/>
                                        <p:tgtEl>
                                          <p:spTgt spid="204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8"/>
                                        </p:tgtEl>
                                        <p:attrNameLst>
                                          <p:attrName>style.visibility</p:attrName>
                                        </p:attrNameLst>
                                      </p:cBhvr>
                                      <p:to>
                                        <p:strVal val="visible"/>
                                      </p:to>
                                    </p:set>
                                    <p:animEffect transition="in" filter="wipe(left)">
                                      <p:cBhvr>
                                        <p:cTn id="22" dur="500"/>
                                        <p:tgtEl>
                                          <p:spTgt spid="2048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0504"/>
                                        </p:tgtEl>
                                        <p:attrNameLst>
                                          <p:attrName>style.visibility</p:attrName>
                                        </p:attrNameLst>
                                      </p:cBhvr>
                                      <p:to>
                                        <p:strVal val="visible"/>
                                      </p:to>
                                    </p:set>
                                    <p:animEffect transition="in" filter="checkerboard(across)">
                                      <p:cBhvr>
                                        <p:cTn id="27" dur="500"/>
                                        <p:tgtEl>
                                          <p:spTgt spid="205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489"/>
                                        </p:tgtEl>
                                        <p:attrNameLst>
                                          <p:attrName>style.visibility</p:attrName>
                                        </p:attrNameLst>
                                      </p:cBhvr>
                                      <p:to>
                                        <p:strVal val="visible"/>
                                      </p:to>
                                    </p:set>
                                    <p:animEffect transition="in" filter="wipe(left)">
                                      <p:cBhvr>
                                        <p:cTn id="32" dur="500"/>
                                        <p:tgtEl>
                                          <p:spTgt spid="2048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490"/>
                                        </p:tgtEl>
                                        <p:attrNameLst>
                                          <p:attrName>style.visibility</p:attrName>
                                        </p:attrNameLst>
                                      </p:cBhvr>
                                      <p:to>
                                        <p:strVal val="visible"/>
                                      </p:to>
                                    </p:set>
                                    <p:animEffect transition="in" filter="wipe(left)">
                                      <p:cBhvr>
                                        <p:cTn id="37" dur="500"/>
                                        <p:tgtEl>
                                          <p:spTgt spid="2049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496"/>
                                        </p:tgtEl>
                                        <p:attrNameLst>
                                          <p:attrName>style.visibility</p:attrName>
                                        </p:attrNameLst>
                                      </p:cBhvr>
                                      <p:to>
                                        <p:strVal val="visible"/>
                                      </p:to>
                                    </p:set>
                                    <p:animEffect transition="in" filter="wipe(left)">
                                      <p:cBhvr>
                                        <p:cTn id="42" dur="500"/>
                                        <p:tgtEl>
                                          <p:spTgt spid="2049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499">
                                            <p:txEl>
                                              <p:pRg st="0" end="0"/>
                                            </p:txEl>
                                          </p:spTgt>
                                        </p:tgtEl>
                                        <p:attrNameLst>
                                          <p:attrName>style.visibility</p:attrName>
                                        </p:attrNameLst>
                                      </p:cBhvr>
                                      <p:to>
                                        <p:strVal val="visible"/>
                                      </p:to>
                                    </p:set>
                                    <p:animEffect transition="in" filter="wipe(left)">
                                      <p:cBhvr>
                                        <p:cTn id="47" dur="500"/>
                                        <p:tgtEl>
                                          <p:spTgt spid="2049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500"/>
                                        </p:tgtEl>
                                        <p:attrNameLst>
                                          <p:attrName>style.visibility</p:attrName>
                                        </p:attrNameLst>
                                      </p:cBhvr>
                                      <p:to>
                                        <p:strVal val="visible"/>
                                      </p:to>
                                    </p:set>
                                    <p:animEffect transition="in" filter="wipe(left)">
                                      <p:cBhvr>
                                        <p:cTn id="52" dur="500"/>
                                        <p:tgtEl>
                                          <p:spTgt spid="20500"/>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20491">
                                            <p:txEl>
                                              <p:pRg st="0" end="0"/>
                                            </p:txEl>
                                          </p:spTgt>
                                        </p:tgtEl>
                                        <p:attrNameLst>
                                          <p:attrName>style.visibility</p:attrName>
                                        </p:attrNameLst>
                                      </p:cBhvr>
                                      <p:to>
                                        <p:strVal val="visible"/>
                                      </p:to>
                                    </p:set>
                                    <p:animEffect transition="in" filter="wipe(left)">
                                      <p:cBhvr>
                                        <p:cTn id="56" dur="500"/>
                                        <p:tgtEl>
                                          <p:spTgt spid="20491">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0501">
                                            <p:txEl>
                                              <p:pRg st="0" end="0"/>
                                            </p:txEl>
                                          </p:spTgt>
                                        </p:tgtEl>
                                        <p:attrNameLst>
                                          <p:attrName>style.visibility</p:attrName>
                                        </p:attrNameLst>
                                      </p:cBhvr>
                                      <p:to>
                                        <p:strVal val="visible"/>
                                      </p:to>
                                    </p:set>
                                    <p:animEffect transition="in" filter="wipe(left)">
                                      <p:cBhvr>
                                        <p:cTn id="61" dur="500"/>
                                        <p:tgtEl>
                                          <p:spTgt spid="20501">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0502">
                                            <p:txEl>
                                              <p:pRg st="0" end="0"/>
                                            </p:txEl>
                                          </p:spTgt>
                                        </p:tgtEl>
                                        <p:attrNameLst>
                                          <p:attrName>style.visibility</p:attrName>
                                        </p:attrNameLst>
                                      </p:cBhvr>
                                      <p:to>
                                        <p:strVal val="visible"/>
                                      </p:to>
                                    </p:set>
                                    <p:animEffect transition="in" filter="wipe(left)">
                                      <p:cBhvr>
                                        <p:cTn id="66" dur="500"/>
                                        <p:tgtEl>
                                          <p:spTgt spid="20502">
                                            <p:txEl>
                                              <p:pRg st="0" end="0"/>
                                            </p:txEl>
                                          </p:spTgt>
                                        </p:tgtEl>
                                      </p:cBhvr>
                                    </p:animEffect>
                                  </p:childTnLst>
                                </p:cTn>
                              </p:par>
                            </p:childTnLst>
                          </p:cTn>
                        </p:par>
                        <p:par>
                          <p:cTn id="67"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20492">
                                            <p:txEl>
                                              <p:pRg st="0" end="0"/>
                                            </p:txEl>
                                          </p:spTgt>
                                        </p:tgtEl>
                                        <p:attrNameLst>
                                          <p:attrName>style.visibility</p:attrName>
                                        </p:attrNameLst>
                                      </p:cBhvr>
                                      <p:to>
                                        <p:strVal val="visible"/>
                                      </p:to>
                                    </p:set>
                                    <p:animEffect transition="in" filter="wipe(left)">
                                      <p:cBhvr>
                                        <p:cTn id="70" dur="500"/>
                                        <p:tgtEl>
                                          <p:spTgt spid="20492">
                                            <p:txEl>
                                              <p:pRg st="0" end="0"/>
                                            </p:txEl>
                                          </p:spTgt>
                                        </p:tgtEl>
                                      </p:cBhvr>
                                    </p:animEffect>
                                  </p:childTnLst>
                                </p:cTn>
                              </p:par>
                            </p:childTnLst>
                          </p:cTn>
                        </p:par>
                        <p:par>
                          <p:cTn id="71" fill="hold">
                            <p:stCondLst>
                              <p:cond delay="1000"/>
                            </p:stCondLst>
                            <p:childTnLst>
                              <p:par>
                                <p:cTn id="72" presetID="22" presetClass="entr" presetSubtype="8" fill="hold" nodeType="afterEffect">
                                  <p:stCondLst>
                                    <p:cond delay="0"/>
                                  </p:stCondLst>
                                  <p:childTnLst>
                                    <p:set>
                                      <p:cBhvr>
                                        <p:cTn id="73" dur="1" fill="hold">
                                          <p:stCondLst>
                                            <p:cond delay="0"/>
                                          </p:stCondLst>
                                        </p:cTn>
                                        <p:tgtEl>
                                          <p:spTgt spid="20493"/>
                                        </p:tgtEl>
                                        <p:attrNameLst>
                                          <p:attrName>style.visibility</p:attrName>
                                        </p:attrNameLst>
                                      </p:cBhvr>
                                      <p:to>
                                        <p:strVal val="visible"/>
                                      </p:to>
                                    </p:set>
                                    <p:animEffect transition="in" filter="wipe(left)">
                                      <p:cBhvr>
                                        <p:cTn id="74" dur="500"/>
                                        <p:tgtEl>
                                          <p:spTgt spid="2049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0497"/>
                                        </p:tgtEl>
                                        <p:attrNameLst>
                                          <p:attrName>style.visibility</p:attrName>
                                        </p:attrNameLst>
                                      </p:cBhvr>
                                      <p:to>
                                        <p:strVal val="visible"/>
                                      </p:to>
                                    </p:set>
                                    <p:animEffect transition="in" filter="wipe(left)">
                                      <p:cBhvr>
                                        <p:cTn id="79" dur="500"/>
                                        <p:tgtEl>
                                          <p:spTgt spid="20497"/>
                                        </p:tgtEl>
                                      </p:cBhvr>
                                    </p:animEffect>
                                  </p:childTnLst>
                                </p:cTn>
                              </p:par>
                            </p:childTnLst>
                          </p:cTn>
                        </p:par>
                        <p:par>
                          <p:cTn id="80" fill="hold">
                            <p:stCondLst>
                              <p:cond delay="500"/>
                            </p:stCondLst>
                            <p:childTnLst>
                              <p:par>
                                <p:cTn id="81" presetID="22" presetClass="entr" presetSubtype="8" fill="hold" nodeType="afterEffect">
                                  <p:stCondLst>
                                    <p:cond delay="0"/>
                                  </p:stCondLst>
                                  <p:childTnLst>
                                    <p:set>
                                      <p:cBhvr>
                                        <p:cTn id="82" dur="1" fill="hold">
                                          <p:stCondLst>
                                            <p:cond delay="0"/>
                                          </p:stCondLst>
                                        </p:cTn>
                                        <p:tgtEl>
                                          <p:spTgt spid="20498"/>
                                        </p:tgtEl>
                                        <p:attrNameLst>
                                          <p:attrName>style.visibility</p:attrName>
                                        </p:attrNameLst>
                                      </p:cBhvr>
                                      <p:to>
                                        <p:strVal val="visible"/>
                                      </p:to>
                                    </p:set>
                                    <p:animEffect transition="in" filter="wipe(left)">
                                      <p:cBhvr>
                                        <p:cTn id="83" dur="500"/>
                                        <p:tgtEl>
                                          <p:spTgt spid="20498"/>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0503"/>
                                        </p:tgtEl>
                                        <p:attrNameLst>
                                          <p:attrName>style.visibility</p:attrName>
                                        </p:attrNameLst>
                                      </p:cBhvr>
                                      <p:to>
                                        <p:strVal val="visible"/>
                                      </p:to>
                                    </p:set>
                                    <p:animEffect transition="in" filter="wipe(left)">
                                      <p:cBhvr>
                                        <p:cTn id="88" dur="500"/>
                                        <p:tgtEl>
                                          <p:spTgt spid="2050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0494"/>
                                        </p:tgtEl>
                                        <p:attrNameLst>
                                          <p:attrName>style.visibility</p:attrName>
                                        </p:attrNameLst>
                                      </p:cBhvr>
                                      <p:to>
                                        <p:strVal val="visible"/>
                                      </p:to>
                                    </p:set>
                                    <p:animEffect transition="in" filter="wipe(left)">
                                      <p:cBhvr>
                                        <p:cTn id="93" dur="500"/>
                                        <p:tgtEl>
                                          <p:spTgt spid="20494"/>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20495"/>
                                        </p:tgtEl>
                                        <p:attrNameLst>
                                          <p:attrName>style.visibility</p:attrName>
                                        </p:attrNameLst>
                                      </p:cBhvr>
                                      <p:to>
                                        <p:strVal val="visible"/>
                                      </p:to>
                                    </p:set>
                                    <p:animEffect transition="in" filter="wipe(left)">
                                      <p:cBhvr>
                                        <p:cTn id="98" dur="500"/>
                                        <p:tgtEl>
                                          <p:spTgt spid="20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autoUpdateAnimBg="0"/>
      <p:bldP spid="20488" grpId="0" autoUpdateAnimBg="0"/>
      <p:bldP spid="20491" grpId="0" build="p" autoUpdateAnimBg="0" advAuto="0"/>
      <p:bldP spid="20492" grpId="0" build="p" autoUpdateAnimBg="0" advAuto="0"/>
      <p:bldP spid="20494" grpId="0" autoUpdateAnimBg="0"/>
      <p:bldP spid="20497" grpId="0" animBg="1"/>
      <p:bldP spid="20499" grpId="0" build="p" autoUpdateAnimBg="0"/>
      <p:bldP spid="20501" grpId="0" build="p" autoUpdateAnimBg="0"/>
      <p:bldP spid="20502" grpId="0" build="p" autoUpdateAnimBg="0"/>
      <p:bldP spid="20503" grpId="0" animBg="1"/>
      <p:bldP spid="20504"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73" name="Rectangle 2"/>
          <p:cNvSpPr>
            <a:spLocks noGrp="1" noChangeArrowheads="1"/>
          </p:cNvSpPr>
          <p:nvPr>
            <p:ph type="title" idx="4294967295"/>
          </p:nvPr>
        </p:nvSpPr>
        <p:spPr>
          <a:xfrm>
            <a:off x="0" y="298450"/>
            <a:ext cx="1447800" cy="457200"/>
          </a:xfrm>
        </p:spPr>
        <p:txBody>
          <a:bodyPr/>
          <a:lstStyle/>
          <a:p>
            <a:pPr eaLnBrk="1" hangingPunct="1"/>
            <a:r>
              <a:rPr lang="zh-CN" altLang="en-US" sz="2800" b="1" dirty="0">
                <a:solidFill>
                  <a:schemeClr val="accent2"/>
                </a:solidFill>
                <a:ea typeface="楷体_GB2312" pitchFamily="49" charset="-122"/>
              </a:rPr>
              <a:t>例</a:t>
            </a:r>
            <a:r>
              <a:rPr lang="en-US" altLang="zh-CN" sz="2800" b="1" dirty="0">
                <a:solidFill>
                  <a:schemeClr val="accent2"/>
                </a:solidFill>
                <a:ea typeface="楷体_GB2312" pitchFamily="49" charset="-122"/>
              </a:rPr>
              <a:t>5.</a:t>
            </a:r>
            <a:r>
              <a:rPr lang="en-US" altLang="zh-CN" sz="2800" dirty="0">
                <a:ea typeface="楷体_GB2312" pitchFamily="49" charset="-122"/>
              </a:rPr>
              <a:t> </a:t>
            </a:r>
            <a:r>
              <a:rPr lang="zh-CN" altLang="en-US" sz="2800" dirty="0">
                <a:solidFill>
                  <a:schemeClr val="tx1"/>
                </a:solidFill>
                <a:ea typeface="楷体_GB2312" pitchFamily="49" charset="-122"/>
              </a:rPr>
              <a:t>将</a:t>
            </a:r>
            <a:endParaRPr lang="zh-CN" altLang="en-US" sz="2800" dirty="0">
              <a:ea typeface="楷体_GB2312" pitchFamily="49" charset="-122"/>
            </a:endParaRPr>
          </a:p>
        </p:txBody>
      </p:sp>
      <p:graphicFrame>
        <p:nvGraphicFramePr>
          <p:cNvPr id="49154" name="Object 3"/>
          <p:cNvGraphicFramePr>
            <a:graphicFrameLocks noChangeAspect="1"/>
          </p:cNvGraphicFramePr>
          <p:nvPr/>
        </p:nvGraphicFramePr>
        <p:xfrm>
          <a:off x="1892300" y="355600"/>
          <a:ext cx="698500" cy="330200"/>
        </p:xfrm>
        <a:graphic>
          <a:graphicData uri="http://schemas.openxmlformats.org/presentationml/2006/ole">
            <mc:AlternateContent xmlns:mc="http://schemas.openxmlformats.org/markup-compatibility/2006">
              <mc:Choice xmlns:v="urn:schemas-microsoft-com:vml" Requires="v">
                <p:oleObj name="Equation" r:id="rId2" imgW="698400" imgH="330120" progId="">
                  <p:embed/>
                </p:oleObj>
              </mc:Choice>
              <mc:Fallback>
                <p:oleObj name="Equation" r:id="rId2" imgW="698400" imgH="330120" progId="">
                  <p:embed/>
                  <p:pic>
                    <p:nvPicPr>
                      <p:cNvPr id="0" name="Object 3"/>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1892300" y="355600"/>
                        <a:ext cx="6985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74" name="Text Box 4"/>
          <p:cNvSpPr txBox="1">
            <a:spLocks noChangeArrowheads="1"/>
          </p:cNvSpPr>
          <p:nvPr/>
        </p:nvSpPr>
        <p:spPr bwMode="auto">
          <a:xfrm>
            <a:off x="2590800" y="239713"/>
            <a:ext cx="1066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展成</a:t>
            </a:r>
          </a:p>
        </p:txBody>
      </p:sp>
      <p:graphicFrame>
        <p:nvGraphicFramePr>
          <p:cNvPr id="49155" name="Object 5"/>
          <p:cNvGraphicFramePr>
            <a:graphicFrameLocks noChangeAspect="1"/>
          </p:cNvGraphicFramePr>
          <p:nvPr/>
        </p:nvGraphicFramePr>
        <p:xfrm>
          <a:off x="3492500" y="241300"/>
          <a:ext cx="774700" cy="596900"/>
        </p:xfrm>
        <a:graphic>
          <a:graphicData uri="http://schemas.openxmlformats.org/presentationml/2006/ole">
            <mc:AlternateContent xmlns:mc="http://schemas.openxmlformats.org/markup-compatibility/2006">
              <mc:Choice xmlns:v="urn:schemas-microsoft-com:vml" Requires="v">
                <p:oleObj name="Equation" r:id="rId4" imgW="774360" imgH="596880" progId="">
                  <p:embed/>
                </p:oleObj>
              </mc:Choice>
              <mc:Fallback>
                <p:oleObj name="Equation" r:id="rId4" imgW="774360" imgH="596880" progId="">
                  <p:embed/>
                  <p:pic>
                    <p:nvPicPr>
                      <p:cNvPr id="0" name="Object 5"/>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3492500" y="241300"/>
                        <a:ext cx="77470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0" name="Text Box 6"/>
          <p:cNvSpPr txBox="1">
            <a:spLocks noChangeArrowheads="1"/>
          </p:cNvSpPr>
          <p:nvPr/>
        </p:nvSpPr>
        <p:spPr bwMode="auto">
          <a:xfrm>
            <a:off x="0" y="908050"/>
            <a:ext cx="1219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解</a:t>
            </a:r>
            <a:r>
              <a:rPr kumimoji="1" lang="en-US" altLang="zh-CN" sz="2800" b="1">
                <a:solidFill>
                  <a:srgbClr val="333399"/>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 </a:t>
            </a:r>
          </a:p>
        </p:txBody>
      </p:sp>
      <p:graphicFrame>
        <p:nvGraphicFramePr>
          <p:cNvPr id="21511" name="Object 7"/>
          <p:cNvGraphicFramePr>
            <a:graphicFrameLocks noChangeAspect="1"/>
          </p:cNvGraphicFramePr>
          <p:nvPr/>
        </p:nvGraphicFramePr>
        <p:xfrm>
          <a:off x="611188" y="908050"/>
          <a:ext cx="3352800" cy="596900"/>
        </p:xfrm>
        <a:graphic>
          <a:graphicData uri="http://schemas.openxmlformats.org/presentationml/2006/ole">
            <mc:AlternateContent xmlns:mc="http://schemas.openxmlformats.org/markup-compatibility/2006">
              <mc:Choice xmlns:v="urn:schemas-microsoft-com:vml" Requires="v">
                <p:oleObj name="Equation" r:id="rId6" imgW="3352680" imgH="596880" progId="">
                  <p:embed/>
                </p:oleObj>
              </mc:Choice>
              <mc:Fallback>
                <p:oleObj name="Equation" r:id="rId6" imgW="3352680" imgH="596880" progId="">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188" y="908050"/>
                        <a:ext cx="335280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2" name="Object 8"/>
          <p:cNvGraphicFramePr>
            <a:graphicFrameLocks noChangeAspect="1"/>
          </p:cNvGraphicFramePr>
          <p:nvPr/>
        </p:nvGraphicFramePr>
        <p:xfrm>
          <a:off x="4038600" y="836613"/>
          <a:ext cx="5105400" cy="596900"/>
        </p:xfrm>
        <a:graphic>
          <a:graphicData uri="http://schemas.openxmlformats.org/presentationml/2006/ole">
            <mc:AlternateContent xmlns:mc="http://schemas.openxmlformats.org/markup-compatibility/2006">
              <mc:Choice xmlns:v="urn:schemas-microsoft-com:vml" Requires="v">
                <p:oleObj name="Equation" r:id="rId8" imgW="5105160" imgH="596880" progId="">
                  <p:embed/>
                </p:oleObj>
              </mc:Choice>
              <mc:Fallback>
                <p:oleObj name="Equation" r:id="rId8" imgW="5105160" imgH="596880" progId="">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38600" y="836613"/>
                        <a:ext cx="510540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3" name="Object 9"/>
          <p:cNvGraphicFramePr>
            <a:graphicFrameLocks noChangeAspect="1"/>
          </p:cNvGraphicFramePr>
          <p:nvPr/>
        </p:nvGraphicFramePr>
        <p:xfrm>
          <a:off x="539750" y="1484313"/>
          <a:ext cx="4305300" cy="635000"/>
        </p:xfrm>
        <a:graphic>
          <a:graphicData uri="http://schemas.openxmlformats.org/presentationml/2006/ole">
            <mc:AlternateContent xmlns:mc="http://schemas.openxmlformats.org/markup-compatibility/2006">
              <mc:Choice xmlns:v="urn:schemas-microsoft-com:vml" Requires="v">
                <p:oleObj name="Equation" r:id="rId10" imgW="4305240" imgH="634680" progId="">
                  <p:embed/>
                </p:oleObj>
              </mc:Choice>
              <mc:Fallback>
                <p:oleObj name="Equation" r:id="rId10" imgW="4305240" imgH="634680" progId="">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750" y="1484313"/>
                        <a:ext cx="4305300"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4" name="Object 10"/>
          <p:cNvGraphicFramePr>
            <a:graphicFrameLocks noChangeAspect="1"/>
          </p:cNvGraphicFramePr>
          <p:nvPr/>
        </p:nvGraphicFramePr>
        <p:xfrm>
          <a:off x="539750" y="2133600"/>
          <a:ext cx="990600" cy="889000"/>
        </p:xfrm>
        <a:graphic>
          <a:graphicData uri="http://schemas.openxmlformats.org/presentationml/2006/ole">
            <mc:AlternateContent xmlns:mc="http://schemas.openxmlformats.org/markup-compatibility/2006">
              <mc:Choice xmlns:v="urn:schemas-microsoft-com:vml" Requires="v">
                <p:oleObj name="Equation" r:id="rId12" imgW="990360" imgH="888840" progId="">
                  <p:embed/>
                </p:oleObj>
              </mc:Choice>
              <mc:Fallback>
                <p:oleObj name="Equation" r:id="rId12" imgW="990360" imgH="888840" progId="">
                  <p:embed/>
                  <p:pic>
                    <p:nvPicPr>
                      <p:cNvPr id="0" name="Object 10"/>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539750" y="2133600"/>
                        <a:ext cx="9906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5" name="Object 11"/>
          <p:cNvGraphicFramePr>
            <a:graphicFrameLocks noChangeAspect="1"/>
          </p:cNvGraphicFramePr>
          <p:nvPr/>
        </p:nvGraphicFramePr>
        <p:xfrm>
          <a:off x="1476375" y="2133600"/>
          <a:ext cx="292100" cy="889000"/>
        </p:xfrm>
        <a:graphic>
          <a:graphicData uri="http://schemas.openxmlformats.org/presentationml/2006/ole">
            <mc:AlternateContent xmlns:mc="http://schemas.openxmlformats.org/markup-compatibility/2006">
              <mc:Choice xmlns:v="urn:schemas-microsoft-com:vml" Requires="v">
                <p:oleObj name="Equation" r:id="rId14" imgW="291960" imgH="888840" progId="">
                  <p:embed/>
                </p:oleObj>
              </mc:Choice>
              <mc:Fallback>
                <p:oleObj name="Equation" r:id="rId14" imgW="291960" imgH="888840" progId="">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76375" y="2133600"/>
                        <a:ext cx="2921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6" name="Object 12"/>
          <p:cNvGraphicFramePr>
            <a:graphicFrameLocks noChangeAspect="1"/>
          </p:cNvGraphicFramePr>
          <p:nvPr/>
        </p:nvGraphicFramePr>
        <p:xfrm>
          <a:off x="611188" y="3860800"/>
          <a:ext cx="7159625" cy="1003300"/>
        </p:xfrm>
        <a:graphic>
          <a:graphicData uri="http://schemas.openxmlformats.org/presentationml/2006/ole">
            <mc:AlternateContent xmlns:mc="http://schemas.openxmlformats.org/markup-compatibility/2006">
              <mc:Choice xmlns:v="urn:schemas-microsoft-com:vml" Requires="v">
                <p:oleObj name="Equation" r:id="rId16" imgW="7162560" imgH="1002960" progId="">
                  <p:embed/>
                </p:oleObj>
              </mc:Choice>
              <mc:Fallback>
                <p:oleObj name="Equation" r:id="rId16" imgW="7162560" imgH="1002960" progId="">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1188" y="3860800"/>
                        <a:ext cx="7159625"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7" name="Object 13"/>
          <p:cNvGraphicFramePr>
            <a:graphicFrameLocks noChangeAspect="1"/>
          </p:cNvGraphicFramePr>
          <p:nvPr/>
        </p:nvGraphicFramePr>
        <p:xfrm>
          <a:off x="6858000" y="4797425"/>
          <a:ext cx="2286000" cy="406400"/>
        </p:xfrm>
        <a:graphic>
          <a:graphicData uri="http://schemas.openxmlformats.org/presentationml/2006/ole">
            <mc:AlternateContent xmlns:mc="http://schemas.openxmlformats.org/markup-compatibility/2006">
              <mc:Choice xmlns:v="urn:schemas-microsoft-com:vml" Requires="v">
                <p:oleObj name="Equation" r:id="rId18" imgW="2286000" imgH="406080" progId="">
                  <p:embed/>
                </p:oleObj>
              </mc:Choice>
              <mc:Fallback>
                <p:oleObj name="Equation" r:id="rId18" imgW="2286000" imgH="406080" progId="">
                  <p:embed/>
                  <p:pic>
                    <p:nvPicPr>
                      <p:cNvPr id="0" name="Object 13"/>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6858000" y="4797425"/>
                        <a:ext cx="22860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76" name="Text Box 14"/>
          <p:cNvSpPr txBox="1">
            <a:spLocks noChangeArrowheads="1"/>
          </p:cNvSpPr>
          <p:nvPr/>
        </p:nvSpPr>
        <p:spPr bwMode="auto">
          <a:xfrm>
            <a:off x="4314825" y="242888"/>
            <a:ext cx="3457575"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的幂级数</a:t>
            </a:r>
            <a:r>
              <a:rPr kumimoji="1" lang="en-US" altLang="zh-CN" sz="2800">
                <a:solidFill>
                  <a:srgbClr val="000000"/>
                </a:solidFill>
                <a:latin typeface="Times New Roman" pitchFamily="18" charset="0"/>
                <a:ea typeface="楷体_GB2312" pitchFamily="49" charset="-122"/>
              </a:rPr>
              <a:t>. </a:t>
            </a:r>
            <a:endParaRPr kumimoji="1" lang="en-US" altLang="zh-CN" sz="2400">
              <a:solidFill>
                <a:srgbClr val="333399"/>
              </a:solidFill>
              <a:latin typeface="Times New Roman" pitchFamily="18" charset="0"/>
              <a:ea typeface="楷体_GB2312" pitchFamily="49" charset="-122"/>
            </a:endParaRPr>
          </a:p>
        </p:txBody>
      </p:sp>
      <p:graphicFrame>
        <p:nvGraphicFramePr>
          <p:cNvPr id="21519" name="Object 15"/>
          <p:cNvGraphicFramePr>
            <a:graphicFrameLocks noChangeAspect="1"/>
          </p:cNvGraphicFramePr>
          <p:nvPr/>
        </p:nvGraphicFramePr>
        <p:xfrm>
          <a:off x="1908175" y="2133600"/>
          <a:ext cx="1841500" cy="927100"/>
        </p:xfrm>
        <a:graphic>
          <a:graphicData uri="http://schemas.openxmlformats.org/presentationml/2006/ole">
            <mc:AlternateContent xmlns:mc="http://schemas.openxmlformats.org/markup-compatibility/2006">
              <mc:Choice xmlns:v="urn:schemas-microsoft-com:vml" Requires="v">
                <p:oleObj name="Equation" r:id="rId20" imgW="1841400" imgH="927000" progId="">
                  <p:embed/>
                </p:oleObj>
              </mc:Choice>
              <mc:Fallback>
                <p:oleObj name="Equation" r:id="rId20" imgW="1841400" imgH="927000" progId="">
                  <p:embed/>
                  <p:pic>
                    <p:nvPicPr>
                      <p:cNvPr id="0" name="Object 15"/>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1908175" y="2133600"/>
                        <a:ext cx="18415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20" name="Object 16"/>
          <p:cNvGraphicFramePr>
            <a:graphicFrameLocks noChangeAspect="1"/>
          </p:cNvGraphicFramePr>
          <p:nvPr/>
        </p:nvGraphicFramePr>
        <p:xfrm>
          <a:off x="3779838" y="2060575"/>
          <a:ext cx="2527300" cy="927100"/>
        </p:xfrm>
        <a:graphic>
          <a:graphicData uri="http://schemas.openxmlformats.org/presentationml/2006/ole">
            <mc:AlternateContent xmlns:mc="http://schemas.openxmlformats.org/markup-compatibility/2006">
              <mc:Choice xmlns:v="urn:schemas-microsoft-com:vml" Requires="v">
                <p:oleObj name="Equation" r:id="rId22" imgW="2527200" imgH="927000" progId="">
                  <p:embed/>
                </p:oleObj>
              </mc:Choice>
              <mc:Fallback>
                <p:oleObj name="Equation" r:id="rId22" imgW="2527200" imgH="927000" progId="">
                  <p:embed/>
                  <p:pic>
                    <p:nvPicPr>
                      <p:cNvPr id="0" name="Object 16"/>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3779838" y="2060575"/>
                        <a:ext cx="25273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21" name="Object 17"/>
          <p:cNvGraphicFramePr>
            <a:graphicFrameLocks noChangeAspect="1"/>
          </p:cNvGraphicFramePr>
          <p:nvPr/>
        </p:nvGraphicFramePr>
        <p:xfrm>
          <a:off x="6443663" y="2133600"/>
          <a:ext cx="266700" cy="889000"/>
        </p:xfrm>
        <a:graphic>
          <a:graphicData uri="http://schemas.openxmlformats.org/presentationml/2006/ole">
            <mc:AlternateContent xmlns:mc="http://schemas.openxmlformats.org/markup-compatibility/2006">
              <mc:Choice xmlns:v="urn:schemas-microsoft-com:vml" Requires="v">
                <p:oleObj name="Equation" r:id="rId24" imgW="266400" imgH="888840" progId="">
                  <p:embed/>
                </p:oleObj>
              </mc:Choice>
              <mc:Fallback>
                <p:oleObj name="Equation" r:id="rId24" imgW="266400" imgH="888840" progId="">
                  <p:embed/>
                  <p:pic>
                    <p:nvPicPr>
                      <p:cNvPr id="0" name="Object 1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443663" y="2133600"/>
                        <a:ext cx="2667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22" name="Object 18"/>
          <p:cNvGraphicFramePr>
            <a:graphicFrameLocks noChangeAspect="1"/>
          </p:cNvGraphicFramePr>
          <p:nvPr/>
        </p:nvGraphicFramePr>
        <p:xfrm>
          <a:off x="1692275" y="2349500"/>
          <a:ext cx="220663" cy="411163"/>
        </p:xfrm>
        <a:graphic>
          <a:graphicData uri="http://schemas.openxmlformats.org/presentationml/2006/ole">
            <mc:AlternateContent xmlns:mc="http://schemas.openxmlformats.org/markup-compatibility/2006">
              <mc:Choice xmlns:v="urn:schemas-microsoft-com:vml" Requires="v">
                <p:oleObj name="公式" r:id="rId26" imgW="88560" imgH="164880" progId="">
                  <p:embed/>
                </p:oleObj>
              </mc:Choice>
              <mc:Fallback>
                <p:oleObj name="公式" r:id="rId26" imgW="88560" imgH="164880" progId="">
                  <p:embed/>
                  <p:pic>
                    <p:nvPicPr>
                      <p:cNvPr id="0" name="Object 18"/>
                      <p:cNvPicPr>
                        <a:picLocks noChangeAspect="1" noChangeArrowheads="1"/>
                      </p:cNvPicPr>
                      <p:nvPr/>
                    </p:nvPicPr>
                    <p:blipFill>
                      <a:blip r:embed="rId27">
                        <a:grayscl/>
                        <a:biLevel thresh="50000"/>
                        <a:extLst>
                          <a:ext uri="{28A0092B-C50C-407E-A947-70E740481C1C}">
                            <a14:useLocalDpi xmlns:a14="http://schemas.microsoft.com/office/drawing/2010/main" val="0"/>
                          </a:ext>
                        </a:extLst>
                      </a:blip>
                      <a:srcRect/>
                      <a:stretch>
                        <a:fillRect/>
                      </a:stretch>
                    </p:blipFill>
                    <p:spPr bwMode="auto">
                      <a:xfrm>
                        <a:off x="1692275" y="2349500"/>
                        <a:ext cx="220663"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23" name="Object 19"/>
          <p:cNvGraphicFramePr>
            <a:graphicFrameLocks noChangeAspect="1"/>
          </p:cNvGraphicFramePr>
          <p:nvPr/>
        </p:nvGraphicFramePr>
        <p:xfrm>
          <a:off x="1258888" y="2997200"/>
          <a:ext cx="546100" cy="889000"/>
        </p:xfrm>
        <a:graphic>
          <a:graphicData uri="http://schemas.openxmlformats.org/presentationml/2006/ole">
            <mc:AlternateContent xmlns:mc="http://schemas.openxmlformats.org/markup-compatibility/2006">
              <mc:Choice xmlns:v="urn:schemas-microsoft-com:vml" Requires="v">
                <p:oleObj name="Equation" r:id="rId28" imgW="545760" imgH="888840" progId="">
                  <p:embed/>
                </p:oleObj>
              </mc:Choice>
              <mc:Fallback>
                <p:oleObj name="Equation" r:id="rId28" imgW="545760" imgH="888840" progId="">
                  <p:embed/>
                  <p:pic>
                    <p:nvPicPr>
                      <p:cNvPr id="0" name="Object 1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258888" y="2997200"/>
                        <a:ext cx="5461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24" name="Object 20"/>
          <p:cNvGraphicFramePr>
            <a:graphicFrameLocks noChangeAspect="1"/>
          </p:cNvGraphicFramePr>
          <p:nvPr/>
        </p:nvGraphicFramePr>
        <p:xfrm>
          <a:off x="7596188" y="2924175"/>
          <a:ext cx="266700" cy="889000"/>
        </p:xfrm>
        <a:graphic>
          <a:graphicData uri="http://schemas.openxmlformats.org/presentationml/2006/ole">
            <mc:AlternateContent xmlns:mc="http://schemas.openxmlformats.org/markup-compatibility/2006">
              <mc:Choice xmlns:v="urn:schemas-microsoft-com:vml" Requires="v">
                <p:oleObj name="Equation" r:id="rId30" imgW="266400" imgH="888840" progId="">
                  <p:embed/>
                </p:oleObj>
              </mc:Choice>
              <mc:Fallback>
                <p:oleObj name="Equation" r:id="rId30" imgW="266400" imgH="888840" progId="">
                  <p:embed/>
                  <p:pic>
                    <p:nvPicPr>
                      <p:cNvPr id="0" name="Object 20"/>
                      <p:cNvPicPr>
                        <a:picLocks noChangeAspect="1" noChangeArrowheads="1"/>
                      </p:cNvPicPr>
                      <p:nvPr/>
                    </p:nvPicPr>
                    <p:blipFill>
                      <a:blip r:embed="rId31">
                        <a:grayscl/>
                        <a:biLevel thresh="50000"/>
                        <a:extLst>
                          <a:ext uri="{28A0092B-C50C-407E-A947-70E740481C1C}">
                            <a14:useLocalDpi xmlns:a14="http://schemas.microsoft.com/office/drawing/2010/main" val="0"/>
                          </a:ext>
                        </a:extLst>
                      </a:blip>
                      <a:srcRect/>
                      <a:stretch>
                        <a:fillRect/>
                      </a:stretch>
                    </p:blipFill>
                    <p:spPr bwMode="auto">
                      <a:xfrm>
                        <a:off x="7596188" y="2924175"/>
                        <a:ext cx="2667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25" name="Object 21"/>
          <p:cNvGraphicFramePr>
            <a:graphicFrameLocks noChangeAspect="1"/>
          </p:cNvGraphicFramePr>
          <p:nvPr/>
        </p:nvGraphicFramePr>
        <p:xfrm>
          <a:off x="1692275" y="2997200"/>
          <a:ext cx="1066800" cy="850900"/>
        </p:xfrm>
        <a:graphic>
          <a:graphicData uri="http://schemas.openxmlformats.org/presentationml/2006/ole">
            <mc:AlternateContent xmlns:mc="http://schemas.openxmlformats.org/markup-compatibility/2006">
              <mc:Choice xmlns:v="urn:schemas-microsoft-com:vml" Requires="v">
                <p:oleObj name="Equation" r:id="rId32" imgW="1066680" imgH="850680" progId="">
                  <p:embed/>
                </p:oleObj>
              </mc:Choice>
              <mc:Fallback>
                <p:oleObj name="Equation" r:id="rId32" imgW="1066680" imgH="850680" progId="">
                  <p:embed/>
                  <p:pic>
                    <p:nvPicPr>
                      <p:cNvPr id="0" name="Object 2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692275" y="2997200"/>
                        <a:ext cx="10668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26" name="Object 22"/>
          <p:cNvGraphicFramePr>
            <a:graphicFrameLocks noChangeAspect="1"/>
          </p:cNvGraphicFramePr>
          <p:nvPr/>
        </p:nvGraphicFramePr>
        <p:xfrm>
          <a:off x="2843213" y="2997200"/>
          <a:ext cx="1803400" cy="927100"/>
        </p:xfrm>
        <a:graphic>
          <a:graphicData uri="http://schemas.openxmlformats.org/presentationml/2006/ole">
            <mc:AlternateContent xmlns:mc="http://schemas.openxmlformats.org/markup-compatibility/2006">
              <mc:Choice xmlns:v="urn:schemas-microsoft-com:vml" Requires="v">
                <p:oleObj name="Equation" r:id="rId34" imgW="1803240" imgH="927000" progId="">
                  <p:embed/>
                </p:oleObj>
              </mc:Choice>
              <mc:Fallback>
                <p:oleObj name="Equation" r:id="rId34" imgW="1803240" imgH="927000" progId="">
                  <p:embed/>
                  <p:pic>
                    <p:nvPicPr>
                      <p:cNvPr id="0" name="Object 22"/>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843213" y="2997200"/>
                        <a:ext cx="18034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27" name="Object 23"/>
          <p:cNvGraphicFramePr>
            <a:graphicFrameLocks noChangeAspect="1"/>
          </p:cNvGraphicFramePr>
          <p:nvPr/>
        </p:nvGraphicFramePr>
        <p:xfrm>
          <a:off x="4716463" y="2924175"/>
          <a:ext cx="2501900" cy="927100"/>
        </p:xfrm>
        <a:graphic>
          <a:graphicData uri="http://schemas.openxmlformats.org/presentationml/2006/ole">
            <mc:AlternateContent xmlns:mc="http://schemas.openxmlformats.org/markup-compatibility/2006">
              <mc:Choice xmlns:v="urn:schemas-microsoft-com:vml" Requires="v">
                <p:oleObj name="Equation" r:id="rId36" imgW="2501640" imgH="927000" progId="">
                  <p:embed/>
                </p:oleObj>
              </mc:Choice>
              <mc:Fallback>
                <p:oleObj name="Equation" r:id="rId36" imgW="2501640" imgH="927000" progId="">
                  <p:embed/>
                  <p:pic>
                    <p:nvPicPr>
                      <p:cNvPr id="0" name="Object 23"/>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716463" y="2924175"/>
                        <a:ext cx="25019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28" name="Object 24"/>
          <p:cNvGraphicFramePr>
            <a:graphicFrameLocks noChangeAspect="1"/>
          </p:cNvGraphicFramePr>
          <p:nvPr/>
        </p:nvGraphicFramePr>
        <p:xfrm>
          <a:off x="7308850" y="2924175"/>
          <a:ext cx="266700" cy="889000"/>
        </p:xfrm>
        <a:graphic>
          <a:graphicData uri="http://schemas.openxmlformats.org/presentationml/2006/ole">
            <mc:AlternateContent xmlns:mc="http://schemas.openxmlformats.org/markup-compatibility/2006">
              <mc:Choice xmlns:v="urn:schemas-microsoft-com:vml" Requires="v">
                <p:oleObj name="Equation" r:id="rId38" imgW="266400" imgH="888840" progId="">
                  <p:embed/>
                </p:oleObj>
              </mc:Choice>
              <mc:Fallback>
                <p:oleObj name="Equation" r:id="rId38" imgW="266400" imgH="888840" progId="">
                  <p:embed/>
                  <p:pic>
                    <p:nvPicPr>
                      <p:cNvPr id="0" name="Object 24"/>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7308850" y="2924175"/>
                        <a:ext cx="2667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10"/>
                                        </p:tgtEl>
                                        <p:attrNameLst>
                                          <p:attrName>style.visibility</p:attrName>
                                        </p:attrNameLst>
                                      </p:cBhvr>
                                      <p:to>
                                        <p:strVal val="visible"/>
                                      </p:to>
                                    </p:set>
                                    <p:animEffect transition="in" filter="wipe(left)">
                                      <p:cBhvr>
                                        <p:cTn id="7" dur="500"/>
                                        <p:tgtEl>
                                          <p:spTgt spid="215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511"/>
                                        </p:tgtEl>
                                        <p:attrNameLst>
                                          <p:attrName>style.visibility</p:attrName>
                                        </p:attrNameLst>
                                      </p:cBhvr>
                                      <p:to>
                                        <p:strVal val="visible"/>
                                      </p:to>
                                    </p:set>
                                    <p:animEffect transition="in" filter="wipe(left)">
                                      <p:cBhvr>
                                        <p:cTn id="12" dur="500"/>
                                        <p:tgtEl>
                                          <p:spTgt spid="215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512"/>
                                        </p:tgtEl>
                                        <p:attrNameLst>
                                          <p:attrName>style.visibility</p:attrName>
                                        </p:attrNameLst>
                                      </p:cBhvr>
                                      <p:to>
                                        <p:strVal val="visible"/>
                                      </p:to>
                                    </p:set>
                                    <p:animEffect transition="in" filter="wipe(left)">
                                      <p:cBhvr>
                                        <p:cTn id="17" dur="500"/>
                                        <p:tgtEl>
                                          <p:spTgt spid="215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513"/>
                                        </p:tgtEl>
                                        <p:attrNameLst>
                                          <p:attrName>style.visibility</p:attrName>
                                        </p:attrNameLst>
                                      </p:cBhvr>
                                      <p:to>
                                        <p:strVal val="visible"/>
                                      </p:to>
                                    </p:set>
                                    <p:animEffect transition="in" filter="wipe(left)">
                                      <p:cBhvr>
                                        <p:cTn id="22" dur="500"/>
                                        <p:tgtEl>
                                          <p:spTgt spid="215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514"/>
                                        </p:tgtEl>
                                        <p:attrNameLst>
                                          <p:attrName>style.visibility</p:attrName>
                                        </p:attrNameLst>
                                      </p:cBhvr>
                                      <p:to>
                                        <p:strVal val="visible"/>
                                      </p:to>
                                    </p:set>
                                    <p:animEffect transition="in" filter="wipe(left)">
                                      <p:cBhvr>
                                        <p:cTn id="27" dur="500"/>
                                        <p:tgtEl>
                                          <p:spTgt spid="215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515"/>
                                        </p:tgtEl>
                                        <p:attrNameLst>
                                          <p:attrName>style.visibility</p:attrName>
                                        </p:attrNameLst>
                                      </p:cBhvr>
                                      <p:to>
                                        <p:strVal val="visible"/>
                                      </p:to>
                                    </p:set>
                                    <p:animEffect transition="in" filter="wipe(left)">
                                      <p:cBhvr>
                                        <p:cTn id="32" dur="500"/>
                                        <p:tgtEl>
                                          <p:spTgt spid="21515"/>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21522"/>
                                        </p:tgtEl>
                                        <p:attrNameLst>
                                          <p:attrName>style.visibility</p:attrName>
                                        </p:attrNameLst>
                                      </p:cBhvr>
                                      <p:to>
                                        <p:strVal val="visible"/>
                                      </p:to>
                                    </p:set>
                                    <p:animEffect transition="in" filter="wipe(left)">
                                      <p:cBhvr>
                                        <p:cTn id="36" dur="500"/>
                                        <p:tgtEl>
                                          <p:spTgt spid="215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1519"/>
                                        </p:tgtEl>
                                        <p:attrNameLst>
                                          <p:attrName>style.visibility</p:attrName>
                                        </p:attrNameLst>
                                      </p:cBhvr>
                                      <p:to>
                                        <p:strVal val="visible"/>
                                      </p:to>
                                    </p:set>
                                    <p:animEffect transition="in" filter="wipe(left)">
                                      <p:cBhvr>
                                        <p:cTn id="41" dur="500"/>
                                        <p:tgtEl>
                                          <p:spTgt spid="2151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1520"/>
                                        </p:tgtEl>
                                        <p:attrNameLst>
                                          <p:attrName>style.visibility</p:attrName>
                                        </p:attrNameLst>
                                      </p:cBhvr>
                                      <p:to>
                                        <p:strVal val="visible"/>
                                      </p:to>
                                    </p:set>
                                    <p:animEffect transition="in" filter="wipe(left)">
                                      <p:cBhvr>
                                        <p:cTn id="46" dur="500"/>
                                        <p:tgtEl>
                                          <p:spTgt spid="21520"/>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21521"/>
                                        </p:tgtEl>
                                        <p:attrNameLst>
                                          <p:attrName>style.visibility</p:attrName>
                                        </p:attrNameLst>
                                      </p:cBhvr>
                                      <p:to>
                                        <p:strVal val="visible"/>
                                      </p:to>
                                    </p:set>
                                    <p:animEffect transition="in" filter="wipe(left)">
                                      <p:cBhvr>
                                        <p:cTn id="50" dur="500"/>
                                        <p:tgtEl>
                                          <p:spTgt spid="2152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1523"/>
                                        </p:tgtEl>
                                        <p:attrNameLst>
                                          <p:attrName>style.visibility</p:attrName>
                                        </p:attrNameLst>
                                      </p:cBhvr>
                                      <p:to>
                                        <p:strVal val="visible"/>
                                      </p:to>
                                    </p:set>
                                    <p:animEffect transition="in" filter="wipe(left)">
                                      <p:cBhvr>
                                        <p:cTn id="55" dur="500"/>
                                        <p:tgtEl>
                                          <p:spTgt spid="2152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1525"/>
                                        </p:tgtEl>
                                        <p:attrNameLst>
                                          <p:attrName>style.visibility</p:attrName>
                                        </p:attrNameLst>
                                      </p:cBhvr>
                                      <p:to>
                                        <p:strVal val="visible"/>
                                      </p:to>
                                    </p:set>
                                    <p:animEffect transition="in" filter="wipe(left)">
                                      <p:cBhvr>
                                        <p:cTn id="60" dur="500"/>
                                        <p:tgtEl>
                                          <p:spTgt spid="2152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1526"/>
                                        </p:tgtEl>
                                        <p:attrNameLst>
                                          <p:attrName>style.visibility</p:attrName>
                                        </p:attrNameLst>
                                      </p:cBhvr>
                                      <p:to>
                                        <p:strVal val="visible"/>
                                      </p:to>
                                    </p:set>
                                    <p:animEffect transition="in" filter="wipe(left)">
                                      <p:cBhvr>
                                        <p:cTn id="65" dur="500"/>
                                        <p:tgtEl>
                                          <p:spTgt spid="2152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1527"/>
                                        </p:tgtEl>
                                        <p:attrNameLst>
                                          <p:attrName>style.visibility</p:attrName>
                                        </p:attrNameLst>
                                      </p:cBhvr>
                                      <p:to>
                                        <p:strVal val="visible"/>
                                      </p:to>
                                    </p:set>
                                    <p:animEffect transition="in" filter="wipe(left)">
                                      <p:cBhvr>
                                        <p:cTn id="70" dur="500"/>
                                        <p:tgtEl>
                                          <p:spTgt spid="21527"/>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21528"/>
                                        </p:tgtEl>
                                        <p:attrNameLst>
                                          <p:attrName>style.visibility</p:attrName>
                                        </p:attrNameLst>
                                      </p:cBhvr>
                                      <p:to>
                                        <p:strVal val="visible"/>
                                      </p:to>
                                    </p:set>
                                    <p:animEffect transition="in" filter="wipe(left)">
                                      <p:cBhvr>
                                        <p:cTn id="74" dur="500"/>
                                        <p:tgtEl>
                                          <p:spTgt spid="21528"/>
                                        </p:tgtEl>
                                      </p:cBhvr>
                                    </p:animEffect>
                                  </p:childTnLst>
                                </p:cTn>
                              </p:par>
                            </p:childTnLst>
                          </p:cTn>
                        </p:par>
                        <p:par>
                          <p:cTn id="75" fill="hold">
                            <p:stCondLst>
                              <p:cond delay="1000"/>
                            </p:stCondLst>
                            <p:childTnLst>
                              <p:par>
                                <p:cTn id="76" presetID="22" presetClass="entr" presetSubtype="8" fill="hold" nodeType="afterEffect">
                                  <p:stCondLst>
                                    <p:cond delay="0"/>
                                  </p:stCondLst>
                                  <p:childTnLst>
                                    <p:set>
                                      <p:cBhvr>
                                        <p:cTn id="77" dur="1" fill="hold">
                                          <p:stCondLst>
                                            <p:cond delay="0"/>
                                          </p:stCondLst>
                                        </p:cTn>
                                        <p:tgtEl>
                                          <p:spTgt spid="21524"/>
                                        </p:tgtEl>
                                        <p:attrNameLst>
                                          <p:attrName>style.visibility</p:attrName>
                                        </p:attrNameLst>
                                      </p:cBhvr>
                                      <p:to>
                                        <p:strVal val="visible"/>
                                      </p:to>
                                    </p:set>
                                    <p:animEffect transition="in" filter="wipe(left)">
                                      <p:cBhvr>
                                        <p:cTn id="78" dur="500"/>
                                        <p:tgtEl>
                                          <p:spTgt spid="21524"/>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21516"/>
                                        </p:tgtEl>
                                        <p:attrNameLst>
                                          <p:attrName>style.visibility</p:attrName>
                                        </p:attrNameLst>
                                      </p:cBhvr>
                                      <p:to>
                                        <p:strVal val="visible"/>
                                      </p:to>
                                    </p:set>
                                    <p:animEffect transition="in" filter="wipe(left)">
                                      <p:cBhvr>
                                        <p:cTn id="83" dur="500"/>
                                        <p:tgtEl>
                                          <p:spTgt spid="2151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1517"/>
                                        </p:tgtEl>
                                        <p:attrNameLst>
                                          <p:attrName>style.visibility</p:attrName>
                                        </p:attrNameLst>
                                      </p:cBhvr>
                                      <p:to>
                                        <p:strVal val="visible"/>
                                      </p:to>
                                    </p:set>
                                    <p:animEffect transition="in" filter="wipe(left)">
                                      <p:cBhvr>
                                        <p:cTn id="88" dur="500"/>
                                        <p:tgtEl>
                                          <p:spTgt spid="21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98" name="Rectangle 2"/>
          <p:cNvSpPr>
            <a:spLocks noGrp="1" noChangeArrowheads="1"/>
          </p:cNvSpPr>
          <p:nvPr>
            <p:ph type="title" idx="4294967295"/>
          </p:nvPr>
        </p:nvSpPr>
        <p:spPr>
          <a:xfrm>
            <a:off x="0" y="0"/>
            <a:ext cx="1600200" cy="533400"/>
          </a:xfrm>
        </p:spPr>
        <p:txBody>
          <a:bodyPr/>
          <a:lstStyle/>
          <a:p>
            <a:pPr eaLnBrk="1" hangingPunct="1"/>
            <a:r>
              <a:rPr lang="zh-CN" altLang="en-US" sz="2800" b="1" dirty="0">
                <a:solidFill>
                  <a:schemeClr val="accent2"/>
                </a:solidFill>
                <a:ea typeface="楷体_GB2312" pitchFamily="49" charset="-122"/>
              </a:rPr>
              <a:t>例</a:t>
            </a:r>
            <a:r>
              <a:rPr lang="en-US" altLang="zh-CN" sz="2800" b="1" dirty="0">
                <a:solidFill>
                  <a:schemeClr val="accent2"/>
                </a:solidFill>
                <a:ea typeface="楷体_GB2312" pitchFamily="49" charset="-122"/>
              </a:rPr>
              <a:t>6.</a:t>
            </a:r>
            <a:r>
              <a:rPr lang="en-US" altLang="zh-CN" sz="2800" dirty="0">
                <a:ea typeface="楷体_GB2312" pitchFamily="49" charset="-122"/>
              </a:rPr>
              <a:t> </a:t>
            </a:r>
            <a:r>
              <a:rPr lang="zh-CN" altLang="en-US" sz="2800" dirty="0">
                <a:solidFill>
                  <a:schemeClr val="tx1"/>
                </a:solidFill>
                <a:ea typeface="楷体_GB2312" pitchFamily="49" charset="-122"/>
              </a:rPr>
              <a:t>将</a:t>
            </a:r>
          </a:p>
        </p:txBody>
      </p:sp>
      <p:graphicFrame>
        <p:nvGraphicFramePr>
          <p:cNvPr id="50178" name="Object 3"/>
          <p:cNvGraphicFramePr>
            <a:graphicFrameLocks noChangeAspect="1"/>
          </p:cNvGraphicFramePr>
          <p:nvPr/>
        </p:nvGraphicFramePr>
        <p:xfrm>
          <a:off x="1763713" y="0"/>
          <a:ext cx="1651000" cy="876300"/>
        </p:xfrm>
        <a:graphic>
          <a:graphicData uri="http://schemas.openxmlformats.org/presentationml/2006/ole">
            <mc:AlternateContent xmlns:mc="http://schemas.openxmlformats.org/markup-compatibility/2006">
              <mc:Choice xmlns:v="urn:schemas-microsoft-com:vml" Requires="v">
                <p:oleObj name="Equation" r:id="rId2" imgW="1650960" imgH="876240" progId="">
                  <p:embed/>
                </p:oleObj>
              </mc:Choice>
              <mc:Fallback>
                <p:oleObj name="Equation" r:id="rId2" imgW="1650960" imgH="876240" progId="">
                  <p:embed/>
                  <p:pic>
                    <p:nvPicPr>
                      <p:cNvPr id="0" name="Object 3"/>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1763713" y="0"/>
                        <a:ext cx="16510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99" name="Text Box 4"/>
          <p:cNvSpPr txBox="1">
            <a:spLocks noChangeArrowheads="1"/>
          </p:cNvSpPr>
          <p:nvPr/>
        </p:nvSpPr>
        <p:spPr bwMode="auto">
          <a:xfrm>
            <a:off x="3563938" y="0"/>
            <a:ext cx="5029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展成 </a:t>
            </a:r>
            <a:r>
              <a:rPr kumimoji="1" lang="en-US" altLang="zh-CN" sz="2800" i="1">
                <a:solidFill>
                  <a:srgbClr val="000000"/>
                </a:solidFill>
                <a:latin typeface="Times New Roman" pitchFamily="18" charset="0"/>
                <a:ea typeface="楷体_GB2312" pitchFamily="49" charset="-122"/>
              </a:rPr>
              <a:t>x</a:t>
            </a:r>
            <a:r>
              <a:rPr kumimoji="1" lang="zh-CN" altLang="en-US" sz="2800">
                <a:solidFill>
                  <a:srgbClr val="000000"/>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1 </a:t>
            </a:r>
            <a:r>
              <a:rPr kumimoji="1" lang="zh-CN" altLang="en-US" sz="2800">
                <a:solidFill>
                  <a:srgbClr val="000000"/>
                </a:solidFill>
                <a:latin typeface="Times New Roman" pitchFamily="18" charset="0"/>
                <a:ea typeface="楷体_GB2312" pitchFamily="49" charset="-122"/>
              </a:rPr>
              <a:t>的幂级数</a:t>
            </a:r>
            <a:r>
              <a:rPr kumimoji="1" lang="en-US" altLang="zh-CN" sz="2800">
                <a:solidFill>
                  <a:srgbClr val="000000"/>
                </a:solidFill>
                <a:latin typeface="Times New Roman" pitchFamily="18" charset="0"/>
                <a:ea typeface="楷体_GB2312" pitchFamily="49" charset="-122"/>
              </a:rPr>
              <a:t>. </a:t>
            </a:r>
            <a:endParaRPr kumimoji="1" lang="en-US" altLang="zh-CN" sz="2400">
              <a:solidFill>
                <a:srgbClr val="333399"/>
              </a:solidFill>
              <a:latin typeface="Times New Roman" pitchFamily="18" charset="0"/>
              <a:ea typeface="楷体_GB2312" pitchFamily="49" charset="-122"/>
            </a:endParaRPr>
          </a:p>
        </p:txBody>
      </p:sp>
      <p:sp>
        <p:nvSpPr>
          <p:cNvPr id="22533" name="Text Box 5"/>
          <p:cNvSpPr txBox="1">
            <a:spLocks noChangeArrowheads="1"/>
          </p:cNvSpPr>
          <p:nvPr/>
        </p:nvSpPr>
        <p:spPr bwMode="auto">
          <a:xfrm>
            <a:off x="0" y="1125538"/>
            <a:ext cx="11430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解</a:t>
            </a:r>
            <a:r>
              <a:rPr kumimoji="1" lang="en-US" altLang="zh-CN" sz="2800" b="1">
                <a:solidFill>
                  <a:srgbClr val="333399"/>
                </a:solidFill>
                <a:latin typeface="Times New Roman" pitchFamily="18" charset="0"/>
                <a:ea typeface="楷体_GB2312" pitchFamily="49" charset="-122"/>
              </a:rPr>
              <a:t>:</a:t>
            </a:r>
            <a:r>
              <a:rPr kumimoji="1" lang="en-US" altLang="zh-CN" sz="2800" b="1">
                <a:solidFill>
                  <a:srgbClr val="000000"/>
                </a:solidFill>
                <a:latin typeface="Times New Roman" pitchFamily="18" charset="0"/>
                <a:ea typeface="楷体_GB2312" pitchFamily="49" charset="-122"/>
              </a:rPr>
              <a:t> </a:t>
            </a:r>
          </a:p>
        </p:txBody>
      </p:sp>
      <p:graphicFrame>
        <p:nvGraphicFramePr>
          <p:cNvPr id="22534" name="Object 6"/>
          <p:cNvGraphicFramePr>
            <a:graphicFrameLocks noChangeAspect="1"/>
          </p:cNvGraphicFramePr>
          <p:nvPr/>
        </p:nvGraphicFramePr>
        <p:xfrm>
          <a:off x="684213" y="765175"/>
          <a:ext cx="3884612" cy="927100"/>
        </p:xfrm>
        <a:graphic>
          <a:graphicData uri="http://schemas.openxmlformats.org/presentationml/2006/ole">
            <mc:AlternateContent xmlns:mc="http://schemas.openxmlformats.org/markup-compatibility/2006">
              <mc:Choice xmlns:v="urn:schemas-microsoft-com:vml" Requires="v">
                <p:oleObj name="Equation" r:id="rId4" imgW="3886200" imgH="927000" progId="">
                  <p:embed/>
                </p:oleObj>
              </mc:Choice>
              <mc:Fallback>
                <p:oleObj name="Equation" r:id="rId4" imgW="3886200" imgH="927000" progId="">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765175"/>
                        <a:ext cx="3884612"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5" name="Object 7"/>
          <p:cNvGraphicFramePr>
            <a:graphicFrameLocks noChangeAspect="1"/>
          </p:cNvGraphicFramePr>
          <p:nvPr/>
        </p:nvGraphicFramePr>
        <p:xfrm>
          <a:off x="4716463" y="765175"/>
          <a:ext cx="2932112" cy="927100"/>
        </p:xfrm>
        <a:graphic>
          <a:graphicData uri="http://schemas.openxmlformats.org/presentationml/2006/ole">
            <mc:AlternateContent xmlns:mc="http://schemas.openxmlformats.org/markup-compatibility/2006">
              <mc:Choice xmlns:v="urn:schemas-microsoft-com:vml" Requires="v">
                <p:oleObj name="Equation" r:id="rId6" imgW="2933640" imgH="927000" progId="">
                  <p:embed/>
                </p:oleObj>
              </mc:Choice>
              <mc:Fallback>
                <p:oleObj name="Equation" r:id="rId6" imgW="2933640" imgH="927000" progId="">
                  <p:embed/>
                  <p:pic>
                    <p:nvPicPr>
                      <p:cNvPr id="0" name="Object 7"/>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4716463" y="765175"/>
                        <a:ext cx="2932112"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6" name="Object 8"/>
          <p:cNvGraphicFramePr>
            <a:graphicFrameLocks noChangeAspect="1"/>
          </p:cNvGraphicFramePr>
          <p:nvPr/>
        </p:nvGraphicFramePr>
        <p:xfrm>
          <a:off x="468313" y="1628775"/>
          <a:ext cx="1968500" cy="927100"/>
        </p:xfrm>
        <a:graphic>
          <a:graphicData uri="http://schemas.openxmlformats.org/presentationml/2006/ole">
            <mc:AlternateContent xmlns:mc="http://schemas.openxmlformats.org/markup-compatibility/2006">
              <mc:Choice xmlns:v="urn:schemas-microsoft-com:vml" Requires="v">
                <p:oleObj name="Equation" r:id="rId8" imgW="1968480" imgH="927000" progId="">
                  <p:embed/>
                </p:oleObj>
              </mc:Choice>
              <mc:Fallback>
                <p:oleObj name="Equation" r:id="rId8" imgW="1968480" imgH="927000" progId="">
                  <p:embed/>
                  <p:pic>
                    <p:nvPicPr>
                      <p:cNvPr id="0" name="Object 8"/>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468313" y="1628775"/>
                        <a:ext cx="19685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7" name="Object 9"/>
          <p:cNvGraphicFramePr>
            <a:graphicFrameLocks noChangeAspect="1"/>
          </p:cNvGraphicFramePr>
          <p:nvPr/>
        </p:nvGraphicFramePr>
        <p:xfrm>
          <a:off x="1692275" y="2060575"/>
          <a:ext cx="508000" cy="596900"/>
        </p:xfrm>
        <a:graphic>
          <a:graphicData uri="http://schemas.openxmlformats.org/presentationml/2006/ole">
            <mc:AlternateContent xmlns:mc="http://schemas.openxmlformats.org/markup-compatibility/2006">
              <mc:Choice xmlns:v="urn:schemas-microsoft-com:vml" Requires="v">
                <p:oleObj name="Equation" r:id="rId10" imgW="507960" imgH="596880" progId="">
                  <p:embed/>
                </p:oleObj>
              </mc:Choice>
              <mc:Fallback>
                <p:oleObj name="Equation" r:id="rId10" imgW="507960" imgH="596880" progId="">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2275" y="2060575"/>
                        <a:ext cx="50800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8" name="Object 10"/>
          <p:cNvGraphicFramePr>
            <a:graphicFrameLocks noChangeAspect="1"/>
          </p:cNvGraphicFramePr>
          <p:nvPr/>
        </p:nvGraphicFramePr>
        <p:xfrm>
          <a:off x="250825" y="2565400"/>
          <a:ext cx="7389813" cy="889000"/>
        </p:xfrm>
        <a:graphic>
          <a:graphicData uri="http://schemas.openxmlformats.org/presentationml/2006/ole">
            <mc:AlternateContent xmlns:mc="http://schemas.openxmlformats.org/markup-compatibility/2006">
              <mc:Choice xmlns:v="urn:schemas-microsoft-com:vml" Requires="v">
                <p:oleObj name="Equation" r:id="rId12" imgW="7391160" imgH="888840" progId="">
                  <p:embed/>
                </p:oleObj>
              </mc:Choice>
              <mc:Fallback>
                <p:oleObj name="Equation" r:id="rId12" imgW="7391160" imgH="888840" progId="">
                  <p:embed/>
                  <p:pic>
                    <p:nvPicPr>
                      <p:cNvPr id="0" name="Object 10"/>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250825" y="2565400"/>
                        <a:ext cx="7389813"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9" name="Object 11"/>
          <p:cNvGraphicFramePr>
            <a:graphicFrameLocks noChangeAspect="1"/>
          </p:cNvGraphicFramePr>
          <p:nvPr/>
        </p:nvGraphicFramePr>
        <p:xfrm>
          <a:off x="1476375" y="2565400"/>
          <a:ext cx="965200" cy="850900"/>
        </p:xfrm>
        <a:graphic>
          <a:graphicData uri="http://schemas.openxmlformats.org/presentationml/2006/ole">
            <mc:AlternateContent xmlns:mc="http://schemas.openxmlformats.org/markup-compatibility/2006">
              <mc:Choice xmlns:v="urn:schemas-microsoft-com:vml" Requires="v">
                <p:oleObj name="Equation" r:id="rId14" imgW="965160" imgH="850680" progId="">
                  <p:embed/>
                </p:oleObj>
              </mc:Choice>
              <mc:Fallback>
                <p:oleObj name="Equation" r:id="rId14" imgW="965160" imgH="850680" progId="">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76375" y="2565400"/>
                        <a:ext cx="9652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0" name="Object 12"/>
          <p:cNvGraphicFramePr>
            <a:graphicFrameLocks noChangeAspect="1"/>
          </p:cNvGraphicFramePr>
          <p:nvPr/>
        </p:nvGraphicFramePr>
        <p:xfrm>
          <a:off x="2484438" y="2492375"/>
          <a:ext cx="2057400" cy="965200"/>
        </p:xfrm>
        <a:graphic>
          <a:graphicData uri="http://schemas.openxmlformats.org/presentationml/2006/ole">
            <mc:AlternateContent xmlns:mc="http://schemas.openxmlformats.org/markup-compatibility/2006">
              <mc:Choice xmlns:v="urn:schemas-microsoft-com:vml" Requires="v">
                <p:oleObj name="Equation" r:id="rId16" imgW="2057400" imgH="965160" progId="">
                  <p:embed/>
                </p:oleObj>
              </mc:Choice>
              <mc:Fallback>
                <p:oleObj name="Equation" r:id="rId16" imgW="2057400" imgH="965160" progId="">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84438" y="2492375"/>
                        <a:ext cx="20574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1" name="Object 13"/>
          <p:cNvGraphicFramePr>
            <a:graphicFrameLocks noChangeAspect="1"/>
          </p:cNvGraphicFramePr>
          <p:nvPr/>
        </p:nvGraphicFramePr>
        <p:xfrm>
          <a:off x="4572000" y="2420938"/>
          <a:ext cx="2906713" cy="965200"/>
        </p:xfrm>
        <a:graphic>
          <a:graphicData uri="http://schemas.openxmlformats.org/presentationml/2006/ole">
            <mc:AlternateContent xmlns:mc="http://schemas.openxmlformats.org/markup-compatibility/2006">
              <mc:Choice xmlns:v="urn:schemas-microsoft-com:vml" Requires="v">
                <p:oleObj name="Equation" r:id="rId18" imgW="2908080" imgH="965160" progId="">
                  <p:embed/>
                </p:oleObj>
              </mc:Choice>
              <mc:Fallback>
                <p:oleObj name="Equation" r:id="rId18" imgW="2908080" imgH="965160" progId="">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72000" y="2420938"/>
                        <a:ext cx="2906713"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2" name="Object 14"/>
          <p:cNvGraphicFramePr>
            <a:graphicFrameLocks noChangeAspect="1"/>
          </p:cNvGraphicFramePr>
          <p:nvPr/>
        </p:nvGraphicFramePr>
        <p:xfrm>
          <a:off x="611188" y="3429000"/>
          <a:ext cx="7085012" cy="889000"/>
        </p:xfrm>
        <a:graphic>
          <a:graphicData uri="http://schemas.openxmlformats.org/presentationml/2006/ole">
            <mc:AlternateContent xmlns:mc="http://schemas.openxmlformats.org/markup-compatibility/2006">
              <mc:Choice xmlns:v="urn:schemas-microsoft-com:vml" Requires="v">
                <p:oleObj name="Equation" r:id="rId20" imgW="7086600" imgH="888840" progId="">
                  <p:embed/>
                </p:oleObj>
              </mc:Choice>
              <mc:Fallback>
                <p:oleObj name="Equation" r:id="rId20" imgW="7086600" imgH="888840" progId="">
                  <p:embed/>
                  <p:pic>
                    <p:nvPicPr>
                      <p:cNvPr id="0" name="Object 1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11188" y="3429000"/>
                        <a:ext cx="7085012"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3" name="Object 15"/>
          <p:cNvGraphicFramePr>
            <a:graphicFrameLocks noChangeAspect="1"/>
          </p:cNvGraphicFramePr>
          <p:nvPr/>
        </p:nvGraphicFramePr>
        <p:xfrm>
          <a:off x="1331913" y="3716338"/>
          <a:ext cx="152400" cy="304800"/>
        </p:xfrm>
        <a:graphic>
          <a:graphicData uri="http://schemas.openxmlformats.org/presentationml/2006/ole">
            <mc:AlternateContent xmlns:mc="http://schemas.openxmlformats.org/markup-compatibility/2006">
              <mc:Choice xmlns:v="urn:schemas-microsoft-com:vml" Requires="v">
                <p:oleObj name="Equation" r:id="rId22" imgW="152280" imgH="304560" progId="">
                  <p:embed/>
                </p:oleObj>
              </mc:Choice>
              <mc:Fallback>
                <p:oleObj name="Equation" r:id="rId22" imgW="152280" imgH="304560" progId="">
                  <p:embed/>
                  <p:pic>
                    <p:nvPicPr>
                      <p:cNvPr id="0" name="Object 15"/>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1331913" y="3716338"/>
                        <a:ext cx="1524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4" name="Object 16"/>
          <p:cNvGraphicFramePr>
            <a:graphicFrameLocks noChangeAspect="1"/>
          </p:cNvGraphicFramePr>
          <p:nvPr/>
        </p:nvGraphicFramePr>
        <p:xfrm>
          <a:off x="1547813" y="3429000"/>
          <a:ext cx="965200" cy="850900"/>
        </p:xfrm>
        <a:graphic>
          <a:graphicData uri="http://schemas.openxmlformats.org/presentationml/2006/ole">
            <mc:AlternateContent xmlns:mc="http://schemas.openxmlformats.org/markup-compatibility/2006">
              <mc:Choice xmlns:v="urn:schemas-microsoft-com:vml" Requires="v">
                <p:oleObj name="Equation" r:id="rId24" imgW="965160" imgH="850680" progId="">
                  <p:embed/>
                </p:oleObj>
              </mc:Choice>
              <mc:Fallback>
                <p:oleObj name="Equation" r:id="rId24" imgW="965160" imgH="850680" progId="">
                  <p:embed/>
                  <p:pic>
                    <p:nvPicPr>
                      <p:cNvPr id="0" name="Object 16"/>
                      <p:cNvPicPr>
                        <a:picLocks noChangeAspect="1" noChangeArrowheads="1"/>
                      </p:cNvPicPr>
                      <p:nvPr/>
                    </p:nvPicPr>
                    <p:blipFill>
                      <a:blip r:embed="rId25">
                        <a:grayscl/>
                        <a:biLevel thresh="50000"/>
                        <a:extLst>
                          <a:ext uri="{28A0092B-C50C-407E-A947-70E740481C1C}">
                            <a14:useLocalDpi xmlns:a14="http://schemas.microsoft.com/office/drawing/2010/main" val="0"/>
                          </a:ext>
                        </a:extLst>
                      </a:blip>
                      <a:srcRect/>
                      <a:stretch>
                        <a:fillRect/>
                      </a:stretch>
                    </p:blipFill>
                    <p:spPr bwMode="auto">
                      <a:xfrm>
                        <a:off x="1547813" y="3429000"/>
                        <a:ext cx="9652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5" name="Object 17"/>
          <p:cNvGraphicFramePr>
            <a:graphicFrameLocks noChangeAspect="1"/>
          </p:cNvGraphicFramePr>
          <p:nvPr/>
        </p:nvGraphicFramePr>
        <p:xfrm>
          <a:off x="2555875" y="3357563"/>
          <a:ext cx="2057400" cy="965200"/>
        </p:xfrm>
        <a:graphic>
          <a:graphicData uri="http://schemas.openxmlformats.org/presentationml/2006/ole">
            <mc:AlternateContent xmlns:mc="http://schemas.openxmlformats.org/markup-compatibility/2006">
              <mc:Choice xmlns:v="urn:schemas-microsoft-com:vml" Requires="v">
                <p:oleObj name="Equation" r:id="rId26" imgW="2057400" imgH="965160" progId="">
                  <p:embed/>
                </p:oleObj>
              </mc:Choice>
              <mc:Fallback>
                <p:oleObj name="Equation" r:id="rId26" imgW="2057400" imgH="965160" progId="">
                  <p:embed/>
                  <p:pic>
                    <p:nvPicPr>
                      <p:cNvPr id="0" name="Object 17"/>
                      <p:cNvPicPr>
                        <a:picLocks noChangeAspect="1" noChangeArrowheads="1"/>
                      </p:cNvPicPr>
                      <p:nvPr/>
                    </p:nvPicPr>
                    <p:blipFill>
                      <a:blip r:embed="rId27">
                        <a:grayscl/>
                        <a:biLevel thresh="50000"/>
                        <a:extLst>
                          <a:ext uri="{28A0092B-C50C-407E-A947-70E740481C1C}">
                            <a14:useLocalDpi xmlns:a14="http://schemas.microsoft.com/office/drawing/2010/main" val="0"/>
                          </a:ext>
                        </a:extLst>
                      </a:blip>
                      <a:srcRect/>
                      <a:stretch>
                        <a:fillRect/>
                      </a:stretch>
                    </p:blipFill>
                    <p:spPr bwMode="auto">
                      <a:xfrm>
                        <a:off x="2555875" y="3357563"/>
                        <a:ext cx="20574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6" name="Object 18"/>
          <p:cNvGraphicFramePr>
            <a:graphicFrameLocks noChangeAspect="1"/>
          </p:cNvGraphicFramePr>
          <p:nvPr/>
        </p:nvGraphicFramePr>
        <p:xfrm>
          <a:off x="4572000" y="3357563"/>
          <a:ext cx="2906713" cy="965200"/>
        </p:xfrm>
        <a:graphic>
          <a:graphicData uri="http://schemas.openxmlformats.org/presentationml/2006/ole">
            <mc:AlternateContent xmlns:mc="http://schemas.openxmlformats.org/markup-compatibility/2006">
              <mc:Choice xmlns:v="urn:schemas-microsoft-com:vml" Requires="v">
                <p:oleObj name="Equation" r:id="rId28" imgW="2908080" imgH="965160" progId="">
                  <p:embed/>
                </p:oleObj>
              </mc:Choice>
              <mc:Fallback>
                <p:oleObj name="Equation" r:id="rId28" imgW="2908080" imgH="965160" progId="">
                  <p:embed/>
                  <p:pic>
                    <p:nvPicPr>
                      <p:cNvPr id="0" name="Object 18"/>
                      <p:cNvPicPr>
                        <a:picLocks noChangeAspect="1" noChangeArrowheads="1"/>
                      </p:cNvPicPr>
                      <p:nvPr/>
                    </p:nvPicPr>
                    <p:blipFill>
                      <a:blip r:embed="rId29">
                        <a:grayscl/>
                        <a:biLevel thresh="50000"/>
                        <a:extLst>
                          <a:ext uri="{28A0092B-C50C-407E-A947-70E740481C1C}">
                            <a14:useLocalDpi xmlns:a14="http://schemas.microsoft.com/office/drawing/2010/main" val="0"/>
                          </a:ext>
                        </a:extLst>
                      </a:blip>
                      <a:srcRect/>
                      <a:stretch>
                        <a:fillRect/>
                      </a:stretch>
                    </p:blipFill>
                    <p:spPr bwMode="auto">
                      <a:xfrm>
                        <a:off x="4572000" y="3357563"/>
                        <a:ext cx="2906713"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7" name="Object 19"/>
          <p:cNvGraphicFramePr>
            <a:graphicFrameLocks noChangeAspect="1"/>
          </p:cNvGraphicFramePr>
          <p:nvPr/>
        </p:nvGraphicFramePr>
        <p:xfrm>
          <a:off x="971550" y="4221163"/>
          <a:ext cx="5040313" cy="1016000"/>
        </p:xfrm>
        <a:graphic>
          <a:graphicData uri="http://schemas.openxmlformats.org/presentationml/2006/ole">
            <mc:AlternateContent xmlns:mc="http://schemas.openxmlformats.org/markup-compatibility/2006">
              <mc:Choice xmlns:v="urn:schemas-microsoft-com:vml" Requires="v">
                <p:oleObj name="Equation" r:id="rId30" imgW="5041800" imgH="1015920" progId="">
                  <p:embed/>
                </p:oleObj>
              </mc:Choice>
              <mc:Fallback>
                <p:oleObj name="Equation" r:id="rId30" imgW="5041800" imgH="1015920" progId="">
                  <p:embed/>
                  <p:pic>
                    <p:nvPicPr>
                      <p:cNvPr id="0" name="Object 1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971550" y="4221163"/>
                        <a:ext cx="5040313"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8" name="Object 20"/>
          <p:cNvGraphicFramePr>
            <a:graphicFrameLocks noChangeAspect="1"/>
          </p:cNvGraphicFramePr>
          <p:nvPr/>
        </p:nvGraphicFramePr>
        <p:xfrm>
          <a:off x="6659563" y="4581525"/>
          <a:ext cx="1892300" cy="406400"/>
        </p:xfrm>
        <a:graphic>
          <a:graphicData uri="http://schemas.openxmlformats.org/presentationml/2006/ole">
            <mc:AlternateContent xmlns:mc="http://schemas.openxmlformats.org/markup-compatibility/2006">
              <mc:Choice xmlns:v="urn:schemas-microsoft-com:vml" Requires="v">
                <p:oleObj name="Equation" r:id="rId32" imgW="1892160" imgH="406080" progId="">
                  <p:embed/>
                </p:oleObj>
              </mc:Choice>
              <mc:Fallback>
                <p:oleObj name="Equation" r:id="rId32" imgW="1892160" imgH="406080" progId="">
                  <p:embed/>
                  <p:pic>
                    <p:nvPicPr>
                      <p:cNvPr id="0" name="Object 20"/>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659563" y="4581525"/>
                        <a:ext cx="18923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9" name="Rectangle 21"/>
          <p:cNvSpPr>
            <a:spLocks noChangeArrowheads="1"/>
          </p:cNvSpPr>
          <p:nvPr/>
        </p:nvSpPr>
        <p:spPr bwMode="auto">
          <a:xfrm>
            <a:off x="5724525" y="1844675"/>
            <a:ext cx="2133600" cy="609600"/>
          </a:xfrm>
          <a:prstGeom prst="rect">
            <a:avLst/>
          </a:prstGeom>
          <a:solidFill>
            <a:schemeClr val="accent1"/>
          </a:solidFill>
          <a:ln w="9525">
            <a:solidFill>
              <a:srgbClr val="0051A2"/>
            </a:solidFill>
            <a:miter lim="800000"/>
            <a:headEnd/>
            <a:tailEnd/>
          </a:ln>
        </p:spPr>
        <p:txBody>
          <a:bodyPr wrap="none" anchor="ctr"/>
          <a:lstStyle/>
          <a:p>
            <a:pPr fontAlgn="base">
              <a:spcBef>
                <a:spcPct val="0"/>
              </a:spcBef>
              <a:spcAft>
                <a:spcPct val="0"/>
              </a:spcAft>
            </a:pPr>
            <a:endParaRPr lang="zh-CN" altLang="en-US">
              <a:solidFill>
                <a:srgbClr val="000000"/>
              </a:solidFill>
            </a:endParaRPr>
          </a:p>
        </p:txBody>
      </p:sp>
      <p:graphicFrame>
        <p:nvGraphicFramePr>
          <p:cNvPr id="22550" name="Object 22"/>
          <p:cNvGraphicFramePr>
            <a:graphicFrameLocks noChangeAspect="1"/>
          </p:cNvGraphicFramePr>
          <p:nvPr/>
        </p:nvGraphicFramePr>
        <p:xfrm>
          <a:off x="5867400" y="1916113"/>
          <a:ext cx="1765300" cy="469900"/>
        </p:xfrm>
        <a:graphic>
          <a:graphicData uri="http://schemas.openxmlformats.org/presentationml/2006/ole">
            <mc:AlternateContent xmlns:mc="http://schemas.openxmlformats.org/markup-compatibility/2006">
              <mc:Choice xmlns:v="urn:schemas-microsoft-com:vml" Requires="v">
                <p:oleObj name="Equation" r:id="rId34" imgW="1765080" imgH="469800" progId="">
                  <p:embed/>
                </p:oleObj>
              </mc:Choice>
              <mc:Fallback>
                <p:oleObj name="Equation" r:id="rId34" imgW="1765080" imgH="469800" progId="">
                  <p:embed/>
                  <p:pic>
                    <p:nvPicPr>
                      <p:cNvPr id="0" name="Object 22"/>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867400" y="1916113"/>
                        <a:ext cx="17653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51" name="Object 23"/>
          <p:cNvGraphicFramePr>
            <a:graphicFrameLocks noChangeAspect="1"/>
          </p:cNvGraphicFramePr>
          <p:nvPr/>
        </p:nvGraphicFramePr>
        <p:xfrm>
          <a:off x="2484438" y="1628775"/>
          <a:ext cx="1916112" cy="927100"/>
        </p:xfrm>
        <a:graphic>
          <a:graphicData uri="http://schemas.openxmlformats.org/presentationml/2006/ole">
            <mc:AlternateContent xmlns:mc="http://schemas.openxmlformats.org/markup-compatibility/2006">
              <mc:Choice xmlns:v="urn:schemas-microsoft-com:vml" Requires="v">
                <p:oleObj name="Equation" r:id="rId36" imgW="1917360" imgH="927000" progId="">
                  <p:embed/>
                </p:oleObj>
              </mc:Choice>
              <mc:Fallback>
                <p:oleObj name="Equation" r:id="rId36" imgW="1917360" imgH="927000" progId="">
                  <p:embed/>
                  <p:pic>
                    <p:nvPicPr>
                      <p:cNvPr id="0" name="Object 23"/>
                      <p:cNvPicPr>
                        <a:picLocks noChangeAspect="1" noChangeArrowheads="1"/>
                      </p:cNvPicPr>
                      <p:nvPr/>
                    </p:nvPicPr>
                    <p:blipFill>
                      <a:blip r:embed="rId37">
                        <a:grayscl/>
                        <a:biLevel thresh="50000"/>
                        <a:extLst>
                          <a:ext uri="{28A0092B-C50C-407E-A947-70E740481C1C}">
                            <a14:useLocalDpi xmlns:a14="http://schemas.microsoft.com/office/drawing/2010/main" val="0"/>
                          </a:ext>
                        </a:extLst>
                      </a:blip>
                      <a:srcRect/>
                      <a:stretch>
                        <a:fillRect/>
                      </a:stretch>
                    </p:blipFill>
                    <p:spPr bwMode="auto">
                      <a:xfrm>
                        <a:off x="2484438" y="1628775"/>
                        <a:ext cx="1916112"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52" name="Object 24"/>
          <p:cNvGraphicFramePr>
            <a:graphicFrameLocks noChangeAspect="1"/>
          </p:cNvGraphicFramePr>
          <p:nvPr/>
        </p:nvGraphicFramePr>
        <p:xfrm>
          <a:off x="3708400" y="2060575"/>
          <a:ext cx="508000" cy="596900"/>
        </p:xfrm>
        <a:graphic>
          <a:graphicData uri="http://schemas.openxmlformats.org/presentationml/2006/ole">
            <mc:AlternateContent xmlns:mc="http://schemas.openxmlformats.org/markup-compatibility/2006">
              <mc:Choice xmlns:v="urn:schemas-microsoft-com:vml" Requires="v">
                <p:oleObj name="Equation" r:id="rId38" imgW="507960" imgH="596880" progId="">
                  <p:embed/>
                </p:oleObj>
              </mc:Choice>
              <mc:Fallback>
                <p:oleObj name="Equation" r:id="rId38" imgW="507960" imgH="596880" progId="">
                  <p:embed/>
                  <p:pic>
                    <p:nvPicPr>
                      <p:cNvPr id="0" name="Object 24"/>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708400" y="2060575"/>
                        <a:ext cx="50800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53" name="Object 25"/>
          <p:cNvGraphicFramePr>
            <a:graphicFrameLocks noChangeAspect="1"/>
          </p:cNvGraphicFramePr>
          <p:nvPr/>
        </p:nvGraphicFramePr>
        <p:xfrm>
          <a:off x="1258888" y="2852738"/>
          <a:ext cx="152400" cy="304800"/>
        </p:xfrm>
        <a:graphic>
          <a:graphicData uri="http://schemas.openxmlformats.org/presentationml/2006/ole">
            <mc:AlternateContent xmlns:mc="http://schemas.openxmlformats.org/markup-compatibility/2006">
              <mc:Choice xmlns:v="urn:schemas-microsoft-com:vml" Requires="v">
                <p:oleObj name="Equation" r:id="rId40" imgW="152280" imgH="304560" progId="">
                  <p:embed/>
                </p:oleObj>
              </mc:Choice>
              <mc:Fallback>
                <p:oleObj name="Equation" r:id="rId40" imgW="152280" imgH="304560" progId="">
                  <p:embed/>
                  <p:pic>
                    <p:nvPicPr>
                      <p:cNvPr id="0" name="Object 25"/>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258888" y="2852738"/>
                        <a:ext cx="1524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54" name="Line 26"/>
          <p:cNvSpPr>
            <a:spLocks noChangeShapeType="1"/>
          </p:cNvSpPr>
          <p:nvPr/>
        </p:nvSpPr>
        <p:spPr bwMode="auto">
          <a:xfrm>
            <a:off x="4932363" y="3357563"/>
            <a:ext cx="1981200" cy="0"/>
          </a:xfrm>
          <a:prstGeom prst="line">
            <a:avLst/>
          </a:prstGeom>
          <a:noFill/>
          <a:ln w="28575">
            <a:solidFill>
              <a:srgbClr val="CC0000"/>
            </a:solidFill>
            <a:round/>
            <a:headEnd/>
            <a:tailEnd/>
          </a:ln>
        </p:spPr>
        <p:txBody>
          <a:bodyPr wrap="none" anchor="ctr"/>
          <a:lstStyle/>
          <a:p>
            <a:pPr fontAlgn="base">
              <a:spcBef>
                <a:spcPct val="0"/>
              </a:spcBef>
              <a:spcAft>
                <a:spcPct val="0"/>
              </a:spcAft>
            </a:pPr>
            <a:endParaRPr lang="zh-CN" altLang="en-US">
              <a:solidFill>
                <a:srgbClr val="000000"/>
              </a:solidFill>
            </a:endParaRPr>
          </a:p>
        </p:txBody>
      </p:sp>
      <p:sp>
        <p:nvSpPr>
          <p:cNvPr id="22555" name="Line 27"/>
          <p:cNvSpPr>
            <a:spLocks noChangeShapeType="1"/>
          </p:cNvSpPr>
          <p:nvPr/>
        </p:nvSpPr>
        <p:spPr bwMode="auto">
          <a:xfrm>
            <a:off x="4859338" y="4292600"/>
            <a:ext cx="1981200" cy="0"/>
          </a:xfrm>
          <a:prstGeom prst="line">
            <a:avLst/>
          </a:prstGeom>
          <a:noFill/>
          <a:ln w="28575">
            <a:solidFill>
              <a:srgbClr val="CC0000"/>
            </a:solidFill>
            <a:round/>
            <a:headEnd/>
            <a:tailEnd/>
          </a:ln>
        </p:spPr>
        <p:txBody>
          <a:bodyPr wrap="none" anchor="ctr"/>
          <a:lstStyle/>
          <a:p>
            <a:pPr fontAlgn="base">
              <a:spcBef>
                <a:spcPct val="0"/>
              </a:spcBef>
              <a:spcAft>
                <a:spcPct val="0"/>
              </a:spcAft>
            </a:pPr>
            <a:endParaRPr lang="zh-CN" altLang="en-US">
              <a:solidFill>
                <a:srgbClr val="000000"/>
              </a:solidFill>
            </a:endParaRPr>
          </a:p>
        </p:txBody>
      </p:sp>
      <p:sp>
        <p:nvSpPr>
          <p:cNvPr id="22556" name="Line 28"/>
          <p:cNvSpPr>
            <a:spLocks noChangeShapeType="1"/>
          </p:cNvSpPr>
          <p:nvPr/>
        </p:nvSpPr>
        <p:spPr bwMode="auto">
          <a:xfrm>
            <a:off x="684213" y="3429000"/>
            <a:ext cx="457200" cy="0"/>
          </a:xfrm>
          <a:prstGeom prst="line">
            <a:avLst/>
          </a:prstGeom>
          <a:noFill/>
          <a:ln w="28575">
            <a:solidFill>
              <a:srgbClr val="CC0000"/>
            </a:solidFill>
            <a:round/>
            <a:headEnd/>
            <a:tailEnd/>
          </a:ln>
        </p:spPr>
        <p:txBody>
          <a:bodyPr wrap="none" anchor="ctr"/>
          <a:lstStyle/>
          <a:p>
            <a:pPr fontAlgn="base">
              <a:spcBef>
                <a:spcPct val="0"/>
              </a:spcBef>
              <a:spcAft>
                <a:spcPct val="0"/>
              </a:spcAft>
            </a:pPr>
            <a:endParaRPr lang="zh-CN" altLang="en-US">
              <a:solidFill>
                <a:srgbClr val="000000"/>
              </a:solidFill>
            </a:endParaRPr>
          </a:p>
        </p:txBody>
      </p:sp>
      <p:sp>
        <p:nvSpPr>
          <p:cNvPr id="22557" name="Line 29"/>
          <p:cNvSpPr>
            <a:spLocks noChangeShapeType="1"/>
          </p:cNvSpPr>
          <p:nvPr/>
        </p:nvSpPr>
        <p:spPr bwMode="auto">
          <a:xfrm>
            <a:off x="684213" y="4292600"/>
            <a:ext cx="457200" cy="0"/>
          </a:xfrm>
          <a:prstGeom prst="line">
            <a:avLst/>
          </a:prstGeom>
          <a:noFill/>
          <a:ln w="28575">
            <a:solidFill>
              <a:srgbClr val="CC0000"/>
            </a:solidFill>
            <a:round/>
            <a:headEnd/>
            <a:tailEnd/>
          </a:ln>
        </p:spPr>
        <p:txBody>
          <a:bodyPr wrap="none" anchor="ctr"/>
          <a:lstStyle/>
          <a:p>
            <a:pPr fontAlgn="base">
              <a:spcBef>
                <a:spcPct val="0"/>
              </a:spcBef>
              <a:spcAft>
                <a:spcPct val="0"/>
              </a:spcAft>
            </a:pPr>
            <a:endParaRPr lang="zh-CN" altLang="en-US">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wipe(left)">
                                      <p:cBhvr>
                                        <p:cTn id="7" dur="500"/>
                                        <p:tgtEl>
                                          <p:spTgt spid="225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534"/>
                                        </p:tgtEl>
                                        <p:attrNameLst>
                                          <p:attrName>style.visibility</p:attrName>
                                        </p:attrNameLst>
                                      </p:cBhvr>
                                      <p:to>
                                        <p:strVal val="visible"/>
                                      </p:to>
                                    </p:set>
                                    <p:animEffect transition="in" filter="wipe(left)">
                                      <p:cBhvr>
                                        <p:cTn id="12" dur="500"/>
                                        <p:tgtEl>
                                          <p:spTgt spid="225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535"/>
                                        </p:tgtEl>
                                        <p:attrNameLst>
                                          <p:attrName>style.visibility</p:attrName>
                                        </p:attrNameLst>
                                      </p:cBhvr>
                                      <p:to>
                                        <p:strVal val="visible"/>
                                      </p:to>
                                    </p:set>
                                    <p:animEffect transition="in" filter="wipe(left)">
                                      <p:cBhvr>
                                        <p:cTn id="17" dur="500"/>
                                        <p:tgtEl>
                                          <p:spTgt spid="225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536"/>
                                        </p:tgtEl>
                                        <p:attrNameLst>
                                          <p:attrName>style.visibility</p:attrName>
                                        </p:attrNameLst>
                                      </p:cBhvr>
                                      <p:to>
                                        <p:strVal val="visible"/>
                                      </p:to>
                                    </p:set>
                                    <p:animEffect transition="in" filter="wipe(left)">
                                      <p:cBhvr>
                                        <p:cTn id="22" dur="500"/>
                                        <p:tgtEl>
                                          <p:spTgt spid="225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537"/>
                                        </p:tgtEl>
                                        <p:attrNameLst>
                                          <p:attrName>style.visibility</p:attrName>
                                        </p:attrNameLst>
                                      </p:cBhvr>
                                      <p:to>
                                        <p:strVal val="visible"/>
                                      </p:to>
                                    </p:set>
                                    <p:animEffect transition="in" filter="wipe(left)">
                                      <p:cBhvr>
                                        <p:cTn id="27" dur="500"/>
                                        <p:tgtEl>
                                          <p:spTgt spid="225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551"/>
                                        </p:tgtEl>
                                        <p:attrNameLst>
                                          <p:attrName>style.visibility</p:attrName>
                                        </p:attrNameLst>
                                      </p:cBhvr>
                                      <p:to>
                                        <p:strVal val="visible"/>
                                      </p:to>
                                    </p:set>
                                    <p:animEffect transition="in" filter="wipe(left)">
                                      <p:cBhvr>
                                        <p:cTn id="32" dur="500"/>
                                        <p:tgtEl>
                                          <p:spTgt spid="2255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552"/>
                                        </p:tgtEl>
                                        <p:attrNameLst>
                                          <p:attrName>style.visibility</p:attrName>
                                        </p:attrNameLst>
                                      </p:cBhvr>
                                      <p:to>
                                        <p:strVal val="visible"/>
                                      </p:to>
                                    </p:set>
                                    <p:animEffect transition="in" filter="wipe(left)">
                                      <p:cBhvr>
                                        <p:cTn id="37" dur="500"/>
                                        <p:tgtEl>
                                          <p:spTgt spid="2255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549"/>
                                        </p:tgtEl>
                                        <p:attrNameLst>
                                          <p:attrName>style.visibility</p:attrName>
                                        </p:attrNameLst>
                                      </p:cBhvr>
                                      <p:to>
                                        <p:strVal val="visible"/>
                                      </p:to>
                                    </p:set>
                                    <p:animEffect transition="in" filter="wipe(left)">
                                      <p:cBhvr>
                                        <p:cTn id="42" dur="500"/>
                                        <p:tgtEl>
                                          <p:spTgt spid="22549"/>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22550"/>
                                        </p:tgtEl>
                                        <p:attrNameLst>
                                          <p:attrName>style.visibility</p:attrName>
                                        </p:attrNameLst>
                                      </p:cBhvr>
                                      <p:to>
                                        <p:strVal val="visible"/>
                                      </p:to>
                                    </p:set>
                                    <p:animEffect transition="in" filter="wipe(left)">
                                      <p:cBhvr>
                                        <p:cTn id="46" dur="500"/>
                                        <p:tgtEl>
                                          <p:spTgt spid="2255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2538"/>
                                        </p:tgtEl>
                                        <p:attrNameLst>
                                          <p:attrName>style.visibility</p:attrName>
                                        </p:attrNameLst>
                                      </p:cBhvr>
                                      <p:to>
                                        <p:strVal val="visible"/>
                                      </p:to>
                                    </p:set>
                                    <p:animEffect transition="in" filter="wipe(left)">
                                      <p:cBhvr>
                                        <p:cTn id="51" dur="500"/>
                                        <p:tgtEl>
                                          <p:spTgt spid="2253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2553"/>
                                        </p:tgtEl>
                                        <p:attrNameLst>
                                          <p:attrName>style.visibility</p:attrName>
                                        </p:attrNameLst>
                                      </p:cBhvr>
                                      <p:to>
                                        <p:strVal val="visible"/>
                                      </p:to>
                                    </p:set>
                                    <p:animEffect transition="in" filter="wipe(left)">
                                      <p:cBhvr>
                                        <p:cTn id="56" dur="500"/>
                                        <p:tgtEl>
                                          <p:spTgt spid="2255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2539"/>
                                        </p:tgtEl>
                                        <p:attrNameLst>
                                          <p:attrName>style.visibility</p:attrName>
                                        </p:attrNameLst>
                                      </p:cBhvr>
                                      <p:to>
                                        <p:strVal val="visible"/>
                                      </p:to>
                                    </p:set>
                                    <p:animEffect transition="in" filter="wipe(left)">
                                      <p:cBhvr>
                                        <p:cTn id="61" dur="500"/>
                                        <p:tgtEl>
                                          <p:spTgt spid="2253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2540"/>
                                        </p:tgtEl>
                                        <p:attrNameLst>
                                          <p:attrName>style.visibility</p:attrName>
                                        </p:attrNameLst>
                                      </p:cBhvr>
                                      <p:to>
                                        <p:strVal val="visible"/>
                                      </p:to>
                                    </p:set>
                                    <p:animEffect transition="in" filter="wipe(left)">
                                      <p:cBhvr>
                                        <p:cTn id="66" dur="500"/>
                                        <p:tgtEl>
                                          <p:spTgt spid="2254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2541"/>
                                        </p:tgtEl>
                                        <p:attrNameLst>
                                          <p:attrName>style.visibility</p:attrName>
                                        </p:attrNameLst>
                                      </p:cBhvr>
                                      <p:to>
                                        <p:strVal val="visible"/>
                                      </p:to>
                                    </p:set>
                                    <p:animEffect transition="in" filter="wipe(left)">
                                      <p:cBhvr>
                                        <p:cTn id="71" dur="500"/>
                                        <p:tgtEl>
                                          <p:spTgt spid="2254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2542"/>
                                        </p:tgtEl>
                                        <p:attrNameLst>
                                          <p:attrName>style.visibility</p:attrName>
                                        </p:attrNameLst>
                                      </p:cBhvr>
                                      <p:to>
                                        <p:strVal val="visible"/>
                                      </p:to>
                                    </p:set>
                                    <p:animEffect transition="in" filter="wipe(left)">
                                      <p:cBhvr>
                                        <p:cTn id="76" dur="500"/>
                                        <p:tgtEl>
                                          <p:spTgt spid="2254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2543"/>
                                        </p:tgtEl>
                                        <p:attrNameLst>
                                          <p:attrName>style.visibility</p:attrName>
                                        </p:attrNameLst>
                                      </p:cBhvr>
                                      <p:to>
                                        <p:strVal val="visible"/>
                                      </p:to>
                                    </p:set>
                                    <p:animEffect transition="in" filter="wipe(left)">
                                      <p:cBhvr>
                                        <p:cTn id="81" dur="500"/>
                                        <p:tgtEl>
                                          <p:spTgt spid="22543"/>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2544"/>
                                        </p:tgtEl>
                                        <p:attrNameLst>
                                          <p:attrName>style.visibility</p:attrName>
                                        </p:attrNameLst>
                                      </p:cBhvr>
                                      <p:to>
                                        <p:strVal val="visible"/>
                                      </p:to>
                                    </p:set>
                                    <p:animEffect transition="in" filter="wipe(left)">
                                      <p:cBhvr>
                                        <p:cTn id="86" dur="500"/>
                                        <p:tgtEl>
                                          <p:spTgt spid="2254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2545"/>
                                        </p:tgtEl>
                                        <p:attrNameLst>
                                          <p:attrName>style.visibility</p:attrName>
                                        </p:attrNameLst>
                                      </p:cBhvr>
                                      <p:to>
                                        <p:strVal val="visible"/>
                                      </p:to>
                                    </p:set>
                                    <p:animEffect transition="in" filter="wipe(left)">
                                      <p:cBhvr>
                                        <p:cTn id="91" dur="500"/>
                                        <p:tgtEl>
                                          <p:spTgt spid="2254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2546"/>
                                        </p:tgtEl>
                                        <p:attrNameLst>
                                          <p:attrName>style.visibility</p:attrName>
                                        </p:attrNameLst>
                                      </p:cBhvr>
                                      <p:to>
                                        <p:strVal val="visible"/>
                                      </p:to>
                                    </p:set>
                                    <p:animEffect transition="in" filter="wipe(left)">
                                      <p:cBhvr>
                                        <p:cTn id="96" dur="500"/>
                                        <p:tgtEl>
                                          <p:spTgt spid="22546"/>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22554"/>
                                        </p:tgtEl>
                                        <p:attrNameLst>
                                          <p:attrName>style.visibility</p:attrName>
                                        </p:attrNameLst>
                                      </p:cBhvr>
                                      <p:to>
                                        <p:strVal val="visible"/>
                                      </p:to>
                                    </p:set>
                                    <p:animEffect transition="in" filter="wipe(left)">
                                      <p:cBhvr>
                                        <p:cTn id="101" dur="500"/>
                                        <p:tgtEl>
                                          <p:spTgt spid="22554"/>
                                        </p:tgtEl>
                                      </p:cBhvr>
                                    </p:animEffect>
                                  </p:childTnLst>
                                </p:cTn>
                              </p:par>
                            </p:childTnLst>
                          </p:cTn>
                        </p:par>
                        <p:par>
                          <p:cTn id="102" fill="hold">
                            <p:stCondLst>
                              <p:cond delay="500"/>
                            </p:stCondLst>
                            <p:childTnLst>
                              <p:par>
                                <p:cTn id="103" presetID="22" presetClass="entr" presetSubtype="8" fill="hold" grpId="0" nodeType="afterEffect">
                                  <p:stCondLst>
                                    <p:cond delay="0"/>
                                  </p:stCondLst>
                                  <p:childTnLst>
                                    <p:set>
                                      <p:cBhvr>
                                        <p:cTn id="104" dur="1" fill="hold">
                                          <p:stCondLst>
                                            <p:cond delay="0"/>
                                          </p:stCondLst>
                                        </p:cTn>
                                        <p:tgtEl>
                                          <p:spTgt spid="22555"/>
                                        </p:tgtEl>
                                        <p:attrNameLst>
                                          <p:attrName>style.visibility</p:attrName>
                                        </p:attrNameLst>
                                      </p:cBhvr>
                                      <p:to>
                                        <p:strVal val="visible"/>
                                      </p:to>
                                    </p:set>
                                    <p:animEffect transition="in" filter="wipe(left)">
                                      <p:cBhvr>
                                        <p:cTn id="105" dur="500"/>
                                        <p:tgtEl>
                                          <p:spTgt spid="22555"/>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22556"/>
                                        </p:tgtEl>
                                        <p:attrNameLst>
                                          <p:attrName>style.visibility</p:attrName>
                                        </p:attrNameLst>
                                      </p:cBhvr>
                                      <p:to>
                                        <p:strVal val="visible"/>
                                      </p:to>
                                    </p:set>
                                    <p:animEffect transition="in" filter="wipe(left)">
                                      <p:cBhvr>
                                        <p:cTn id="110" dur="500"/>
                                        <p:tgtEl>
                                          <p:spTgt spid="22556"/>
                                        </p:tgtEl>
                                      </p:cBhvr>
                                    </p:animEffect>
                                  </p:childTnLst>
                                </p:cTn>
                              </p:par>
                            </p:childTnLst>
                          </p:cTn>
                        </p:par>
                        <p:par>
                          <p:cTn id="111" fill="hold">
                            <p:stCondLst>
                              <p:cond delay="500"/>
                            </p:stCondLst>
                            <p:childTnLst>
                              <p:par>
                                <p:cTn id="112" presetID="22" presetClass="entr" presetSubtype="8" fill="hold" grpId="0" nodeType="afterEffect">
                                  <p:stCondLst>
                                    <p:cond delay="0"/>
                                  </p:stCondLst>
                                  <p:childTnLst>
                                    <p:set>
                                      <p:cBhvr>
                                        <p:cTn id="113" dur="1" fill="hold">
                                          <p:stCondLst>
                                            <p:cond delay="0"/>
                                          </p:stCondLst>
                                        </p:cTn>
                                        <p:tgtEl>
                                          <p:spTgt spid="22557"/>
                                        </p:tgtEl>
                                        <p:attrNameLst>
                                          <p:attrName>style.visibility</p:attrName>
                                        </p:attrNameLst>
                                      </p:cBhvr>
                                      <p:to>
                                        <p:strVal val="visible"/>
                                      </p:to>
                                    </p:set>
                                    <p:animEffect transition="in" filter="wipe(left)">
                                      <p:cBhvr>
                                        <p:cTn id="114" dur="500"/>
                                        <p:tgtEl>
                                          <p:spTgt spid="22557"/>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22547"/>
                                        </p:tgtEl>
                                        <p:attrNameLst>
                                          <p:attrName>style.visibility</p:attrName>
                                        </p:attrNameLst>
                                      </p:cBhvr>
                                      <p:to>
                                        <p:strVal val="visible"/>
                                      </p:to>
                                    </p:set>
                                    <p:animEffect transition="in" filter="wipe(left)">
                                      <p:cBhvr>
                                        <p:cTn id="119" dur="500"/>
                                        <p:tgtEl>
                                          <p:spTgt spid="22547"/>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22548"/>
                                        </p:tgtEl>
                                        <p:attrNameLst>
                                          <p:attrName>style.visibility</p:attrName>
                                        </p:attrNameLst>
                                      </p:cBhvr>
                                      <p:to>
                                        <p:strVal val="visible"/>
                                      </p:to>
                                    </p:set>
                                    <p:animEffect transition="in" filter="wipe(left)">
                                      <p:cBhvr>
                                        <p:cTn id="124" dur="500"/>
                                        <p:tgtEl>
                                          <p:spTgt spid="22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utoUpdateAnimBg="0"/>
      <p:bldP spid="22549" grpId="0" animBg="1"/>
      <p:bldP spid="22554" grpId="0" animBg="1"/>
      <p:bldP spid="22555" grpId="0" animBg="1"/>
      <p:bldP spid="22556" grpId="0" animBg="1"/>
      <p:bldP spid="22557"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21" name="Rectangle 2"/>
          <p:cNvSpPr>
            <a:spLocks noGrp="1" noChangeArrowheads="1"/>
          </p:cNvSpPr>
          <p:nvPr>
            <p:ph type="title" idx="4294967295"/>
          </p:nvPr>
        </p:nvSpPr>
        <p:spPr>
          <a:xfrm>
            <a:off x="0" y="304800"/>
            <a:ext cx="2286000" cy="533400"/>
          </a:xfrm>
        </p:spPr>
        <p:txBody>
          <a:bodyPr/>
          <a:lstStyle/>
          <a:p>
            <a:pPr algn="l" eaLnBrk="1" hangingPunct="1"/>
            <a:r>
              <a:rPr lang="zh-CN" altLang="en-US" sz="2800" b="1" dirty="0">
                <a:solidFill>
                  <a:schemeClr val="accent2"/>
                </a:solidFill>
                <a:ea typeface="楷体_GB2312" pitchFamily="49" charset="-122"/>
              </a:rPr>
              <a:t>例</a:t>
            </a:r>
            <a:r>
              <a:rPr lang="en-US" altLang="zh-CN" sz="2800" b="1" dirty="0">
                <a:solidFill>
                  <a:schemeClr val="accent2"/>
                </a:solidFill>
                <a:ea typeface="楷体_GB2312" pitchFamily="49" charset="-122"/>
              </a:rPr>
              <a:t>7.</a:t>
            </a:r>
            <a:r>
              <a:rPr lang="en-US" altLang="zh-CN" sz="2800" dirty="0">
                <a:ea typeface="楷体_GB2312" pitchFamily="49" charset="-122"/>
              </a:rPr>
              <a:t> </a:t>
            </a:r>
            <a:r>
              <a:rPr lang="zh-CN" altLang="en-US" sz="2800" dirty="0">
                <a:solidFill>
                  <a:schemeClr val="tx1"/>
                </a:solidFill>
                <a:ea typeface="楷体_GB2312" pitchFamily="49" charset="-122"/>
              </a:rPr>
              <a:t>将函数</a:t>
            </a:r>
            <a:endParaRPr lang="zh-CN" altLang="en-US" sz="2800" dirty="0">
              <a:ea typeface="楷体_GB2312" pitchFamily="49" charset="-122"/>
            </a:endParaRPr>
          </a:p>
        </p:txBody>
      </p:sp>
      <p:graphicFrame>
        <p:nvGraphicFramePr>
          <p:cNvPr id="43010" name="Object 3"/>
          <p:cNvGraphicFramePr>
            <a:graphicFrameLocks noChangeAspect="1"/>
          </p:cNvGraphicFramePr>
          <p:nvPr/>
        </p:nvGraphicFramePr>
        <p:xfrm>
          <a:off x="2514600" y="330200"/>
          <a:ext cx="2222500" cy="508000"/>
        </p:xfrm>
        <a:graphic>
          <a:graphicData uri="http://schemas.openxmlformats.org/presentationml/2006/ole">
            <mc:AlternateContent xmlns:mc="http://schemas.openxmlformats.org/markup-compatibility/2006">
              <mc:Choice xmlns:v="urn:schemas-microsoft-com:vml" Requires="v">
                <p:oleObj name="Equation" r:id="rId2" imgW="2222280" imgH="507960" progId="">
                  <p:embed/>
                </p:oleObj>
              </mc:Choice>
              <mc:Fallback>
                <p:oleObj name="Equation" r:id="rId2" imgW="2222280" imgH="507960" progId="">
                  <p:embed/>
                  <p:pic>
                    <p:nvPicPr>
                      <p:cNvPr id="43010" name="Object 3"/>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2514600" y="330200"/>
                        <a:ext cx="22225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22" name="Text Box 4"/>
          <p:cNvSpPr txBox="1">
            <a:spLocks noChangeArrowheads="1"/>
          </p:cNvSpPr>
          <p:nvPr/>
        </p:nvSpPr>
        <p:spPr bwMode="auto">
          <a:xfrm>
            <a:off x="4724400" y="304800"/>
            <a:ext cx="4191000" cy="519113"/>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展开成 </a:t>
            </a:r>
            <a:r>
              <a:rPr kumimoji="1" lang="en-US" altLang="zh-CN" sz="2800" b="0"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x</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的幂级数</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其中</a:t>
            </a:r>
            <a:r>
              <a:rPr kumimoji="1" lang="en-US" altLang="zh-CN" sz="2800" b="0"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m</a:t>
            </a:r>
          </a:p>
        </p:txBody>
      </p:sp>
      <p:sp>
        <p:nvSpPr>
          <p:cNvPr id="43023" name="Text Box 5"/>
          <p:cNvSpPr txBox="1">
            <a:spLocks noChangeArrowheads="1"/>
          </p:cNvSpPr>
          <p:nvPr/>
        </p:nvSpPr>
        <p:spPr bwMode="auto">
          <a:xfrm>
            <a:off x="304800" y="852488"/>
            <a:ext cx="3810000" cy="51911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为任意常数 </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endParaRPr kumimoji="1" lang="en-US" altLang="zh-CN" sz="2400" b="0" i="0" u="none" strike="noStrike" kern="1200" cap="none" spc="0" normalizeH="0" baseline="0" noProof="0">
              <a:ln>
                <a:noFill/>
              </a:ln>
              <a:solidFill>
                <a:srgbClr val="333399"/>
              </a:solidFill>
              <a:effectLst/>
              <a:uLnTx/>
              <a:uFillTx/>
              <a:latin typeface="Times New Roman" pitchFamily="18" charset="0"/>
              <a:ea typeface="楷体_GB2312" pitchFamily="49" charset="-122"/>
              <a:cs typeface="+mn-cs"/>
            </a:endParaRPr>
          </a:p>
        </p:txBody>
      </p:sp>
      <p:sp>
        <p:nvSpPr>
          <p:cNvPr id="13318" name="Text Box 6"/>
          <p:cNvSpPr txBox="1">
            <a:spLocks noChangeArrowheads="1"/>
          </p:cNvSpPr>
          <p:nvPr/>
        </p:nvSpPr>
        <p:spPr bwMode="auto">
          <a:xfrm>
            <a:off x="609600" y="1447800"/>
            <a:ext cx="2133600" cy="519113"/>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333399"/>
                </a:solidFill>
                <a:effectLst/>
                <a:uLnTx/>
                <a:uFillTx/>
                <a:latin typeface="Times New Roman" pitchFamily="18" charset="0"/>
                <a:ea typeface="楷体_GB2312" pitchFamily="49" charset="-122"/>
                <a:cs typeface="+mn-cs"/>
              </a:rPr>
              <a:t>解</a:t>
            </a:r>
            <a:r>
              <a:rPr kumimoji="1" lang="en-US" altLang="zh-CN" sz="2800" b="1" i="0" u="none" strike="noStrike" kern="1200" cap="none" spc="0" normalizeH="0" baseline="0" noProof="0">
                <a:ln>
                  <a:noFill/>
                </a:ln>
                <a:solidFill>
                  <a:srgbClr val="333399"/>
                </a:solidFill>
                <a:effectLst/>
                <a:uLnTx/>
                <a:uFillTx/>
                <a:latin typeface="Times New Roman" pitchFamily="18" charset="0"/>
                <a:ea typeface="楷体_GB2312" pitchFamily="49" charset="-122"/>
                <a:cs typeface="+mn-cs"/>
              </a:rPr>
              <a:t>:</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易求出 </a:t>
            </a:r>
          </a:p>
        </p:txBody>
      </p:sp>
      <p:graphicFrame>
        <p:nvGraphicFramePr>
          <p:cNvPr id="13319" name="Object 7"/>
          <p:cNvGraphicFramePr>
            <a:graphicFrameLocks noChangeAspect="1"/>
          </p:cNvGraphicFramePr>
          <p:nvPr/>
        </p:nvGraphicFramePr>
        <p:xfrm>
          <a:off x="2362200" y="1524000"/>
          <a:ext cx="1308100" cy="406400"/>
        </p:xfrm>
        <a:graphic>
          <a:graphicData uri="http://schemas.openxmlformats.org/presentationml/2006/ole">
            <mc:AlternateContent xmlns:mc="http://schemas.openxmlformats.org/markup-compatibility/2006">
              <mc:Choice xmlns:v="urn:schemas-microsoft-com:vml" Requires="v">
                <p:oleObj name="Equation" r:id="rId4" imgW="1307880" imgH="406080" progId="">
                  <p:embed/>
                </p:oleObj>
              </mc:Choice>
              <mc:Fallback>
                <p:oleObj name="Equation" r:id="rId4" imgW="1307880" imgH="406080" progId="">
                  <p:embed/>
                  <p:pic>
                    <p:nvPicPr>
                      <p:cNvPr id="13319"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1524000"/>
                        <a:ext cx="13081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0" name="Object 8"/>
          <p:cNvGraphicFramePr>
            <a:graphicFrameLocks noChangeAspect="1"/>
          </p:cNvGraphicFramePr>
          <p:nvPr/>
        </p:nvGraphicFramePr>
        <p:xfrm>
          <a:off x="3733800" y="1524000"/>
          <a:ext cx="1549400" cy="419100"/>
        </p:xfrm>
        <a:graphic>
          <a:graphicData uri="http://schemas.openxmlformats.org/presentationml/2006/ole">
            <mc:AlternateContent xmlns:mc="http://schemas.openxmlformats.org/markup-compatibility/2006">
              <mc:Choice xmlns:v="urn:schemas-microsoft-com:vml" Requires="v">
                <p:oleObj name="Equation" r:id="rId6" imgW="1549080" imgH="419040" progId="">
                  <p:embed/>
                </p:oleObj>
              </mc:Choice>
              <mc:Fallback>
                <p:oleObj name="Equation" r:id="rId6" imgW="1549080" imgH="419040" progId="">
                  <p:embed/>
                  <p:pic>
                    <p:nvPicPr>
                      <p:cNvPr id="1332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800" y="1524000"/>
                        <a:ext cx="15494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1" name="Object 9"/>
          <p:cNvGraphicFramePr>
            <a:graphicFrameLocks noChangeAspect="1"/>
          </p:cNvGraphicFramePr>
          <p:nvPr/>
        </p:nvGraphicFramePr>
        <p:xfrm>
          <a:off x="5334000" y="1562100"/>
          <a:ext cx="2641600" cy="419100"/>
        </p:xfrm>
        <a:graphic>
          <a:graphicData uri="http://schemas.openxmlformats.org/presentationml/2006/ole">
            <mc:AlternateContent xmlns:mc="http://schemas.openxmlformats.org/markup-compatibility/2006">
              <mc:Choice xmlns:v="urn:schemas-microsoft-com:vml" Requires="v">
                <p:oleObj name="Equation" r:id="rId8" imgW="2641320" imgH="419040" progId="">
                  <p:embed/>
                </p:oleObj>
              </mc:Choice>
              <mc:Fallback>
                <p:oleObj name="Equation" r:id="rId8" imgW="2641320" imgH="419040" progId="">
                  <p:embed/>
                  <p:pic>
                    <p:nvPicPr>
                      <p:cNvPr id="13321"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0" y="1562100"/>
                        <a:ext cx="26416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2" name="Object 10"/>
          <p:cNvGraphicFramePr>
            <a:graphicFrameLocks noChangeAspect="1"/>
          </p:cNvGraphicFramePr>
          <p:nvPr/>
        </p:nvGraphicFramePr>
        <p:xfrm>
          <a:off x="0" y="2060575"/>
          <a:ext cx="6332538" cy="508000"/>
        </p:xfrm>
        <a:graphic>
          <a:graphicData uri="http://schemas.openxmlformats.org/presentationml/2006/ole">
            <mc:AlternateContent xmlns:mc="http://schemas.openxmlformats.org/markup-compatibility/2006">
              <mc:Choice xmlns:v="urn:schemas-microsoft-com:vml" Requires="v">
                <p:oleObj name="Equation" r:id="rId10" imgW="6337080" imgH="507960" progId="">
                  <p:embed/>
                </p:oleObj>
              </mc:Choice>
              <mc:Fallback>
                <p:oleObj name="Equation" r:id="rId10" imgW="6337080" imgH="507960" progId="">
                  <p:embed/>
                  <p:pic>
                    <p:nvPicPr>
                      <p:cNvPr id="13322"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2060575"/>
                        <a:ext cx="6332538"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3" name="Text Box 11"/>
          <p:cNvSpPr txBox="1">
            <a:spLocks noChangeArrowheads="1"/>
          </p:cNvSpPr>
          <p:nvPr/>
        </p:nvSpPr>
        <p:spPr bwMode="auto">
          <a:xfrm>
            <a:off x="6629400" y="2133600"/>
            <a:ext cx="2514600" cy="519113"/>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于是得 级数</a:t>
            </a:r>
          </a:p>
        </p:txBody>
      </p:sp>
      <p:graphicFrame>
        <p:nvGraphicFramePr>
          <p:cNvPr id="13324" name="Object 12"/>
          <p:cNvGraphicFramePr>
            <a:graphicFrameLocks noChangeAspect="1"/>
          </p:cNvGraphicFramePr>
          <p:nvPr/>
        </p:nvGraphicFramePr>
        <p:xfrm>
          <a:off x="395288" y="2924175"/>
          <a:ext cx="1206500" cy="317500"/>
        </p:xfrm>
        <a:graphic>
          <a:graphicData uri="http://schemas.openxmlformats.org/presentationml/2006/ole">
            <mc:AlternateContent xmlns:mc="http://schemas.openxmlformats.org/markup-compatibility/2006">
              <mc:Choice xmlns:v="urn:schemas-microsoft-com:vml" Requires="v">
                <p:oleObj name="Equation" r:id="rId12" imgW="1206360" imgH="317160" progId="">
                  <p:embed/>
                </p:oleObj>
              </mc:Choice>
              <mc:Fallback>
                <p:oleObj name="Equation" r:id="rId12" imgW="1206360" imgH="317160" progId="">
                  <p:embed/>
                  <p:pic>
                    <p:nvPicPr>
                      <p:cNvPr id="13324"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288" y="2924175"/>
                        <a:ext cx="1206500"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5" name="Object 13"/>
          <p:cNvGraphicFramePr>
            <a:graphicFrameLocks noChangeAspect="1"/>
          </p:cNvGraphicFramePr>
          <p:nvPr/>
        </p:nvGraphicFramePr>
        <p:xfrm>
          <a:off x="1763713" y="2636838"/>
          <a:ext cx="2374900" cy="927100"/>
        </p:xfrm>
        <a:graphic>
          <a:graphicData uri="http://schemas.openxmlformats.org/presentationml/2006/ole">
            <mc:AlternateContent xmlns:mc="http://schemas.openxmlformats.org/markup-compatibility/2006">
              <mc:Choice xmlns:v="urn:schemas-microsoft-com:vml" Requires="v">
                <p:oleObj name="Equation" r:id="rId14" imgW="2374560" imgH="927000" progId="">
                  <p:embed/>
                </p:oleObj>
              </mc:Choice>
              <mc:Fallback>
                <p:oleObj name="Equation" r:id="rId14" imgW="2374560" imgH="927000" progId="">
                  <p:embed/>
                  <p:pic>
                    <p:nvPicPr>
                      <p:cNvPr id="13325"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63713" y="2636838"/>
                        <a:ext cx="23749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6" name="Text Box 14"/>
          <p:cNvSpPr txBox="1">
            <a:spLocks noChangeArrowheads="1"/>
          </p:cNvSpPr>
          <p:nvPr/>
        </p:nvSpPr>
        <p:spPr bwMode="auto">
          <a:xfrm>
            <a:off x="323850" y="3573463"/>
            <a:ext cx="1036638" cy="51911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由于</a:t>
            </a:r>
          </a:p>
        </p:txBody>
      </p:sp>
      <p:graphicFrame>
        <p:nvGraphicFramePr>
          <p:cNvPr id="13327" name="Object 15"/>
          <p:cNvGraphicFramePr>
            <a:graphicFrameLocks noChangeAspect="1"/>
          </p:cNvGraphicFramePr>
          <p:nvPr/>
        </p:nvGraphicFramePr>
        <p:xfrm>
          <a:off x="1187450" y="3429000"/>
          <a:ext cx="2349500" cy="952500"/>
        </p:xfrm>
        <a:graphic>
          <a:graphicData uri="http://schemas.openxmlformats.org/presentationml/2006/ole">
            <mc:AlternateContent xmlns:mc="http://schemas.openxmlformats.org/markup-compatibility/2006">
              <mc:Choice xmlns:v="urn:schemas-microsoft-com:vml" Requires="v">
                <p:oleObj name="Equation" r:id="rId16" imgW="2349360" imgH="952200" progId="">
                  <p:embed/>
                </p:oleObj>
              </mc:Choice>
              <mc:Fallback>
                <p:oleObj name="Equation" r:id="rId16" imgW="2349360" imgH="952200" progId="">
                  <p:embed/>
                  <p:pic>
                    <p:nvPicPr>
                      <p:cNvPr id="13327"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87450" y="3429000"/>
                        <a:ext cx="23495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8" name="Object 16"/>
          <p:cNvGraphicFramePr>
            <a:graphicFrameLocks noChangeAspect="1"/>
          </p:cNvGraphicFramePr>
          <p:nvPr/>
        </p:nvGraphicFramePr>
        <p:xfrm>
          <a:off x="3708400" y="3500438"/>
          <a:ext cx="2133600" cy="876300"/>
        </p:xfrm>
        <a:graphic>
          <a:graphicData uri="http://schemas.openxmlformats.org/presentationml/2006/ole">
            <mc:AlternateContent xmlns:mc="http://schemas.openxmlformats.org/markup-compatibility/2006">
              <mc:Choice xmlns:v="urn:schemas-microsoft-com:vml" Requires="v">
                <p:oleObj name="Equation" r:id="rId18" imgW="2133360" imgH="876240" progId="">
                  <p:embed/>
                </p:oleObj>
              </mc:Choice>
              <mc:Fallback>
                <p:oleObj name="Equation" r:id="rId18" imgW="2133360" imgH="876240" progId="">
                  <p:embed/>
                  <p:pic>
                    <p:nvPicPr>
                      <p:cNvPr id="13328"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08400" y="3500438"/>
                        <a:ext cx="21336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9" name="Object 17"/>
          <p:cNvGraphicFramePr>
            <a:graphicFrameLocks noChangeAspect="1"/>
          </p:cNvGraphicFramePr>
          <p:nvPr/>
        </p:nvGraphicFramePr>
        <p:xfrm>
          <a:off x="6011863" y="3789363"/>
          <a:ext cx="431800" cy="304800"/>
        </p:xfrm>
        <a:graphic>
          <a:graphicData uri="http://schemas.openxmlformats.org/presentationml/2006/ole">
            <mc:AlternateContent xmlns:mc="http://schemas.openxmlformats.org/markup-compatibility/2006">
              <mc:Choice xmlns:v="urn:schemas-microsoft-com:vml" Requires="v">
                <p:oleObj name="Equation" r:id="rId20" imgW="431640" imgH="304560" progId="">
                  <p:embed/>
                </p:oleObj>
              </mc:Choice>
              <mc:Fallback>
                <p:oleObj name="Equation" r:id="rId20" imgW="431640" imgH="304560" progId="">
                  <p:embed/>
                  <p:pic>
                    <p:nvPicPr>
                      <p:cNvPr id="13329" name="Object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11863" y="3789363"/>
                        <a:ext cx="4318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30" name="Object 18"/>
          <p:cNvGraphicFramePr>
            <a:graphicFrameLocks noChangeAspect="1"/>
          </p:cNvGraphicFramePr>
          <p:nvPr/>
        </p:nvGraphicFramePr>
        <p:xfrm>
          <a:off x="4356100" y="2636838"/>
          <a:ext cx="4554538" cy="927100"/>
        </p:xfrm>
        <a:graphic>
          <a:graphicData uri="http://schemas.openxmlformats.org/presentationml/2006/ole">
            <mc:AlternateContent xmlns:mc="http://schemas.openxmlformats.org/markup-compatibility/2006">
              <mc:Choice xmlns:v="urn:schemas-microsoft-com:vml" Requires="v">
                <p:oleObj name="Equation" r:id="rId22" imgW="4559040" imgH="927000" progId="">
                  <p:embed/>
                </p:oleObj>
              </mc:Choice>
              <mc:Fallback>
                <p:oleObj name="Equation" r:id="rId22" imgW="4559040" imgH="927000" progId="">
                  <p:embed/>
                  <p:pic>
                    <p:nvPicPr>
                      <p:cNvPr id="13330" name="Object 1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56100" y="2636838"/>
                        <a:ext cx="4554538"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1" name="Text Box 19"/>
          <p:cNvSpPr txBox="1">
            <a:spLocks noChangeArrowheads="1"/>
          </p:cNvSpPr>
          <p:nvPr/>
        </p:nvSpPr>
        <p:spPr bwMode="auto">
          <a:xfrm>
            <a:off x="3492500" y="4437063"/>
            <a:ext cx="4800600" cy="51911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级数在开区间 </a:t>
            </a:r>
            <a:r>
              <a:rPr kumimoji="1" lang="en-US" altLang="zh-CN" sz="2800" b="0"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a:t>
            </a:r>
            <a:r>
              <a:rPr kumimoji="1" lang="en-US" altLang="zh-CN" sz="2800" dirty="0">
                <a:solidFill>
                  <a:srgbClr val="000000"/>
                </a:solidFill>
                <a:latin typeface="Times New Roman" pitchFamily="18" charset="0"/>
                <a:ea typeface="楷体_GB2312" pitchFamily="49" charset="-122"/>
              </a:rPr>
              <a:t>-</a:t>
            </a:r>
            <a:r>
              <a:rPr kumimoji="1" lang="en-US" altLang="zh-CN" sz="2800" b="0"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1, 1) </a:t>
            </a:r>
            <a:r>
              <a:rPr kumimoji="1" lang="zh-CN" altLang="en-US" sz="2800" b="0"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内收敛</a:t>
            </a:r>
            <a:r>
              <a:rPr kumimoji="1" lang="en-US" altLang="zh-CN" sz="2800" b="0"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 </a:t>
            </a:r>
          </a:p>
        </p:txBody>
      </p:sp>
      <p:sp>
        <p:nvSpPr>
          <p:cNvPr id="13332" name="Text Box 20"/>
          <p:cNvSpPr txBox="1">
            <a:spLocks noChangeArrowheads="1"/>
          </p:cNvSpPr>
          <p:nvPr/>
        </p:nvSpPr>
        <p:spPr bwMode="auto">
          <a:xfrm>
            <a:off x="250825" y="4437063"/>
            <a:ext cx="3276600" cy="51911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因此对任意常数 </a:t>
            </a:r>
            <a:r>
              <a:rPr kumimoji="1" lang="en-US" altLang="zh-CN" sz="2800" b="0" i="1" u="none" strike="noStrike" kern="1200" cap="none" spc="0" normalizeH="0" baseline="0" noProof="0">
                <a:ln>
                  <a:noFill/>
                </a:ln>
                <a:solidFill>
                  <a:srgbClr val="CC0000"/>
                </a:solidFill>
                <a:effectLst/>
                <a:uLnTx/>
                <a:uFillTx/>
                <a:latin typeface="Times New Roman" pitchFamily="18" charset="0"/>
                <a:ea typeface="楷体_GB2312" pitchFamily="49" charset="-122"/>
                <a:cs typeface="+mn-cs"/>
              </a:rPr>
              <a:t>m</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p>
        </p:txBody>
      </p:sp>
    </p:spTree>
    <p:extLst>
      <p:ext uri="{BB962C8B-B14F-4D97-AF65-F5344CB8AC3E}">
        <p14:creationId xmlns:p14="http://schemas.microsoft.com/office/powerpoint/2010/main" val="18590674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8"/>
                                        </p:tgtEl>
                                        <p:attrNameLst>
                                          <p:attrName>style.visibility</p:attrName>
                                        </p:attrNameLst>
                                      </p:cBhvr>
                                      <p:to>
                                        <p:strVal val="visible"/>
                                      </p:to>
                                    </p:set>
                                    <p:animEffect transition="in" filter="wipe(left)">
                                      <p:cBhvr>
                                        <p:cTn id="7" dur="500"/>
                                        <p:tgtEl>
                                          <p:spTgt spid="133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319"/>
                                        </p:tgtEl>
                                        <p:attrNameLst>
                                          <p:attrName>style.visibility</p:attrName>
                                        </p:attrNameLst>
                                      </p:cBhvr>
                                      <p:to>
                                        <p:strVal val="visible"/>
                                      </p:to>
                                    </p:set>
                                    <p:animEffect transition="in" filter="wipe(left)">
                                      <p:cBhvr>
                                        <p:cTn id="12" dur="500"/>
                                        <p:tgtEl>
                                          <p:spTgt spid="133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320"/>
                                        </p:tgtEl>
                                        <p:attrNameLst>
                                          <p:attrName>style.visibility</p:attrName>
                                        </p:attrNameLst>
                                      </p:cBhvr>
                                      <p:to>
                                        <p:strVal val="visible"/>
                                      </p:to>
                                    </p:set>
                                    <p:animEffect transition="in" filter="wipe(left)">
                                      <p:cBhvr>
                                        <p:cTn id="17" dur="500"/>
                                        <p:tgtEl>
                                          <p:spTgt spid="133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321"/>
                                        </p:tgtEl>
                                        <p:attrNameLst>
                                          <p:attrName>style.visibility</p:attrName>
                                        </p:attrNameLst>
                                      </p:cBhvr>
                                      <p:to>
                                        <p:strVal val="visible"/>
                                      </p:to>
                                    </p:set>
                                    <p:animEffect transition="in" filter="wipe(left)">
                                      <p:cBhvr>
                                        <p:cTn id="22" dur="500"/>
                                        <p:tgtEl>
                                          <p:spTgt spid="133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322"/>
                                        </p:tgtEl>
                                        <p:attrNameLst>
                                          <p:attrName>style.visibility</p:attrName>
                                        </p:attrNameLst>
                                      </p:cBhvr>
                                      <p:to>
                                        <p:strVal val="visible"/>
                                      </p:to>
                                    </p:set>
                                    <p:animEffect transition="in" filter="wipe(left)">
                                      <p:cBhvr>
                                        <p:cTn id="27" dur="500"/>
                                        <p:tgtEl>
                                          <p:spTgt spid="133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323"/>
                                        </p:tgtEl>
                                        <p:attrNameLst>
                                          <p:attrName>style.visibility</p:attrName>
                                        </p:attrNameLst>
                                      </p:cBhvr>
                                      <p:to>
                                        <p:strVal val="visible"/>
                                      </p:to>
                                    </p:set>
                                    <p:animEffect transition="in" filter="wipe(left)">
                                      <p:cBhvr>
                                        <p:cTn id="32" dur="500"/>
                                        <p:tgtEl>
                                          <p:spTgt spid="133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324"/>
                                        </p:tgtEl>
                                        <p:attrNameLst>
                                          <p:attrName>style.visibility</p:attrName>
                                        </p:attrNameLst>
                                      </p:cBhvr>
                                      <p:to>
                                        <p:strVal val="visible"/>
                                      </p:to>
                                    </p:set>
                                    <p:animEffect transition="in" filter="wipe(left)">
                                      <p:cBhvr>
                                        <p:cTn id="37" dur="500"/>
                                        <p:tgtEl>
                                          <p:spTgt spid="133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325"/>
                                        </p:tgtEl>
                                        <p:attrNameLst>
                                          <p:attrName>style.visibility</p:attrName>
                                        </p:attrNameLst>
                                      </p:cBhvr>
                                      <p:to>
                                        <p:strVal val="visible"/>
                                      </p:to>
                                    </p:set>
                                    <p:animEffect transition="in" filter="wipe(left)">
                                      <p:cBhvr>
                                        <p:cTn id="42" dur="500"/>
                                        <p:tgtEl>
                                          <p:spTgt spid="133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330"/>
                                        </p:tgtEl>
                                        <p:attrNameLst>
                                          <p:attrName>style.visibility</p:attrName>
                                        </p:attrNameLst>
                                      </p:cBhvr>
                                      <p:to>
                                        <p:strVal val="visible"/>
                                      </p:to>
                                    </p:set>
                                    <p:animEffect transition="in" filter="wipe(left)">
                                      <p:cBhvr>
                                        <p:cTn id="47" dur="500"/>
                                        <p:tgtEl>
                                          <p:spTgt spid="133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326"/>
                                        </p:tgtEl>
                                        <p:attrNameLst>
                                          <p:attrName>style.visibility</p:attrName>
                                        </p:attrNameLst>
                                      </p:cBhvr>
                                      <p:to>
                                        <p:strVal val="visible"/>
                                      </p:to>
                                    </p:set>
                                    <p:animEffect transition="in" filter="wipe(left)">
                                      <p:cBhvr>
                                        <p:cTn id="52" dur="500"/>
                                        <p:tgtEl>
                                          <p:spTgt spid="133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327"/>
                                        </p:tgtEl>
                                        <p:attrNameLst>
                                          <p:attrName>style.visibility</p:attrName>
                                        </p:attrNameLst>
                                      </p:cBhvr>
                                      <p:to>
                                        <p:strVal val="visible"/>
                                      </p:to>
                                    </p:set>
                                    <p:animEffect transition="in" filter="wipe(left)">
                                      <p:cBhvr>
                                        <p:cTn id="57" dur="500"/>
                                        <p:tgtEl>
                                          <p:spTgt spid="133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3328"/>
                                        </p:tgtEl>
                                        <p:attrNameLst>
                                          <p:attrName>style.visibility</p:attrName>
                                        </p:attrNameLst>
                                      </p:cBhvr>
                                      <p:to>
                                        <p:strVal val="visible"/>
                                      </p:to>
                                    </p:set>
                                    <p:animEffect transition="in" filter="wipe(left)">
                                      <p:cBhvr>
                                        <p:cTn id="62" dur="500"/>
                                        <p:tgtEl>
                                          <p:spTgt spid="1332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3329"/>
                                        </p:tgtEl>
                                        <p:attrNameLst>
                                          <p:attrName>style.visibility</p:attrName>
                                        </p:attrNameLst>
                                      </p:cBhvr>
                                      <p:to>
                                        <p:strVal val="visible"/>
                                      </p:to>
                                    </p:set>
                                    <p:animEffect transition="in" filter="wipe(left)">
                                      <p:cBhvr>
                                        <p:cTn id="67" dur="500"/>
                                        <p:tgtEl>
                                          <p:spTgt spid="1332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3332"/>
                                        </p:tgtEl>
                                        <p:attrNameLst>
                                          <p:attrName>style.visibility</p:attrName>
                                        </p:attrNameLst>
                                      </p:cBhvr>
                                      <p:to>
                                        <p:strVal val="visible"/>
                                      </p:to>
                                    </p:set>
                                    <p:animEffect transition="in" filter="wipe(left)">
                                      <p:cBhvr>
                                        <p:cTn id="72" dur="500"/>
                                        <p:tgtEl>
                                          <p:spTgt spid="1333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3331"/>
                                        </p:tgtEl>
                                        <p:attrNameLst>
                                          <p:attrName>style.visibility</p:attrName>
                                        </p:attrNameLst>
                                      </p:cBhvr>
                                      <p:to>
                                        <p:strVal val="visible"/>
                                      </p:to>
                                    </p:set>
                                    <p:animEffect transition="in" filter="wipe(left)">
                                      <p:cBhvr>
                                        <p:cTn id="77" dur="500"/>
                                        <p:tgtEl>
                                          <p:spTgt spid="13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autoUpdateAnimBg="0"/>
      <p:bldP spid="13323" grpId="0" autoUpdateAnimBg="0"/>
      <p:bldP spid="13326" grpId="0" autoUpdateAnimBg="0"/>
      <p:bldP spid="13331" grpId="0" autoUpdateAnimBg="0"/>
      <p:bldP spid="13332"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4338" name="Object 2"/>
          <p:cNvGraphicFramePr>
            <a:graphicFrameLocks noChangeAspect="1"/>
          </p:cNvGraphicFramePr>
          <p:nvPr/>
        </p:nvGraphicFramePr>
        <p:xfrm>
          <a:off x="6516688" y="0"/>
          <a:ext cx="2286000" cy="406400"/>
        </p:xfrm>
        <a:graphic>
          <a:graphicData uri="http://schemas.openxmlformats.org/presentationml/2006/ole">
            <mc:AlternateContent xmlns:mc="http://schemas.openxmlformats.org/markup-compatibility/2006">
              <mc:Choice xmlns:v="urn:schemas-microsoft-com:vml" Requires="v">
                <p:oleObj name="Equation" r:id="rId3" imgW="2286000" imgH="406080" progId="">
                  <p:embed/>
                </p:oleObj>
              </mc:Choice>
              <mc:Fallback>
                <p:oleObj name="Equation" r:id="rId3" imgW="2286000" imgH="406080" progId="">
                  <p:embed/>
                  <p:pic>
                    <p:nvPicPr>
                      <p:cNvPr id="1433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688" y="0"/>
                        <a:ext cx="22860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39" name="Object 3"/>
          <p:cNvGraphicFramePr>
            <a:graphicFrameLocks noChangeAspect="1"/>
          </p:cNvGraphicFramePr>
          <p:nvPr/>
        </p:nvGraphicFramePr>
        <p:xfrm>
          <a:off x="2987675" y="404813"/>
          <a:ext cx="2374900" cy="927100"/>
        </p:xfrm>
        <a:graphic>
          <a:graphicData uri="http://schemas.openxmlformats.org/presentationml/2006/ole">
            <mc:AlternateContent xmlns:mc="http://schemas.openxmlformats.org/markup-compatibility/2006">
              <mc:Choice xmlns:v="urn:schemas-microsoft-com:vml" Requires="v">
                <p:oleObj name="Equation" r:id="rId5" imgW="2374560" imgH="927000" progId="">
                  <p:embed/>
                </p:oleObj>
              </mc:Choice>
              <mc:Fallback>
                <p:oleObj name="Equation" r:id="rId5" imgW="2374560" imgH="927000" progId="">
                  <p:embed/>
                  <p:pic>
                    <p:nvPicPr>
                      <p:cNvPr id="1433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404813"/>
                        <a:ext cx="23749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0" name="Object 4"/>
          <p:cNvGraphicFramePr>
            <a:graphicFrameLocks noChangeAspect="1"/>
          </p:cNvGraphicFramePr>
          <p:nvPr/>
        </p:nvGraphicFramePr>
        <p:xfrm>
          <a:off x="4589463" y="981075"/>
          <a:ext cx="4554537" cy="927100"/>
        </p:xfrm>
        <a:graphic>
          <a:graphicData uri="http://schemas.openxmlformats.org/presentationml/2006/ole">
            <mc:AlternateContent xmlns:mc="http://schemas.openxmlformats.org/markup-compatibility/2006">
              <mc:Choice xmlns:v="urn:schemas-microsoft-com:vml" Requires="v">
                <p:oleObj name="Equation" r:id="rId7" imgW="4559040" imgH="927000" progId="">
                  <p:embed/>
                </p:oleObj>
              </mc:Choice>
              <mc:Fallback>
                <p:oleObj name="Equation" r:id="rId7" imgW="4559040" imgH="927000" progId="">
                  <p:embed/>
                  <p:pic>
                    <p:nvPicPr>
                      <p:cNvPr id="1434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9463" y="981075"/>
                        <a:ext cx="4554537"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1" name="Object 5"/>
          <p:cNvGraphicFramePr>
            <a:graphicFrameLocks noChangeAspect="1"/>
          </p:cNvGraphicFramePr>
          <p:nvPr/>
        </p:nvGraphicFramePr>
        <p:xfrm>
          <a:off x="395288" y="1844675"/>
          <a:ext cx="8480425" cy="927100"/>
        </p:xfrm>
        <a:graphic>
          <a:graphicData uri="http://schemas.openxmlformats.org/presentationml/2006/ole">
            <mc:AlternateContent xmlns:mc="http://schemas.openxmlformats.org/markup-compatibility/2006">
              <mc:Choice xmlns:v="urn:schemas-microsoft-com:vml" Requires="v">
                <p:oleObj name="Equation" r:id="rId9" imgW="8483400" imgH="927000" progId="">
                  <p:embed/>
                </p:oleObj>
              </mc:Choice>
              <mc:Fallback>
                <p:oleObj name="Equation" r:id="rId9" imgW="8483400" imgH="927000" progId="">
                  <p:embed/>
                  <p:pic>
                    <p:nvPicPr>
                      <p:cNvPr id="1434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1844675"/>
                        <a:ext cx="8480425"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2" name="Object 6"/>
          <p:cNvGraphicFramePr>
            <a:graphicFrameLocks noChangeAspect="1"/>
          </p:cNvGraphicFramePr>
          <p:nvPr/>
        </p:nvGraphicFramePr>
        <p:xfrm>
          <a:off x="539750" y="620713"/>
          <a:ext cx="2362200" cy="406400"/>
        </p:xfrm>
        <a:graphic>
          <a:graphicData uri="http://schemas.openxmlformats.org/presentationml/2006/ole">
            <mc:AlternateContent xmlns:mc="http://schemas.openxmlformats.org/markup-compatibility/2006">
              <mc:Choice xmlns:v="urn:schemas-microsoft-com:vml" Requires="v">
                <p:oleObj name="Equation" r:id="rId11" imgW="2361960" imgH="406080" progId="">
                  <p:embed/>
                </p:oleObj>
              </mc:Choice>
              <mc:Fallback>
                <p:oleObj name="Equation" r:id="rId11" imgW="2361960" imgH="406080" progId="">
                  <p:embed/>
                  <p:pic>
                    <p:nvPicPr>
                      <p:cNvPr id="1434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9750" y="620713"/>
                        <a:ext cx="23622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3" name="Object 7"/>
          <p:cNvGraphicFramePr>
            <a:graphicFrameLocks noChangeAspect="1"/>
          </p:cNvGraphicFramePr>
          <p:nvPr/>
        </p:nvGraphicFramePr>
        <p:xfrm>
          <a:off x="1187450" y="2708275"/>
          <a:ext cx="1752600" cy="419100"/>
        </p:xfrm>
        <a:graphic>
          <a:graphicData uri="http://schemas.openxmlformats.org/presentationml/2006/ole">
            <mc:AlternateContent xmlns:mc="http://schemas.openxmlformats.org/markup-compatibility/2006">
              <mc:Choice xmlns:v="urn:schemas-microsoft-com:vml" Requires="v">
                <p:oleObj name="Equation" r:id="rId13" imgW="1752480" imgH="419040" progId="">
                  <p:embed/>
                </p:oleObj>
              </mc:Choice>
              <mc:Fallback>
                <p:oleObj name="Equation" r:id="rId13" imgW="1752480" imgH="419040" progId="">
                  <p:embed/>
                  <p:pic>
                    <p:nvPicPr>
                      <p:cNvPr id="14343"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87450" y="2708275"/>
                        <a:ext cx="17526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4" name="Object 8"/>
          <p:cNvGraphicFramePr>
            <a:graphicFrameLocks noChangeAspect="1"/>
          </p:cNvGraphicFramePr>
          <p:nvPr/>
        </p:nvGraphicFramePr>
        <p:xfrm>
          <a:off x="2916238" y="2708275"/>
          <a:ext cx="1384300" cy="406400"/>
        </p:xfrm>
        <a:graphic>
          <a:graphicData uri="http://schemas.openxmlformats.org/presentationml/2006/ole">
            <mc:AlternateContent xmlns:mc="http://schemas.openxmlformats.org/markup-compatibility/2006">
              <mc:Choice xmlns:v="urn:schemas-microsoft-com:vml" Requires="v">
                <p:oleObj name="Equation" r:id="rId15" imgW="1384200" imgH="406080" progId="">
                  <p:embed/>
                </p:oleObj>
              </mc:Choice>
              <mc:Fallback>
                <p:oleObj name="Equation" r:id="rId15" imgW="1384200" imgH="406080" progId="">
                  <p:embed/>
                  <p:pic>
                    <p:nvPicPr>
                      <p:cNvPr id="14344"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16238" y="2708275"/>
                        <a:ext cx="13843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5" name="Object 9"/>
          <p:cNvGraphicFramePr>
            <a:graphicFrameLocks noChangeAspect="1"/>
          </p:cNvGraphicFramePr>
          <p:nvPr/>
        </p:nvGraphicFramePr>
        <p:xfrm>
          <a:off x="1331913" y="4508500"/>
          <a:ext cx="2235200" cy="508000"/>
        </p:xfrm>
        <a:graphic>
          <a:graphicData uri="http://schemas.openxmlformats.org/presentationml/2006/ole">
            <mc:AlternateContent xmlns:mc="http://schemas.openxmlformats.org/markup-compatibility/2006">
              <mc:Choice xmlns:v="urn:schemas-microsoft-com:vml" Requires="v">
                <p:oleObj name="Equation" r:id="rId17" imgW="2234880" imgH="507960" progId="">
                  <p:embed/>
                </p:oleObj>
              </mc:Choice>
              <mc:Fallback>
                <p:oleObj name="Equation" r:id="rId17" imgW="2234880" imgH="507960" progId="">
                  <p:embed/>
                  <p:pic>
                    <p:nvPicPr>
                      <p:cNvPr id="14345"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31913" y="4508500"/>
                        <a:ext cx="22352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6" name="Object 10"/>
          <p:cNvGraphicFramePr>
            <a:graphicFrameLocks noChangeAspect="1"/>
          </p:cNvGraphicFramePr>
          <p:nvPr/>
        </p:nvGraphicFramePr>
        <p:xfrm>
          <a:off x="2484438" y="3141663"/>
          <a:ext cx="3670300" cy="927100"/>
        </p:xfrm>
        <a:graphic>
          <a:graphicData uri="http://schemas.openxmlformats.org/presentationml/2006/ole">
            <mc:AlternateContent xmlns:mc="http://schemas.openxmlformats.org/markup-compatibility/2006">
              <mc:Choice xmlns:v="urn:schemas-microsoft-com:vml" Requires="v">
                <p:oleObj name="Equation" r:id="rId19" imgW="3670200" imgH="927000" progId="">
                  <p:embed/>
                </p:oleObj>
              </mc:Choice>
              <mc:Fallback>
                <p:oleObj name="Equation" r:id="rId19" imgW="3670200" imgH="927000" progId="">
                  <p:embed/>
                  <p:pic>
                    <p:nvPicPr>
                      <p:cNvPr id="14346"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84438" y="3141663"/>
                        <a:ext cx="36703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7" name="Object 11"/>
          <p:cNvGraphicFramePr>
            <a:graphicFrameLocks noChangeAspect="1"/>
          </p:cNvGraphicFramePr>
          <p:nvPr/>
        </p:nvGraphicFramePr>
        <p:xfrm>
          <a:off x="2484438" y="4076700"/>
          <a:ext cx="4343400" cy="406400"/>
        </p:xfrm>
        <a:graphic>
          <a:graphicData uri="http://schemas.openxmlformats.org/presentationml/2006/ole">
            <mc:AlternateContent xmlns:mc="http://schemas.openxmlformats.org/markup-compatibility/2006">
              <mc:Choice xmlns:v="urn:schemas-microsoft-com:vml" Requires="v">
                <p:oleObj name="Equation" r:id="rId21" imgW="4343400" imgH="406080" progId="">
                  <p:embed/>
                </p:oleObj>
              </mc:Choice>
              <mc:Fallback>
                <p:oleObj name="Equation" r:id="rId21" imgW="4343400" imgH="406080" progId="">
                  <p:embed/>
                  <p:pic>
                    <p:nvPicPr>
                      <p:cNvPr id="14347"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84438" y="4076700"/>
                        <a:ext cx="4343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8" name="Object 12"/>
          <p:cNvGraphicFramePr>
            <a:graphicFrameLocks noChangeAspect="1"/>
          </p:cNvGraphicFramePr>
          <p:nvPr/>
        </p:nvGraphicFramePr>
        <p:xfrm>
          <a:off x="4500563" y="2708275"/>
          <a:ext cx="1231900" cy="406400"/>
        </p:xfrm>
        <a:graphic>
          <a:graphicData uri="http://schemas.openxmlformats.org/presentationml/2006/ole">
            <mc:AlternateContent xmlns:mc="http://schemas.openxmlformats.org/markup-compatibility/2006">
              <mc:Choice xmlns:v="urn:schemas-microsoft-com:vml" Requires="v">
                <p:oleObj name="Equation" r:id="rId23" imgW="1231560" imgH="406080" progId="">
                  <p:embed/>
                </p:oleObj>
              </mc:Choice>
              <mc:Fallback>
                <p:oleObj name="Equation" r:id="rId23" imgW="1231560" imgH="406080" progId="">
                  <p:embed/>
                  <p:pic>
                    <p:nvPicPr>
                      <p:cNvPr id="14348"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500563" y="2708275"/>
                        <a:ext cx="12319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9" name="Line 13"/>
          <p:cNvSpPr>
            <a:spLocks noChangeShapeType="1"/>
          </p:cNvSpPr>
          <p:nvPr/>
        </p:nvSpPr>
        <p:spPr bwMode="auto">
          <a:xfrm>
            <a:off x="2268538" y="3141663"/>
            <a:ext cx="0" cy="1471612"/>
          </a:xfrm>
          <a:prstGeom prst="line">
            <a:avLst/>
          </a:prstGeom>
          <a:noFill/>
          <a:ln w="28575">
            <a:solidFill>
              <a:schemeClr val="tx1"/>
            </a:solidFill>
            <a:round/>
            <a:headE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
        <p:nvSpPr>
          <p:cNvPr id="14350" name="AutoShape 14">
            <a:hlinkClick r:id="" action="ppaction://noaction" highlightClick="1"/>
          </p:cNvPr>
          <p:cNvSpPr>
            <a:spLocks noChangeArrowheads="1"/>
          </p:cNvSpPr>
          <p:nvPr/>
        </p:nvSpPr>
        <p:spPr bwMode="auto">
          <a:xfrm>
            <a:off x="5897245" y="2700337"/>
            <a:ext cx="3224205" cy="533400"/>
          </a:xfrm>
          <a:prstGeom prst="actionButtonBlank">
            <a:avLst/>
          </a:prstGeom>
          <a:solidFill>
            <a:schemeClr val="accent1"/>
          </a:solidFill>
          <a:ln w="9525">
            <a:solidFill>
              <a:srgbClr val="0033CC"/>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333399"/>
                </a:solidFill>
                <a:effectLst/>
                <a:uLnTx/>
                <a:uFillTx/>
                <a:latin typeface="Times New Roman" pitchFamily="18" charset="0"/>
                <a:ea typeface="楷体_GB2312" pitchFamily="49" charset="-122"/>
                <a:cs typeface="+mn-cs"/>
              </a:rPr>
              <a:t>推导过程见下一页</a:t>
            </a:r>
            <a:r>
              <a:rPr kumimoji="1" lang="en-US" altLang="zh-CN" sz="2400" b="1" i="0" u="none" strike="noStrike" kern="1200" cap="none" spc="0" normalizeH="0" baseline="0" noProof="0" dirty="0">
                <a:ln>
                  <a:noFill/>
                </a:ln>
                <a:solidFill>
                  <a:srgbClr val="333399"/>
                </a:solidFill>
                <a:effectLst/>
                <a:uLnTx/>
                <a:uFillTx/>
                <a:latin typeface="Times New Roman" pitchFamily="18" charset="0"/>
                <a:ea typeface="楷体_GB2312" pitchFamily="49" charset="-122"/>
                <a:cs typeface="+mn-cs"/>
              </a:rPr>
              <a:t>PPT</a:t>
            </a:r>
            <a:endParaRPr kumimoji="1" lang="zh-CN" altLang="en-US" sz="2400" b="1" i="0" u="none" strike="noStrike" kern="1200" cap="none" spc="0" normalizeH="0" baseline="0" noProof="0" dirty="0">
              <a:ln>
                <a:noFill/>
              </a:ln>
              <a:solidFill>
                <a:srgbClr val="333399"/>
              </a:solidFill>
              <a:effectLst/>
              <a:uLnTx/>
              <a:uFillTx/>
              <a:latin typeface="Times New Roman" pitchFamily="18" charset="0"/>
              <a:ea typeface="楷体_GB2312" pitchFamily="49" charset="-122"/>
              <a:cs typeface="+mn-cs"/>
            </a:endParaRPr>
          </a:p>
        </p:txBody>
      </p:sp>
      <p:sp>
        <p:nvSpPr>
          <p:cNvPr id="14351" name="Text Box 15"/>
          <p:cNvSpPr txBox="1">
            <a:spLocks noChangeArrowheads="1"/>
          </p:cNvSpPr>
          <p:nvPr/>
        </p:nvSpPr>
        <p:spPr bwMode="auto">
          <a:xfrm>
            <a:off x="0" y="549275"/>
            <a:ext cx="539750" cy="519113"/>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则</a:t>
            </a:r>
          </a:p>
        </p:txBody>
      </p:sp>
      <p:sp>
        <p:nvSpPr>
          <p:cNvPr id="44048" name="Text Box 16"/>
          <p:cNvSpPr txBox="1">
            <a:spLocks noChangeArrowheads="1"/>
          </p:cNvSpPr>
          <p:nvPr/>
        </p:nvSpPr>
        <p:spPr bwMode="auto">
          <a:xfrm>
            <a:off x="250825" y="0"/>
            <a:ext cx="6140450" cy="519113"/>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为避免研究余项 </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设此级数的和函数为</a:t>
            </a:r>
          </a:p>
        </p:txBody>
      </p:sp>
    </p:spTree>
    <p:extLst>
      <p:ext uri="{BB962C8B-B14F-4D97-AF65-F5344CB8AC3E}">
        <p14:creationId xmlns:p14="http://schemas.microsoft.com/office/powerpoint/2010/main" val="20697666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51">
                                            <p:txEl>
                                              <p:pRg st="0" end="0"/>
                                            </p:txEl>
                                          </p:spTgt>
                                        </p:tgtEl>
                                        <p:attrNameLst>
                                          <p:attrName>style.visibility</p:attrName>
                                        </p:attrNameLst>
                                      </p:cBhvr>
                                      <p:to>
                                        <p:strVal val="visible"/>
                                      </p:to>
                                    </p:set>
                                    <p:animEffect transition="in" filter="wipe(left)">
                                      <p:cBhvr>
                                        <p:cTn id="12" dur="500"/>
                                        <p:tgtEl>
                                          <p:spTgt spid="14351">
                                            <p:txEl>
                                              <p:pRg st="0" end="0"/>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4342"/>
                                        </p:tgtEl>
                                        <p:attrNameLst>
                                          <p:attrName>style.visibility</p:attrName>
                                        </p:attrNameLst>
                                      </p:cBhvr>
                                      <p:to>
                                        <p:strVal val="visible"/>
                                      </p:to>
                                    </p:set>
                                    <p:animEffect transition="in" filter="wipe(left)">
                                      <p:cBhvr>
                                        <p:cTn id="16" dur="500"/>
                                        <p:tgtEl>
                                          <p:spTgt spid="1434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4339"/>
                                        </p:tgtEl>
                                        <p:attrNameLst>
                                          <p:attrName>style.visibility</p:attrName>
                                        </p:attrNameLst>
                                      </p:cBhvr>
                                      <p:to>
                                        <p:strVal val="visible"/>
                                      </p:to>
                                    </p:set>
                                    <p:animEffect transition="in" filter="wipe(left)">
                                      <p:cBhvr>
                                        <p:cTn id="21" dur="500"/>
                                        <p:tgtEl>
                                          <p:spTgt spid="1433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4340"/>
                                        </p:tgtEl>
                                        <p:attrNameLst>
                                          <p:attrName>style.visibility</p:attrName>
                                        </p:attrNameLst>
                                      </p:cBhvr>
                                      <p:to>
                                        <p:strVal val="visible"/>
                                      </p:to>
                                    </p:set>
                                    <p:animEffect transition="in" filter="wipe(left)">
                                      <p:cBhvr>
                                        <p:cTn id="26" dur="500"/>
                                        <p:tgtEl>
                                          <p:spTgt spid="1434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4341"/>
                                        </p:tgtEl>
                                        <p:attrNameLst>
                                          <p:attrName>style.visibility</p:attrName>
                                        </p:attrNameLst>
                                      </p:cBhvr>
                                      <p:to>
                                        <p:strVal val="visible"/>
                                      </p:to>
                                    </p:set>
                                    <p:animEffect transition="in" filter="wipe(left)">
                                      <p:cBhvr>
                                        <p:cTn id="31" dur="500"/>
                                        <p:tgtEl>
                                          <p:spTgt spid="1434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4343"/>
                                        </p:tgtEl>
                                        <p:attrNameLst>
                                          <p:attrName>style.visibility</p:attrName>
                                        </p:attrNameLst>
                                      </p:cBhvr>
                                      <p:to>
                                        <p:strVal val="visible"/>
                                      </p:to>
                                    </p:set>
                                    <p:animEffect transition="in" filter="wipe(left)">
                                      <p:cBhvr>
                                        <p:cTn id="36" dur="500"/>
                                        <p:tgtEl>
                                          <p:spTgt spid="1434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4344"/>
                                        </p:tgtEl>
                                        <p:attrNameLst>
                                          <p:attrName>style.visibility</p:attrName>
                                        </p:attrNameLst>
                                      </p:cBhvr>
                                      <p:to>
                                        <p:strVal val="visible"/>
                                      </p:to>
                                    </p:set>
                                    <p:animEffect transition="in" filter="wipe(left)">
                                      <p:cBhvr>
                                        <p:cTn id="41" dur="500"/>
                                        <p:tgtEl>
                                          <p:spTgt spid="14344"/>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435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4348"/>
                                        </p:tgtEl>
                                        <p:attrNameLst>
                                          <p:attrName>style.visibility</p:attrName>
                                        </p:attrNameLst>
                                      </p:cBhvr>
                                      <p:to>
                                        <p:strVal val="visible"/>
                                      </p:to>
                                    </p:set>
                                    <p:animEffect transition="in" filter="wipe(left)">
                                      <p:cBhvr>
                                        <p:cTn id="50" dur="500"/>
                                        <p:tgtEl>
                                          <p:spTgt spid="1434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4346"/>
                                        </p:tgtEl>
                                        <p:attrNameLst>
                                          <p:attrName>style.visibility</p:attrName>
                                        </p:attrNameLst>
                                      </p:cBhvr>
                                      <p:to>
                                        <p:strVal val="visible"/>
                                      </p:to>
                                    </p:set>
                                    <p:animEffect transition="in" filter="wipe(left)">
                                      <p:cBhvr>
                                        <p:cTn id="55" dur="500"/>
                                        <p:tgtEl>
                                          <p:spTgt spid="1434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4347"/>
                                        </p:tgtEl>
                                        <p:attrNameLst>
                                          <p:attrName>style.visibility</p:attrName>
                                        </p:attrNameLst>
                                      </p:cBhvr>
                                      <p:to>
                                        <p:strVal val="visible"/>
                                      </p:to>
                                    </p:set>
                                    <p:animEffect transition="in" filter="wipe(left)">
                                      <p:cBhvr>
                                        <p:cTn id="60" dur="500"/>
                                        <p:tgtEl>
                                          <p:spTgt spid="14347"/>
                                        </p:tgtEl>
                                      </p:cBhvr>
                                    </p:animEffect>
                                  </p:childTnLst>
                                </p:cTn>
                              </p:par>
                            </p:childTnLst>
                          </p:cTn>
                        </p:par>
                        <p:par>
                          <p:cTn id="61" fill="hold">
                            <p:stCondLst>
                              <p:cond delay="500"/>
                            </p:stCondLst>
                            <p:childTnLst>
                              <p:par>
                                <p:cTn id="62" presetID="22" presetClass="entr" presetSubtype="1" fill="hold" grpId="0" nodeType="afterEffect">
                                  <p:stCondLst>
                                    <p:cond delay="0"/>
                                  </p:stCondLst>
                                  <p:childTnLst>
                                    <p:set>
                                      <p:cBhvr>
                                        <p:cTn id="63" dur="1" fill="hold">
                                          <p:stCondLst>
                                            <p:cond delay="0"/>
                                          </p:stCondLst>
                                        </p:cTn>
                                        <p:tgtEl>
                                          <p:spTgt spid="14349"/>
                                        </p:tgtEl>
                                        <p:attrNameLst>
                                          <p:attrName>style.visibility</p:attrName>
                                        </p:attrNameLst>
                                      </p:cBhvr>
                                      <p:to>
                                        <p:strVal val="visible"/>
                                      </p:to>
                                    </p:set>
                                    <p:animEffect transition="in" filter="wipe(up)">
                                      <p:cBhvr>
                                        <p:cTn id="64" dur="500"/>
                                        <p:tgtEl>
                                          <p:spTgt spid="1434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4345"/>
                                        </p:tgtEl>
                                        <p:attrNameLst>
                                          <p:attrName>style.visibility</p:attrName>
                                        </p:attrNameLst>
                                      </p:cBhvr>
                                      <p:to>
                                        <p:strVal val="visible"/>
                                      </p:to>
                                    </p:set>
                                    <p:animEffect transition="in" filter="wipe(left)">
                                      <p:cBhvr>
                                        <p:cTn id="69" dur="500"/>
                                        <p:tgtEl>
                                          <p:spTgt spid="14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9" grpId="0" animBg="1"/>
      <p:bldP spid="14350" grpId="0" animBg="1"/>
      <p:bldP spid="14351"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6626" name="Object 2"/>
          <p:cNvGraphicFramePr>
            <a:graphicFrameLocks noChangeAspect="1"/>
          </p:cNvGraphicFramePr>
          <p:nvPr/>
        </p:nvGraphicFramePr>
        <p:xfrm>
          <a:off x="7092950" y="4221163"/>
          <a:ext cx="1358900" cy="406400"/>
        </p:xfrm>
        <a:graphic>
          <a:graphicData uri="http://schemas.openxmlformats.org/presentationml/2006/ole">
            <mc:AlternateContent xmlns:mc="http://schemas.openxmlformats.org/markup-compatibility/2006">
              <mc:Choice xmlns:v="urn:schemas-microsoft-com:vml" Requires="v">
                <p:oleObj name="Equation" r:id="rId2" imgW="1358640" imgH="406080" progId="">
                  <p:embed/>
                </p:oleObj>
              </mc:Choice>
              <mc:Fallback>
                <p:oleObj name="Equation" r:id="rId2" imgW="1358640" imgH="406080" progId="">
                  <p:embed/>
                  <p:pic>
                    <p:nvPicPr>
                      <p:cNvPr id="2662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2950" y="4221163"/>
                        <a:ext cx="13589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275" name="Object 3"/>
          <p:cNvGraphicFramePr>
            <a:graphicFrameLocks noChangeAspect="1"/>
          </p:cNvGraphicFramePr>
          <p:nvPr/>
        </p:nvGraphicFramePr>
        <p:xfrm>
          <a:off x="755650" y="404813"/>
          <a:ext cx="6550025" cy="927100"/>
        </p:xfrm>
        <a:graphic>
          <a:graphicData uri="http://schemas.openxmlformats.org/presentationml/2006/ole">
            <mc:AlternateContent xmlns:mc="http://schemas.openxmlformats.org/markup-compatibility/2006">
              <mc:Choice xmlns:v="urn:schemas-microsoft-com:vml" Requires="v">
                <p:oleObj name="Equation" r:id="rId4" imgW="6553080" imgH="927000" progId="">
                  <p:embed/>
                </p:oleObj>
              </mc:Choice>
              <mc:Fallback>
                <p:oleObj name="Equation" r:id="rId4" imgW="6553080" imgH="927000" progId="">
                  <p:embed/>
                  <p:pic>
                    <p:nvPicPr>
                      <p:cNvPr id="5427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404813"/>
                        <a:ext cx="6550025"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8" name="Object 4"/>
          <p:cNvGraphicFramePr>
            <a:graphicFrameLocks noChangeAspect="1"/>
          </p:cNvGraphicFramePr>
          <p:nvPr/>
        </p:nvGraphicFramePr>
        <p:xfrm>
          <a:off x="684213" y="3429000"/>
          <a:ext cx="1752600" cy="419100"/>
        </p:xfrm>
        <a:graphic>
          <a:graphicData uri="http://schemas.openxmlformats.org/presentationml/2006/ole">
            <mc:AlternateContent xmlns:mc="http://schemas.openxmlformats.org/markup-compatibility/2006">
              <mc:Choice xmlns:v="urn:schemas-microsoft-com:vml" Requires="v">
                <p:oleObj name="Equation" r:id="rId6" imgW="1752480" imgH="419040" progId="">
                  <p:embed/>
                </p:oleObj>
              </mc:Choice>
              <mc:Fallback>
                <p:oleObj name="Equation" r:id="rId6" imgW="1752480" imgH="419040" progId="">
                  <p:embed/>
                  <p:pic>
                    <p:nvPicPr>
                      <p:cNvPr id="2662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3429000"/>
                        <a:ext cx="17526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9" name="Object 5"/>
          <p:cNvGraphicFramePr>
            <a:graphicFrameLocks noChangeAspect="1"/>
          </p:cNvGraphicFramePr>
          <p:nvPr/>
        </p:nvGraphicFramePr>
        <p:xfrm>
          <a:off x="684213" y="1700213"/>
          <a:ext cx="4241800" cy="889000"/>
        </p:xfrm>
        <a:graphic>
          <a:graphicData uri="http://schemas.openxmlformats.org/presentationml/2006/ole">
            <mc:AlternateContent xmlns:mc="http://schemas.openxmlformats.org/markup-compatibility/2006">
              <mc:Choice xmlns:v="urn:schemas-microsoft-com:vml" Requires="v">
                <p:oleObj name="Equation" r:id="rId8" imgW="4241520" imgH="888840" progId="">
                  <p:embed/>
                </p:oleObj>
              </mc:Choice>
              <mc:Fallback>
                <p:oleObj name="Equation" r:id="rId8" imgW="4241520" imgH="888840" progId="">
                  <p:embed/>
                  <p:pic>
                    <p:nvPicPr>
                      <p:cNvPr id="26629" name="Object 5"/>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684213" y="1700213"/>
                        <a:ext cx="42418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0" name="Object 6"/>
          <p:cNvGraphicFramePr>
            <a:graphicFrameLocks noChangeAspect="1"/>
          </p:cNvGraphicFramePr>
          <p:nvPr/>
        </p:nvGraphicFramePr>
        <p:xfrm>
          <a:off x="2411413" y="3141663"/>
          <a:ext cx="977900" cy="889000"/>
        </p:xfrm>
        <a:graphic>
          <a:graphicData uri="http://schemas.openxmlformats.org/presentationml/2006/ole">
            <mc:AlternateContent xmlns:mc="http://schemas.openxmlformats.org/markup-compatibility/2006">
              <mc:Choice xmlns:v="urn:schemas-microsoft-com:vml" Requires="v">
                <p:oleObj name="Equation" r:id="rId10" imgW="977760" imgH="888840" progId="">
                  <p:embed/>
                </p:oleObj>
              </mc:Choice>
              <mc:Fallback>
                <p:oleObj name="Equation" r:id="rId10" imgW="977760" imgH="888840" progId="">
                  <p:embed/>
                  <p:pic>
                    <p:nvPicPr>
                      <p:cNvPr id="2663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11413" y="3141663"/>
                        <a:ext cx="9779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1" name="Object 7"/>
          <p:cNvGraphicFramePr>
            <a:graphicFrameLocks noChangeAspect="1"/>
          </p:cNvGraphicFramePr>
          <p:nvPr/>
        </p:nvGraphicFramePr>
        <p:xfrm>
          <a:off x="3419475" y="3429000"/>
          <a:ext cx="812800" cy="330200"/>
        </p:xfrm>
        <a:graphic>
          <a:graphicData uri="http://schemas.openxmlformats.org/presentationml/2006/ole">
            <mc:AlternateContent xmlns:mc="http://schemas.openxmlformats.org/markup-compatibility/2006">
              <mc:Choice xmlns:v="urn:schemas-microsoft-com:vml" Requires="v">
                <p:oleObj name="Equation" r:id="rId12" imgW="812520" imgH="330120" progId="">
                  <p:embed/>
                </p:oleObj>
              </mc:Choice>
              <mc:Fallback>
                <p:oleObj name="Equation" r:id="rId12" imgW="812520" imgH="330120" progId="">
                  <p:embed/>
                  <p:pic>
                    <p:nvPicPr>
                      <p:cNvPr id="26631"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9475" y="3429000"/>
                        <a:ext cx="8128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2" name="Object 8"/>
          <p:cNvGraphicFramePr>
            <a:graphicFrameLocks noChangeAspect="1"/>
          </p:cNvGraphicFramePr>
          <p:nvPr/>
        </p:nvGraphicFramePr>
        <p:xfrm>
          <a:off x="4284663" y="3141663"/>
          <a:ext cx="2654300" cy="927100"/>
        </p:xfrm>
        <a:graphic>
          <a:graphicData uri="http://schemas.openxmlformats.org/presentationml/2006/ole">
            <mc:AlternateContent xmlns:mc="http://schemas.openxmlformats.org/markup-compatibility/2006">
              <mc:Choice xmlns:v="urn:schemas-microsoft-com:vml" Requires="v">
                <p:oleObj name="Equation" r:id="rId14" imgW="2654280" imgH="927000" progId="">
                  <p:embed/>
                </p:oleObj>
              </mc:Choice>
              <mc:Fallback>
                <p:oleObj name="Equation" r:id="rId14" imgW="2654280" imgH="927000" progId="">
                  <p:embed/>
                  <p:pic>
                    <p:nvPicPr>
                      <p:cNvPr id="26632"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84663" y="3141663"/>
                        <a:ext cx="26543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3" name="Object 9"/>
          <p:cNvGraphicFramePr>
            <a:graphicFrameLocks noChangeAspect="1"/>
          </p:cNvGraphicFramePr>
          <p:nvPr/>
        </p:nvGraphicFramePr>
        <p:xfrm>
          <a:off x="2195513" y="4005263"/>
          <a:ext cx="4822825" cy="927100"/>
        </p:xfrm>
        <a:graphic>
          <a:graphicData uri="http://schemas.openxmlformats.org/presentationml/2006/ole">
            <mc:AlternateContent xmlns:mc="http://schemas.openxmlformats.org/markup-compatibility/2006">
              <mc:Choice xmlns:v="urn:schemas-microsoft-com:vml" Requires="v">
                <p:oleObj name="Equation" r:id="rId16" imgW="4825800" imgH="927000" progId="">
                  <p:embed/>
                </p:oleObj>
              </mc:Choice>
              <mc:Fallback>
                <p:oleObj name="Equation" r:id="rId16" imgW="4825800" imgH="927000" progId="">
                  <p:embed/>
                  <p:pic>
                    <p:nvPicPr>
                      <p:cNvPr id="26633"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95513" y="4005263"/>
                        <a:ext cx="4822825"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282" name="Object 10"/>
          <p:cNvGraphicFramePr>
            <a:graphicFrameLocks noChangeAspect="1"/>
          </p:cNvGraphicFramePr>
          <p:nvPr/>
        </p:nvGraphicFramePr>
        <p:xfrm>
          <a:off x="5095875" y="1125538"/>
          <a:ext cx="4048125" cy="927100"/>
        </p:xfrm>
        <a:graphic>
          <a:graphicData uri="http://schemas.openxmlformats.org/presentationml/2006/ole">
            <mc:AlternateContent xmlns:mc="http://schemas.openxmlformats.org/markup-compatibility/2006">
              <mc:Choice xmlns:v="urn:schemas-microsoft-com:vml" Requires="v">
                <p:oleObj name="Equation" r:id="rId18" imgW="4051080" imgH="927000" progId="">
                  <p:embed/>
                </p:oleObj>
              </mc:Choice>
              <mc:Fallback>
                <p:oleObj name="Equation" r:id="rId18" imgW="4051080" imgH="927000" progId="">
                  <p:embed/>
                  <p:pic>
                    <p:nvPicPr>
                      <p:cNvPr id="54282"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95875" y="1125538"/>
                        <a:ext cx="4048125"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5" name="Object 11"/>
          <p:cNvGraphicFramePr>
            <a:graphicFrameLocks noChangeAspect="1"/>
          </p:cNvGraphicFramePr>
          <p:nvPr/>
        </p:nvGraphicFramePr>
        <p:xfrm>
          <a:off x="4602163" y="2205038"/>
          <a:ext cx="4541837" cy="927100"/>
        </p:xfrm>
        <a:graphic>
          <a:graphicData uri="http://schemas.openxmlformats.org/presentationml/2006/ole">
            <mc:AlternateContent xmlns:mc="http://schemas.openxmlformats.org/markup-compatibility/2006">
              <mc:Choice xmlns:v="urn:schemas-microsoft-com:vml" Requires="v">
                <p:oleObj name="Equation" r:id="rId20" imgW="4546440" imgH="927000" progId="">
                  <p:embed/>
                </p:oleObj>
              </mc:Choice>
              <mc:Fallback>
                <p:oleObj name="Equation" r:id="rId20" imgW="4546440" imgH="927000" progId="">
                  <p:embed/>
                  <p:pic>
                    <p:nvPicPr>
                      <p:cNvPr id="26635" name="Object 11"/>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4602163" y="2205038"/>
                        <a:ext cx="4541837"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284" name="Rectangle 12"/>
          <p:cNvSpPr>
            <a:spLocks noGrp="1" noChangeArrowheads="1"/>
          </p:cNvSpPr>
          <p:nvPr>
            <p:ph type="title" idx="4294967295"/>
          </p:nvPr>
        </p:nvSpPr>
        <p:spPr>
          <a:xfrm>
            <a:off x="0" y="0"/>
            <a:ext cx="1752600" cy="533400"/>
          </a:xfrm>
        </p:spPr>
        <p:txBody>
          <a:bodyPr/>
          <a:lstStyle/>
          <a:p>
            <a:pPr algn="l" eaLnBrk="1" hangingPunct="1"/>
            <a:r>
              <a:rPr lang="zh-CN" altLang="en-US" sz="2800" b="1">
                <a:solidFill>
                  <a:schemeClr val="tx1"/>
                </a:solidFill>
                <a:ea typeface="楷体_GB2312" pitchFamily="49" charset="-122"/>
              </a:rPr>
              <a:t>例</a:t>
            </a:r>
            <a:r>
              <a:rPr lang="en-US" altLang="zh-CN" sz="2800" b="1">
                <a:solidFill>
                  <a:schemeClr val="tx1"/>
                </a:solidFill>
                <a:ea typeface="楷体_GB2312" pitchFamily="49" charset="-122"/>
              </a:rPr>
              <a:t>3 </a:t>
            </a:r>
            <a:r>
              <a:rPr lang="zh-CN" altLang="en-US" sz="2800" b="1">
                <a:solidFill>
                  <a:schemeClr val="tx1"/>
                </a:solidFill>
                <a:ea typeface="楷体_GB2312" pitchFamily="49" charset="-122"/>
              </a:rPr>
              <a:t>附注</a:t>
            </a:r>
          </a:p>
        </p:txBody>
      </p:sp>
    </p:spTree>
    <p:extLst>
      <p:ext uri="{BB962C8B-B14F-4D97-AF65-F5344CB8AC3E}">
        <p14:creationId xmlns:p14="http://schemas.microsoft.com/office/powerpoint/2010/main" val="25148673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wipe(left)">
                                      <p:cBhvr>
                                        <p:cTn id="7" dur="500"/>
                                        <p:tgtEl>
                                          <p:spTgt spid="266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635"/>
                                        </p:tgtEl>
                                        <p:attrNameLst>
                                          <p:attrName>style.visibility</p:attrName>
                                        </p:attrNameLst>
                                      </p:cBhvr>
                                      <p:to>
                                        <p:strVal val="visible"/>
                                      </p:to>
                                    </p:set>
                                    <p:animEffect transition="in" filter="wipe(left)">
                                      <p:cBhvr>
                                        <p:cTn id="12" dur="500"/>
                                        <p:tgtEl>
                                          <p:spTgt spid="266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628"/>
                                        </p:tgtEl>
                                        <p:attrNameLst>
                                          <p:attrName>style.visibility</p:attrName>
                                        </p:attrNameLst>
                                      </p:cBhvr>
                                      <p:to>
                                        <p:strVal val="visible"/>
                                      </p:to>
                                    </p:set>
                                    <p:animEffect transition="in" filter="wipe(left)">
                                      <p:cBhvr>
                                        <p:cTn id="17" dur="500"/>
                                        <p:tgtEl>
                                          <p:spTgt spid="266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630"/>
                                        </p:tgtEl>
                                        <p:attrNameLst>
                                          <p:attrName>style.visibility</p:attrName>
                                        </p:attrNameLst>
                                      </p:cBhvr>
                                      <p:to>
                                        <p:strVal val="visible"/>
                                      </p:to>
                                    </p:set>
                                    <p:animEffect transition="in" filter="wipe(left)">
                                      <p:cBhvr>
                                        <p:cTn id="22" dur="500"/>
                                        <p:tgtEl>
                                          <p:spTgt spid="266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631"/>
                                        </p:tgtEl>
                                        <p:attrNameLst>
                                          <p:attrName>style.visibility</p:attrName>
                                        </p:attrNameLst>
                                      </p:cBhvr>
                                      <p:to>
                                        <p:strVal val="visible"/>
                                      </p:to>
                                    </p:set>
                                    <p:animEffect transition="in" filter="wipe(left)">
                                      <p:cBhvr>
                                        <p:cTn id="27" dur="500"/>
                                        <p:tgtEl>
                                          <p:spTgt spid="266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6632"/>
                                        </p:tgtEl>
                                        <p:attrNameLst>
                                          <p:attrName>style.visibility</p:attrName>
                                        </p:attrNameLst>
                                      </p:cBhvr>
                                      <p:to>
                                        <p:strVal val="visible"/>
                                      </p:to>
                                    </p:set>
                                    <p:animEffect transition="in" filter="wipe(left)">
                                      <p:cBhvr>
                                        <p:cTn id="32" dur="500"/>
                                        <p:tgtEl>
                                          <p:spTgt spid="266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633"/>
                                        </p:tgtEl>
                                        <p:attrNameLst>
                                          <p:attrName>style.visibility</p:attrName>
                                        </p:attrNameLst>
                                      </p:cBhvr>
                                      <p:to>
                                        <p:strVal val="visible"/>
                                      </p:to>
                                    </p:set>
                                    <p:animEffect transition="in" filter="wipe(left)">
                                      <p:cBhvr>
                                        <p:cTn id="37" dur="500"/>
                                        <p:tgtEl>
                                          <p:spTgt spid="2663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6626"/>
                                        </p:tgtEl>
                                        <p:attrNameLst>
                                          <p:attrName>style.visibility</p:attrName>
                                        </p:attrNameLst>
                                      </p:cBhvr>
                                      <p:to>
                                        <p:strVal val="visible"/>
                                      </p:to>
                                    </p:set>
                                    <p:animEffect transition="in" filter="wipe(left)">
                                      <p:cBhvr>
                                        <p:cTn id="42" dur="500"/>
                                        <p:tgtEl>
                                          <p:spTgt spid="26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7410" name="Object 2"/>
          <p:cNvGraphicFramePr>
            <a:graphicFrameLocks noChangeAspect="1"/>
          </p:cNvGraphicFramePr>
          <p:nvPr/>
        </p:nvGraphicFramePr>
        <p:xfrm>
          <a:off x="4211638" y="188913"/>
          <a:ext cx="2374900" cy="927100"/>
        </p:xfrm>
        <a:graphic>
          <a:graphicData uri="http://schemas.openxmlformats.org/presentationml/2006/ole">
            <mc:AlternateContent xmlns:mc="http://schemas.openxmlformats.org/markup-compatibility/2006">
              <mc:Choice xmlns:v="urn:schemas-microsoft-com:vml" Requires="v">
                <p:oleObj name="Equation" r:id="rId2" imgW="2374560" imgH="927000" progId="">
                  <p:embed/>
                </p:oleObj>
              </mc:Choice>
              <mc:Fallback>
                <p:oleObj name="Equation" r:id="rId2" imgW="2374560" imgH="927000" progId="">
                  <p:embed/>
                  <p:pic>
                    <p:nvPicPr>
                      <p:cNvPr id="1741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188913"/>
                        <a:ext cx="23749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1" name="Object 3"/>
          <p:cNvGraphicFramePr>
            <a:graphicFrameLocks noChangeAspect="1"/>
          </p:cNvGraphicFramePr>
          <p:nvPr/>
        </p:nvGraphicFramePr>
        <p:xfrm>
          <a:off x="1908175" y="1052513"/>
          <a:ext cx="4554538" cy="927100"/>
        </p:xfrm>
        <a:graphic>
          <a:graphicData uri="http://schemas.openxmlformats.org/presentationml/2006/ole">
            <mc:AlternateContent xmlns:mc="http://schemas.openxmlformats.org/markup-compatibility/2006">
              <mc:Choice xmlns:v="urn:schemas-microsoft-com:vml" Requires="v">
                <p:oleObj name="Equation" r:id="rId4" imgW="4559040" imgH="927000" progId="">
                  <p:embed/>
                </p:oleObj>
              </mc:Choice>
              <mc:Fallback>
                <p:oleObj name="Equation" r:id="rId4" imgW="4559040" imgH="927000" progId="">
                  <p:embed/>
                  <p:pic>
                    <p:nvPicPr>
                      <p:cNvPr id="1741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1052513"/>
                        <a:ext cx="4554538"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2" name="Object 4"/>
          <p:cNvGraphicFramePr>
            <a:graphicFrameLocks noChangeAspect="1"/>
          </p:cNvGraphicFramePr>
          <p:nvPr/>
        </p:nvGraphicFramePr>
        <p:xfrm>
          <a:off x="1116013" y="333375"/>
          <a:ext cx="2781300" cy="508000"/>
        </p:xfrm>
        <a:graphic>
          <a:graphicData uri="http://schemas.openxmlformats.org/presentationml/2006/ole">
            <mc:AlternateContent xmlns:mc="http://schemas.openxmlformats.org/markup-compatibility/2006">
              <mc:Choice xmlns:v="urn:schemas-microsoft-com:vml" Requires="v">
                <p:oleObj name="Equation" r:id="rId6" imgW="2781000" imgH="507960" progId="">
                  <p:embed/>
                </p:oleObj>
              </mc:Choice>
              <mc:Fallback>
                <p:oleObj name="Equation" r:id="rId6" imgW="2781000" imgH="507960" progId="">
                  <p:embed/>
                  <p:pic>
                    <p:nvPicPr>
                      <p:cNvPr id="1741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333375"/>
                        <a:ext cx="27813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3" name="Object 5"/>
          <p:cNvGraphicFramePr>
            <a:graphicFrameLocks noChangeAspect="1"/>
          </p:cNvGraphicFramePr>
          <p:nvPr/>
        </p:nvGraphicFramePr>
        <p:xfrm>
          <a:off x="6948488" y="1268413"/>
          <a:ext cx="1778000" cy="406400"/>
        </p:xfrm>
        <a:graphic>
          <a:graphicData uri="http://schemas.openxmlformats.org/presentationml/2006/ole">
            <mc:AlternateContent xmlns:mc="http://schemas.openxmlformats.org/markup-compatibility/2006">
              <mc:Choice xmlns:v="urn:schemas-microsoft-com:vml" Requires="v">
                <p:oleObj name="Equation" r:id="rId8" imgW="1777680" imgH="406080" progId="">
                  <p:embed/>
                </p:oleObj>
              </mc:Choice>
              <mc:Fallback>
                <p:oleObj name="Equation" r:id="rId8" imgW="1777680" imgH="406080" progId="">
                  <p:embed/>
                  <p:pic>
                    <p:nvPicPr>
                      <p:cNvPr id="17413" name="Object 5"/>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6948488" y="1268413"/>
                        <a:ext cx="17780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4" name="Text Box 6"/>
          <p:cNvSpPr txBox="1">
            <a:spLocks noChangeArrowheads="1"/>
          </p:cNvSpPr>
          <p:nvPr/>
        </p:nvSpPr>
        <p:spPr bwMode="auto">
          <a:xfrm>
            <a:off x="5943600" y="1700213"/>
            <a:ext cx="3200400" cy="51911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称为</a:t>
            </a:r>
            <a:r>
              <a:rPr kumimoji="1" lang="zh-CN" altLang="en-US" sz="2800" b="1" i="0" u="none" strike="noStrike" kern="1200" cap="none" spc="0" normalizeH="0" baseline="0" noProof="0">
                <a:ln>
                  <a:noFill/>
                </a:ln>
                <a:solidFill>
                  <a:srgbClr val="CC0000"/>
                </a:solidFill>
                <a:effectLst/>
                <a:uLnTx/>
                <a:uFillTx/>
                <a:latin typeface="Times New Roman" pitchFamily="18" charset="0"/>
                <a:ea typeface="楷体_GB2312" pitchFamily="49" charset="-122"/>
                <a:cs typeface="+mn-cs"/>
              </a:rPr>
              <a:t>二项展开式</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p>
        </p:txBody>
      </p:sp>
      <p:sp>
        <p:nvSpPr>
          <p:cNvPr id="17415" name="Text Box 7"/>
          <p:cNvSpPr txBox="1">
            <a:spLocks noChangeArrowheads="1"/>
          </p:cNvSpPr>
          <p:nvPr/>
        </p:nvSpPr>
        <p:spPr bwMode="auto">
          <a:xfrm>
            <a:off x="0" y="1844675"/>
            <a:ext cx="1447800" cy="519113"/>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333399"/>
                </a:solidFill>
                <a:effectLst/>
                <a:uLnTx/>
                <a:uFillTx/>
                <a:latin typeface="Times New Roman" pitchFamily="18" charset="0"/>
                <a:ea typeface="楷体_GB2312" pitchFamily="49" charset="-122"/>
                <a:cs typeface="+mn-cs"/>
              </a:rPr>
              <a:t>说明：</a:t>
            </a:r>
          </a:p>
        </p:txBody>
      </p:sp>
      <p:sp>
        <p:nvSpPr>
          <p:cNvPr id="17416" name="Text Box 8"/>
          <p:cNvSpPr txBox="1">
            <a:spLocks noChangeArrowheads="1"/>
          </p:cNvSpPr>
          <p:nvPr/>
        </p:nvSpPr>
        <p:spPr bwMode="auto">
          <a:xfrm>
            <a:off x="468313" y="2420938"/>
            <a:ext cx="6477000" cy="51911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noFill/>
                </a:ln>
                <a:solidFill>
                  <a:srgbClr val="000000"/>
                </a:solidFill>
                <a:effectLst/>
                <a:uLnTx/>
                <a:uFillTx/>
                <a:latin typeface="Times New Roman" pitchFamily="18" charset="0"/>
                <a:ea typeface="仿宋_GB2312" pitchFamily="49" charset="-122"/>
                <a:cs typeface="+mn-cs"/>
              </a:rPr>
              <a:t>(1)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在 </a:t>
            </a:r>
            <a:r>
              <a:rPr kumimoji="1" lang="en-US" altLang="zh-CN" sz="2800" b="0" i="1" u="none" strike="noStrike" kern="1200" cap="none" spc="0" normalizeH="0" baseline="0" noProof="0">
                <a:ln>
                  <a:noFill/>
                </a:ln>
                <a:solidFill>
                  <a:srgbClr val="CC0000"/>
                </a:solidFill>
                <a:effectLst/>
                <a:uLnTx/>
                <a:uFillTx/>
                <a:latin typeface="Times New Roman" pitchFamily="18" charset="0"/>
                <a:ea typeface="楷体_GB2312" pitchFamily="49" charset="-122"/>
                <a:cs typeface="+mn-cs"/>
              </a:rPr>
              <a:t>x</a:t>
            </a:r>
            <a:r>
              <a:rPr kumimoji="1" lang="zh-CN" altLang="en-US" sz="2800" b="0" i="0" u="none" strike="noStrike" kern="1200" cap="none" spc="0" normalizeH="0" baseline="0" noProof="0">
                <a:ln>
                  <a:noFill/>
                </a:ln>
                <a:solidFill>
                  <a:srgbClr val="CC0000"/>
                </a:solidFill>
                <a:effectLst/>
                <a:uLnTx/>
                <a:uFillTx/>
                <a:latin typeface="Times New Roman" pitchFamily="18" charset="0"/>
                <a:ea typeface="楷体_GB2312" pitchFamily="49" charset="-122"/>
                <a:cs typeface="+mn-cs"/>
              </a:rPr>
              <a:t>＝</a:t>
            </a:r>
            <a:r>
              <a:rPr kumimoji="1" lang="en-US" altLang="zh-CN" sz="2800" b="0" i="0" u="none" strike="noStrike" kern="1200" cap="none" spc="0" normalizeH="0" baseline="0" noProof="0">
                <a:ln>
                  <a:noFill/>
                </a:ln>
                <a:solidFill>
                  <a:srgbClr val="CC0000"/>
                </a:solidFill>
                <a:effectLst/>
                <a:uLnTx/>
                <a:uFillTx/>
                <a:latin typeface="Times New Roman" pitchFamily="18" charset="0"/>
                <a:ea typeface="楷体_GB2312" pitchFamily="49" charset="-122"/>
                <a:cs typeface="+mn-cs"/>
              </a:rPr>
              <a:t>±1</a:t>
            </a:r>
            <a:r>
              <a:rPr kumimoji="1" lang="en-US" altLang="zh-CN" sz="2800" b="0"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处的收敛性与 </a:t>
            </a:r>
            <a:r>
              <a:rPr kumimoji="1" lang="en-US" altLang="zh-CN" sz="2800" b="0" i="1" u="none" strike="noStrike" kern="1200" cap="none" spc="0" normalizeH="0" baseline="0" noProof="0">
                <a:ln>
                  <a:noFill/>
                </a:ln>
                <a:solidFill>
                  <a:srgbClr val="CC0000"/>
                </a:solidFill>
                <a:effectLst/>
                <a:uLnTx/>
                <a:uFillTx/>
                <a:latin typeface="Times New Roman" pitchFamily="18" charset="0"/>
                <a:ea typeface="楷体_GB2312" pitchFamily="49" charset="-122"/>
                <a:cs typeface="+mn-cs"/>
              </a:rPr>
              <a:t>m</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有关 </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p>
        </p:txBody>
      </p:sp>
      <p:sp>
        <p:nvSpPr>
          <p:cNvPr id="17417" name="Text Box 9"/>
          <p:cNvSpPr txBox="1">
            <a:spLocks noChangeArrowheads="1"/>
          </p:cNvSpPr>
          <p:nvPr/>
        </p:nvSpPr>
        <p:spPr bwMode="auto">
          <a:xfrm>
            <a:off x="468313" y="3068638"/>
            <a:ext cx="8153400" cy="1160462"/>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(2)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当 </a:t>
            </a:r>
            <a:r>
              <a:rPr kumimoji="1" lang="en-US" altLang="zh-CN" sz="2800" b="0" i="1" u="none" strike="noStrike" kern="1200" cap="none" spc="0" normalizeH="0" baseline="0" noProof="0">
                <a:ln>
                  <a:noFill/>
                </a:ln>
                <a:solidFill>
                  <a:srgbClr val="CC0000"/>
                </a:solidFill>
                <a:effectLst/>
                <a:uLnTx/>
                <a:uFillTx/>
                <a:latin typeface="Times New Roman" pitchFamily="18" charset="0"/>
                <a:ea typeface="楷体_GB2312" pitchFamily="49" charset="-122"/>
                <a:cs typeface="+mn-cs"/>
              </a:rPr>
              <a:t>m</a:t>
            </a:r>
            <a:r>
              <a:rPr kumimoji="1" lang="en-US" altLang="zh-CN" sz="2800" b="0"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为正整数时</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级数为 </a:t>
            </a:r>
            <a:r>
              <a:rPr kumimoji="1" lang="en-US" altLang="zh-CN" sz="2800" b="0"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x</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的 </a:t>
            </a:r>
            <a:r>
              <a:rPr kumimoji="1" lang="en-US" altLang="zh-CN" sz="2800" b="0"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m</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次多项式</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上式</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就是代数学中的</a:t>
            </a:r>
            <a:r>
              <a:rPr kumimoji="1" lang="zh-CN" altLang="en-US" sz="2800" b="1" i="0" u="none" strike="noStrike" kern="1200" cap="none" spc="0" normalizeH="0" baseline="0" noProof="0">
                <a:ln>
                  <a:noFill/>
                </a:ln>
                <a:solidFill>
                  <a:srgbClr val="CC0000"/>
                </a:solidFill>
                <a:effectLst/>
                <a:uLnTx/>
                <a:uFillTx/>
                <a:latin typeface="Times New Roman" pitchFamily="18" charset="0"/>
                <a:ea typeface="楷体_GB2312" pitchFamily="49" charset="-122"/>
                <a:cs typeface="+mn-cs"/>
              </a:rPr>
              <a:t>二项式定理</a:t>
            </a:r>
            <a:r>
              <a:rPr kumimoji="1" lang="en-US" altLang="zh-CN"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p>
        </p:txBody>
      </p:sp>
      <p:sp>
        <p:nvSpPr>
          <p:cNvPr id="45066" name="Text Box 10"/>
          <p:cNvSpPr txBox="1">
            <a:spLocks noChangeArrowheads="1"/>
          </p:cNvSpPr>
          <p:nvPr/>
        </p:nvSpPr>
        <p:spPr bwMode="auto">
          <a:xfrm>
            <a:off x="0" y="0"/>
            <a:ext cx="1339850" cy="519113"/>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由此得 </a:t>
            </a:r>
          </a:p>
        </p:txBody>
      </p:sp>
    </p:spTree>
    <p:extLst>
      <p:ext uri="{BB962C8B-B14F-4D97-AF65-F5344CB8AC3E}">
        <p14:creationId xmlns:p14="http://schemas.microsoft.com/office/powerpoint/2010/main" val="6898685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wipe(left)">
                                      <p:cBhvr>
                                        <p:cTn id="7" dur="500"/>
                                        <p:tgtEl>
                                          <p:spTgt spid="174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10"/>
                                        </p:tgtEl>
                                        <p:attrNameLst>
                                          <p:attrName>style.visibility</p:attrName>
                                        </p:attrNameLst>
                                      </p:cBhvr>
                                      <p:to>
                                        <p:strVal val="visible"/>
                                      </p:to>
                                    </p:set>
                                    <p:animEffect transition="in" filter="wipe(left)">
                                      <p:cBhvr>
                                        <p:cTn id="12" dur="500"/>
                                        <p:tgtEl>
                                          <p:spTgt spid="174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411"/>
                                        </p:tgtEl>
                                        <p:attrNameLst>
                                          <p:attrName>style.visibility</p:attrName>
                                        </p:attrNameLst>
                                      </p:cBhvr>
                                      <p:to>
                                        <p:strVal val="visible"/>
                                      </p:to>
                                    </p:set>
                                    <p:animEffect transition="in" filter="wipe(left)">
                                      <p:cBhvr>
                                        <p:cTn id="17" dur="500"/>
                                        <p:tgtEl>
                                          <p:spTgt spid="17411"/>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7413"/>
                                        </p:tgtEl>
                                        <p:attrNameLst>
                                          <p:attrName>style.visibility</p:attrName>
                                        </p:attrNameLst>
                                      </p:cBhvr>
                                      <p:to>
                                        <p:strVal val="visible"/>
                                      </p:to>
                                    </p:set>
                                    <p:animEffect transition="in" filter="wipe(left)">
                                      <p:cBhvr>
                                        <p:cTn id="21" dur="500"/>
                                        <p:tgtEl>
                                          <p:spTgt spid="174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414"/>
                                        </p:tgtEl>
                                        <p:attrNameLst>
                                          <p:attrName>style.visibility</p:attrName>
                                        </p:attrNameLst>
                                      </p:cBhvr>
                                      <p:to>
                                        <p:strVal val="visible"/>
                                      </p:to>
                                    </p:set>
                                    <p:animEffect transition="in" filter="wipe(left)">
                                      <p:cBhvr>
                                        <p:cTn id="26" dur="500"/>
                                        <p:tgtEl>
                                          <p:spTgt spid="174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7415"/>
                                        </p:tgtEl>
                                        <p:attrNameLst>
                                          <p:attrName>style.visibility</p:attrName>
                                        </p:attrNameLst>
                                      </p:cBhvr>
                                      <p:to>
                                        <p:strVal val="visible"/>
                                      </p:to>
                                    </p:set>
                                    <p:animEffect transition="in" filter="wipe(left)">
                                      <p:cBhvr>
                                        <p:cTn id="31" dur="500"/>
                                        <p:tgtEl>
                                          <p:spTgt spid="174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416"/>
                                        </p:tgtEl>
                                        <p:attrNameLst>
                                          <p:attrName>style.visibility</p:attrName>
                                        </p:attrNameLst>
                                      </p:cBhvr>
                                      <p:to>
                                        <p:strVal val="visible"/>
                                      </p:to>
                                    </p:set>
                                    <p:animEffect transition="in" filter="wipe(left)">
                                      <p:cBhvr>
                                        <p:cTn id="36" dur="500"/>
                                        <p:tgtEl>
                                          <p:spTgt spid="1741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417">
                                            <p:txEl>
                                              <p:pRg st="0" end="0"/>
                                            </p:txEl>
                                          </p:spTgt>
                                        </p:tgtEl>
                                        <p:attrNameLst>
                                          <p:attrName>style.visibility</p:attrName>
                                        </p:attrNameLst>
                                      </p:cBhvr>
                                      <p:to>
                                        <p:strVal val="visible"/>
                                      </p:to>
                                    </p:set>
                                    <p:animEffect transition="in" filter="wipe(left)">
                                      <p:cBhvr>
                                        <p:cTn id="41" dur="500"/>
                                        <p:tgtEl>
                                          <p:spTgt spid="17417">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7417">
                                            <p:txEl>
                                              <p:pRg st="1" end="1"/>
                                            </p:txEl>
                                          </p:spTgt>
                                        </p:tgtEl>
                                        <p:attrNameLst>
                                          <p:attrName>style.visibility</p:attrName>
                                        </p:attrNameLst>
                                      </p:cBhvr>
                                      <p:to>
                                        <p:strVal val="visible"/>
                                      </p:to>
                                    </p:set>
                                    <p:animEffect transition="in" filter="wipe(left)">
                                      <p:cBhvr>
                                        <p:cTn id="46" dur="500"/>
                                        <p:tgtEl>
                                          <p:spTgt spid="174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autoUpdateAnimBg="0"/>
      <p:bldP spid="17415" grpId="0" autoUpdateAnimBg="0"/>
      <p:bldP spid="17416" grpId="0" autoUpdateAnimBg="0"/>
      <p:bldP spid="17417"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101" name="Text Box 2"/>
          <p:cNvSpPr txBox="1">
            <a:spLocks noChangeArrowheads="1"/>
          </p:cNvSpPr>
          <p:nvPr/>
        </p:nvSpPr>
        <p:spPr bwMode="auto">
          <a:xfrm>
            <a:off x="635000" y="304800"/>
            <a:ext cx="1143000" cy="519113"/>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对应</a:t>
            </a:r>
          </a:p>
        </p:txBody>
      </p:sp>
      <p:graphicFrame>
        <p:nvGraphicFramePr>
          <p:cNvPr id="46082" name="Object 3"/>
          <p:cNvGraphicFramePr>
            <a:graphicFrameLocks noChangeAspect="1"/>
          </p:cNvGraphicFramePr>
          <p:nvPr/>
        </p:nvGraphicFramePr>
        <p:xfrm>
          <a:off x="1625600" y="325438"/>
          <a:ext cx="1955800" cy="520700"/>
        </p:xfrm>
        <a:graphic>
          <a:graphicData uri="http://schemas.openxmlformats.org/presentationml/2006/ole">
            <mc:AlternateContent xmlns:mc="http://schemas.openxmlformats.org/markup-compatibility/2006">
              <mc:Choice xmlns:v="urn:schemas-microsoft-com:vml" Requires="v">
                <p:oleObj name="Equation" r:id="rId2" imgW="1955520" imgH="520560" progId="">
                  <p:embed/>
                </p:oleObj>
              </mc:Choice>
              <mc:Fallback>
                <p:oleObj name="Equation" r:id="rId2" imgW="1955520" imgH="520560" progId="">
                  <p:embed/>
                  <p:pic>
                    <p:nvPicPr>
                      <p:cNvPr id="46082"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600" y="325438"/>
                        <a:ext cx="19558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02" name="Text Box 4"/>
          <p:cNvSpPr txBox="1">
            <a:spLocks noChangeArrowheads="1"/>
          </p:cNvSpPr>
          <p:nvPr/>
        </p:nvSpPr>
        <p:spPr bwMode="auto">
          <a:xfrm>
            <a:off x="3581400" y="304800"/>
            <a:ext cx="4114800" cy="519113"/>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的二项展开式分别为</a:t>
            </a:r>
          </a:p>
        </p:txBody>
      </p:sp>
      <p:graphicFrame>
        <p:nvGraphicFramePr>
          <p:cNvPr id="18437" name="Object 5"/>
          <p:cNvGraphicFramePr>
            <a:graphicFrameLocks noChangeAspect="1"/>
          </p:cNvGraphicFramePr>
          <p:nvPr/>
        </p:nvGraphicFramePr>
        <p:xfrm>
          <a:off x="0" y="908050"/>
          <a:ext cx="2209800" cy="850900"/>
        </p:xfrm>
        <a:graphic>
          <a:graphicData uri="http://schemas.openxmlformats.org/presentationml/2006/ole">
            <mc:AlternateContent xmlns:mc="http://schemas.openxmlformats.org/markup-compatibility/2006">
              <mc:Choice xmlns:v="urn:schemas-microsoft-com:vml" Requires="v">
                <p:oleObj name="Equation" r:id="rId4" imgW="2209680" imgH="850680" progId="">
                  <p:embed/>
                </p:oleObj>
              </mc:Choice>
              <mc:Fallback>
                <p:oleObj name="Equation" r:id="rId4" imgW="2209680" imgH="850680" progId="">
                  <p:embed/>
                  <p:pic>
                    <p:nvPicPr>
                      <p:cNvPr id="1843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908050"/>
                        <a:ext cx="22098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8" name="Object 6"/>
          <p:cNvGraphicFramePr>
            <a:graphicFrameLocks noChangeAspect="1"/>
          </p:cNvGraphicFramePr>
          <p:nvPr/>
        </p:nvGraphicFramePr>
        <p:xfrm>
          <a:off x="2268538" y="836613"/>
          <a:ext cx="1244600" cy="927100"/>
        </p:xfrm>
        <a:graphic>
          <a:graphicData uri="http://schemas.openxmlformats.org/presentationml/2006/ole">
            <mc:AlternateContent xmlns:mc="http://schemas.openxmlformats.org/markup-compatibility/2006">
              <mc:Choice xmlns:v="urn:schemas-microsoft-com:vml" Requires="v">
                <p:oleObj name="Equation" r:id="rId6" imgW="1244520" imgH="927000" progId="">
                  <p:embed/>
                </p:oleObj>
              </mc:Choice>
              <mc:Fallback>
                <p:oleObj name="Equation" r:id="rId6" imgW="1244520" imgH="927000" progId="">
                  <p:embed/>
                  <p:pic>
                    <p:nvPicPr>
                      <p:cNvPr id="1843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836613"/>
                        <a:ext cx="12446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9" name="Object 7"/>
          <p:cNvGraphicFramePr>
            <a:graphicFrameLocks noChangeAspect="1"/>
          </p:cNvGraphicFramePr>
          <p:nvPr/>
        </p:nvGraphicFramePr>
        <p:xfrm>
          <a:off x="3563938" y="908050"/>
          <a:ext cx="1625600" cy="850900"/>
        </p:xfrm>
        <a:graphic>
          <a:graphicData uri="http://schemas.openxmlformats.org/presentationml/2006/ole">
            <mc:AlternateContent xmlns:mc="http://schemas.openxmlformats.org/markup-compatibility/2006">
              <mc:Choice xmlns:v="urn:schemas-microsoft-com:vml" Requires="v">
                <p:oleObj name="Equation" r:id="rId8" imgW="1625400" imgH="850680" progId="">
                  <p:embed/>
                </p:oleObj>
              </mc:Choice>
              <mc:Fallback>
                <p:oleObj name="Equation" r:id="rId8" imgW="1625400" imgH="850680" progId="">
                  <p:embed/>
                  <p:pic>
                    <p:nvPicPr>
                      <p:cNvPr id="1843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63938" y="908050"/>
                        <a:ext cx="1625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0" name="Object 8"/>
          <p:cNvGraphicFramePr>
            <a:graphicFrameLocks noChangeAspect="1"/>
          </p:cNvGraphicFramePr>
          <p:nvPr/>
        </p:nvGraphicFramePr>
        <p:xfrm>
          <a:off x="7366000" y="1557338"/>
          <a:ext cx="1778000" cy="406400"/>
        </p:xfrm>
        <a:graphic>
          <a:graphicData uri="http://schemas.openxmlformats.org/presentationml/2006/ole">
            <mc:AlternateContent xmlns:mc="http://schemas.openxmlformats.org/markup-compatibility/2006">
              <mc:Choice xmlns:v="urn:schemas-microsoft-com:vml" Requires="v">
                <p:oleObj name="Equation" r:id="rId10" imgW="1777680" imgH="406080" progId="">
                  <p:embed/>
                </p:oleObj>
              </mc:Choice>
              <mc:Fallback>
                <p:oleObj name="Equation" r:id="rId10" imgW="1777680" imgH="406080" progId="">
                  <p:embed/>
                  <p:pic>
                    <p:nvPicPr>
                      <p:cNvPr id="1844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66000" y="1557338"/>
                        <a:ext cx="17780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1" name="Object 9"/>
          <p:cNvGraphicFramePr>
            <a:graphicFrameLocks noChangeAspect="1"/>
          </p:cNvGraphicFramePr>
          <p:nvPr/>
        </p:nvGraphicFramePr>
        <p:xfrm>
          <a:off x="5148263" y="908050"/>
          <a:ext cx="2667000" cy="850900"/>
        </p:xfrm>
        <a:graphic>
          <a:graphicData uri="http://schemas.openxmlformats.org/presentationml/2006/ole">
            <mc:AlternateContent xmlns:mc="http://schemas.openxmlformats.org/markup-compatibility/2006">
              <mc:Choice xmlns:v="urn:schemas-microsoft-com:vml" Requires="v">
                <p:oleObj name="Equation" r:id="rId12" imgW="2666880" imgH="850680" progId="">
                  <p:embed/>
                </p:oleObj>
              </mc:Choice>
              <mc:Fallback>
                <p:oleObj name="Equation" r:id="rId12" imgW="2666880" imgH="850680" progId="">
                  <p:embed/>
                  <p:pic>
                    <p:nvPicPr>
                      <p:cNvPr id="18441"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48263" y="908050"/>
                        <a:ext cx="26670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2" name="Object 10"/>
          <p:cNvGraphicFramePr>
            <a:graphicFrameLocks noChangeAspect="1"/>
          </p:cNvGraphicFramePr>
          <p:nvPr/>
        </p:nvGraphicFramePr>
        <p:xfrm>
          <a:off x="0" y="1916113"/>
          <a:ext cx="1447800" cy="863600"/>
        </p:xfrm>
        <a:graphic>
          <a:graphicData uri="http://schemas.openxmlformats.org/presentationml/2006/ole">
            <mc:AlternateContent xmlns:mc="http://schemas.openxmlformats.org/markup-compatibility/2006">
              <mc:Choice xmlns:v="urn:schemas-microsoft-com:vml" Requires="v">
                <p:oleObj name="Equation" r:id="rId14" imgW="1447560" imgH="863280" progId="">
                  <p:embed/>
                </p:oleObj>
              </mc:Choice>
              <mc:Fallback>
                <p:oleObj name="Equation" r:id="rId14" imgW="1447560" imgH="863280" progId="">
                  <p:embed/>
                  <p:pic>
                    <p:nvPicPr>
                      <p:cNvPr id="18442"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1916113"/>
                        <a:ext cx="14478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3" name="Object 11"/>
          <p:cNvGraphicFramePr>
            <a:graphicFrameLocks noChangeAspect="1"/>
          </p:cNvGraphicFramePr>
          <p:nvPr/>
        </p:nvGraphicFramePr>
        <p:xfrm>
          <a:off x="2555875" y="1916113"/>
          <a:ext cx="1257300" cy="927100"/>
        </p:xfrm>
        <a:graphic>
          <a:graphicData uri="http://schemas.openxmlformats.org/presentationml/2006/ole">
            <mc:AlternateContent xmlns:mc="http://schemas.openxmlformats.org/markup-compatibility/2006">
              <mc:Choice xmlns:v="urn:schemas-microsoft-com:vml" Requires="v">
                <p:oleObj name="Equation" r:id="rId16" imgW="1257120" imgH="927000" progId="">
                  <p:embed/>
                </p:oleObj>
              </mc:Choice>
              <mc:Fallback>
                <p:oleObj name="Equation" r:id="rId16" imgW="1257120" imgH="927000" progId="">
                  <p:embed/>
                  <p:pic>
                    <p:nvPicPr>
                      <p:cNvPr id="18443"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55875" y="1916113"/>
                        <a:ext cx="12573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4" name="Object 12"/>
          <p:cNvGraphicFramePr>
            <a:graphicFrameLocks noChangeAspect="1"/>
          </p:cNvGraphicFramePr>
          <p:nvPr/>
        </p:nvGraphicFramePr>
        <p:xfrm>
          <a:off x="3924300" y="1916113"/>
          <a:ext cx="1625600" cy="850900"/>
        </p:xfrm>
        <a:graphic>
          <a:graphicData uri="http://schemas.openxmlformats.org/presentationml/2006/ole">
            <mc:AlternateContent xmlns:mc="http://schemas.openxmlformats.org/markup-compatibility/2006">
              <mc:Choice xmlns:v="urn:schemas-microsoft-com:vml" Requires="v">
                <p:oleObj name="Equation" r:id="rId18" imgW="1625400" imgH="850680" progId="">
                  <p:embed/>
                </p:oleObj>
              </mc:Choice>
              <mc:Fallback>
                <p:oleObj name="Equation" r:id="rId18" imgW="1625400" imgH="850680" progId="">
                  <p:embed/>
                  <p:pic>
                    <p:nvPicPr>
                      <p:cNvPr id="18444" name="Object 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24300" y="1916113"/>
                        <a:ext cx="1625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5" name="Object 13"/>
          <p:cNvGraphicFramePr>
            <a:graphicFrameLocks noChangeAspect="1"/>
          </p:cNvGraphicFramePr>
          <p:nvPr/>
        </p:nvGraphicFramePr>
        <p:xfrm>
          <a:off x="7366000" y="2781300"/>
          <a:ext cx="1778000" cy="406400"/>
        </p:xfrm>
        <a:graphic>
          <a:graphicData uri="http://schemas.openxmlformats.org/presentationml/2006/ole">
            <mc:AlternateContent xmlns:mc="http://schemas.openxmlformats.org/markup-compatibility/2006">
              <mc:Choice xmlns:v="urn:schemas-microsoft-com:vml" Requires="v">
                <p:oleObj name="Equation" r:id="rId20" imgW="1777680" imgH="406080" progId="">
                  <p:embed/>
                </p:oleObj>
              </mc:Choice>
              <mc:Fallback>
                <p:oleObj name="Equation" r:id="rId20" imgW="1777680" imgH="406080" progId="">
                  <p:embed/>
                  <p:pic>
                    <p:nvPicPr>
                      <p:cNvPr id="18445" name="Object 1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366000" y="2781300"/>
                        <a:ext cx="17780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6" name="Object 14"/>
          <p:cNvGraphicFramePr>
            <a:graphicFrameLocks noChangeAspect="1"/>
          </p:cNvGraphicFramePr>
          <p:nvPr/>
        </p:nvGraphicFramePr>
        <p:xfrm>
          <a:off x="5580063" y="1989138"/>
          <a:ext cx="2667000" cy="850900"/>
        </p:xfrm>
        <a:graphic>
          <a:graphicData uri="http://schemas.openxmlformats.org/presentationml/2006/ole">
            <mc:AlternateContent xmlns:mc="http://schemas.openxmlformats.org/markup-compatibility/2006">
              <mc:Choice xmlns:v="urn:schemas-microsoft-com:vml" Requires="v">
                <p:oleObj name="Equation" r:id="rId22" imgW="2666880" imgH="850680" progId="">
                  <p:embed/>
                </p:oleObj>
              </mc:Choice>
              <mc:Fallback>
                <p:oleObj name="Equation" r:id="rId22" imgW="2666880" imgH="850680" progId="">
                  <p:embed/>
                  <p:pic>
                    <p:nvPicPr>
                      <p:cNvPr id="18446" name="Object 1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580063" y="1989138"/>
                        <a:ext cx="26670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7" name="Object 15"/>
          <p:cNvGraphicFramePr>
            <a:graphicFrameLocks noChangeAspect="1"/>
          </p:cNvGraphicFramePr>
          <p:nvPr/>
        </p:nvGraphicFramePr>
        <p:xfrm>
          <a:off x="1619250" y="1916113"/>
          <a:ext cx="749300" cy="850900"/>
        </p:xfrm>
        <a:graphic>
          <a:graphicData uri="http://schemas.openxmlformats.org/presentationml/2006/ole">
            <mc:AlternateContent xmlns:mc="http://schemas.openxmlformats.org/markup-compatibility/2006">
              <mc:Choice xmlns:v="urn:schemas-microsoft-com:vml" Requires="v">
                <p:oleObj name="Equation" r:id="rId24" imgW="749160" imgH="850680" progId="">
                  <p:embed/>
                </p:oleObj>
              </mc:Choice>
              <mc:Fallback>
                <p:oleObj name="Equation" r:id="rId24" imgW="749160" imgH="850680" progId="">
                  <p:embed/>
                  <p:pic>
                    <p:nvPicPr>
                      <p:cNvPr id="18447" name="Object 1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619250" y="1916113"/>
                        <a:ext cx="7493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8" name="Object 16"/>
          <p:cNvGraphicFramePr>
            <a:graphicFrameLocks noChangeAspect="1"/>
          </p:cNvGraphicFramePr>
          <p:nvPr/>
        </p:nvGraphicFramePr>
        <p:xfrm>
          <a:off x="611188" y="2852738"/>
          <a:ext cx="1193800" cy="850900"/>
        </p:xfrm>
        <a:graphic>
          <a:graphicData uri="http://schemas.openxmlformats.org/presentationml/2006/ole">
            <mc:AlternateContent xmlns:mc="http://schemas.openxmlformats.org/markup-compatibility/2006">
              <mc:Choice xmlns:v="urn:schemas-microsoft-com:vml" Requires="v">
                <p:oleObj name="Equation" r:id="rId26" imgW="1193760" imgH="850680" progId="">
                  <p:embed/>
                </p:oleObj>
              </mc:Choice>
              <mc:Fallback>
                <p:oleObj name="Equation" r:id="rId26" imgW="1193760" imgH="850680" progId="">
                  <p:embed/>
                  <p:pic>
                    <p:nvPicPr>
                      <p:cNvPr id="18448" name="Object 1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11188" y="2852738"/>
                        <a:ext cx="11938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9" name="Object 17"/>
          <p:cNvGraphicFramePr>
            <a:graphicFrameLocks noChangeAspect="1"/>
          </p:cNvGraphicFramePr>
          <p:nvPr/>
        </p:nvGraphicFramePr>
        <p:xfrm>
          <a:off x="2555875" y="2997200"/>
          <a:ext cx="647700" cy="431800"/>
        </p:xfrm>
        <a:graphic>
          <a:graphicData uri="http://schemas.openxmlformats.org/presentationml/2006/ole">
            <mc:AlternateContent xmlns:mc="http://schemas.openxmlformats.org/markup-compatibility/2006">
              <mc:Choice xmlns:v="urn:schemas-microsoft-com:vml" Requires="v">
                <p:oleObj name="Equation" r:id="rId28" imgW="647640" imgH="431640" progId="">
                  <p:embed/>
                </p:oleObj>
              </mc:Choice>
              <mc:Fallback>
                <p:oleObj name="Equation" r:id="rId28" imgW="647640" imgH="431640" progId="">
                  <p:embed/>
                  <p:pic>
                    <p:nvPicPr>
                      <p:cNvPr id="18449" name="Object 1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555875" y="2997200"/>
                        <a:ext cx="6477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0" name="Object 18"/>
          <p:cNvGraphicFramePr>
            <a:graphicFrameLocks noChangeAspect="1"/>
          </p:cNvGraphicFramePr>
          <p:nvPr/>
        </p:nvGraphicFramePr>
        <p:xfrm>
          <a:off x="3276600" y="2997200"/>
          <a:ext cx="622300" cy="431800"/>
        </p:xfrm>
        <a:graphic>
          <a:graphicData uri="http://schemas.openxmlformats.org/presentationml/2006/ole">
            <mc:AlternateContent xmlns:mc="http://schemas.openxmlformats.org/markup-compatibility/2006">
              <mc:Choice xmlns:v="urn:schemas-microsoft-com:vml" Requires="v">
                <p:oleObj name="Equation" r:id="rId30" imgW="622080" imgH="431640" progId="">
                  <p:embed/>
                </p:oleObj>
              </mc:Choice>
              <mc:Fallback>
                <p:oleObj name="Equation" r:id="rId30" imgW="622080" imgH="431640" progId="">
                  <p:embed/>
                  <p:pic>
                    <p:nvPicPr>
                      <p:cNvPr id="18450" name="Object 1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276600" y="2997200"/>
                        <a:ext cx="6223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1" name="Object 19"/>
          <p:cNvGraphicFramePr>
            <a:graphicFrameLocks noChangeAspect="1"/>
          </p:cNvGraphicFramePr>
          <p:nvPr/>
        </p:nvGraphicFramePr>
        <p:xfrm>
          <a:off x="7366000" y="3357563"/>
          <a:ext cx="1778000" cy="406400"/>
        </p:xfrm>
        <a:graphic>
          <a:graphicData uri="http://schemas.openxmlformats.org/presentationml/2006/ole">
            <mc:AlternateContent xmlns:mc="http://schemas.openxmlformats.org/markup-compatibility/2006">
              <mc:Choice xmlns:v="urn:schemas-microsoft-com:vml" Requires="v">
                <p:oleObj name="Equation" r:id="rId32" imgW="1777680" imgH="406080" progId="">
                  <p:embed/>
                </p:oleObj>
              </mc:Choice>
              <mc:Fallback>
                <p:oleObj name="Equation" r:id="rId32" imgW="1777680" imgH="406080" progId="">
                  <p:embed/>
                  <p:pic>
                    <p:nvPicPr>
                      <p:cNvPr id="18451" name="Object 1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366000" y="3357563"/>
                        <a:ext cx="17780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2" name="Object 20"/>
          <p:cNvGraphicFramePr>
            <a:graphicFrameLocks noChangeAspect="1"/>
          </p:cNvGraphicFramePr>
          <p:nvPr/>
        </p:nvGraphicFramePr>
        <p:xfrm>
          <a:off x="4067175" y="2997200"/>
          <a:ext cx="2819400" cy="520700"/>
        </p:xfrm>
        <a:graphic>
          <a:graphicData uri="http://schemas.openxmlformats.org/presentationml/2006/ole">
            <mc:AlternateContent xmlns:mc="http://schemas.openxmlformats.org/markup-compatibility/2006">
              <mc:Choice xmlns:v="urn:schemas-microsoft-com:vml" Requires="v">
                <p:oleObj name="Equation" r:id="rId34" imgW="2819160" imgH="520560" progId="">
                  <p:embed/>
                </p:oleObj>
              </mc:Choice>
              <mc:Fallback>
                <p:oleObj name="Equation" r:id="rId34" imgW="2819160" imgH="520560" progId="">
                  <p:embed/>
                  <p:pic>
                    <p:nvPicPr>
                      <p:cNvPr id="18452" name="Object 2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067175" y="2997200"/>
                        <a:ext cx="28194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3" name="Object 21"/>
          <p:cNvGraphicFramePr>
            <a:graphicFrameLocks noChangeAspect="1"/>
          </p:cNvGraphicFramePr>
          <p:nvPr/>
        </p:nvGraphicFramePr>
        <p:xfrm>
          <a:off x="1908175" y="3141663"/>
          <a:ext cx="495300" cy="241300"/>
        </p:xfrm>
        <a:graphic>
          <a:graphicData uri="http://schemas.openxmlformats.org/presentationml/2006/ole">
            <mc:AlternateContent xmlns:mc="http://schemas.openxmlformats.org/markup-compatibility/2006">
              <mc:Choice xmlns:v="urn:schemas-microsoft-com:vml" Requires="v">
                <p:oleObj name="Equation" r:id="rId36" imgW="495000" imgH="241200" progId="">
                  <p:embed/>
                </p:oleObj>
              </mc:Choice>
              <mc:Fallback>
                <p:oleObj name="Equation" r:id="rId36" imgW="495000" imgH="241200" progId="">
                  <p:embed/>
                  <p:pic>
                    <p:nvPicPr>
                      <p:cNvPr id="18453" name="Object 2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908175" y="3141663"/>
                        <a:ext cx="4953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4" name="Object 22"/>
          <p:cNvGraphicFramePr>
            <a:graphicFrameLocks noChangeAspect="1"/>
          </p:cNvGraphicFramePr>
          <p:nvPr/>
        </p:nvGraphicFramePr>
        <p:xfrm>
          <a:off x="611188" y="3789363"/>
          <a:ext cx="6832600" cy="850900"/>
        </p:xfrm>
        <a:graphic>
          <a:graphicData uri="http://schemas.openxmlformats.org/presentationml/2006/ole">
            <mc:AlternateContent xmlns:mc="http://schemas.openxmlformats.org/markup-compatibility/2006">
              <mc:Choice xmlns:v="urn:schemas-microsoft-com:vml" Requires="v">
                <p:oleObj name="Equation" r:id="rId38" imgW="6832440" imgH="850680" progId="">
                  <p:embed/>
                </p:oleObj>
              </mc:Choice>
              <mc:Fallback>
                <p:oleObj name="Equation" r:id="rId38" imgW="6832440" imgH="850680" progId="">
                  <p:embed/>
                  <p:pic>
                    <p:nvPicPr>
                      <p:cNvPr id="18454" name="Object 22"/>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11188" y="3789363"/>
                        <a:ext cx="6832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55" name="AutoShape 23"/>
          <p:cNvSpPr>
            <a:spLocks noChangeArrowheads="1"/>
          </p:cNvSpPr>
          <p:nvPr/>
        </p:nvSpPr>
        <p:spPr bwMode="auto">
          <a:xfrm>
            <a:off x="1403350" y="3429000"/>
            <a:ext cx="144463" cy="503238"/>
          </a:xfrm>
          <a:prstGeom prst="downArrow">
            <a:avLst>
              <a:gd name="adj1" fmla="val 50000"/>
              <a:gd name="adj2" fmla="val 87088"/>
            </a:avLst>
          </a:prstGeom>
          <a:solidFill>
            <a:srgbClr val="008000"/>
          </a:solidFill>
          <a:ln w="9525">
            <a:solidFill>
              <a:schemeClr val="tx1"/>
            </a:solidFill>
            <a:miter lim="800000"/>
            <a:headEnd/>
            <a:tailEnd/>
          </a:ln>
        </p:spPr>
        <p:txBody>
          <a:bodyPr vert="eaVert"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宋体"/>
              <a:cs typeface="+mn-cs"/>
            </a:endParaRPr>
          </a:p>
        </p:txBody>
      </p:sp>
    </p:spTree>
    <p:extLst>
      <p:ext uri="{BB962C8B-B14F-4D97-AF65-F5344CB8AC3E}">
        <p14:creationId xmlns:p14="http://schemas.microsoft.com/office/powerpoint/2010/main" val="28945316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wipe(left)">
                                      <p:cBhvr>
                                        <p:cTn id="7" dur="500"/>
                                        <p:tgtEl>
                                          <p:spTgt spid="184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438"/>
                                        </p:tgtEl>
                                        <p:attrNameLst>
                                          <p:attrName>style.visibility</p:attrName>
                                        </p:attrNameLst>
                                      </p:cBhvr>
                                      <p:to>
                                        <p:strVal val="visible"/>
                                      </p:to>
                                    </p:set>
                                    <p:animEffect transition="in" filter="wipe(left)">
                                      <p:cBhvr>
                                        <p:cTn id="12" dur="500"/>
                                        <p:tgtEl>
                                          <p:spTgt spid="184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439"/>
                                        </p:tgtEl>
                                        <p:attrNameLst>
                                          <p:attrName>style.visibility</p:attrName>
                                        </p:attrNameLst>
                                      </p:cBhvr>
                                      <p:to>
                                        <p:strVal val="visible"/>
                                      </p:to>
                                    </p:set>
                                    <p:animEffect transition="in" filter="wipe(left)">
                                      <p:cBhvr>
                                        <p:cTn id="17" dur="500"/>
                                        <p:tgtEl>
                                          <p:spTgt spid="184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441"/>
                                        </p:tgtEl>
                                        <p:attrNameLst>
                                          <p:attrName>style.visibility</p:attrName>
                                        </p:attrNameLst>
                                      </p:cBhvr>
                                      <p:to>
                                        <p:strVal val="visible"/>
                                      </p:to>
                                    </p:set>
                                    <p:animEffect transition="in" filter="wipe(left)">
                                      <p:cBhvr>
                                        <p:cTn id="22" dur="500"/>
                                        <p:tgtEl>
                                          <p:spTgt spid="184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440"/>
                                        </p:tgtEl>
                                        <p:attrNameLst>
                                          <p:attrName>style.visibility</p:attrName>
                                        </p:attrNameLst>
                                      </p:cBhvr>
                                      <p:to>
                                        <p:strVal val="visible"/>
                                      </p:to>
                                    </p:set>
                                    <p:animEffect transition="in" filter="wipe(left)">
                                      <p:cBhvr>
                                        <p:cTn id="27" dur="500"/>
                                        <p:tgtEl>
                                          <p:spTgt spid="184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442"/>
                                        </p:tgtEl>
                                        <p:attrNameLst>
                                          <p:attrName>style.visibility</p:attrName>
                                        </p:attrNameLst>
                                      </p:cBhvr>
                                      <p:to>
                                        <p:strVal val="visible"/>
                                      </p:to>
                                    </p:set>
                                    <p:animEffect transition="in" filter="wipe(left)">
                                      <p:cBhvr>
                                        <p:cTn id="32" dur="500"/>
                                        <p:tgtEl>
                                          <p:spTgt spid="1844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447"/>
                                        </p:tgtEl>
                                        <p:attrNameLst>
                                          <p:attrName>style.visibility</p:attrName>
                                        </p:attrNameLst>
                                      </p:cBhvr>
                                      <p:to>
                                        <p:strVal val="visible"/>
                                      </p:to>
                                    </p:set>
                                    <p:animEffect transition="in" filter="wipe(left)">
                                      <p:cBhvr>
                                        <p:cTn id="37" dur="500"/>
                                        <p:tgtEl>
                                          <p:spTgt spid="1844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443"/>
                                        </p:tgtEl>
                                        <p:attrNameLst>
                                          <p:attrName>style.visibility</p:attrName>
                                        </p:attrNameLst>
                                      </p:cBhvr>
                                      <p:to>
                                        <p:strVal val="visible"/>
                                      </p:to>
                                    </p:set>
                                    <p:animEffect transition="in" filter="wipe(left)">
                                      <p:cBhvr>
                                        <p:cTn id="42" dur="500"/>
                                        <p:tgtEl>
                                          <p:spTgt spid="1844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8444"/>
                                        </p:tgtEl>
                                        <p:attrNameLst>
                                          <p:attrName>style.visibility</p:attrName>
                                        </p:attrNameLst>
                                      </p:cBhvr>
                                      <p:to>
                                        <p:strVal val="visible"/>
                                      </p:to>
                                    </p:set>
                                    <p:animEffect transition="in" filter="wipe(left)">
                                      <p:cBhvr>
                                        <p:cTn id="47" dur="500"/>
                                        <p:tgtEl>
                                          <p:spTgt spid="1844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446"/>
                                        </p:tgtEl>
                                        <p:attrNameLst>
                                          <p:attrName>style.visibility</p:attrName>
                                        </p:attrNameLst>
                                      </p:cBhvr>
                                      <p:to>
                                        <p:strVal val="visible"/>
                                      </p:to>
                                    </p:set>
                                    <p:animEffect transition="in" filter="wipe(left)">
                                      <p:cBhvr>
                                        <p:cTn id="52" dur="500"/>
                                        <p:tgtEl>
                                          <p:spTgt spid="1844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8445"/>
                                        </p:tgtEl>
                                        <p:attrNameLst>
                                          <p:attrName>style.visibility</p:attrName>
                                        </p:attrNameLst>
                                      </p:cBhvr>
                                      <p:to>
                                        <p:strVal val="visible"/>
                                      </p:to>
                                    </p:set>
                                    <p:animEffect transition="in" filter="wipe(left)">
                                      <p:cBhvr>
                                        <p:cTn id="57" dur="500"/>
                                        <p:tgtEl>
                                          <p:spTgt spid="1844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8448"/>
                                        </p:tgtEl>
                                        <p:attrNameLst>
                                          <p:attrName>style.visibility</p:attrName>
                                        </p:attrNameLst>
                                      </p:cBhvr>
                                      <p:to>
                                        <p:strVal val="visible"/>
                                      </p:to>
                                    </p:set>
                                    <p:animEffect transition="in" filter="wipe(left)">
                                      <p:cBhvr>
                                        <p:cTn id="62" dur="500"/>
                                        <p:tgtEl>
                                          <p:spTgt spid="1844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8453"/>
                                        </p:tgtEl>
                                        <p:attrNameLst>
                                          <p:attrName>style.visibility</p:attrName>
                                        </p:attrNameLst>
                                      </p:cBhvr>
                                      <p:to>
                                        <p:strVal val="visible"/>
                                      </p:to>
                                    </p:set>
                                    <p:animEffect transition="in" filter="wipe(left)">
                                      <p:cBhvr>
                                        <p:cTn id="67" dur="500"/>
                                        <p:tgtEl>
                                          <p:spTgt spid="1845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8449"/>
                                        </p:tgtEl>
                                        <p:attrNameLst>
                                          <p:attrName>style.visibility</p:attrName>
                                        </p:attrNameLst>
                                      </p:cBhvr>
                                      <p:to>
                                        <p:strVal val="visible"/>
                                      </p:to>
                                    </p:set>
                                    <p:animEffect transition="in" filter="wipe(left)">
                                      <p:cBhvr>
                                        <p:cTn id="72" dur="500"/>
                                        <p:tgtEl>
                                          <p:spTgt spid="1844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8450"/>
                                        </p:tgtEl>
                                        <p:attrNameLst>
                                          <p:attrName>style.visibility</p:attrName>
                                        </p:attrNameLst>
                                      </p:cBhvr>
                                      <p:to>
                                        <p:strVal val="visible"/>
                                      </p:to>
                                    </p:set>
                                    <p:animEffect transition="in" filter="wipe(left)">
                                      <p:cBhvr>
                                        <p:cTn id="77" dur="500"/>
                                        <p:tgtEl>
                                          <p:spTgt spid="1845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8452"/>
                                        </p:tgtEl>
                                        <p:attrNameLst>
                                          <p:attrName>style.visibility</p:attrName>
                                        </p:attrNameLst>
                                      </p:cBhvr>
                                      <p:to>
                                        <p:strVal val="visible"/>
                                      </p:to>
                                    </p:set>
                                    <p:animEffect transition="in" filter="wipe(left)">
                                      <p:cBhvr>
                                        <p:cTn id="82" dur="500"/>
                                        <p:tgtEl>
                                          <p:spTgt spid="1845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8451"/>
                                        </p:tgtEl>
                                        <p:attrNameLst>
                                          <p:attrName>style.visibility</p:attrName>
                                        </p:attrNameLst>
                                      </p:cBhvr>
                                      <p:to>
                                        <p:strVal val="visible"/>
                                      </p:to>
                                    </p:set>
                                    <p:animEffect transition="in" filter="wipe(left)">
                                      <p:cBhvr>
                                        <p:cTn id="87" dur="500"/>
                                        <p:tgtEl>
                                          <p:spTgt spid="1845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18455"/>
                                        </p:tgtEl>
                                        <p:attrNameLst>
                                          <p:attrName>style.visibility</p:attrName>
                                        </p:attrNameLst>
                                      </p:cBhvr>
                                      <p:to>
                                        <p:strVal val="visible"/>
                                      </p:to>
                                    </p:set>
                                    <p:animEffect transition="in" filter="wipe(up)">
                                      <p:cBhvr>
                                        <p:cTn id="92" dur="500"/>
                                        <p:tgtEl>
                                          <p:spTgt spid="18455"/>
                                        </p:tgtEl>
                                      </p:cBhvr>
                                    </p:animEffec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18454"/>
                                        </p:tgtEl>
                                        <p:attrNameLst>
                                          <p:attrName>style.visibility</p:attrName>
                                        </p:attrNameLst>
                                      </p:cBhvr>
                                      <p:to>
                                        <p:strVal val="visible"/>
                                      </p:to>
                                    </p:set>
                                    <p:animEffect transition="in" filter="wipe(left)">
                                      <p:cBhvr>
                                        <p:cTn id="96" dur="500"/>
                                        <p:tgtEl>
                                          <p:spTgt spid="18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5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6" name="Rectangle 2"/>
          <p:cNvSpPr>
            <a:spLocks noGrp="1" noChangeArrowheads="1"/>
          </p:cNvSpPr>
          <p:nvPr>
            <p:ph type="title" idx="4294967295"/>
          </p:nvPr>
        </p:nvSpPr>
        <p:spPr>
          <a:xfrm>
            <a:off x="0" y="0"/>
            <a:ext cx="1981200" cy="609600"/>
          </a:xfrm>
          <a:noFill/>
          <a:ln w="19050">
            <a:solidFill>
              <a:schemeClr val="accent2"/>
            </a:solidFill>
          </a:ln>
        </p:spPr>
        <p:txBody>
          <a:bodyPr/>
          <a:lstStyle/>
          <a:p>
            <a:pPr eaLnBrk="1" hangingPunct="1"/>
            <a:r>
              <a:rPr lang="zh-CN" altLang="en-US" sz="3200" b="1">
                <a:ea typeface="楷体_GB2312" pitchFamily="49" charset="-122"/>
              </a:rPr>
              <a:t>内容小结</a:t>
            </a:r>
          </a:p>
        </p:txBody>
      </p:sp>
      <p:sp>
        <p:nvSpPr>
          <p:cNvPr id="23555" name="Text Box 3"/>
          <p:cNvSpPr txBox="1">
            <a:spLocks noChangeArrowheads="1"/>
          </p:cNvSpPr>
          <p:nvPr/>
        </p:nvSpPr>
        <p:spPr bwMode="auto">
          <a:xfrm>
            <a:off x="2051050" y="0"/>
            <a:ext cx="39624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1. </a:t>
            </a:r>
            <a:r>
              <a:rPr kumimoji="1" lang="zh-CN" altLang="en-US" sz="2800">
                <a:solidFill>
                  <a:srgbClr val="000000"/>
                </a:solidFill>
                <a:latin typeface="Times New Roman" pitchFamily="18" charset="0"/>
                <a:ea typeface="楷体_GB2312" pitchFamily="49" charset="-122"/>
              </a:rPr>
              <a:t>函数的幂级数展开法</a:t>
            </a:r>
          </a:p>
        </p:txBody>
      </p:sp>
      <p:sp>
        <p:nvSpPr>
          <p:cNvPr id="23556" name="Text Box 4"/>
          <p:cNvSpPr txBox="1">
            <a:spLocks noChangeArrowheads="1"/>
          </p:cNvSpPr>
          <p:nvPr/>
        </p:nvSpPr>
        <p:spPr bwMode="auto">
          <a:xfrm>
            <a:off x="827088" y="620713"/>
            <a:ext cx="28194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(1) </a:t>
            </a:r>
            <a:r>
              <a:rPr kumimoji="1" lang="zh-CN" altLang="en-US" sz="2800">
                <a:solidFill>
                  <a:srgbClr val="000000"/>
                </a:solidFill>
                <a:latin typeface="Times New Roman" pitchFamily="18" charset="0"/>
                <a:ea typeface="楷体_GB2312" pitchFamily="49" charset="-122"/>
              </a:rPr>
              <a:t>直接展开法</a:t>
            </a:r>
          </a:p>
        </p:txBody>
      </p:sp>
      <p:sp>
        <p:nvSpPr>
          <p:cNvPr id="23557" name="Text Box 5"/>
          <p:cNvSpPr txBox="1">
            <a:spLocks noChangeArrowheads="1"/>
          </p:cNvSpPr>
          <p:nvPr/>
        </p:nvSpPr>
        <p:spPr bwMode="auto">
          <a:xfrm>
            <a:off x="3348038" y="549275"/>
            <a:ext cx="3352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利用泰勒公式 </a:t>
            </a:r>
            <a:r>
              <a:rPr kumimoji="1" lang="en-US" altLang="zh-CN" sz="2800">
                <a:solidFill>
                  <a:srgbClr val="000000"/>
                </a:solidFill>
                <a:latin typeface="Times New Roman" pitchFamily="18" charset="0"/>
                <a:ea typeface="楷体_GB2312" pitchFamily="49" charset="-122"/>
              </a:rPr>
              <a:t>;</a:t>
            </a:r>
          </a:p>
        </p:txBody>
      </p:sp>
      <p:sp>
        <p:nvSpPr>
          <p:cNvPr id="23558" name="Text Box 6"/>
          <p:cNvSpPr txBox="1">
            <a:spLocks noChangeArrowheads="1"/>
          </p:cNvSpPr>
          <p:nvPr/>
        </p:nvSpPr>
        <p:spPr bwMode="auto">
          <a:xfrm>
            <a:off x="900113" y="1125538"/>
            <a:ext cx="28194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(2) </a:t>
            </a:r>
            <a:r>
              <a:rPr kumimoji="1" lang="zh-CN" altLang="en-US" sz="2800">
                <a:solidFill>
                  <a:srgbClr val="000000"/>
                </a:solidFill>
                <a:latin typeface="Times New Roman" pitchFamily="18" charset="0"/>
                <a:ea typeface="楷体_GB2312" pitchFamily="49" charset="-122"/>
              </a:rPr>
              <a:t>间接展开法</a:t>
            </a:r>
          </a:p>
        </p:txBody>
      </p:sp>
      <p:sp>
        <p:nvSpPr>
          <p:cNvPr id="23559" name="Text Box 7"/>
          <p:cNvSpPr txBox="1">
            <a:spLocks noChangeArrowheads="1"/>
          </p:cNvSpPr>
          <p:nvPr/>
        </p:nvSpPr>
        <p:spPr bwMode="auto">
          <a:xfrm>
            <a:off x="3419475" y="1052513"/>
            <a:ext cx="52578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利用幂级数的性质及已知展开</a:t>
            </a:r>
          </a:p>
        </p:txBody>
      </p:sp>
      <p:sp>
        <p:nvSpPr>
          <p:cNvPr id="23560" name="Text Box 8"/>
          <p:cNvSpPr txBox="1">
            <a:spLocks noChangeArrowheads="1"/>
          </p:cNvSpPr>
          <p:nvPr/>
        </p:nvSpPr>
        <p:spPr bwMode="auto">
          <a:xfrm>
            <a:off x="0" y="1773238"/>
            <a:ext cx="46482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楷体_GB2312" pitchFamily="49" charset="-122"/>
              </a:rPr>
              <a:t>2. </a:t>
            </a:r>
            <a:r>
              <a:rPr kumimoji="1" lang="zh-CN" altLang="en-US" sz="2800">
                <a:solidFill>
                  <a:srgbClr val="000000"/>
                </a:solidFill>
                <a:latin typeface="Times New Roman" pitchFamily="18" charset="0"/>
                <a:ea typeface="楷体_GB2312" pitchFamily="49" charset="-122"/>
              </a:rPr>
              <a:t>常用函数的幂级数展开式</a:t>
            </a:r>
          </a:p>
        </p:txBody>
      </p:sp>
      <p:graphicFrame>
        <p:nvGraphicFramePr>
          <p:cNvPr id="23561" name="Object 9"/>
          <p:cNvGraphicFramePr>
            <a:graphicFrameLocks noChangeAspect="1"/>
          </p:cNvGraphicFramePr>
          <p:nvPr/>
        </p:nvGraphicFramePr>
        <p:xfrm>
          <a:off x="250825" y="2420938"/>
          <a:ext cx="685800" cy="508000"/>
        </p:xfrm>
        <a:graphic>
          <a:graphicData uri="http://schemas.openxmlformats.org/presentationml/2006/ole">
            <mc:AlternateContent xmlns:mc="http://schemas.openxmlformats.org/markup-compatibility/2006">
              <mc:Choice xmlns:v="urn:schemas-microsoft-com:vml" Requires="v">
                <p:oleObj name="Equation" r:id="rId2" imgW="685800" imgH="507960" progId="">
                  <p:embed/>
                </p:oleObj>
              </mc:Choice>
              <mc:Fallback>
                <p:oleObj name="Equation" r:id="rId2" imgW="685800" imgH="507960" progId="">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420938"/>
                        <a:ext cx="6858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2" name="Object 10"/>
          <p:cNvGraphicFramePr>
            <a:graphicFrameLocks noChangeAspect="1"/>
          </p:cNvGraphicFramePr>
          <p:nvPr/>
        </p:nvGraphicFramePr>
        <p:xfrm>
          <a:off x="1042988" y="2565400"/>
          <a:ext cx="431800" cy="304800"/>
        </p:xfrm>
        <a:graphic>
          <a:graphicData uri="http://schemas.openxmlformats.org/presentationml/2006/ole">
            <mc:AlternateContent xmlns:mc="http://schemas.openxmlformats.org/markup-compatibility/2006">
              <mc:Choice xmlns:v="urn:schemas-microsoft-com:vml" Requires="v">
                <p:oleObj name="Equation" r:id="rId4" imgW="431640" imgH="304560" progId="">
                  <p:embed/>
                </p:oleObj>
              </mc:Choice>
              <mc:Fallback>
                <p:oleObj name="Equation" r:id="rId4" imgW="431640" imgH="304560" progId="">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2565400"/>
                        <a:ext cx="4318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3" name="Object 11"/>
          <p:cNvGraphicFramePr>
            <a:graphicFrameLocks noChangeAspect="1"/>
          </p:cNvGraphicFramePr>
          <p:nvPr/>
        </p:nvGraphicFramePr>
        <p:xfrm>
          <a:off x="6300788" y="2420938"/>
          <a:ext cx="2044700" cy="406400"/>
        </p:xfrm>
        <a:graphic>
          <a:graphicData uri="http://schemas.openxmlformats.org/presentationml/2006/ole">
            <mc:AlternateContent xmlns:mc="http://schemas.openxmlformats.org/markup-compatibility/2006">
              <mc:Choice xmlns:v="urn:schemas-microsoft-com:vml" Requires="v">
                <p:oleObj name="Equation" r:id="rId6" imgW="2044440" imgH="406080" progId="">
                  <p:embed/>
                </p:oleObj>
              </mc:Choice>
              <mc:Fallback>
                <p:oleObj name="Equation" r:id="rId6" imgW="2044440" imgH="406080" progId="">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0788" y="2420938"/>
                        <a:ext cx="2044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4" name="Object 12"/>
          <p:cNvGraphicFramePr>
            <a:graphicFrameLocks noChangeAspect="1"/>
          </p:cNvGraphicFramePr>
          <p:nvPr/>
        </p:nvGraphicFramePr>
        <p:xfrm>
          <a:off x="0" y="3500438"/>
          <a:ext cx="1574800" cy="406400"/>
        </p:xfrm>
        <a:graphic>
          <a:graphicData uri="http://schemas.openxmlformats.org/presentationml/2006/ole">
            <mc:AlternateContent xmlns:mc="http://schemas.openxmlformats.org/markup-compatibility/2006">
              <mc:Choice xmlns:v="urn:schemas-microsoft-com:vml" Requires="v">
                <p:oleObj name="Equation" r:id="rId8" imgW="1574640" imgH="406080" progId="">
                  <p:embed/>
                </p:oleObj>
              </mc:Choice>
              <mc:Fallback>
                <p:oleObj name="Equation" r:id="rId8" imgW="1574640" imgH="406080" progId="">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3500438"/>
                        <a:ext cx="1574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5" name="Object 13"/>
          <p:cNvGraphicFramePr>
            <a:graphicFrameLocks noChangeAspect="1"/>
          </p:cNvGraphicFramePr>
          <p:nvPr/>
        </p:nvGraphicFramePr>
        <p:xfrm>
          <a:off x="1692275" y="3573463"/>
          <a:ext cx="508000" cy="241300"/>
        </p:xfrm>
        <a:graphic>
          <a:graphicData uri="http://schemas.openxmlformats.org/presentationml/2006/ole">
            <mc:AlternateContent xmlns:mc="http://schemas.openxmlformats.org/markup-compatibility/2006">
              <mc:Choice xmlns:v="urn:schemas-microsoft-com:vml" Requires="v">
                <p:oleObj name="Equation" r:id="rId10" imgW="507960" imgH="241200" progId="">
                  <p:embed/>
                </p:oleObj>
              </mc:Choice>
              <mc:Fallback>
                <p:oleObj name="Equation" r:id="rId10" imgW="507960" imgH="241200" progId="">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2275" y="3573463"/>
                        <a:ext cx="5080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6" name="Object 14"/>
          <p:cNvGraphicFramePr>
            <a:graphicFrameLocks noChangeAspect="1"/>
          </p:cNvGraphicFramePr>
          <p:nvPr/>
        </p:nvGraphicFramePr>
        <p:xfrm>
          <a:off x="7092950" y="4076700"/>
          <a:ext cx="1803400" cy="406400"/>
        </p:xfrm>
        <a:graphic>
          <a:graphicData uri="http://schemas.openxmlformats.org/presentationml/2006/ole">
            <mc:AlternateContent xmlns:mc="http://schemas.openxmlformats.org/markup-compatibility/2006">
              <mc:Choice xmlns:v="urn:schemas-microsoft-com:vml" Requires="v">
                <p:oleObj name="Equation" r:id="rId12" imgW="1803240" imgH="406080" progId="">
                  <p:embed/>
                </p:oleObj>
              </mc:Choice>
              <mc:Fallback>
                <p:oleObj name="Equation" r:id="rId12" imgW="1803240" imgH="406080" progId="">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92950" y="4076700"/>
                        <a:ext cx="1803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7" name="Object 15"/>
          <p:cNvGraphicFramePr>
            <a:graphicFrameLocks noChangeAspect="1"/>
          </p:cNvGraphicFramePr>
          <p:nvPr/>
        </p:nvGraphicFramePr>
        <p:xfrm>
          <a:off x="1547813" y="2565400"/>
          <a:ext cx="495300" cy="254000"/>
        </p:xfrm>
        <a:graphic>
          <a:graphicData uri="http://schemas.openxmlformats.org/presentationml/2006/ole">
            <mc:AlternateContent xmlns:mc="http://schemas.openxmlformats.org/markup-compatibility/2006">
              <mc:Choice xmlns:v="urn:schemas-microsoft-com:vml" Requires="v">
                <p:oleObj name="Equation" r:id="rId14" imgW="495000" imgH="253800" progId="">
                  <p:embed/>
                </p:oleObj>
              </mc:Choice>
              <mc:Fallback>
                <p:oleObj name="Equation" r:id="rId14" imgW="495000" imgH="253800" progId="">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47813" y="2565400"/>
                        <a:ext cx="4953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8" name="Object 16"/>
          <p:cNvGraphicFramePr>
            <a:graphicFrameLocks noChangeAspect="1"/>
          </p:cNvGraphicFramePr>
          <p:nvPr/>
        </p:nvGraphicFramePr>
        <p:xfrm>
          <a:off x="2051050" y="2276475"/>
          <a:ext cx="1003300" cy="927100"/>
        </p:xfrm>
        <a:graphic>
          <a:graphicData uri="http://schemas.openxmlformats.org/presentationml/2006/ole">
            <mc:AlternateContent xmlns:mc="http://schemas.openxmlformats.org/markup-compatibility/2006">
              <mc:Choice xmlns:v="urn:schemas-microsoft-com:vml" Requires="v">
                <p:oleObj name="Equation" r:id="rId16" imgW="1002960" imgH="927000" progId="">
                  <p:embed/>
                </p:oleObj>
              </mc:Choice>
              <mc:Fallback>
                <p:oleObj name="Equation" r:id="rId16" imgW="1002960" imgH="927000" progId="">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51050" y="2276475"/>
                        <a:ext cx="10033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9" name="Object 17"/>
          <p:cNvGraphicFramePr>
            <a:graphicFrameLocks noChangeAspect="1"/>
          </p:cNvGraphicFramePr>
          <p:nvPr/>
        </p:nvGraphicFramePr>
        <p:xfrm>
          <a:off x="3203575" y="2276475"/>
          <a:ext cx="2463800" cy="927100"/>
        </p:xfrm>
        <a:graphic>
          <a:graphicData uri="http://schemas.openxmlformats.org/presentationml/2006/ole">
            <mc:AlternateContent xmlns:mc="http://schemas.openxmlformats.org/markup-compatibility/2006">
              <mc:Choice xmlns:v="urn:schemas-microsoft-com:vml" Requires="v">
                <p:oleObj name="Equation" r:id="rId18" imgW="2463480" imgH="927000" progId="">
                  <p:embed/>
                </p:oleObj>
              </mc:Choice>
              <mc:Fallback>
                <p:oleObj name="Equation" r:id="rId18" imgW="2463480" imgH="927000" progId="">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03575" y="2276475"/>
                        <a:ext cx="24638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0" name="Object 18"/>
          <p:cNvGraphicFramePr>
            <a:graphicFrameLocks noChangeAspect="1"/>
          </p:cNvGraphicFramePr>
          <p:nvPr/>
        </p:nvGraphicFramePr>
        <p:xfrm>
          <a:off x="2339975" y="3284538"/>
          <a:ext cx="901700" cy="850900"/>
        </p:xfrm>
        <a:graphic>
          <a:graphicData uri="http://schemas.openxmlformats.org/presentationml/2006/ole">
            <mc:AlternateContent xmlns:mc="http://schemas.openxmlformats.org/markup-compatibility/2006">
              <mc:Choice xmlns:v="urn:schemas-microsoft-com:vml" Requires="v">
                <p:oleObj name="Equation" r:id="rId20" imgW="901440" imgH="850680" progId="">
                  <p:embed/>
                </p:oleObj>
              </mc:Choice>
              <mc:Fallback>
                <p:oleObj name="Equation" r:id="rId20" imgW="901440" imgH="850680" progId="">
                  <p:embed/>
                  <p:pic>
                    <p:nvPicPr>
                      <p:cNvPr id="0" name="Object 1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39975" y="3284538"/>
                        <a:ext cx="9017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1" name="Object 19"/>
          <p:cNvGraphicFramePr>
            <a:graphicFrameLocks noChangeAspect="1"/>
          </p:cNvGraphicFramePr>
          <p:nvPr/>
        </p:nvGraphicFramePr>
        <p:xfrm>
          <a:off x="3348038" y="3284538"/>
          <a:ext cx="863600" cy="850900"/>
        </p:xfrm>
        <a:graphic>
          <a:graphicData uri="http://schemas.openxmlformats.org/presentationml/2006/ole">
            <mc:AlternateContent xmlns:mc="http://schemas.openxmlformats.org/markup-compatibility/2006">
              <mc:Choice xmlns:v="urn:schemas-microsoft-com:vml" Requires="v">
                <p:oleObj name="Equation" r:id="rId22" imgW="863280" imgH="850680" progId="">
                  <p:embed/>
                </p:oleObj>
              </mc:Choice>
              <mc:Fallback>
                <p:oleObj name="Equation" r:id="rId22" imgW="863280" imgH="850680" progId="">
                  <p:embed/>
                  <p:pic>
                    <p:nvPicPr>
                      <p:cNvPr id="0" name="Object 1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48038" y="3284538"/>
                        <a:ext cx="863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2" name="Object 20"/>
          <p:cNvGraphicFramePr>
            <a:graphicFrameLocks noChangeAspect="1"/>
          </p:cNvGraphicFramePr>
          <p:nvPr/>
        </p:nvGraphicFramePr>
        <p:xfrm>
          <a:off x="4211638" y="3284538"/>
          <a:ext cx="1587500" cy="850900"/>
        </p:xfrm>
        <a:graphic>
          <a:graphicData uri="http://schemas.openxmlformats.org/presentationml/2006/ole">
            <mc:AlternateContent xmlns:mc="http://schemas.openxmlformats.org/markup-compatibility/2006">
              <mc:Choice xmlns:v="urn:schemas-microsoft-com:vml" Requires="v">
                <p:oleObj name="Equation" r:id="rId24" imgW="1587240" imgH="850680" progId="">
                  <p:embed/>
                </p:oleObj>
              </mc:Choice>
              <mc:Fallback>
                <p:oleObj name="Equation" r:id="rId24" imgW="1587240" imgH="850680" progId="">
                  <p:embed/>
                  <p:pic>
                    <p:nvPicPr>
                      <p:cNvPr id="0" name="Object 2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211638" y="3284538"/>
                        <a:ext cx="15875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3" name="Object 21"/>
          <p:cNvGraphicFramePr>
            <a:graphicFrameLocks noChangeAspect="1"/>
          </p:cNvGraphicFramePr>
          <p:nvPr/>
        </p:nvGraphicFramePr>
        <p:xfrm>
          <a:off x="5940425" y="3141663"/>
          <a:ext cx="1841500" cy="939800"/>
        </p:xfrm>
        <a:graphic>
          <a:graphicData uri="http://schemas.openxmlformats.org/presentationml/2006/ole">
            <mc:AlternateContent xmlns:mc="http://schemas.openxmlformats.org/markup-compatibility/2006">
              <mc:Choice xmlns:v="urn:schemas-microsoft-com:vml" Requires="v">
                <p:oleObj name="Equation" r:id="rId26" imgW="1841400" imgH="939600" progId="">
                  <p:embed/>
                </p:oleObj>
              </mc:Choice>
              <mc:Fallback>
                <p:oleObj name="Equation" r:id="rId26" imgW="1841400" imgH="939600" progId="">
                  <p:embed/>
                  <p:pic>
                    <p:nvPicPr>
                      <p:cNvPr id="0" name="Object 2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940425" y="3141663"/>
                        <a:ext cx="1841500"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4" name="Object 22"/>
          <p:cNvGraphicFramePr>
            <a:graphicFrameLocks noChangeAspect="1"/>
          </p:cNvGraphicFramePr>
          <p:nvPr/>
        </p:nvGraphicFramePr>
        <p:xfrm>
          <a:off x="7812088" y="3573463"/>
          <a:ext cx="642937" cy="249237"/>
        </p:xfrm>
        <a:graphic>
          <a:graphicData uri="http://schemas.openxmlformats.org/presentationml/2006/ole">
            <mc:AlternateContent xmlns:mc="http://schemas.openxmlformats.org/markup-compatibility/2006">
              <mc:Choice xmlns:v="urn:schemas-microsoft-com:vml" Requires="v">
                <p:oleObj name="Equation" r:id="rId28" imgW="622080" imgH="241200" progId="">
                  <p:embed/>
                </p:oleObj>
              </mc:Choice>
              <mc:Fallback>
                <p:oleObj name="Equation" r:id="rId28" imgW="622080" imgH="241200" progId="">
                  <p:embed/>
                  <p:pic>
                    <p:nvPicPr>
                      <p:cNvPr id="0" name="Object 2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812088" y="3573463"/>
                        <a:ext cx="642937" cy="249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75" name="Text Box 23"/>
          <p:cNvSpPr txBox="1">
            <a:spLocks noChangeArrowheads="1"/>
          </p:cNvSpPr>
          <p:nvPr/>
        </p:nvSpPr>
        <p:spPr bwMode="auto">
          <a:xfrm>
            <a:off x="3995738" y="1412875"/>
            <a:ext cx="1784350" cy="519113"/>
          </a:xfrm>
          <a:prstGeom prst="rect">
            <a:avLst/>
          </a:prstGeom>
          <a:noFill/>
          <a:ln w="9525">
            <a:noFill/>
            <a:miter lim="800000"/>
            <a:headEnd/>
            <a:tailEnd/>
          </a:ln>
        </p:spPr>
        <p:txBody>
          <a:bodyPr wrap="none">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式的函数 </a:t>
            </a:r>
            <a:r>
              <a:rPr kumimoji="1" lang="en-US" altLang="zh-CN" sz="2800">
                <a:solidFill>
                  <a:srgbClr val="000000"/>
                </a:solidFill>
                <a:latin typeface="Times New Roman" pitchFamily="18" charset="0"/>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wipe(left)">
                                      <p:cBhvr>
                                        <p:cTn id="7" dur="500"/>
                                        <p:tgtEl>
                                          <p:spTgt spid="235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6"/>
                                        </p:tgtEl>
                                        <p:attrNameLst>
                                          <p:attrName>style.visibility</p:attrName>
                                        </p:attrNameLst>
                                      </p:cBhvr>
                                      <p:to>
                                        <p:strVal val="visible"/>
                                      </p:to>
                                    </p:set>
                                    <p:animEffect transition="in" filter="wipe(left)">
                                      <p:cBhvr>
                                        <p:cTn id="12" dur="500"/>
                                        <p:tgtEl>
                                          <p:spTgt spid="235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557"/>
                                        </p:tgtEl>
                                        <p:attrNameLst>
                                          <p:attrName>style.visibility</p:attrName>
                                        </p:attrNameLst>
                                      </p:cBhvr>
                                      <p:to>
                                        <p:strVal val="visible"/>
                                      </p:to>
                                    </p:set>
                                    <p:animEffect transition="in" filter="wipe(left)">
                                      <p:cBhvr>
                                        <p:cTn id="17" dur="500"/>
                                        <p:tgtEl>
                                          <p:spTgt spid="235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558"/>
                                        </p:tgtEl>
                                        <p:attrNameLst>
                                          <p:attrName>style.visibility</p:attrName>
                                        </p:attrNameLst>
                                      </p:cBhvr>
                                      <p:to>
                                        <p:strVal val="visible"/>
                                      </p:to>
                                    </p:set>
                                    <p:animEffect transition="in" filter="wipe(left)">
                                      <p:cBhvr>
                                        <p:cTn id="22" dur="500"/>
                                        <p:tgtEl>
                                          <p:spTgt spid="235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559"/>
                                        </p:tgtEl>
                                        <p:attrNameLst>
                                          <p:attrName>style.visibility</p:attrName>
                                        </p:attrNameLst>
                                      </p:cBhvr>
                                      <p:to>
                                        <p:strVal val="visible"/>
                                      </p:to>
                                    </p:set>
                                    <p:animEffect transition="in" filter="wipe(left)">
                                      <p:cBhvr>
                                        <p:cTn id="27" dur="500"/>
                                        <p:tgtEl>
                                          <p:spTgt spid="23559"/>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23575">
                                            <p:txEl>
                                              <p:pRg st="0" end="0"/>
                                            </p:txEl>
                                          </p:spTgt>
                                        </p:tgtEl>
                                        <p:attrNameLst>
                                          <p:attrName>style.visibility</p:attrName>
                                        </p:attrNameLst>
                                      </p:cBhvr>
                                      <p:to>
                                        <p:strVal val="visible"/>
                                      </p:to>
                                    </p:set>
                                    <p:animEffect transition="in" filter="wipe(left)">
                                      <p:cBhvr>
                                        <p:cTn id="31" dur="500"/>
                                        <p:tgtEl>
                                          <p:spTgt spid="23575">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3560"/>
                                        </p:tgtEl>
                                        <p:attrNameLst>
                                          <p:attrName>style.visibility</p:attrName>
                                        </p:attrNameLst>
                                      </p:cBhvr>
                                      <p:to>
                                        <p:strVal val="visible"/>
                                      </p:to>
                                    </p:set>
                                    <p:animEffect transition="in" filter="wipe(left)">
                                      <p:cBhvr>
                                        <p:cTn id="36" dur="500"/>
                                        <p:tgtEl>
                                          <p:spTgt spid="2356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3561"/>
                                        </p:tgtEl>
                                        <p:attrNameLst>
                                          <p:attrName>style.visibility</p:attrName>
                                        </p:attrNameLst>
                                      </p:cBhvr>
                                      <p:to>
                                        <p:strVal val="visible"/>
                                      </p:to>
                                    </p:set>
                                    <p:animEffect transition="in" filter="wipe(left)">
                                      <p:cBhvr>
                                        <p:cTn id="41" dur="500"/>
                                        <p:tgtEl>
                                          <p:spTgt spid="2356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3562"/>
                                        </p:tgtEl>
                                        <p:attrNameLst>
                                          <p:attrName>style.visibility</p:attrName>
                                        </p:attrNameLst>
                                      </p:cBhvr>
                                      <p:to>
                                        <p:strVal val="visible"/>
                                      </p:to>
                                    </p:set>
                                    <p:animEffect transition="in" filter="wipe(left)">
                                      <p:cBhvr>
                                        <p:cTn id="46" dur="500"/>
                                        <p:tgtEl>
                                          <p:spTgt spid="23562"/>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23567"/>
                                        </p:tgtEl>
                                        <p:attrNameLst>
                                          <p:attrName>style.visibility</p:attrName>
                                        </p:attrNameLst>
                                      </p:cBhvr>
                                      <p:to>
                                        <p:strVal val="visible"/>
                                      </p:to>
                                    </p:set>
                                    <p:animEffect transition="in" filter="wipe(left)">
                                      <p:cBhvr>
                                        <p:cTn id="50" dur="500"/>
                                        <p:tgtEl>
                                          <p:spTgt spid="23567"/>
                                        </p:tgtEl>
                                      </p:cBhvr>
                                    </p:animEffect>
                                  </p:childTnLst>
                                </p:cTn>
                              </p:par>
                            </p:childTnLst>
                          </p:cTn>
                        </p:par>
                        <p:par>
                          <p:cTn id="51" fill="hold">
                            <p:stCondLst>
                              <p:cond delay="1000"/>
                            </p:stCondLst>
                            <p:childTnLst>
                              <p:par>
                                <p:cTn id="52" presetID="22" presetClass="entr" presetSubtype="8" fill="hold" nodeType="afterEffect">
                                  <p:stCondLst>
                                    <p:cond delay="0"/>
                                  </p:stCondLst>
                                  <p:childTnLst>
                                    <p:set>
                                      <p:cBhvr>
                                        <p:cTn id="53" dur="1" fill="hold">
                                          <p:stCondLst>
                                            <p:cond delay="0"/>
                                          </p:stCondLst>
                                        </p:cTn>
                                        <p:tgtEl>
                                          <p:spTgt spid="23568"/>
                                        </p:tgtEl>
                                        <p:attrNameLst>
                                          <p:attrName>style.visibility</p:attrName>
                                        </p:attrNameLst>
                                      </p:cBhvr>
                                      <p:to>
                                        <p:strVal val="visible"/>
                                      </p:to>
                                    </p:set>
                                    <p:animEffect transition="in" filter="wipe(left)">
                                      <p:cBhvr>
                                        <p:cTn id="54" dur="500"/>
                                        <p:tgtEl>
                                          <p:spTgt spid="2356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3569"/>
                                        </p:tgtEl>
                                        <p:attrNameLst>
                                          <p:attrName>style.visibility</p:attrName>
                                        </p:attrNameLst>
                                      </p:cBhvr>
                                      <p:to>
                                        <p:strVal val="visible"/>
                                      </p:to>
                                    </p:set>
                                    <p:animEffect transition="in" filter="wipe(left)">
                                      <p:cBhvr>
                                        <p:cTn id="59" dur="500"/>
                                        <p:tgtEl>
                                          <p:spTgt spid="2356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23563"/>
                                        </p:tgtEl>
                                        <p:attrNameLst>
                                          <p:attrName>style.visibility</p:attrName>
                                        </p:attrNameLst>
                                      </p:cBhvr>
                                      <p:to>
                                        <p:strVal val="visible"/>
                                      </p:to>
                                    </p:set>
                                    <p:animEffect transition="in" filter="wipe(left)">
                                      <p:cBhvr>
                                        <p:cTn id="64" dur="500"/>
                                        <p:tgtEl>
                                          <p:spTgt spid="2356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3564"/>
                                        </p:tgtEl>
                                        <p:attrNameLst>
                                          <p:attrName>style.visibility</p:attrName>
                                        </p:attrNameLst>
                                      </p:cBhvr>
                                      <p:to>
                                        <p:strVal val="visible"/>
                                      </p:to>
                                    </p:set>
                                    <p:animEffect transition="in" filter="wipe(left)">
                                      <p:cBhvr>
                                        <p:cTn id="69" dur="500"/>
                                        <p:tgtEl>
                                          <p:spTgt spid="2356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3565"/>
                                        </p:tgtEl>
                                        <p:attrNameLst>
                                          <p:attrName>style.visibility</p:attrName>
                                        </p:attrNameLst>
                                      </p:cBhvr>
                                      <p:to>
                                        <p:strVal val="visible"/>
                                      </p:to>
                                    </p:set>
                                    <p:animEffect transition="in" filter="wipe(left)">
                                      <p:cBhvr>
                                        <p:cTn id="74" dur="500"/>
                                        <p:tgtEl>
                                          <p:spTgt spid="23565"/>
                                        </p:tgtEl>
                                      </p:cBhvr>
                                    </p:animEffect>
                                  </p:childTnLst>
                                </p:cTn>
                              </p:par>
                            </p:childTnLst>
                          </p:cTn>
                        </p:par>
                        <p:par>
                          <p:cTn id="75" fill="hold">
                            <p:stCondLst>
                              <p:cond delay="500"/>
                            </p:stCondLst>
                            <p:childTnLst>
                              <p:par>
                                <p:cTn id="76" presetID="22" presetClass="entr" presetSubtype="8" fill="hold" nodeType="afterEffect">
                                  <p:stCondLst>
                                    <p:cond delay="0"/>
                                  </p:stCondLst>
                                  <p:childTnLst>
                                    <p:set>
                                      <p:cBhvr>
                                        <p:cTn id="77" dur="1" fill="hold">
                                          <p:stCondLst>
                                            <p:cond delay="0"/>
                                          </p:stCondLst>
                                        </p:cTn>
                                        <p:tgtEl>
                                          <p:spTgt spid="23570"/>
                                        </p:tgtEl>
                                        <p:attrNameLst>
                                          <p:attrName>style.visibility</p:attrName>
                                        </p:attrNameLst>
                                      </p:cBhvr>
                                      <p:to>
                                        <p:strVal val="visible"/>
                                      </p:to>
                                    </p:set>
                                    <p:animEffect transition="in" filter="wipe(left)">
                                      <p:cBhvr>
                                        <p:cTn id="78" dur="500"/>
                                        <p:tgtEl>
                                          <p:spTgt spid="23570"/>
                                        </p:tgtEl>
                                      </p:cBhvr>
                                    </p:animEffect>
                                  </p:childTnLst>
                                </p:cTn>
                              </p:par>
                            </p:childTnLst>
                          </p:cTn>
                        </p:par>
                        <p:par>
                          <p:cTn id="79" fill="hold">
                            <p:stCondLst>
                              <p:cond delay="1000"/>
                            </p:stCondLst>
                            <p:childTnLst>
                              <p:par>
                                <p:cTn id="80" presetID="22" presetClass="entr" presetSubtype="8" fill="hold" nodeType="afterEffect">
                                  <p:stCondLst>
                                    <p:cond delay="0"/>
                                  </p:stCondLst>
                                  <p:childTnLst>
                                    <p:set>
                                      <p:cBhvr>
                                        <p:cTn id="81" dur="1" fill="hold">
                                          <p:stCondLst>
                                            <p:cond delay="0"/>
                                          </p:stCondLst>
                                        </p:cTn>
                                        <p:tgtEl>
                                          <p:spTgt spid="23571"/>
                                        </p:tgtEl>
                                        <p:attrNameLst>
                                          <p:attrName>style.visibility</p:attrName>
                                        </p:attrNameLst>
                                      </p:cBhvr>
                                      <p:to>
                                        <p:strVal val="visible"/>
                                      </p:to>
                                    </p:set>
                                    <p:animEffect transition="in" filter="wipe(left)">
                                      <p:cBhvr>
                                        <p:cTn id="82" dur="500"/>
                                        <p:tgtEl>
                                          <p:spTgt spid="23571"/>
                                        </p:tgtEl>
                                      </p:cBhvr>
                                    </p:animEffect>
                                  </p:childTnLst>
                                </p:cTn>
                              </p:par>
                            </p:childTnLst>
                          </p:cTn>
                        </p:par>
                        <p:par>
                          <p:cTn id="83" fill="hold">
                            <p:stCondLst>
                              <p:cond delay="1500"/>
                            </p:stCondLst>
                            <p:childTnLst>
                              <p:par>
                                <p:cTn id="84" presetID="22" presetClass="entr" presetSubtype="8" fill="hold" nodeType="afterEffect">
                                  <p:stCondLst>
                                    <p:cond delay="0"/>
                                  </p:stCondLst>
                                  <p:childTnLst>
                                    <p:set>
                                      <p:cBhvr>
                                        <p:cTn id="85" dur="1" fill="hold">
                                          <p:stCondLst>
                                            <p:cond delay="0"/>
                                          </p:stCondLst>
                                        </p:cTn>
                                        <p:tgtEl>
                                          <p:spTgt spid="23572"/>
                                        </p:tgtEl>
                                        <p:attrNameLst>
                                          <p:attrName>style.visibility</p:attrName>
                                        </p:attrNameLst>
                                      </p:cBhvr>
                                      <p:to>
                                        <p:strVal val="visible"/>
                                      </p:to>
                                    </p:set>
                                    <p:animEffect transition="in" filter="wipe(left)">
                                      <p:cBhvr>
                                        <p:cTn id="86" dur="500"/>
                                        <p:tgtEl>
                                          <p:spTgt spid="2357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3573"/>
                                        </p:tgtEl>
                                        <p:attrNameLst>
                                          <p:attrName>style.visibility</p:attrName>
                                        </p:attrNameLst>
                                      </p:cBhvr>
                                      <p:to>
                                        <p:strVal val="visible"/>
                                      </p:to>
                                    </p:set>
                                    <p:animEffect transition="in" filter="wipe(left)">
                                      <p:cBhvr>
                                        <p:cTn id="91" dur="500"/>
                                        <p:tgtEl>
                                          <p:spTgt spid="23573"/>
                                        </p:tgtEl>
                                      </p:cBhvr>
                                    </p:animEffect>
                                  </p:childTnLst>
                                </p:cTn>
                              </p:par>
                            </p:childTnLst>
                          </p:cTn>
                        </p:par>
                        <p:par>
                          <p:cTn id="92" fill="hold">
                            <p:stCondLst>
                              <p:cond delay="500"/>
                            </p:stCondLst>
                            <p:childTnLst>
                              <p:par>
                                <p:cTn id="93" presetID="22" presetClass="entr" presetSubtype="8" fill="hold" nodeType="afterEffect">
                                  <p:stCondLst>
                                    <p:cond delay="0"/>
                                  </p:stCondLst>
                                  <p:childTnLst>
                                    <p:set>
                                      <p:cBhvr>
                                        <p:cTn id="94" dur="1" fill="hold">
                                          <p:stCondLst>
                                            <p:cond delay="0"/>
                                          </p:stCondLst>
                                        </p:cTn>
                                        <p:tgtEl>
                                          <p:spTgt spid="23574"/>
                                        </p:tgtEl>
                                        <p:attrNameLst>
                                          <p:attrName>style.visibility</p:attrName>
                                        </p:attrNameLst>
                                      </p:cBhvr>
                                      <p:to>
                                        <p:strVal val="visible"/>
                                      </p:to>
                                    </p:set>
                                    <p:animEffect transition="in" filter="wipe(left)">
                                      <p:cBhvr>
                                        <p:cTn id="95" dur="500"/>
                                        <p:tgtEl>
                                          <p:spTgt spid="23574"/>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3566"/>
                                        </p:tgtEl>
                                        <p:attrNameLst>
                                          <p:attrName>style.visibility</p:attrName>
                                        </p:attrNameLst>
                                      </p:cBhvr>
                                      <p:to>
                                        <p:strVal val="visible"/>
                                      </p:to>
                                    </p:set>
                                    <p:animEffect transition="in" filter="wipe(left)">
                                      <p:cBhvr>
                                        <p:cTn id="100" dur="500"/>
                                        <p:tgtEl>
                                          <p:spTgt spid="23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autoUpdateAnimBg="0"/>
      <p:bldP spid="23556" grpId="0" autoUpdateAnimBg="0"/>
      <p:bldP spid="23557" grpId="0" autoUpdateAnimBg="0"/>
      <p:bldP spid="23558" grpId="0" autoUpdateAnimBg="0"/>
      <p:bldP spid="23559" grpId="0" autoUpdateAnimBg="0"/>
      <p:bldP spid="23560" grpId="0" autoUpdateAnimBg="0"/>
      <p:bldP spid="23575" grpId="0" build="p" autoUpdateAnimBg="0"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578" name="Object 2"/>
          <p:cNvGraphicFramePr>
            <a:graphicFrameLocks noChangeAspect="1"/>
          </p:cNvGraphicFramePr>
          <p:nvPr/>
        </p:nvGraphicFramePr>
        <p:xfrm>
          <a:off x="4787900" y="0"/>
          <a:ext cx="3009900" cy="1016000"/>
        </p:xfrm>
        <a:graphic>
          <a:graphicData uri="http://schemas.openxmlformats.org/presentationml/2006/ole">
            <mc:AlternateContent xmlns:mc="http://schemas.openxmlformats.org/markup-compatibility/2006">
              <mc:Choice xmlns:v="urn:schemas-microsoft-com:vml" Requires="v">
                <p:oleObj name="Equation" r:id="rId2" imgW="3009600" imgH="1015920" progId="">
                  <p:embed/>
                </p:oleObj>
              </mc:Choice>
              <mc:Fallback>
                <p:oleObj name="Equation" r:id="rId2" imgW="3009600" imgH="1015920"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0"/>
                        <a:ext cx="30099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7" name="Object 3"/>
          <p:cNvGraphicFramePr>
            <a:graphicFrameLocks noChangeAspect="1"/>
          </p:cNvGraphicFramePr>
          <p:nvPr/>
        </p:nvGraphicFramePr>
        <p:xfrm>
          <a:off x="0" y="333375"/>
          <a:ext cx="1041400" cy="406400"/>
        </p:xfrm>
        <a:graphic>
          <a:graphicData uri="http://schemas.openxmlformats.org/presentationml/2006/ole">
            <mc:AlternateContent xmlns:mc="http://schemas.openxmlformats.org/markup-compatibility/2006">
              <mc:Choice xmlns:v="urn:schemas-microsoft-com:vml" Requires="v">
                <p:oleObj name="Equation" r:id="rId4" imgW="1041120" imgH="406080" progId="">
                  <p:embed/>
                </p:oleObj>
              </mc:Choice>
              <mc:Fallback>
                <p:oleObj name="Equation" r:id="rId4" imgW="1041120" imgH="40608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33375"/>
                        <a:ext cx="1041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0" name="Object 4"/>
          <p:cNvGraphicFramePr>
            <a:graphicFrameLocks noChangeAspect="1"/>
          </p:cNvGraphicFramePr>
          <p:nvPr/>
        </p:nvGraphicFramePr>
        <p:xfrm>
          <a:off x="1116013" y="404813"/>
          <a:ext cx="508000" cy="241300"/>
        </p:xfrm>
        <a:graphic>
          <a:graphicData uri="http://schemas.openxmlformats.org/presentationml/2006/ole">
            <mc:AlternateContent xmlns:mc="http://schemas.openxmlformats.org/markup-compatibility/2006">
              <mc:Choice xmlns:v="urn:schemas-microsoft-com:vml" Requires="v">
                <p:oleObj name="Equation" r:id="rId6" imgW="507960" imgH="241200" progId="">
                  <p:embed/>
                </p:oleObj>
              </mc:Choice>
              <mc:Fallback>
                <p:oleObj name="Equation" r:id="rId6" imgW="507960" imgH="241200" progId="">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404813"/>
                        <a:ext cx="5080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1" name="Object 5"/>
          <p:cNvGraphicFramePr>
            <a:graphicFrameLocks noChangeAspect="1"/>
          </p:cNvGraphicFramePr>
          <p:nvPr/>
        </p:nvGraphicFramePr>
        <p:xfrm>
          <a:off x="1835150" y="0"/>
          <a:ext cx="685800" cy="1016000"/>
        </p:xfrm>
        <a:graphic>
          <a:graphicData uri="http://schemas.openxmlformats.org/presentationml/2006/ole">
            <mc:AlternateContent xmlns:mc="http://schemas.openxmlformats.org/markup-compatibility/2006">
              <mc:Choice xmlns:v="urn:schemas-microsoft-com:vml" Requires="v">
                <p:oleObj name="Equation" r:id="rId8" imgW="685800" imgH="1015920" progId="">
                  <p:embed/>
                </p:oleObj>
              </mc:Choice>
              <mc:Fallback>
                <p:oleObj name="Equation" r:id="rId8" imgW="685800" imgH="1015920" progId="">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5150" y="0"/>
                        <a:ext cx="6858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2" name="Object 6"/>
          <p:cNvGraphicFramePr>
            <a:graphicFrameLocks noChangeAspect="1"/>
          </p:cNvGraphicFramePr>
          <p:nvPr/>
        </p:nvGraphicFramePr>
        <p:xfrm>
          <a:off x="2555875" y="0"/>
          <a:ext cx="698500" cy="1016000"/>
        </p:xfrm>
        <a:graphic>
          <a:graphicData uri="http://schemas.openxmlformats.org/presentationml/2006/ole">
            <mc:AlternateContent xmlns:mc="http://schemas.openxmlformats.org/markup-compatibility/2006">
              <mc:Choice xmlns:v="urn:schemas-microsoft-com:vml" Requires="v">
                <p:oleObj name="Equation" r:id="rId10" imgW="698400" imgH="1015920" progId="">
                  <p:embed/>
                </p:oleObj>
              </mc:Choice>
              <mc:Fallback>
                <p:oleObj name="Equation" r:id="rId10" imgW="698400" imgH="1015920" progId="">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55875" y="0"/>
                        <a:ext cx="6985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3" name="Object 7"/>
          <p:cNvGraphicFramePr>
            <a:graphicFrameLocks noChangeAspect="1"/>
          </p:cNvGraphicFramePr>
          <p:nvPr/>
        </p:nvGraphicFramePr>
        <p:xfrm>
          <a:off x="3419475" y="0"/>
          <a:ext cx="1358900" cy="1016000"/>
        </p:xfrm>
        <a:graphic>
          <a:graphicData uri="http://schemas.openxmlformats.org/presentationml/2006/ole">
            <mc:AlternateContent xmlns:mc="http://schemas.openxmlformats.org/markup-compatibility/2006">
              <mc:Choice xmlns:v="urn:schemas-microsoft-com:vml" Requires="v">
                <p:oleObj name="Equation" r:id="rId12" imgW="1358640" imgH="1015920" progId="">
                  <p:embed/>
                </p:oleObj>
              </mc:Choice>
              <mc:Fallback>
                <p:oleObj name="Equation" r:id="rId12" imgW="1358640" imgH="1015920" progId="">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9475" y="0"/>
                        <a:ext cx="13589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4" name="Object 8"/>
          <p:cNvGraphicFramePr>
            <a:graphicFrameLocks noChangeAspect="1"/>
          </p:cNvGraphicFramePr>
          <p:nvPr/>
        </p:nvGraphicFramePr>
        <p:xfrm>
          <a:off x="0" y="1484313"/>
          <a:ext cx="1092200" cy="317500"/>
        </p:xfrm>
        <a:graphic>
          <a:graphicData uri="http://schemas.openxmlformats.org/presentationml/2006/ole">
            <mc:AlternateContent xmlns:mc="http://schemas.openxmlformats.org/markup-compatibility/2006">
              <mc:Choice xmlns:v="urn:schemas-microsoft-com:vml" Requires="v">
                <p:oleObj name="Equation" r:id="rId14" imgW="1091880" imgH="317160" progId="">
                  <p:embed/>
                </p:oleObj>
              </mc:Choice>
              <mc:Fallback>
                <p:oleObj name="Equation" r:id="rId14" imgW="1091880" imgH="317160" progId="">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1484313"/>
                        <a:ext cx="1092200"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5" name="Object 9"/>
          <p:cNvGraphicFramePr>
            <a:graphicFrameLocks noChangeAspect="1"/>
          </p:cNvGraphicFramePr>
          <p:nvPr/>
        </p:nvGraphicFramePr>
        <p:xfrm>
          <a:off x="1187450" y="1412875"/>
          <a:ext cx="431800" cy="304800"/>
        </p:xfrm>
        <a:graphic>
          <a:graphicData uri="http://schemas.openxmlformats.org/presentationml/2006/ole">
            <mc:AlternateContent xmlns:mc="http://schemas.openxmlformats.org/markup-compatibility/2006">
              <mc:Choice xmlns:v="urn:schemas-microsoft-com:vml" Requires="v">
                <p:oleObj name="Equation" r:id="rId16" imgW="431640" imgH="304560" progId="">
                  <p:embed/>
                </p:oleObj>
              </mc:Choice>
              <mc:Fallback>
                <p:oleObj name="Equation" r:id="rId16" imgW="431640" imgH="304560" progId="">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87450" y="1412875"/>
                        <a:ext cx="4318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6" name="Object 10"/>
          <p:cNvGraphicFramePr>
            <a:graphicFrameLocks noChangeAspect="1"/>
          </p:cNvGraphicFramePr>
          <p:nvPr/>
        </p:nvGraphicFramePr>
        <p:xfrm>
          <a:off x="1692275" y="1052513"/>
          <a:ext cx="711200" cy="1016000"/>
        </p:xfrm>
        <a:graphic>
          <a:graphicData uri="http://schemas.openxmlformats.org/presentationml/2006/ole">
            <mc:AlternateContent xmlns:mc="http://schemas.openxmlformats.org/markup-compatibility/2006">
              <mc:Choice xmlns:v="urn:schemas-microsoft-com:vml" Requires="v">
                <p:oleObj name="Equation" r:id="rId18" imgW="711000" imgH="1015920" progId="">
                  <p:embed/>
                </p:oleObj>
              </mc:Choice>
              <mc:Fallback>
                <p:oleObj name="Equation" r:id="rId18" imgW="711000" imgH="1015920" progId="">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92275" y="1052513"/>
                        <a:ext cx="7112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7" name="Object 11"/>
          <p:cNvGraphicFramePr>
            <a:graphicFrameLocks noChangeAspect="1"/>
          </p:cNvGraphicFramePr>
          <p:nvPr/>
        </p:nvGraphicFramePr>
        <p:xfrm>
          <a:off x="2484438" y="1052513"/>
          <a:ext cx="711200" cy="1016000"/>
        </p:xfrm>
        <a:graphic>
          <a:graphicData uri="http://schemas.openxmlformats.org/presentationml/2006/ole">
            <mc:AlternateContent xmlns:mc="http://schemas.openxmlformats.org/markup-compatibility/2006">
              <mc:Choice xmlns:v="urn:schemas-microsoft-com:vml" Requires="v">
                <p:oleObj name="Equation" r:id="rId20" imgW="711000" imgH="1015920" progId="">
                  <p:embed/>
                </p:oleObj>
              </mc:Choice>
              <mc:Fallback>
                <p:oleObj name="Equation" r:id="rId20" imgW="711000" imgH="1015920" progId="">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84438" y="1052513"/>
                        <a:ext cx="7112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8" name="Object 12"/>
          <p:cNvGraphicFramePr>
            <a:graphicFrameLocks noChangeAspect="1"/>
          </p:cNvGraphicFramePr>
          <p:nvPr/>
        </p:nvGraphicFramePr>
        <p:xfrm>
          <a:off x="3276600" y="1052513"/>
          <a:ext cx="1346200" cy="1016000"/>
        </p:xfrm>
        <a:graphic>
          <a:graphicData uri="http://schemas.openxmlformats.org/presentationml/2006/ole">
            <mc:AlternateContent xmlns:mc="http://schemas.openxmlformats.org/markup-compatibility/2006">
              <mc:Choice xmlns:v="urn:schemas-microsoft-com:vml" Requires="v">
                <p:oleObj name="Equation" r:id="rId22" imgW="1346040" imgH="1015920" progId="">
                  <p:embed/>
                </p:oleObj>
              </mc:Choice>
              <mc:Fallback>
                <p:oleObj name="Equation" r:id="rId22" imgW="1346040" imgH="1015920" progId="">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276600" y="1052513"/>
                        <a:ext cx="13462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9" name="Object 13"/>
          <p:cNvGraphicFramePr>
            <a:graphicFrameLocks noChangeAspect="1"/>
          </p:cNvGraphicFramePr>
          <p:nvPr/>
        </p:nvGraphicFramePr>
        <p:xfrm>
          <a:off x="4643438" y="1052513"/>
          <a:ext cx="2565400" cy="1016000"/>
        </p:xfrm>
        <a:graphic>
          <a:graphicData uri="http://schemas.openxmlformats.org/presentationml/2006/ole">
            <mc:AlternateContent xmlns:mc="http://schemas.openxmlformats.org/markup-compatibility/2006">
              <mc:Choice xmlns:v="urn:schemas-microsoft-com:vml" Requires="v">
                <p:oleObj name="Equation" r:id="rId24" imgW="2565360" imgH="1015920" progId="">
                  <p:embed/>
                </p:oleObj>
              </mc:Choice>
              <mc:Fallback>
                <p:oleObj name="Equation" r:id="rId24" imgW="2565360" imgH="1015920" progId="">
                  <p:embed/>
                  <p:pic>
                    <p:nvPicPr>
                      <p:cNvPr id="0" name="Object 1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643438" y="1052513"/>
                        <a:ext cx="25654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90" name="Object 14"/>
          <p:cNvGraphicFramePr>
            <a:graphicFrameLocks noChangeAspect="1"/>
          </p:cNvGraphicFramePr>
          <p:nvPr/>
        </p:nvGraphicFramePr>
        <p:xfrm>
          <a:off x="0" y="2276475"/>
          <a:ext cx="1485900" cy="508000"/>
        </p:xfrm>
        <a:graphic>
          <a:graphicData uri="http://schemas.openxmlformats.org/presentationml/2006/ole">
            <mc:AlternateContent xmlns:mc="http://schemas.openxmlformats.org/markup-compatibility/2006">
              <mc:Choice xmlns:v="urn:schemas-microsoft-com:vml" Requires="v">
                <p:oleObj name="Equation" r:id="rId26" imgW="1485720" imgH="507960" progId="">
                  <p:embed/>
                </p:oleObj>
              </mc:Choice>
              <mc:Fallback>
                <p:oleObj name="Equation" r:id="rId26" imgW="1485720" imgH="507960" progId="">
                  <p:embed/>
                  <p:pic>
                    <p:nvPicPr>
                      <p:cNvPr id="0" name="Object 1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0" y="2276475"/>
                        <a:ext cx="14859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91" name="Object 15"/>
          <p:cNvGraphicFramePr>
            <a:graphicFrameLocks noChangeAspect="1"/>
          </p:cNvGraphicFramePr>
          <p:nvPr/>
        </p:nvGraphicFramePr>
        <p:xfrm>
          <a:off x="1476375" y="2420938"/>
          <a:ext cx="431800" cy="304800"/>
        </p:xfrm>
        <a:graphic>
          <a:graphicData uri="http://schemas.openxmlformats.org/presentationml/2006/ole">
            <mc:AlternateContent xmlns:mc="http://schemas.openxmlformats.org/markup-compatibility/2006">
              <mc:Choice xmlns:v="urn:schemas-microsoft-com:vml" Requires="v">
                <p:oleObj name="Equation" r:id="rId28" imgW="431640" imgH="304560" progId="">
                  <p:embed/>
                </p:oleObj>
              </mc:Choice>
              <mc:Fallback>
                <p:oleObj name="Equation" r:id="rId28" imgW="431640" imgH="304560" progId="">
                  <p:embed/>
                  <p:pic>
                    <p:nvPicPr>
                      <p:cNvPr id="0" name="Object 1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476375" y="2420938"/>
                        <a:ext cx="4318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92" name="Object 16"/>
          <p:cNvGraphicFramePr>
            <a:graphicFrameLocks noChangeAspect="1"/>
          </p:cNvGraphicFramePr>
          <p:nvPr/>
        </p:nvGraphicFramePr>
        <p:xfrm>
          <a:off x="2051050" y="2492375"/>
          <a:ext cx="774700" cy="330200"/>
        </p:xfrm>
        <a:graphic>
          <a:graphicData uri="http://schemas.openxmlformats.org/presentationml/2006/ole">
            <mc:AlternateContent xmlns:mc="http://schemas.openxmlformats.org/markup-compatibility/2006">
              <mc:Choice xmlns:v="urn:schemas-microsoft-com:vml" Requires="v">
                <p:oleObj name="Equation" r:id="rId30" imgW="774360" imgH="330120" progId="">
                  <p:embed/>
                </p:oleObj>
              </mc:Choice>
              <mc:Fallback>
                <p:oleObj name="Equation" r:id="rId30" imgW="774360" imgH="330120" progId="">
                  <p:embed/>
                  <p:pic>
                    <p:nvPicPr>
                      <p:cNvPr id="0" name="Object 1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051050" y="2492375"/>
                        <a:ext cx="7747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93" name="Object 17"/>
          <p:cNvGraphicFramePr>
            <a:graphicFrameLocks noChangeAspect="1"/>
          </p:cNvGraphicFramePr>
          <p:nvPr/>
        </p:nvGraphicFramePr>
        <p:xfrm>
          <a:off x="2987675" y="2133600"/>
          <a:ext cx="1968500" cy="927100"/>
        </p:xfrm>
        <a:graphic>
          <a:graphicData uri="http://schemas.openxmlformats.org/presentationml/2006/ole">
            <mc:AlternateContent xmlns:mc="http://schemas.openxmlformats.org/markup-compatibility/2006">
              <mc:Choice xmlns:v="urn:schemas-microsoft-com:vml" Requires="v">
                <p:oleObj name="Equation" r:id="rId32" imgW="1968480" imgH="927000" progId="">
                  <p:embed/>
                </p:oleObj>
              </mc:Choice>
              <mc:Fallback>
                <p:oleObj name="Equation" r:id="rId32" imgW="1968480" imgH="927000" progId="">
                  <p:embed/>
                  <p:pic>
                    <p:nvPicPr>
                      <p:cNvPr id="0" name="Object 17"/>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987675" y="2133600"/>
                        <a:ext cx="19685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94" name="Object 18"/>
          <p:cNvGraphicFramePr>
            <a:graphicFrameLocks noChangeAspect="1"/>
          </p:cNvGraphicFramePr>
          <p:nvPr/>
        </p:nvGraphicFramePr>
        <p:xfrm>
          <a:off x="5148263" y="2492375"/>
          <a:ext cx="622300" cy="241300"/>
        </p:xfrm>
        <a:graphic>
          <a:graphicData uri="http://schemas.openxmlformats.org/presentationml/2006/ole">
            <mc:AlternateContent xmlns:mc="http://schemas.openxmlformats.org/markup-compatibility/2006">
              <mc:Choice xmlns:v="urn:schemas-microsoft-com:vml" Requires="v">
                <p:oleObj name="Equation" r:id="rId34" imgW="622080" imgH="241200" progId="">
                  <p:embed/>
                </p:oleObj>
              </mc:Choice>
              <mc:Fallback>
                <p:oleObj name="Equation" r:id="rId34" imgW="622080" imgH="241200" progId="">
                  <p:embed/>
                  <p:pic>
                    <p:nvPicPr>
                      <p:cNvPr id="0" name="Object 18"/>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148263" y="2492375"/>
                        <a:ext cx="6223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95" name="Object 19"/>
          <p:cNvGraphicFramePr>
            <a:graphicFrameLocks noChangeAspect="1"/>
          </p:cNvGraphicFramePr>
          <p:nvPr/>
        </p:nvGraphicFramePr>
        <p:xfrm>
          <a:off x="1476375" y="2997200"/>
          <a:ext cx="4556125" cy="927100"/>
        </p:xfrm>
        <a:graphic>
          <a:graphicData uri="http://schemas.openxmlformats.org/presentationml/2006/ole">
            <mc:AlternateContent xmlns:mc="http://schemas.openxmlformats.org/markup-compatibility/2006">
              <mc:Choice xmlns:v="urn:schemas-microsoft-com:vml" Requires="v">
                <p:oleObj name="Equation" r:id="rId36" imgW="4559040" imgH="927000" progId="">
                  <p:embed/>
                </p:oleObj>
              </mc:Choice>
              <mc:Fallback>
                <p:oleObj name="Equation" r:id="rId36" imgW="4559040" imgH="927000" progId="">
                  <p:embed/>
                  <p:pic>
                    <p:nvPicPr>
                      <p:cNvPr id="0" name="Object 19"/>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476375" y="2997200"/>
                        <a:ext cx="4556125"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96" name="Text Box 20"/>
          <p:cNvSpPr txBox="1">
            <a:spLocks noChangeArrowheads="1"/>
          </p:cNvSpPr>
          <p:nvPr/>
        </p:nvSpPr>
        <p:spPr bwMode="auto">
          <a:xfrm>
            <a:off x="0" y="3933825"/>
            <a:ext cx="2362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当 </a:t>
            </a:r>
            <a:r>
              <a:rPr kumimoji="1" lang="en-US" altLang="zh-CN" sz="2800" i="1">
                <a:solidFill>
                  <a:srgbClr val="CC0000"/>
                </a:solidFill>
                <a:latin typeface="Times New Roman" pitchFamily="18" charset="0"/>
                <a:ea typeface="楷体_GB2312" pitchFamily="49" charset="-122"/>
              </a:rPr>
              <a:t>m</a:t>
            </a:r>
            <a:r>
              <a:rPr kumimoji="1" lang="en-US" altLang="zh-CN" sz="2800">
                <a:solidFill>
                  <a:srgbClr val="CC0000"/>
                </a:solidFill>
                <a:latin typeface="Times New Roman" pitchFamily="18" charset="0"/>
                <a:ea typeface="楷体_GB2312" pitchFamily="49" charset="-122"/>
              </a:rPr>
              <a:t> = –1</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时</a:t>
            </a:r>
          </a:p>
        </p:txBody>
      </p:sp>
      <p:graphicFrame>
        <p:nvGraphicFramePr>
          <p:cNvPr id="24597" name="Object 21"/>
          <p:cNvGraphicFramePr>
            <a:graphicFrameLocks noChangeAspect="1"/>
          </p:cNvGraphicFramePr>
          <p:nvPr/>
        </p:nvGraphicFramePr>
        <p:xfrm>
          <a:off x="2124075" y="3789363"/>
          <a:ext cx="698500" cy="850900"/>
        </p:xfrm>
        <a:graphic>
          <a:graphicData uri="http://schemas.openxmlformats.org/presentationml/2006/ole">
            <mc:AlternateContent xmlns:mc="http://schemas.openxmlformats.org/markup-compatibility/2006">
              <mc:Choice xmlns:v="urn:schemas-microsoft-com:vml" Requires="v">
                <p:oleObj name="Equation" r:id="rId38" imgW="698400" imgH="850680" progId="">
                  <p:embed/>
                </p:oleObj>
              </mc:Choice>
              <mc:Fallback>
                <p:oleObj name="Equation" r:id="rId38" imgW="698400" imgH="850680" progId="">
                  <p:embed/>
                  <p:pic>
                    <p:nvPicPr>
                      <p:cNvPr id="0" name="Object 21"/>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124075" y="3789363"/>
                        <a:ext cx="6985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98" name="Object 22"/>
          <p:cNvGraphicFramePr>
            <a:graphicFrameLocks noChangeAspect="1"/>
          </p:cNvGraphicFramePr>
          <p:nvPr/>
        </p:nvGraphicFramePr>
        <p:xfrm>
          <a:off x="2987675" y="3933825"/>
          <a:ext cx="5318125" cy="508000"/>
        </p:xfrm>
        <a:graphic>
          <a:graphicData uri="http://schemas.openxmlformats.org/presentationml/2006/ole">
            <mc:AlternateContent xmlns:mc="http://schemas.openxmlformats.org/markup-compatibility/2006">
              <mc:Choice xmlns:v="urn:schemas-microsoft-com:vml" Requires="v">
                <p:oleObj name="Equation" r:id="rId40" imgW="5321160" imgH="507960" progId="">
                  <p:embed/>
                </p:oleObj>
              </mc:Choice>
              <mc:Fallback>
                <p:oleObj name="Equation" r:id="rId40" imgW="5321160" imgH="507960" progId="">
                  <p:embed/>
                  <p:pic>
                    <p:nvPicPr>
                      <p:cNvPr id="0" name="Object 22"/>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987675" y="3933825"/>
                        <a:ext cx="531812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99" name="Object 23"/>
          <p:cNvGraphicFramePr>
            <a:graphicFrameLocks noChangeAspect="1"/>
          </p:cNvGraphicFramePr>
          <p:nvPr/>
        </p:nvGraphicFramePr>
        <p:xfrm>
          <a:off x="7099300" y="981075"/>
          <a:ext cx="2044700" cy="406400"/>
        </p:xfrm>
        <a:graphic>
          <a:graphicData uri="http://schemas.openxmlformats.org/presentationml/2006/ole">
            <mc:AlternateContent xmlns:mc="http://schemas.openxmlformats.org/markup-compatibility/2006">
              <mc:Choice xmlns:v="urn:schemas-microsoft-com:vml" Requires="v">
                <p:oleObj name="Equation" r:id="rId42" imgW="2044440" imgH="406080" progId="">
                  <p:embed/>
                </p:oleObj>
              </mc:Choice>
              <mc:Fallback>
                <p:oleObj name="Equation" r:id="rId42" imgW="2044440" imgH="406080" progId="">
                  <p:embed/>
                  <p:pic>
                    <p:nvPicPr>
                      <p:cNvPr id="0" name="Object 23"/>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7099300" y="981075"/>
                        <a:ext cx="2044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00" name="Object 24"/>
          <p:cNvGraphicFramePr>
            <a:graphicFrameLocks noChangeAspect="1"/>
          </p:cNvGraphicFramePr>
          <p:nvPr/>
        </p:nvGraphicFramePr>
        <p:xfrm>
          <a:off x="7099300" y="1557338"/>
          <a:ext cx="2044700" cy="406400"/>
        </p:xfrm>
        <a:graphic>
          <a:graphicData uri="http://schemas.openxmlformats.org/presentationml/2006/ole">
            <mc:AlternateContent xmlns:mc="http://schemas.openxmlformats.org/markup-compatibility/2006">
              <mc:Choice xmlns:v="urn:schemas-microsoft-com:vml" Requires="v">
                <p:oleObj name="Equation" r:id="rId44" imgW="2044440" imgH="406080" progId="">
                  <p:embed/>
                </p:oleObj>
              </mc:Choice>
              <mc:Fallback>
                <p:oleObj name="Equation" r:id="rId44" imgW="2044440" imgH="406080" progId="">
                  <p:embed/>
                  <p:pic>
                    <p:nvPicPr>
                      <p:cNvPr id="0" name="Object 24"/>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7099300" y="1557338"/>
                        <a:ext cx="2044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01" name="Object 25"/>
          <p:cNvGraphicFramePr>
            <a:graphicFrameLocks noChangeAspect="1"/>
          </p:cNvGraphicFramePr>
          <p:nvPr/>
        </p:nvGraphicFramePr>
        <p:xfrm>
          <a:off x="7380288" y="3284538"/>
          <a:ext cx="1511300" cy="406400"/>
        </p:xfrm>
        <a:graphic>
          <a:graphicData uri="http://schemas.openxmlformats.org/presentationml/2006/ole">
            <mc:AlternateContent xmlns:mc="http://schemas.openxmlformats.org/markup-compatibility/2006">
              <mc:Choice xmlns:v="urn:schemas-microsoft-com:vml" Requires="v">
                <p:oleObj name="Equation" r:id="rId46" imgW="1511280" imgH="406080" progId="">
                  <p:embed/>
                </p:oleObj>
              </mc:Choice>
              <mc:Fallback>
                <p:oleObj name="Equation" r:id="rId46" imgW="1511280" imgH="406080" progId="">
                  <p:embed/>
                  <p:pic>
                    <p:nvPicPr>
                      <p:cNvPr id="0" name="Object 25"/>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7380288" y="3284538"/>
                        <a:ext cx="15113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02" name="Object 26"/>
          <p:cNvGraphicFramePr>
            <a:graphicFrameLocks noChangeAspect="1"/>
          </p:cNvGraphicFramePr>
          <p:nvPr/>
        </p:nvGraphicFramePr>
        <p:xfrm>
          <a:off x="7380288" y="4437063"/>
          <a:ext cx="1511300" cy="406400"/>
        </p:xfrm>
        <a:graphic>
          <a:graphicData uri="http://schemas.openxmlformats.org/presentationml/2006/ole">
            <mc:AlternateContent xmlns:mc="http://schemas.openxmlformats.org/markup-compatibility/2006">
              <mc:Choice xmlns:v="urn:schemas-microsoft-com:vml" Requires="v">
                <p:oleObj name="Equation" r:id="rId48" imgW="1511280" imgH="406080" progId="">
                  <p:embed/>
                </p:oleObj>
              </mc:Choice>
              <mc:Fallback>
                <p:oleObj name="Equation" r:id="rId48" imgW="1511280" imgH="406080" progId="">
                  <p:embed/>
                  <p:pic>
                    <p:nvPicPr>
                      <p:cNvPr id="0" name="Object 26"/>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7380288" y="4437063"/>
                        <a:ext cx="15113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wipe(left)">
                                      <p:cBhvr>
                                        <p:cTn id="7" dur="500"/>
                                        <p:tgtEl>
                                          <p:spTgt spid="2458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581"/>
                                        </p:tgtEl>
                                        <p:attrNameLst>
                                          <p:attrName>style.visibility</p:attrName>
                                        </p:attrNameLst>
                                      </p:cBhvr>
                                      <p:to>
                                        <p:strVal val="visible"/>
                                      </p:to>
                                    </p:set>
                                    <p:animEffect transition="in" filter="wipe(left)">
                                      <p:cBhvr>
                                        <p:cTn id="11" dur="500"/>
                                        <p:tgtEl>
                                          <p:spTgt spid="2458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4582"/>
                                        </p:tgtEl>
                                        <p:attrNameLst>
                                          <p:attrName>style.visibility</p:attrName>
                                        </p:attrNameLst>
                                      </p:cBhvr>
                                      <p:to>
                                        <p:strVal val="visible"/>
                                      </p:to>
                                    </p:set>
                                    <p:animEffect transition="in" filter="wipe(left)">
                                      <p:cBhvr>
                                        <p:cTn id="15" dur="500"/>
                                        <p:tgtEl>
                                          <p:spTgt spid="2458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4583"/>
                                        </p:tgtEl>
                                        <p:attrNameLst>
                                          <p:attrName>style.visibility</p:attrName>
                                        </p:attrNameLst>
                                      </p:cBhvr>
                                      <p:to>
                                        <p:strVal val="visible"/>
                                      </p:to>
                                    </p:set>
                                    <p:animEffect transition="in" filter="wipe(left)">
                                      <p:cBhvr>
                                        <p:cTn id="19" dur="500"/>
                                        <p:tgtEl>
                                          <p:spTgt spid="2458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4578"/>
                                        </p:tgtEl>
                                        <p:attrNameLst>
                                          <p:attrName>style.visibility</p:attrName>
                                        </p:attrNameLst>
                                      </p:cBhvr>
                                      <p:to>
                                        <p:strVal val="visible"/>
                                      </p:to>
                                    </p:set>
                                    <p:animEffect transition="in" filter="wipe(left)">
                                      <p:cBhvr>
                                        <p:cTn id="24" dur="500"/>
                                        <p:tgtEl>
                                          <p:spTgt spid="2457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4599"/>
                                        </p:tgtEl>
                                        <p:attrNameLst>
                                          <p:attrName>style.visibility</p:attrName>
                                        </p:attrNameLst>
                                      </p:cBhvr>
                                      <p:to>
                                        <p:strVal val="visible"/>
                                      </p:to>
                                    </p:set>
                                    <p:animEffect transition="in" filter="wipe(left)">
                                      <p:cBhvr>
                                        <p:cTn id="29" dur="500"/>
                                        <p:tgtEl>
                                          <p:spTgt spid="2459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4584"/>
                                        </p:tgtEl>
                                        <p:attrNameLst>
                                          <p:attrName>style.visibility</p:attrName>
                                        </p:attrNameLst>
                                      </p:cBhvr>
                                      <p:to>
                                        <p:strVal val="visible"/>
                                      </p:to>
                                    </p:set>
                                    <p:animEffect transition="in" filter="wipe(left)">
                                      <p:cBhvr>
                                        <p:cTn id="34" dur="500"/>
                                        <p:tgtEl>
                                          <p:spTgt spid="2458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4585"/>
                                        </p:tgtEl>
                                        <p:attrNameLst>
                                          <p:attrName>style.visibility</p:attrName>
                                        </p:attrNameLst>
                                      </p:cBhvr>
                                      <p:to>
                                        <p:strVal val="visible"/>
                                      </p:to>
                                    </p:set>
                                    <p:animEffect transition="in" filter="wipe(left)">
                                      <p:cBhvr>
                                        <p:cTn id="39" dur="500"/>
                                        <p:tgtEl>
                                          <p:spTgt spid="24585"/>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24586"/>
                                        </p:tgtEl>
                                        <p:attrNameLst>
                                          <p:attrName>style.visibility</p:attrName>
                                        </p:attrNameLst>
                                      </p:cBhvr>
                                      <p:to>
                                        <p:strVal val="visible"/>
                                      </p:to>
                                    </p:set>
                                    <p:animEffect transition="in" filter="wipe(left)">
                                      <p:cBhvr>
                                        <p:cTn id="43" dur="500"/>
                                        <p:tgtEl>
                                          <p:spTgt spid="24586"/>
                                        </p:tgtEl>
                                      </p:cBhvr>
                                    </p:animEffect>
                                  </p:childTnLst>
                                </p:cTn>
                              </p:par>
                            </p:childTnLst>
                          </p:cTn>
                        </p:par>
                        <p:par>
                          <p:cTn id="44" fill="hold">
                            <p:stCondLst>
                              <p:cond delay="1000"/>
                            </p:stCondLst>
                            <p:childTnLst>
                              <p:par>
                                <p:cTn id="45" presetID="22" presetClass="entr" presetSubtype="8" fill="hold" nodeType="afterEffect">
                                  <p:stCondLst>
                                    <p:cond delay="0"/>
                                  </p:stCondLst>
                                  <p:childTnLst>
                                    <p:set>
                                      <p:cBhvr>
                                        <p:cTn id="46" dur="1" fill="hold">
                                          <p:stCondLst>
                                            <p:cond delay="0"/>
                                          </p:stCondLst>
                                        </p:cTn>
                                        <p:tgtEl>
                                          <p:spTgt spid="24587"/>
                                        </p:tgtEl>
                                        <p:attrNameLst>
                                          <p:attrName>style.visibility</p:attrName>
                                        </p:attrNameLst>
                                      </p:cBhvr>
                                      <p:to>
                                        <p:strVal val="visible"/>
                                      </p:to>
                                    </p:set>
                                    <p:animEffect transition="in" filter="wipe(left)">
                                      <p:cBhvr>
                                        <p:cTn id="47" dur="500"/>
                                        <p:tgtEl>
                                          <p:spTgt spid="24587"/>
                                        </p:tgtEl>
                                      </p:cBhvr>
                                    </p:animEffect>
                                  </p:childTnLst>
                                </p:cTn>
                              </p:par>
                            </p:childTnLst>
                          </p:cTn>
                        </p:par>
                        <p:par>
                          <p:cTn id="48" fill="hold">
                            <p:stCondLst>
                              <p:cond delay="1500"/>
                            </p:stCondLst>
                            <p:childTnLst>
                              <p:par>
                                <p:cTn id="49" presetID="22" presetClass="entr" presetSubtype="8" fill="hold" nodeType="afterEffect">
                                  <p:stCondLst>
                                    <p:cond delay="0"/>
                                  </p:stCondLst>
                                  <p:childTnLst>
                                    <p:set>
                                      <p:cBhvr>
                                        <p:cTn id="50" dur="1" fill="hold">
                                          <p:stCondLst>
                                            <p:cond delay="0"/>
                                          </p:stCondLst>
                                        </p:cTn>
                                        <p:tgtEl>
                                          <p:spTgt spid="24588"/>
                                        </p:tgtEl>
                                        <p:attrNameLst>
                                          <p:attrName>style.visibility</p:attrName>
                                        </p:attrNameLst>
                                      </p:cBhvr>
                                      <p:to>
                                        <p:strVal val="visible"/>
                                      </p:to>
                                    </p:set>
                                    <p:animEffect transition="in" filter="wipe(left)">
                                      <p:cBhvr>
                                        <p:cTn id="51" dur="500"/>
                                        <p:tgtEl>
                                          <p:spTgt spid="2458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4589"/>
                                        </p:tgtEl>
                                        <p:attrNameLst>
                                          <p:attrName>style.visibility</p:attrName>
                                        </p:attrNameLst>
                                      </p:cBhvr>
                                      <p:to>
                                        <p:strVal val="visible"/>
                                      </p:to>
                                    </p:set>
                                    <p:animEffect transition="in" filter="wipe(left)">
                                      <p:cBhvr>
                                        <p:cTn id="56" dur="500"/>
                                        <p:tgtEl>
                                          <p:spTgt spid="2458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4600"/>
                                        </p:tgtEl>
                                        <p:attrNameLst>
                                          <p:attrName>style.visibility</p:attrName>
                                        </p:attrNameLst>
                                      </p:cBhvr>
                                      <p:to>
                                        <p:strVal val="visible"/>
                                      </p:to>
                                    </p:set>
                                    <p:animEffect transition="in" filter="wipe(left)">
                                      <p:cBhvr>
                                        <p:cTn id="61" dur="500"/>
                                        <p:tgtEl>
                                          <p:spTgt spid="2460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4590"/>
                                        </p:tgtEl>
                                        <p:attrNameLst>
                                          <p:attrName>style.visibility</p:attrName>
                                        </p:attrNameLst>
                                      </p:cBhvr>
                                      <p:to>
                                        <p:strVal val="visible"/>
                                      </p:to>
                                    </p:set>
                                    <p:animEffect transition="in" filter="wipe(left)">
                                      <p:cBhvr>
                                        <p:cTn id="66" dur="500"/>
                                        <p:tgtEl>
                                          <p:spTgt spid="2459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4591"/>
                                        </p:tgtEl>
                                        <p:attrNameLst>
                                          <p:attrName>style.visibility</p:attrName>
                                        </p:attrNameLst>
                                      </p:cBhvr>
                                      <p:to>
                                        <p:strVal val="visible"/>
                                      </p:to>
                                    </p:set>
                                    <p:animEffect transition="in" filter="wipe(left)">
                                      <p:cBhvr>
                                        <p:cTn id="71" dur="500"/>
                                        <p:tgtEl>
                                          <p:spTgt spid="24591"/>
                                        </p:tgtEl>
                                      </p:cBhvr>
                                    </p:animEffec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24592"/>
                                        </p:tgtEl>
                                        <p:attrNameLst>
                                          <p:attrName>style.visibility</p:attrName>
                                        </p:attrNameLst>
                                      </p:cBhvr>
                                      <p:to>
                                        <p:strVal val="visible"/>
                                      </p:to>
                                    </p:set>
                                    <p:animEffect transition="in" filter="wipe(left)">
                                      <p:cBhvr>
                                        <p:cTn id="75" dur="500"/>
                                        <p:tgtEl>
                                          <p:spTgt spid="24592"/>
                                        </p:tgtEl>
                                      </p:cBhvr>
                                    </p:animEffect>
                                  </p:childTnLst>
                                </p:cTn>
                              </p:par>
                            </p:childTnLst>
                          </p:cTn>
                        </p:par>
                        <p:par>
                          <p:cTn id="76" fill="hold">
                            <p:stCondLst>
                              <p:cond delay="1000"/>
                            </p:stCondLst>
                            <p:childTnLst>
                              <p:par>
                                <p:cTn id="77" presetID="22" presetClass="entr" presetSubtype="8" fill="hold" nodeType="afterEffect">
                                  <p:stCondLst>
                                    <p:cond delay="0"/>
                                  </p:stCondLst>
                                  <p:childTnLst>
                                    <p:set>
                                      <p:cBhvr>
                                        <p:cTn id="78" dur="1" fill="hold">
                                          <p:stCondLst>
                                            <p:cond delay="0"/>
                                          </p:stCondLst>
                                        </p:cTn>
                                        <p:tgtEl>
                                          <p:spTgt spid="24593"/>
                                        </p:tgtEl>
                                        <p:attrNameLst>
                                          <p:attrName>style.visibility</p:attrName>
                                        </p:attrNameLst>
                                      </p:cBhvr>
                                      <p:to>
                                        <p:strVal val="visible"/>
                                      </p:to>
                                    </p:set>
                                    <p:animEffect transition="in" filter="wipe(left)">
                                      <p:cBhvr>
                                        <p:cTn id="79" dur="500"/>
                                        <p:tgtEl>
                                          <p:spTgt spid="24593"/>
                                        </p:tgtEl>
                                      </p:cBhvr>
                                    </p:animEffect>
                                  </p:childTnLst>
                                </p:cTn>
                              </p:par>
                            </p:childTnLst>
                          </p:cTn>
                        </p:par>
                        <p:par>
                          <p:cTn id="80" fill="hold">
                            <p:stCondLst>
                              <p:cond delay="1500"/>
                            </p:stCondLst>
                            <p:childTnLst>
                              <p:par>
                                <p:cTn id="81" presetID="22" presetClass="entr" presetSubtype="8" fill="hold" nodeType="afterEffect">
                                  <p:stCondLst>
                                    <p:cond delay="0"/>
                                  </p:stCondLst>
                                  <p:childTnLst>
                                    <p:set>
                                      <p:cBhvr>
                                        <p:cTn id="82" dur="1" fill="hold">
                                          <p:stCondLst>
                                            <p:cond delay="0"/>
                                          </p:stCondLst>
                                        </p:cTn>
                                        <p:tgtEl>
                                          <p:spTgt spid="24594"/>
                                        </p:tgtEl>
                                        <p:attrNameLst>
                                          <p:attrName>style.visibility</p:attrName>
                                        </p:attrNameLst>
                                      </p:cBhvr>
                                      <p:to>
                                        <p:strVal val="visible"/>
                                      </p:to>
                                    </p:set>
                                    <p:animEffect transition="in" filter="wipe(left)">
                                      <p:cBhvr>
                                        <p:cTn id="83" dur="500"/>
                                        <p:tgtEl>
                                          <p:spTgt spid="2459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4595"/>
                                        </p:tgtEl>
                                        <p:attrNameLst>
                                          <p:attrName>style.visibility</p:attrName>
                                        </p:attrNameLst>
                                      </p:cBhvr>
                                      <p:to>
                                        <p:strVal val="visible"/>
                                      </p:to>
                                    </p:set>
                                    <p:animEffect transition="in" filter="wipe(left)">
                                      <p:cBhvr>
                                        <p:cTn id="88" dur="500"/>
                                        <p:tgtEl>
                                          <p:spTgt spid="24595"/>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24601"/>
                                        </p:tgtEl>
                                        <p:attrNameLst>
                                          <p:attrName>style.visibility</p:attrName>
                                        </p:attrNameLst>
                                      </p:cBhvr>
                                      <p:to>
                                        <p:strVal val="visible"/>
                                      </p:to>
                                    </p:set>
                                    <p:animEffect transition="in" filter="wipe(left)">
                                      <p:cBhvr>
                                        <p:cTn id="93" dur="500"/>
                                        <p:tgtEl>
                                          <p:spTgt spid="24601"/>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24596"/>
                                        </p:tgtEl>
                                        <p:attrNameLst>
                                          <p:attrName>style.visibility</p:attrName>
                                        </p:attrNameLst>
                                      </p:cBhvr>
                                      <p:to>
                                        <p:strVal val="visible"/>
                                      </p:to>
                                    </p:set>
                                    <p:animEffect transition="in" filter="wipe(left)">
                                      <p:cBhvr>
                                        <p:cTn id="98" dur="500"/>
                                        <p:tgtEl>
                                          <p:spTgt spid="24596"/>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24597"/>
                                        </p:tgtEl>
                                        <p:attrNameLst>
                                          <p:attrName>style.visibility</p:attrName>
                                        </p:attrNameLst>
                                      </p:cBhvr>
                                      <p:to>
                                        <p:strVal val="visible"/>
                                      </p:to>
                                    </p:set>
                                    <p:animEffect transition="in" filter="wipe(left)">
                                      <p:cBhvr>
                                        <p:cTn id="103" dur="500"/>
                                        <p:tgtEl>
                                          <p:spTgt spid="24597"/>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24598"/>
                                        </p:tgtEl>
                                        <p:attrNameLst>
                                          <p:attrName>style.visibility</p:attrName>
                                        </p:attrNameLst>
                                      </p:cBhvr>
                                      <p:to>
                                        <p:strVal val="visible"/>
                                      </p:to>
                                    </p:set>
                                    <p:animEffect transition="in" filter="wipe(left)">
                                      <p:cBhvr>
                                        <p:cTn id="108" dur="500"/>
                                        <p:tgtEl>
                                          <p:spTgt spid="24598"/>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24602"/>
                                        </p:tgtEl>
                                        <p:attrNameLst>
                                          <p:attrName>style.visibility</p:attrName>
                                        </p:attrNameLst>
                                      </p:cBhvr>
                                      <p:to>
                                        <p:strVal val="visible"/>
                                      </p:to>
                                    </p:set>
                                    <p:animEffect transition="in" filter="wipe(left)">
                                      <p:cBhvr>
                                        <p:cTn id="113" dur="500"/>
                                        <p:tgtEl>
                                          <p:spTgt spid="24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8" name="Rectangle 2"/>
          <p:cNvSpPr>
            <a:spLocks noGrp="1" noChangeArrowheads="1"/>
          </p:cNvSpPr>
          <p:nvPr>
            <p:ph type="title" idx="4294967295"/>
          </p:nvPr>
        </p:nvSpPr>
        <p:spPr>
          <a:xfrm>
            <a:off x="0" y="0"/>
            <a:ext cx="2362200" cy="558800"/>
          </a:xfrm>
          <a:noFill/>
          <a:ln w="19050">
            <a:solidFill>
              <a:schemeClr val="accent2"/>
            </a:solidFill>
          </a:ln>
        </p:spPr>
        <p:txBody>
          <a:bodyPr/>
          <a:lstStyle/>
          <a:p>
            <a:pPr eaLnBrk="1" hangingPunct="1"/>
            <a:r>
              <a:rPr lang="zh-CN" altLang="en-US" sz="3200" b="1">
                <a:solidFill>
                  <a:schemeClr val="accent2"/>
                </a:solidFill>
                <a:ea typeface="楷体_GB2312" pitchFamily="49" charset="-122"/>
              </a:rPr>
              <a:t>思考与练习</a:t>
            </a:r>
          </a:p>
        </p:txBody>
      </p:sp>
      <p:sp>
        <p:nvSpPr>
          <p:cNvPr id="25610" name="Text Box 10"/>
          <p:cNvSpPr txBox="1">
            <a:spLocks noChangeArrowheads="1"/>
          </p:cNvSpPr>
          <p:nvPr/>
        </p:nvSpPr>
        <p:spPr bwMode="auto">
          <a:xfrm>
            <a:off x="1115616" y="1052736"/>
            <a:ext cx="18288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dirty="0">
                <a:solidFill>
                  <a:srgbClr val="000000"/>
                </a:solidFill>
                <a:latin typeface="Times New Roman" pitchFamily="18" charset="0"/>
                <a:ea typeface="楷体_GB2312" pitchFamily="49" charset="-122"/>
              </a:rPr>
              <a:t>2. </a:t>
            </a:r>
            <a:endParaRPr kumimoji="1" lang="zh-CN" altLang="en-US" sz="2800" dirty="0">
              <a:solidFill>
                <a:srgbClr val="000000"/>
              </a:solidFill>
              <a:latin typeface="Times New Roman" pitchFamily="18" charset="0"/>
              <a:ea typeface="楷体_GB2312" pitchFamily="49" charset="-122"/>
            </a:endParaRPr>
          </a:p>
        </p:txBody>
      </p:sp>
      <p:graphicFrame>
        <p:nvGraphicFramePr>
          <p:cNvPr id="25611" name="Object 11"/>
          <p:cNvGraphicFramePr>
            <a:graphicFrameLocks noChangeAspect="1"/>
          </p:cNvGraphicFramePr>
          <p:nvPr/>
        </p:nvGraphicFramePr>
        <p:xfrm>
          <a:off x="1547664" y="980728"/>
          <a:ext cx="1329302" cy="593303"/>
        </p:xfrm>
        <a:graphic>
          <a:graphicData uri="http://schemas.openxmlformats.org/presentationml/2006/ole">
            <mc:AlternateContent xmlns:mc="http://schemas.openxmlformats.org/markup-compatibility/2006">
              <mc:Choice xmlns:v="urn:schemas-microsoft-com:vml" Requires="v">
                <p:oleObj name="公式" r:id="rId2" imgW="647640" imgH="253800" progId="">
                  <p:embed/>
                </p:oleObj>
              </mc:Choice>
              <mc:Fallback>
                <p:oleObj name="公式" r:id="rId2" imgW="647640" imgH="253800" progId="">
                  <p:embed/>
                  <p:pic>
                    <p:nvPicPr>
                      <p:cNvPr id="0" name="Object 11"/>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1547664" y="980728"/>
                        <a:ext cx="1329302" cy="5933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12" name="Text Box 12"/>
          <p:cNvSpPr txBox="1">
            <a:spLocks noChangeArrowheads="1"/>
          </p:cNvSpPr>
          <p:nvPr/>
        </p:nvSpPr>
        <p:spPr bwMode="auto">
          <a:xfrm>
            <a:off x="2987824" y="1052736"/>
            <a:ext cx="4392488" cy="523220"/>
          </a:xfrm>
          <a:prstGeom prst="rect">
            <a:avLst/>
          </a:prstGeom>
          <a:noFill/>
          <a:ln w="9525">
            <a:noFill/>
            <a:miter lim="800000"/>
            <a:headEnd/>
            <a:tailEnd/>
          </a:ln>
        </p:spPr>
        <p:txBody>
          <a:bodyPr wrap="square">
            <a:spAutoFit/>
          </a:bodyPr>
          <a:lstStyle/>
          <a:p>
            <a:pPr fontAlgn="base">
              <a:spcBef>
                <a:spcPct val="50000"/>
              </a:spcBef>
              <a:spcAft>
                <a:spcPct val="0"/>
              </a:spcAft>
            </a:pPr>
            <a:r>
              <a:rPr kumimoji="1" lang="zh-CN" altLang="en-US" sz="2800" dirty="0">
                <a:solidFill>
                  <a:srgbClr val="000000"/>
                </a:solidFill>
                <a:latin typeface="Times New Roman" pitchFamily="18" charset="0"/>
                <a:ea typeface="楷体_GB2312" pitchFamily="49" charset="-122"/>
              </a:rPr>
              <a:t>的幂级数 展开式为</a:t>
            </a:r>
            <a:r>
              <a:rPr kumimoji="1" lang="en-US" altLang="zh-CN" sz="2800" dirty="0">
                <a:solidFill>
                  <a:srgbClr val="000000"/>
                </a:solidFill>
                <a:latin typeface="Times New Roman" pitchFamily="18" charset="0"/>
                <a:ea typeface="楷体_GB2312" pitchFamily="49" charset="-122"/>
              </a:rPr>
              <a:t>?</a:t>
            </a:r>
          </a:p>
        </p:txBody>
      </p:sp>
      <p:graphicFrame>
        <p:nvGraphicFramePr>
          <p:cNvPr id="25616" name="Object 16"/>
          <p:cNvGraphicFramePr>
            <a:graphicFrameLocks noChangeAspect="1"/>
          </p:cNvGraphicFramePr>
          <p:nvPr/>
        </p:nvGraphicFramePr>
        <p:xfrm>
          <a:off x="539552" y="2060848"/>
          <a:ext cx="3475333" cy="1008112"/>
        </p:xfrm>
        <a:graphic>
          <a:graphicData uri="http://schemas.openxmlformats.org/presentationml/2006/ole">
            <mc:AlternateContent xmlns:mc="http://schemas.openxmlformats.org/markup-compatibility/2006">
              <mc:Choice xmlns:v="urn:schemas-microsoft-com:vml" Requires="v">
                <p:oleObj name="公式" r:id="rId4" imgW="1663560" imgH="482400" progId="">
                  <p:embed/>
                </p:oleObj>
              </mc:Choice>
              <mc:Fallback>
                <p:oleObj name="公式" r:id="rId4" imgW="1663560" imgH="482400" progId="">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52" y="2060848"/>
                        <a:ext cx="3475333" cy="1008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7" name="Object 17"/>
          <p:cNvGraphicFramePr>
            <a:graphicFrameLocks noChangeAspect="1"/>
          </p:cNvGraphicFramePr>
          <p:nvPr/>
        </p:nvGraphicFramePr>
        <p:xfrm>
          <a:off x="6372200" y="5517232"/>
          <a:ext cx="2044700" cy="406400"/>
        </p:xfrm>
        <a:graphic>
          <a:graphicData uri="http://schemas.openxmlformats.org/presentationml/2006/ole">
            <mc:AlternateContent xmlns:mc="http://schemas.openxmlformats.org/markup-compatibility/2006">
              <mc:Choice xmlns:v="urn:schemas-microsoft-com:vml" Requires="v">
                <p:oleObj name="Equation" r:id="rId6" imgW="2044440" imgH="406080" progId="">
                  <p:embed/>
                </p:oleObj>
              </mc:Choice>
              <mc:Fallback>
                <p:oleObj name="Equation" r:id="rId6" imgW="2044440" imgH="406080" progId="">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2200" y="5517232"/>
                        <a:ext cx="2044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6"/>
          <p:cNvGraphicFramePr>
            <a:graphicFrameLocks noChangeAspect="1"/>
          </p:cNvGraphicFramePr>
          <p:nvPr/>
        </p:nvGraphicFramePr>
        <p:xfrm>
          <a:off x="4981575" y="2060575"/>
          <a:ext cx="2944813" cy="1008063"/>
        </p:xfrm>
        <a:graphic>
          <a:graphicData uri="http://schemas.openxmlformats.org/presentationml/2006/ole">
            <mc:AlternateContent xmlns:mc="http://schemas.openxmlformats.org/markup-compatibility/2006">
              <mc:Choice xmlns:v="urn:schemas-microsoft-com:vml" Requires="v">
                <p:oleObj name="公式" r:id="rId8" imgW="1409400" imgH="482400" progId="">
                  <p:embed/>
                </p:oleObj>
              </mc:Choice>
              <mc:Fallback>
                <p:oleObj name="公式" r:id="rId8" imgW="1409400" imgH="482400" progId="">
                  <p:embed/>
                  <p:pic>
                    <p:nvPicPr>
                      <p:cNvPr id="0"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81575" y="2060575"/>
                        <a:ext cx="2944813"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16"/>
          <p:cNvGraphicFramePr>
            <a:graphicFrameLocks noChangeAspect="1"/>
          </p:cNvGraphicFramePr>
          <p:nvPr/>
        </p:nvGraphicFramePr>
        <p:xfrm>
          <a:off x="598488" y="3284538"/>
          <a:ext cx="3502025" cy="1008062"/>
        </p:xfrm>
        <a:graphic>
          <a:graphicData uri="http://schemas.openxmlformats.org/presentationml/2006/ole">
            <mc:AlternateContent xmlns:mc="http://schemas.openxmlformats.org/markup-compatibility/2006">
              <mc:Choice xmlns:v="urn:schemas-microsoft-com:vml" Requires="v">
                <p:oleObj name="公式" r:id="rId10" imgW="1676160" imgH="482400" progId="">
                  <p:embed/>
                </p:oleObj>
              </mc:Choice>
              <mc:Fallback>
                <p:oleObj name="公式" r:id="rId10" imgW="1676160" imgH="482400" progId="">
                  <p:embed/>
                  <p:pic>
                    <p:nvPicPr>
                      <p:cNvPr id="0"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8488" y="3284538"/>
                        <a:ext cx="3502025"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16"/>
          <p:cNvGraphicFramePr>
            <a:graphicFrameLocks noChangeAspect="1"/>
          </p:cNvGraphicFramePr>
          <p:nvPr/>
        </p:nvGraphicFramePr>
        <p:xfrm>
          <a:off x="4954588" y="3357563"/>
          <a:ext cx="2997200" cy="1008062"/>
        </p:xfrm>
        <a:graphic>
          <a:graphicData uri="http://schemas.openxmlformats.org/presentationml/2006/ole">
            <mc:AlternateContent xmlns:mc="http://schemas.openxmlformats.org/markup-compatibility/2006">
              <mc:Choice xmlns:v="urn:schemas-microsoft-com:vml" Requires="v">
                <p:oleObj name="公式" r:id="rId12" imgW="1434960" imgH="482400" progId="">
                  <p:embed/>
                </p:oleObj>
              </mc:Choice>
              <mc:Fallback>
                <p:oleObj name="公式" r:id="rId12" imgW="1434960" imgH="482400" progId="">
                  <p:embed/>
                  <p:pic>
                    <p:nvPicPr>
                      <p:cNvPr id="0"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54588" y="3357563"/>
                        <a:ext cx="2997200"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TextBox 11"/>
          <p:cNvSpPr txBox="1">
            <a:spLocks noChangeArrowheads="1"/>
          </p:cNvSpPr>
          <p:nvPr/>
        </p:nvSpPr>
        <p:spPr bwMode="auto">
          <a:xfrm>
            <a:off x="7162800" y="0"/>
            <a:ext cx="1524000" cy="338138"/>
          </a:xfrm>
          <a:prstGeom prst="rect">
            <a:avLst/>
          </a:prstGeom>
          <a:noFill/>
          <a:ln w="9525">
            <a:noFill/>
            <a:miter lim="800000"/>
            <a:headEnd/>
            <a:tailEnd/>
          </a:ln>
        </p:spPr>
        <p:txBody>
          <a:bodyPr>
            <a:spAutoFit/>
          </a:bodyPr>
          <a:lstStyle/>
          <a:p>
            <a:r>
              <a:rPr lang="en-US" altLang="zh-CN" sz="1600" dirty="0">
                <a:cs typeface="Arial" charset="0"/>
              </a:rPr>
              <a:t>#2014030503</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10"/>
                                        </p:tgtEl>
                                        <p:attrNameLst>
                                          <p:attrName>style.visibility</p:attrName>
                                        </p:attrNameLst>
                                      </p:cBhvr>
                                      <p:to>
                                        <p:strVal val="visible"/>
                                      </p:to>
                                    </p:set>
                                    <p:animEffect transition="in" filter="wipe(left)">
                                      <p:cBhvr>
                                        <p:cTn id="7" dur="500"/>
                                        <p:tgtEl>
                                          <p:spTgt spid="2561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611"/>
                                        </p:tgtEl>
                                        <p:attrNameLst>
                                          <p:attrName>style.visibility</p:attrName>
                                        </p:attrNameLst>
                                      </p:cBhvr>
                                      <p:to>
                                        <p:strVal val="visible"/>
                                      </p:to>
                                    </p:set>
                                    <p:animEffect transition="in" filter="wipe(left)">
                                      <p:cBhvr>
                                        <p:cTn id="11" dur="500"/>
                                        <p:tgtEl>
                                          <p:spTgt spid="2561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5612"/>
                                        </p:tgtEl>
                                        <p:attrNameLst>
                                          <p:attrName>style.visibility</p:attrName>
                                        </p:attrNameLst>
                                      </p:cBhvr>
                                      <p:to>
                                        <p:strVal val="visible"/>
                                      </p:to>
                                    </p:set>
                                    <p:animEffect transition="in" filter="wipe(left)">
                                      <p:cBhvr>
                                        <p:cTn id="15" dur="500"/>
                                        <p:tgtEl>
                                          <p:spTgt spid="256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5617"/>
                                        </p:tgtEl>
                                        <p:attrNameLst>
                                          <p:attrName>style.visibility</p:attrName>
                                        </p:attrNameLst>
                                      </p:cBhvr>
                                      <p:to>
                                        <p:strVal val="visible"/>
                                      </p:to>
                                    </p:set>
                                    <p:animEffect transition="in" filter="wipe(left)">
                                      <p:cBhvr>
                                        <p:cTn id="20" dur="500"/>
                                        <p:tgtEl>
                                          <p:spTgt spid="2561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5616"/>
                                        </p:tgtEl>
                                        <p:attrNameLst>
                                          <p:attrName>style.visibility</p:attrName>
                                        </p:attrNameLst>
                                      </p:cBhvr>
                                      <p:to>
                                        <p:strVal val="visible"/>
                                      </p:to>
                                    </p:set>
                                    <p:animEffect transition="in" filter="wipe(left)">
                                      <p:cBhvr>
                                        <p:cTn id="25" dur="500"/>
                                        <p:tgtEl>
                                          <p:spTgt spid="256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0" grpId="0" autoUpdateAnimBg="0"/>
      <p:bldP spid="25612"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9" name="Rectangle 2"/>
          <p:cNvSpPr>
            <a:spLocks noGrp="1" noChangeArrowheads="1"/>
          </p:cNvSpPr>
          <p:nvPr>
            <p:ph type="title" idx="4294967295"/>
          </p:nvPr>
        </p:nvSpPr>
        <p:spPr>
          <a:xfrm>
            <a:off x="0" y="0"/>
            <a:ext cx="1981200" cy="533400"/>
          </a:xfrm>
        </p:spPr>
        <p:txBody>
          <a:bodyPr/>
          <a:lstStyle/>
          <a:p>
            <a:pPr algn="l" eaLnBrk="1" hangingPunct="1"/>
            <a:r>
              <a:rPr lang="zh-CN" altLang="en-US" sz="3200" b="1">
                <a:solidFill>
                  <a:schemeClr val="accent2"/>
                </a:solidFill>
                <a:ea typeface="楷体_GB2312" pitchFamily="49" charset="-122"/>
              </a:rPr>
              <a:t>备用题  </a:t>
            </a:r>
            <a:r>
              <a:rPr lang="en-US" altLang="zh-CN" sz="2800" b="1">
                <a:solidFill>
                  <a:schemeClr val="accent2"/>
                </a:solidFill>
                <a:ea typeface="楷体_GB2312" pitchFamily="49" charset="-122"/>
              </a:rPr>
              <a:t>1.</a:t>
            </a:r>
          </a:p>
        </p:txBody>
      </p:sp>
      <p:sp>
        <p:nvSpPr>
          <p:cNvPr id="55310" name="Text Box 3"/>
          <p:cNvSpPr txBox="1">
            <a:spLocks noChangeArrowheads="1"/>
          </p:cNvSpPr>
          <p:nvPr/>
        </p:nvSpPr>
        <p:spPr bwMode="auto">
          <a:xfrm>
            <a:off x="1979613" y="188913"/>
            <a:ext cx="50292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将函数展开成 </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的幂级数</a:t>
            </a:r>
          </a:p>
        </p:txBody>
      </p:sp>
      <p:graphicFrame>
        <p:nvGraphicFramePr>
          <p:cNvPr id="55298" name="Object 4"/>
          <p:cNvGraphicFramePr>
            <a:graphicFrameLocks noChangeAspect="1"/>
          </p:cNvGraphicFramePr>
          <p:nvPr/>
        </p:nvGraphicFramePr>
        <p:xfrm>
          <a:off x="6156325" y="0"/>
          <a:ext cx="2730500" cy="850900"/>
        </p:xfrm>
        <a:graphic>
          <a:graphicData uri="http://schemas.openxmlformats.org/presentationml/2006/ole">
            <mc:AlternateContent xmlns:mc="http://schemas.openxmlformats.org/markup-compatibility/2006">
              <mc:Choice xmlns:v="urn:schemas-microsoft-com:vml" Requires="v">
                <p:oleObj name="Equation" r:id="rId2" imgW="2730240" imgH="850680" progId="">
                  <p:embed/>
                </p:oleObj>
              </mc:Choice>
              <mc:Fallback>
                <p:oleObj name="Equation" r:id="rId2" imgW="2730240" imgH="850680" progId="">
                  <p:embed/>
                  <p:pic>
                    <p:nvPicPr>
                      <p:cNvPr id="0" name="Object 4"/>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6156325" y="0"/>
                        <a:ext cx="27305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63" name="Object 15"/>
          <p:cNvGraphicFramePr>
            <a:graphicFrameLocks noChangeAspect="1"/>
          </p:cNvGraphicFramePr>
          <p:nvPr/>
        </p:nvGraphicFramePr>
        <p:xfrm>
          <a:off x="723030" y="1556792"/>
          <a:ext cx="3793684" cy="936104"/>
        </p:xfrm>
        <a:graphic>
          <a:graphicData uri="http://schemas.openxmlformats.org/presentationml/2006/ole">
            <mc:AlternateContent xmlns:mc="http://schemas.openxmlformats.org/markup-compatibility/2006">
              <mc:Choice xmlns:v="urn:schemas-microsoft-com:vml" Requires="v">
                <p:oleObj name="公式" r:id="rId4" imgW="1955520" imgH="482400" progId="">
                  <p:embed/>
                </p:oleObj>
              </mc:Choice>
              <mc:Fallback>
                <p:oleObj name="公式" r:id="rId4" imgW="1955520" imgH="482400" progId="">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030" y="1556792"/>
                        <a:ext cx="3793684"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64" name="Object 16"/>
          <p:cNvGraphicFramePr>
            <a:graphicFrameLocks noChangeAspect="1"/>
          </p:cNvGraphicFramePr>
          <p:nvPr/>
        </p:nvGraphicFramePr>
        <p:xfrm>
          <a:off x="7020272" y="4365104"/>
          <a:ext cx="1511300" cy="393700"/>
        </p:xfrm>
        <a:graphic>
          <a:graphicData uri="http://schemas.openxmlformats.org/presentationml/2006/ole">
            <mc:AlternateContent xmlns:mc="http://schemas.openxmlformats.org/markup-compatibility/2006">
              <mc:Choice xmlns:v="urn:schemas-microsoft-com:vml" Requires="v">
                <p:oleObj name="Equation" r:id="rId6" imgW="1511280" imgH="393480" progId="">
                  <p:embed/>
                </p:oleObj>
              </mc:Choice>
              <mc:Fallback>
                <p:oleObj name="Equation" r:id="rId6" imgW="1511280" imgH="393480" progId="">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0272" y="4365104"/>
                        <a:ext cx="15113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5"/>
          <p:cNvGraphicFramePr>
            <a:graphicFrameLocks noChangeAspect="1"/>
          </p:cNvGraphicFramePr>
          <p:nvPr/>
        </p:nvGraphicFramePr>
        <p:xfrm>
          <a:off x="5076056" y="1412776"/>
          <a:ext cx="3783083" cy="1079574"/>
        </p:xfrm>
        <a:graphic>
          <a:graphicData uri="http://schemas.openxmlformats.org/presentationml/2006/ole">
            <mc:AlternateContent xmlns:mc="http://schemas.openxmlformats.org/markup-compatibility/2006">
              <mc:Choice xmlns:v="urn:schemas-microsoft-com:vml" Requires="v">
                <p:oleObj name="公式" r:id="rId8" imgW="1688760" imgH="482400" progId="">
                  <p:embed/>
                </p:oleObj>
              </mc:Choice>
              <mc:Fallback>
                <p:oleObj name="公式" r:id="rId8" imgW="1688760" imgH="482400" progId="">
                  <p:embed/>
                  <p:pic>
                    <p:nvPicPr>
                      <p:cNvPr id="0"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6056" y="1412776"/>
                        <a:ext cx="3783083" cy="10795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15"/>
          <p:cNvGraphicFramePr>
            <a:graphicFrameLocks noChangeAspect="1"/>
          </p:cNvGraphicFramePr>
          <p:nvPr/>
        </p:nvGraphicFramePr>
        <p:xfrm>
          <a:off x="659114" y="2852738"/>
          <a:ext cx="3719211" cy="1008310"/>
        </p:xfrm>
        <a:graphic>
          <a:graphicData uri="http://schemas.openxmlformats.org/presentationml/2006/ole">
            <mc:AlternateContent xmlns:mc="http://schemas.openxmlformats.org/markup-compatibility/2006">
              <mc:Choice xmlns:v="urn:schemas-microsoft-com:vml" Requires="v">
                <p:oleObj name="公式" r:id="rId10" imgW="1777680" imgH="482400" progId="">
                  <p:embed/>
                </p:oleObj>
              </mc:Choice>
              <mc:Fallback>
                <p:oleObj name="公式" r:id="rId10" imgW="1777680" imgH="482400" progId="">
                  <p:embed/>
                  <p:pic>
                    <p:nvPicPr>
                      <p:cNvPr id="0"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9114" y="2852738"/>
                        <a:ext cx="3719211" cy="10083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15"/>
          <p:cNvGraphicFramePr>
            <a:graphicFrameLocks noChangeAspect="1"/>
          </p:cNvGraphicFramePr>
          <p:nvPr/>
        </p:nvGraphicFramePr>
        <p:xfrm>
          <a:off x="5148064" y="2780928"/>
          <a:ext cx="3643161" cy="1151756"/>
        </p:xfrm>
        <a:graphic>
          <a:graphicData uri="http://schemas.openxmlformats.org/presentationml/2006/ole">
            <mc:AlternateContent xmlns:mc="http://schemas.openxmlformats.org/markup-compatibility/2006">
              <mc:Choice xmlns:v="urn:schemas-microsoft-com:vml" Requires="v">
                <p:oleObj name="公式" r:id="rId12" imgW="1523880" imgH="482400" progId="">
                  <p:embed/>
                </p:oleObj>
              </mc:Choice>
              <mc:Fallback>
                <p:oleObj name="公式" r:id="rId12" imgW="1523880" imgH="482400" progId="">
                  <p:embed/>
                  <p:pic>
                    <p:nvPicPr>
                      <p:cNvPr id="0"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48064" y="2780928"/>
                        <a:ext cx="3643161" cy="11517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Box 11"/>
          <p:cNvSpPr txBox="1">
            <a:spLocks noChangeArrowheads="1"/>
          </p:cNvSpPr>
          <p:nvPr/>
        </p:nvSpPr>
        <p:spPr bwMode="auto">
          <a:xfrm>
            <a:off x="7164288" y="5661248"/>
            <a:ext cx="1524000" cy="338554"/>
          </a:xfrm>
          <a:prstGeom prst="rect">
            <a:avLst/>
          </a:prstGeom>
          <a:noFill/>
          <a:ln w="9525">
            <a:noFill/>
            <a:miter lim="800000"/>
            <a:headEnd/>
            <a:tailEnd/>
          </a:ln>
        </p:spPr>
        <p:txBody>
          <a:bodyPr>
            <a:spAutoFit/>
          </a:bodyPr>
          <a:lstStyle/>
          <a:p>
            <a:r>
              <a:rPr lang="en-US" altLang="zh-CN" sz="1600" dirty="0">
                <a:cs typeface="Arial" charset="0"/>
              </a:rPr>
              <a:t>#2014031001</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663"/>
                                        </p:tgtEl>
                                        <p:attrNameLst>
                                          <p:attrName>style.visibility</p:attrName>
                                        </p:attrNameLst>
                                      </p:cBhvr>
                                      <p:to>
                                        <p:strVal val="visible"/>
                                      </p:to>
                                    </p:set>
                                    <p:animEffect transition="in" filter="wipe(left)">
                                      <p:cBhvr>
                                        <p:cTn id="7" dur="500"/>
                                        <p:tgtEl>
                                          <p:spTgt spid="276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664"/>
                                        </p:tgtEl>
                                        <p:attrNameLst>
                                          <p:attrName>style.visibility</p:attrName>
                                        </p:attrNameLst>
                                      </p:cBhvr>
                                      <p:to>
                                        <p:strVal val="visible"/>
                                      </p:to>
                                    </p:set>
                                    <p:animEffect transition="in" filter="wipe(left)">
                                      <p:cBhvr>
                                        <p:cTn id="12" dur="500"/>
                                        <p:tgtEl>
                                          <p:spTgt spid="276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9" name="Rectangle 2"/>
          <p:cNvSpPr>
            <a:spLocks noGrp="1" noChangeArrowheads="1"/>
          </p:cNvSpPr>
          <p:nvPr>
            <p:ph type="title" idx="4294967295"/>
          </p:nvPr>
        </p:nvSpPr>
        <p:spPr>
          <a:xfrm>
            <a:off x="0" y="0"/>
            <a:ext cx="1981200" cy="533400"/>
          </a:xfrm>
        </p:spPr>
        <p:txBody>
          <a:bodyPr/>
          <a:lstStyle/>
          <a:p>
            <a:pPr algn="l" eaLnBrk="1" hangingPunct="1"/>
            <a:r>
              <a:rPr lang="zh-CN" altLang="en-US" sz="3200" b="1">
                <a:solidFill>
                  <a:schemeClr val="accent2"/>
                </a:solidFill>
                <a:ea typeface="楷体_GB2312" pitchFamily="49" charset="-122"/>
              </a:rPr>
              <a:t>备用题  </a:t>
            </a:r>
            <a:r>
              <a:rPr lang="en-US" altLang="zh-CN" sz="2800" b="1">
                <a:solidFill>
                  <a:schemeClr val="accent2"/>
                </a:solidFill>
                <a:ea typeface="楷体_GB2312" pitchFamily="49" charset="-122"/>
              </a:rPr>
              <a:t>1.</a:t>
            </a:r>
          </a:p>
        </p:txBody>
      </p:sp>
      <p:sp>
        <p:nvSpPr>
          <p:cNvPr id="55310" name="Text Box 3"/>
          <p:cNvSpPr txBox="1">
            <a:spLocks noChangeArrowheads="1"/>
          </p:cNvSpPr>
          <p:nvPr/>
        </p:nvSpPr>
        <p:spPr bwMode="auto">
          <a:xfrm>
            <a:off x="1979613" y="188913"/>
            <a:ext cx="50292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将函数展开成 </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的幂级数</a:t>
            </a:r>
          </a:p>
        </p:txBody>
      </p:sp>
      <p:graphicFrame>
        <p:nvGraphicFramePr>
          <p:cNvPr id="55298" name="Object 4"/>
          <p:cNvGraphicFramePr>
            <a:graphicFrameLocks noChangeAspect="1"/>
          </p:cNvGraphicFramePr>
          <p:nvPr/>
        </p:nvGraphicFramePr>
        <p:xfrm>
          <a:off x="6156325" y="0"/>
          <a:ext cx="2730500" cy="850900"/>
        </p:xfrm>
        <a:graphic>
          <a:graphicData uri="http://schemas.openxmlformats.org/presentationml/2006/ole">
            <mc:AlternateContent xmlns:mc="http://schemas.openxmlformats.org/markup-compatibility/2006">
              <mc:Choice xmlns:v="urn:schemas-microsoft-com:vml" Requires="v">
                <p:oleObj name="Equation" r:id="rId2" imgW="2730240" imgH="850680" progId="">
                  <p:embed/>
                </p:oleObj>
              </mc:Choice>
              <mc:Fallback>
                <p:oleObj name="Equation" r:id="rId2" imgW="2730240" imgH="850680" progId="">
                  <p:embed/>
                  <p:pic>
                    <p:nvPicPr>
                      <p:cNvPr id="0" name="Object 4"/>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6156325" y="0"/>
                        <a:ext cx="27305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3" name="Text Box 5"/>
          <p:cNvSpPr txBox="1">
            <a:spLocks noChangeArrowheads="1"/>
          </p:cNvSpPr>
          <p:nvPr/>
        </p:nvSpPr>
        <p:spPr bwMode="auto">
          <a:xfrm>
            <a:off x="250825" y="908050"/>
            <a:ext cx="8382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解</a:t>
            </a:r>
            <a:r>
              <a:rPr kumimoji="1" lang="en-US" altLang="zh-CN" sz="2800" b="1">
                <a:solidFill>
                  <a:srgbClr val="333399"/>
                </a:solidFill>
                <a:latin typeface="Times New Roman" pitchFamily="18" charset="0"/>
                <a:ea typeface="楷体_GB2312" pitchFamily="49" charset="-122"/>
              </a:rPr>
              <a:t>:</a:t>
            </a:r>
          </a:p>
        </p:txBody>
      </p:sp>
      <p:graphicFrame>
        <p:nvGraphicFramePr>
          <p:cNvPr id="27654" name="Object 6"/>
          <p:cNvGraphicFramePr>
            <a:graphicFrameLocks noChangeAspect="1"/>
          </p:cNvGraphicFramePr>
          <p:nvPr/>
        </p:nvGraphicFramePr>
        <p:xfrm>
          <a:off x="1258888" y="981075"/>
          <a:ext cx="1117600" cy="419100"/>
        </p:xfrm>
        <a:graphic>
          <a:graphicData uri="http://schemas.openxmlformats.org/presentationml/2006/ole">
            <mc:AlternateContent xmlns:mc="http://schemas.openxmlformats.org/markup-compatibility/2006">
              <mc:Choice xmlns:v="urn:schemas-microsoft-com:vml" Requires="v">
                <p:oleObj name="Equation" r:id="rId4" imgW="1117440" imgH="419040" progId="">
                  <p:embed/>
                </p:oleObj>
              </mc:Choice>
              <mc:Fallback>
                <p:oleObj name="Equation" r:id="rId4" imgW="1117440" imgH="419040" progId="">
                  <p:embed/>
                  <p:pic>
                    <p:nvPicPr>
                      <p:cNvPr id="0" name="Object 6"/>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1258888" y="981075"/>
                        <a:ext cx="11176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5" name="Object 7"/>
          <p:cNvGraphicFramePr>
            <a:graphicFrameLocks noChangeAspect="1"/>
          </p:cNvGraphicFramePr>
          <p:nvPr/>
        </p:nvGraphicFramePr>
        <p:xfrm>
          <a:off x="2484438" y="692150"/>
          <a:ext cx="889000" cy="876300"/>
        </p:xfrm>
        <a:graphic>
          <a:graphicData uri="http://schemas.openxmlformats.org/presentationml/2006/ole">
            <mc:AlternateContent xmlns:mc="http://schemas.openxmlformats.org/markup-compatibility/2006">
              <mc:Choice xmlns:v="urn:schemas-microsoft-com:vml" Requires="v">
                <p:oleObj name="Equation" r:id="rId6" imgW="888840" imgH="876240" progId="">
                  <p:embed/>
                </p:oleObj>
              </mc:Choice>
              <mc:Fallback>
                <p:oleObj name="Equation" r:id="rId6" imgW="888840" imgH="876240" progId="">
                  <p:embed/>
                  <p:pic>
                    <p:nvPicPr>
                      <p:cNvPr id="0" name="Object 7"/>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2484438" y="692150"/>
                        <a:ext cx="8890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6" name="Object 8"/>
          <p:cNvGraphicFramePr>
            <a:graphicFrameLocks noChangeAspect="1"/>
          </p:cNvGraphicFramePr>
          <p:nvPr/>
        </p:nvGraphicFramePr>
        <p:xfrm>
          <a:off x="3492500" y="692150"/>
          <a:ext cx="2184400" cy="1016000"/>
        </p:xfrm>
        <a:graphic>
          <a:graphicData uri="http://schemas.openxmlformats.org/presentationml/2006/ole">
            <mc:AlternateContent xmlns:mc="http://schemas.openxmlformats.org/markup-compatibility/2006">
              <mc:Choice xmlns:v="urn:schemas-microsoft-com:vml" Requires="v">
                <p:oleObj name="Equation" r:id="rId8" imgW="2184120" imgH="1015920" progId="">
                  <p:embed/>
                </p:oleObj>
              </mc:Choice>
              <mc:Fallback>
                <p:oleObj name="Equation" r:id="rId8" imgW="2184120" imgH="1015920" progId="">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92500" y="692150"/>
                        <a:ext cx="21844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7" name="Object 9"/>
          <p:cNvGraphicFramePr>
            <a:graphicFrameLocks noChangeAspect="1"/>
          </p:cNvGraphicFramePr>
          <p:nvPr/>
        </p:nvGraphicFramePr>
        <p:xfrm>
          <a:off x="5867400" y="981075"/>
          <a:ext cx="1511300" cy="406400"/>
        </p:xfrm>
        <a:graphic>
          <a:graphicData uri="http://schemas.openxmlformats.org/presentationml/2006/ole">
            <mc:AlternateContent xmlns:mc="http://schemas.openxmlformats.org/markup-compatibility/2006">
              <mc:Choice xmlns:v="urn:schemas-microsoft-com:vml" Requires="v">
                <p:oleObj name="Equation" r:id="rId10" imgW="1511280" imgH="406080" progId="">
                  <p:embed/>
                </p:oleObj>
              </mc:Choice>
              <mc:Fallback>
                <p:oleObj name="Equation" r:id="rId10" imgW="1511280" imgH="406080" progId="">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67400" y="981075"/>
                        <a:ext cx="15113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8" name="Object 10"/>
          <p:cNvGraphicFramePr>
            <a:graphicFrameLocks noChangeAspect="1"/>
          </p:cNvGraphicFramePr>
          <p:nvPr/>
        </p:nvGraphicFramePr>
        <p:xfrm>
          <a:off x="0" y="1989138"/>
          <a:ext cx="2463800" cy="406400"/>
        </p:xfrm>
        <a:graphic>
          <a:graphicData uri="http://schemas.openxmlformats.org/presentationml/2006/ole">
            <mc:AlternateContent xmlns:mc="http://schemas.openxmlformats.org/markup-compatibility/2006">
              <mc:Choice xmlns:v="urn:schemas-microsoft-com:vml" Requires="v">
                <p:oleObj name="Equation" r:id="rId12" imgW="2463480" imgH="406080" progId="">
                  <p:embed/>
                </p:oleObj>
              </mc:Choice>
              <mc:Fallback>
                <p:oleObj name="Equation" r:id="rId12" imgW="2463480" imgH="406080" progId="">
                  <p:embed/>
                  <p:pic>
                    <p:nvPicPr>
                      <p:cNvPr id="0" name="Object 10"/>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0" y="1989138"/>
                        <a:ext cx="2463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9" name="Object 11"/>
          <p:cNvGraphicFramePr>
            <a:graphicFrameLocks noChangeAspect="1"/>
          </p:cNvGraphicFramePr>
          <p:nvPr/>
        </p:nvGraphicFramePr>
        <p:xfrm>
          <a:off x="2555875" y="1700213"/>
          <a:ext cx="2679700" cy="1016000"/>
        </p:xfrm>
        <a:graphic>
          <a:graphicData uri="http://schemas.openxmlformats.org/presentationml/2006/ole">
            <mc:AlternateContent xmlns:mc="http://schemas.openxmlformats.org/markup-compatibility/2006">
              <mc:Choice xmlns:v="urn:schemas-microsoft-com:vml" Requires="v">
                <p:oleObj name="Equation" r:id="rId14" imgW="2679480" imgH="1015920" progId="">
                  <p:embed/>
                </p:oleObj>
              </mc:Choice>
              <mc:Fallback>
                <p:oleObj name="Equation" r:id="rId14" imgW="2679480" imgH="1015920" progId="">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55875" y="1700213"/>
                        <a:ext cx="267970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60" name="Object 12"/>
          <p:cNvGraphicFramePr>
            <a:graphicFrameLocks noChangeAspect="1"/>
          </p:cNvGraphicFramePr>
          <p:nvPr/>
        </p:nvGraphicFramePr>
        <p:xfrm>
          <a:off x="5508625" y="1628775"/>
          <a:ext cx="2476500" cy="1041400"/>
        </p:xfrm>
        <a:graphic>
          <a:graphicData uri="http://schemas.openxmlformats.org/presentationml/2006/ole">
            <mc:AlternateContent xmlns:mc="http://schemas.openxmlformats.org/markup-compatibility/2006">
              <mc:Choice xmlns:v="urn:schemas-microsoft-com:vml" Requires="v">
                <p:oleObj name="Equation" r:id="rId16" imgW="2476440" imgH="1041120" progId="">
                  <p:embed/>
                </p:oleObj>
              </mc:Choice>
              <mc:Fallback>
                <p:oleObj name="Equation" r:id="rId16" imgW="2476440" imgH="1041120" progId="">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08625" y="1628775"/>
                        <a:ext cx="24765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1" name="Text Box 13"/>
          <p:cNvSpPr txBox="1">
            <a:spLocks noChangeArrowheads="1"/>
          </p:cNvSpPr>
          <p:nvPr/>
        </p:nvSpPr>
        <p:spPr bwMode="auto">
          <a:xfrm>
            <a:off x="250825" y="2781300"/>
            <a:ext cx="47244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i="1">
                <a:solidFill>
                  <a:srgbClr val="000000"/>
                </a:solidFill>
                <a:latin typeface="Times New Roman" pitchFamily="18" charset="0"/>
                <a:ea typeface="楷体_GB2312" pitchFamily="49" charset="-122"/>
              </a:rPr>
              <a:t>x</a:t>
            </a:r>
            <a:r>
              <a:rPr kumimoji="1" lang="zh-CN" altLang="en-US" sz="2800">
                <a:solidFill>
                  <a:srgbClr val="000000"/>
                </a:solidFill>
                <a:latin typeface="Times New Roman" pitchFamily="18" charset="0"/>
                <a:ea typeface="楷体_GB2312" pitchFamily="49" charset="-122"/>
              </a:rPr>
              <a:t>＝</a:t>
            </a:r>
            <a:r>
              <a:rPr kumimoji="1" lang="en-US" altLang="zh-CN" sz="2800">
                <a:solidFill>
                  <a:srgbClr val="000000"/>
                </a:solidFill>
                <a:latin typeface="Times New Roman" pitchFamily="18" charset="0"/>
                <a:ea typeface="楷体_GB2312" pitchFamily="49" charset="-122"/>
              </a:rPr>
              <a:t>±1 </a:t>
            </a:r>
            <a:r>
              <a:rPr kumimoji="1" lang="zh-CN" altLang="en-US" sz="2800">
                <a:solidFill>
                  <a:srgbClr val="000000"/>
                </a:solidFill>
                <a:latin typeface="Times New Roman" pitchFamily="18" charset="0"/>
                <a:ea typeface="楷体_GB2312" pitchFamily="49" charset="-122"/>
              </a:rPr>
              <a:t>时</a:t>
            </a:r>
            <a:r>
              <a:rPr kumimoji="1" lang="en-US" altLang="zh-CN" sz="2800">
                <a:solidFill>
                  <a:srgbClr val="000000"/>
                </a:solidFill>
                <a:latin typeface="Times New Roman" pitchFamily="18" charset="0"/>
                <a:ea typeface="楷体_GB2312" pitchFamily="49" charset="-122"/>
              </a:rPr>
              <a:t>, </a:t>
            </a:r>
            <a:r>
              <a:rPr kumimoji="1" lang="zh-CN" altLang="en-US" sz="2800">
                <a:solidFill>
                  <a:srgbClr val="000000"/>
                </a:solidFill>
                <a:latin typeface="Times New Roman" pitchFamily="18" charset="0"/>
                <a:ea typeface="楷体_GB2312" pitchFamily="49" charset="-122"/>
              </a:rPr>
              <a:t>此级数条件收敛</a:t>
            </a:r>
            <a:r>
              <a:rPr kumimoji="1" lang="en-US" altLang="zh-CN" sz="2800">
                <a:solidFill>
                  <a:srgbClr val="000000"/>
                </a:solidFill>
                <a:latin typeface="Times New Roman" pitchFamily="18" charset="0"/>
                <a:ea typeface="楷体_GB2312" pitchFamily="49" charset="-122"/>
              </a:rPr>
              <a:t>,</a:t>
            </a:r>
          </a:p>
        </p:txBody>
      </p:sp>
      <p:graphicFrame>
        <p:nvGraphicFramePr>
          <p:cNvPr id="27662" name="Object 14"/>
          <p:cNvGraphicFramePr>
            <a:graphicFrameLocks noChangeAspect="1"/>
          </p:cNvGraphicFramePr>
          <p:nvPr/>
        </p:nvGraphicFramePr>
        <p:xfrm>
          <a:off x="4572000" y="2636838"/>
          <a:ext cx="1485900" cy="850900"/>
        </p:xfrm>
        <a:graphic>
          <a:graphicData uri="http://schemas.openxmlformats.org/presentationml/2006/ole">
            <mc:AlternateContent xmlns:mc="http://schemas.openxmlformats.org/markup-compatibility/2006">
              <mc:Choice xmlns:v="urn:schemas-microsoft-com:vml" Requires="v">
                <p:oleObj name="Equation" r:id="rId18" imgW="1485720" imgH="850680" progId="">
                  <p:embed/>
                </p:oleObj>
              </mc:Choice>
              <mc:Fallback>
                <p:oleObj name="Equation" r:id="rId18" imgW="1485720" imgH="850680" progId="">
                  <p:embed/>
                  <p:pic>
                    <p:nvPicPr>
                      <p:cNvPr id="0" name="Object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72000" y="2636838"/>
                        <a:ext cx="14859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63" name="Object 15"/>
          <p:cNvGraphicFramePr>
            <a:graphicFrameLocks noChangeAspect="1"/>
          </p:cNvGraphicFramePr>
          <p:nvPr/>
        </p:nvGraphicFramePr>
        <p:xfrm>
          <a:off x="1258888" y="3284538"/>
          <a:ext cx="4076700" cy="1143000"/>
        </p:xfrm>
        <a:graphic>
          <a:graphicData uri="http://schemas.openxmlformats.org/presentationml/2006/ole">
            <mc:AlternateContent xmlns:mc="http://schemas.openxmlformats.org/markup-compatibility/2006">
              <mc:Choice xmlns:v="urn:schemas-microsoft-com:vml" Requires="v">
                <p:oleObj name="Equation" r:id="rId20" imgW="4076640" imgH="1143000" progId="">
                  <p:embed/>
                </p:oleObj>
              </mc:Choice>
              <mc:Fallback>
                <p:oleObj name="Equation" r:id="rId20" imgW="4076640" imgH="1143000" progId="">
                  <p:embed/>
                  <p:pic>
                    <p:nvPicPr>
                      <p:cNvPr id="0" name="Object 1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58888" y="3284538"/>
                        <a:ext cx="407670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64" name="Object 16"/>
          <p:cNvGraphicFramePr>
            <a:graphicFrameLocks noChangeAspect="1"/>
          </p:cNvGraphicFramePr>
          <p:nvPr/>
        </p:nvGraphicFramePr>
        <p:xfrm>
          <a:off x="6227763" y="3716338"/>
          <a:ext cx="1511300" cy="393700"/>
        </p:xfrm>
        <a:graphic>
          <a:graphicData uri="http://schemas.openxmlformats.org/presentationml/2006/ole">
            <mc:AlternateContent xmlns:mc="http://schemas.openxmlformats.org/markup-compatibility/2006">
              <mc:Choice xmlns:v="urn:schemas-microsoft-com:vml" Requires="v">
                <p:oleObj name="Equation" r:id="rId22" imgW="1511280" imgH="393480" progId="">
                  <p:embed/>
                </p:oleObj>
              </mc:Choice>
              <mc:Fallback>
                <p:oleObj name="Equation" r:id="rId22" imgW="1511280" imgH="393480" progId="">
                  <p:embed/>
                  <p:pic>
                    <p:nvPicPr>
                      <p:cNvPr id="0" name="Object 1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227763" y="3716338"/>
                        <a:ext cx="15113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5" name="Text Box 17"/>
          <p:cNvSpPr txBox="1">
            <a:spLocks noChangeArrowheads="1"/>
          </p:cNvSpPr>
          <p:nvPr/>
        </p:nvSpPr>
        <p:spPr bwMode="auto">
          <a:xfrm>
            <a:off x="6227763" y="2781300"/>
            <a:ext cx="984250" cy="519113"/>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kumimoji="1" lang="zh-CN" altLang="en-US" sz="2800">
                <a:solidFill>
                  <a:srgbClr val="000000"/>
                </a:solidFill>
                <a:latin typeface="Times New Roman" pitchFamily="18" charset="0"/>
                <a:ea typeface="楷体_GB2312" pitchFamily="49" charset="-122"/>
              </a:rPr>
              <a:t>因此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3">
                                            <p:txEl>
                                              <p:pRg st="0" end="0"/>
                                            </p:txEl>
                                          </p:spTgt>
                                        </p:tgtEl>
                                        <p:attrNameLst>
                                          <p:attrName>style.visibility</p:attrName>
                                        </p:attrNameLst>
                                      </p:cBhvr>
                                      <p:to>
                                        <p:strVal val="visible"/>
                                      </p:to>
                                    </p:set>
                                    <p:animEffect transition="in" filter="wipe(left)">
                                      <p:cBhvr>
                                        <p:cTn id="7" dur="500"/>
                                        <p:tgtEl>
                                          <p:spTgt spid="276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654"/>
                                        </p:tgtEl>
                                        <p:attrNameLst>
                                          <p:attrName>style.visibility</p:attrName>
                                        </p:attrNameLst>
                                      </p:cBhvr>
                                      <p:to>
                                        <p:strVal val="visible"/>
                                      </p:to>
                                    </p:set>
                                    <p:animEffect transition="in" filter="wipe(left)">
                                      <p:cBhvr>
                                        <p:cTn id="12" dur="500"/>
                                        <p:tgtEl>
                                          <p:spTgt spid="2765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7655"/>
                                        </p:tgtEl>
                                        <p:attrNameLst>
                                          <p:attrName>style.visibility</p:attrName>
                                        </p:attrNameLst>
                                      </p:cBhvr>
                                      <p:to>
                                        <p:strVal val="visible"/>
                                      </p:to>
                                    </p:set>
                                    <p:animEffect transition="in" filter="wipe(left)">
                                      <p:cBhvr>
                                        <p:cTn id="16" dur="500"/>
                                        <p:tgtEl>
                                          <p:spTgt spid="2765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7656"/>
                                        </p:tgtEl>
                                        <p:attrNameLst>
                                          <p:attrName>style.visibility</p:attrName>
                                        </p:attrNameLst>
                                      </p:cBhvr>
                                      <p:to>
                                        <p:strVal val="visible"/>
                                      </p:to>
                                    </p:set>
                                    <p:animEffect transition="in" filter="wipe(left)">
                                      <p:cBhvr>
                                        <p:cTn id="21" dur="500"/>
                                        <p:tgtEl>
                                          <p:spTgt spid="2765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7657"/>
                                        </p:tgtEl>
                                        <p:attrNameLst>
                                          <p:attrName>style.visibility</p:attrName>
                                        </p:attrNameLst>
                                      </p:cBhvr>
                                      <p:to>
                                        <p:strVal val="visible"/>
                                      </p:to>
                                    </p:set>
                                    <p:animEffect transition="in" filter="wipe(left)">
                                      <p:cBhvr>
                                        <p:cTn id="26" dur="500"/>
                                        <p:tgtEl>
                                          <p:spTgt spid="2765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7658"/>
                                        </p:tgtEl>
                                        <p:attrNameLst>
                                          <p:attrName>style.visibility</p:attrName>
                                        </p:attrNameLst>
                                      </p:cBhvr>
                                      <p:to>
                                        <p:strVal val="visible"/>
                                      </p:to>
                                    </p:set>
                                    <p:animEffect transition="in" filter="wipe(left)">
                                      <p:cBhvr>
                                        <p:cTn id="31" dur="500"/>
                                        <p:tgtEl>
                                          <p:spTgt spid="2765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7659"/>
                                        </p:tgtEl>
                                        <p:attrNameLst>
                                          <p:attrName>style.visibility</p:attrName>
                                        </p:attrNameLst>
                                      </p:cBhvr>
                                      <p:to>
                                        <p:strVal val="visible"/>
                                      </p:to>
                                    </p:set>
                                    <p:animEffect transition="in" filter="wipe(left)">
                                      <p:cBhvr>
                                        <p:cTn id="36" dur="500"/>
                                        <p:tgtEl>
                                          <p:spTgt spid="2765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7660"/>
                                        </p:tgtEl>
                                        <p:attrNameLst>
                                          <p:attrName>style.visibility</p:attrName>
                                        </p:attrNameLst>
                                      </p:cBhvr>
                                      <p:to>
                                        <p:strVal val="visible"/>
                                      </p:to>
                                    </p:set>
                                    <p:animEffect transition="in" filter="wipe(left)">
                                      <p:cBhvr>
                                        <p:cTn id="41" dur="500"/>
                                        <p:tgtEl>
                                          <p:spTgt spid="2766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7661">
                                            <p:txEl>
                                              <p:pRg st="0" end="0"/>
                                            </p:txEl>
                                          </p:spTgt>
                                        </p:tgtEl>
                                        <p:attrNameLst>
                                          <p:attrName>style.visibility</p:attrName>
                                        </p:attrNameLst>
                                      </p:cBhvr>
                                      <p:to>
                                        <p:strVal val="visible"/>
                                      </p:to>
                                    </p:set>
                                    <p:animEffect transition="in" filter="wipe(left)">
                                      <p:cBhvr>
                                        <p:cTn id="46" dur="500"/>
                                        <p:tgtEl>
                                          <p:spTgt spid="27661">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7662"/>
                                        </p:tgtEl>
                                        <p:attrNameLst>
                                          <p:attrName>style.visibility</p:attrName>
                                        </p:attrNameLst>
                                      </p:cBhvr>
                                      <p:to>
                                        <p:strVal val="visible"/>
                                      </p:to>
                                    </p:set>
                                    <p:animEffect transition="in" filter="wipe(left)">
                                      <p:cBhvr>
                                        <p:cTn id="51" dur="500"/>
                                        <p:tgtEl>
                                          <p:spTgt spid="2766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7665">
                                            <p:txEl>
                                              <p:pRg st="0" end="0"/>
                                            </p:txEl>
                                          </p:spTgt>
                                        </p:tgtEl>
                                        <p:attrNameLst>
                                          <p:attrName>style.visibility</p:attrName>
                                        </p:attrNameLst>
                                      </p:cBhvr>
                                      <p:to>
                                        <p:strVal val="visible"/>
                                      </p:to>
                                    </p:set>
                                    <p:animEffect transition="in" filter="wipe(left)">
                                      <p:cBhvr>
                                        <p:cTn id="56" dur="500"/>
                                        <p:tgtEl>
                                          <p:spTgt spid="27665">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7663"/>
                                        </p:tgtEl>
                                        <p:attrNameLst>
                                          <p:attrName>style.visibility</p:attrName>
                                        </p:attrNameLst>
                                      </p:cBhvr>
                                      <p:to>
                                        <p:strVal val="visible"/>
                                      </p:to>
                                    </p:set>
                                    <p:animEffect transition="in" filter="wipe(left)">
                                      <p:cBhvr>
                                        <p:cTn id="61" dur="500"/>
                                        <p:tgtEl>
                                          <p:spTgt spid="2766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7664"/>
                                        </p:tgtEl>
                                        <p:attrNameLst>
                                          <p:attrName>style.visibility</p:attrName>
                                        </p:attrNameLst>
                                      </p:cBhvr>
                                      <p:to>
                                        <p:strVal val="visible"/>
                                      </p:to>
                                    </p:set>
                                    <p:animEffect transition="in" filter="wipe(left)">
                                      <p:cBhvr>
                                        <p:cTn id="66" dur="500"/>
                                        <p:tgtEl>
                                          <p:spTgt spid="27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build="p" autoUpdateAnimBg="0"/>
      <p:bldP spid="27661" grpId="0" build="p" autoUpdateAnimBg="0"/>
      <p:bldP spid="27665"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44" name="Rectangle 10"/>
          <p:cNvSpPr>
            <a:spLocks noGrp="1" noChangeArrowheads="1"/>
          </p:cNvSpPr>
          <p:nvPr>
            <p:ph type="title" idx="4294967295"/>
          </p:nvPr>
        </p:nvSpPr>
        <p:spPr>
          <a:xfrm>
            <a:off x="0" y="0"/>
            <a:ext cx="1295400" cy="533400"/>
          </a:xfrm>
        </p:spPr>
        <p:txBody>
          <a:bodyPr/>
          <a:lstStyle/>
          <a:p>
            <a:pPr algn="l" eaLnBrk="1" hangingPunct="1"/>
            <a:r>
              <a:rPr lang="en-US" altLang="zh-CN" sz="2800" b="1">
                <a:solidFill>
                  <a:schemeClr val="accent2"/>
                </a:solidFill>
                <a:ea typeface="楷体_GB2312" pitchFamily="49" charset="-122"/>
              </a:rPr>
              <a:t>2.</a:t>
            </a:r>
            <a:r>
              <a:rPr lang="en-US" altLang="zh-CN" sz="2800">
                <a:solidFill>
                  <a:schemeClr val="accent2"/>
                </a:solidFill>
                <a:ea typeface="楷体_GB2312" pitchFamily="49" charset="-122"/>
              </a:rPr>
              <a:t> </a:t>
            </a:r>
            <a:r>
              <a:rPr lang="zh-CN" altLang="en-US" sz="2800">
                <a:solidFill>
                  <a:schemeClr val="tx1"/>
                </a:solidFill>
                <a:ea typeface="楷体_GB2312" pitchFamily="49" charset="-122"/>
              </a:rPr>
              <a:t>将</a:t>
            </a:r>
          </a:p>
        </p:txBody>
      </p:sp>
      <p:sp>
        <p:nvSpPr>
          <p:cNvPr id="56345" name="Text Box 11"/>
          <p:cNvSpPr txBox="1">
            <a:spLocks noChangeArrowheads="1"/>
          </p:cNvSpPr>
          <p:nvPr/>
        </p:nvSpPr>
        <p:spPr bwMode="auto">
          <a:xfrm>
            <a:off x="4427538" y="0"/>
            <a:ext cx="3657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在</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 0</a:t>
            </a:r>
            <a:r>
              <a:rPr kumimoji="1" lang="zh-CN" altLang="en-US" sz="2800">
                <a:solidFill>
                  <a:srgbClr val="000000"/>
                </a:solidFill>
                <a:latin typeface="Times New Roman" pitchFamily="18" charset="0"/>
                <a:ea typeface="楷体_GB2312" pitchFamily="49" charset="-122"/>
              </a:rPr>
              <a:t>处展为幂级数</a:t>
            </a:r>
            <a:r>
              <a:rPr kumimoji="1" lang="en-US" altLang="zh-CN" sz="2800">
                <a:solidFill>
                  <a:srgbClr val="000000"/>
                </a:solidFill>
                <a:latin typeface="Times New Roman" pitchFamily="18" charset="0"/>
                <a:ea typeface="楷体_GB2312" pitchFamily="49" charset="-122"/>
              </a:rPr>
              <a:t>.</a:t>
            </a:r>
          </a:p>
        </p:txBody>
      </p:sp>
      <p:graphicFrame>
        <p:nvGraphicFramePr>
          <p:cNvPr id="56322" name="Object 12"/>
          <p:cNvGraphicFramePr>
            <a:graphicFrameLocks noChangeAspect="1"/>
          </p:cNvGraphicFramePr>
          <p:nvPr/>
        </p:nvGraphicFramePr>
        <p:xfrm>
          <a:off x="1116013" y="0"/>
          <a:ext cx="3238500" cy="508000"/>
        </p:xfrm>
        <a:graphic>
          <a:graphicData uri="http://schemas.openxmlformats.org/presentationml/2006/ole">
            <mc:AlternateContent xmlns:mc="http://schemas.openxmlformats.org/markup-compatibility/2006">
              <mc:Choice xmlns:v="urn:schemas-microsoft-com:vml" Requires="v">
                <p:oleObj name="Equation" r:id="rId2" imgW="3238200" imgH="507960" progId="">
                  <p:embed/>
                </p:oleObj>
              </mc:Choice>
              <mc:Fallback>
                <p:oleObj name="Equation" r:id="rId2" imgW="3238200" imgH="507960" progId="">
                  <p:embed/>
                  <p:pic>
                    <p:nvPicPr>
                      <p:cNvPr id="0" name="Object 12"/>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1116013" y="0"/>
                        <a:ext cx="32385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5" name="Object 23"/>
          <p:cNvGraphicFramePr>
            <a:graphicFrameLocks noChangeAspect="1"/>
          </p:cNvGraphicFramePr>
          <p:nvPr>
            <p:extLst>
              <p:ext uri="{D42A27DB-BD31-4B8C-83A1-F6EECF244321}">
                <p14:modId xmlns:p14="http://schemas.microsoft.com/office/powerpoint/2010/main" val="3419172763"/>
              </p:ext>
            </p:extLst>
          </p:nvPr>
        </p:nvGraphicFramePr>
        <p:xfrm>
          <a:off x="2039863" y="908050"/>
          <a:ext cx="3324225" cy="1128713"/>
        </p:xfrm>
        <a:graphic>
          <a:graphicData uri="http://schemas.openxmlformats.org/presentationml/2006/ole">
            <mc:AlternateContent xmlns:mc="http://schemas.openxmlformats.org/markup-compatibility/2006">
              <mc:Choice xmlns:v="urn:schemas-microsoft-com:vml" Requires="v">
                <p:oleObj name="公式" r:id="rId4" imgW="1422360" imgH="482400" progId="">
                  <p:embed/>
                </p:oleObj>
              </mc:Choice>
              <mc:Fallback>
                <p:oleObj name="公式" r:id="rId4" imgW="1422360" imgH="482400" progId="">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9863" y="908050"/>
                        <a:ext cx="3324225" cy="1128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6" name="Object 24"/>
          <p:cNvGraphicFramePr>
            <a:graphicFrameLocks noChangeAspect="1"/>
          </p:cNvGraphicFramePr>
          <p:nvPr>
            <p:extLst>
              <p:ext uri="{D42A27DB-BD31-4B8C-83A1-F6EECF244321}">
                <p14:modId xmlns:p14="http://schemas.microsoft.com/office/powerpoint/2010/main" val="2649054459"/>
              </p:ext>
            </p:extLst>
          </p:nvPr>
        </p:nvGraphicFramePr>
        <p:xfrm>
          <a:off x="6804248" y="2459360"/>
          <a:ext cx="1816100" cy="609600"/>
        </p:xfrm>
        <a:graphic>
          <a:graphicData uri="http://schemas.openxmlformats.org/presentationml/2006/ole">
            <mc:AlternateContent xmlns:mc="http://schemas.openxmlformats.org/markup-compatibility/2006">
              <mc:Choice xmlns:v="urn:schemas-microsoft-com:vml" Requires="v">
                <p:oleObj name="Equation" r:id="rId6" imgW="1815840" imgH="609480" progId="">
                  <p:embed/>
                </p:oleObj>
              </mc:Choice>
              <mc:Fallback>
                <p:oleObj name="Equation" r:id="rId6" imgW="1815840" imgH="609480" progId="">
                  <p:embed/>
                  <p:pic>
                    <p:nvPicPr>
                      <p:cNvPr id="0" name="Object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4248" y="2459360"/>
                        <a:ext cx="181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pic>
                </p:oleObj>
              </mc:Fallback>
            </mc:AlternateContent>
          </a:graphicData>
        </a:graphic>
      </p:graphicFrame>
      <p:sp>
        <p:nvSpPr>
          <p:cNvPr id="30" name="TextBox 11"/>
          <p:cNvSpPr txBox="1">
            <a:spLocks noChangeArrowheads="1"/>
          </p:cNvSpPr>
          <p:nvPr/>
        </p:nvSpPr>
        <p:spPr bwMode="auto">
          <a:xfrm>
            <a:off x="7164288" y="5661248"/>
            <a:ext cx="1524000" cy="338554"/>
          </a:xfrm>
          <a:prstGeom prst="rect">
            <a:avLst/>
          </a:prstGeom>
          <a:noFill/>
          <a:ln w="9525">
            <a:noFill/>
            <a:miter lim="800000"/>
            <a:headEnd/>
            <a:tailEnd/>
          </a:ln>
        </p:spPr>
        <p:txBody>
          <a:bodyPr>
            <a:spAutoFit/>
          </a:bodyPr>
          <a:lstStyle/>
          <a:p>
            <a:r>
              <a:rPr lang="en-US" altLang="zh-CN" sz="1600" dirty="0">
                <a:cs typeface="Arial" charset="0"/>
              </a:rPr>
              <a:t>#2014031002</a:t>
            </a:r>
          </a:p>
        </p:txBody>
      </p:sp>
      <p:graphicFrame>
        <p:nvGraphicFramePr>
          <p:cNvPr id="3" name="Object 23"/>
          <p:cNvGraphicFramePr>
            <a:graphicFrameLocks noChangeAspect="1"/>
          </p:cNvGraphicFramePr>
          <p:nvPr/>
        </p:nvGraphicFramePr>
        <p:xfrm>
          <a:off x="2051720" y="2204864"/>
          <a:ext cx="4184650" cy="1128713"/>
        </p:xfrm>
        <a:graphic>
          <a:graphicData uri="http://schemas.openxmlformats.org/presentationml/2006/ole">
            <mc:AlternateContent xmlns:mc="http://schemas.openxmlformats.org/markup-compatibility/2006">
              <mc:Choice xmlns:v="urn:schemas-microsoft-com:vml" Requires="v">
                <p:oleObj name="公式" r:id="rId8" imgW="1790640" imgH="482400" progId="">
                  <p:embed/>
                </p:oleObj>
              </mc:Choice>
              <mc:Fallback>
                <p:oleObj name="公式" r:id="rId8" imgW="1790640" imgH="482400" progId="">
                  <p:embed/>
                  <p:pic>
                    <p:nvPicPr>
                      <p:cNvPr id="0" name="Picture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1720" y="2204864"/>
                        <a:ext cx="4184650" cy="1128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23"/>
          <p:cNvGraphicFramePr>
            <a:graphicFrameLocks noChangeAspect="1"/>
          </p:cNvGraphicFramePr>
          <p:nvPr/>
        </p:nvGraphicFramePr>
        <p:xfrm>
          <a:off x="2095500" y="3429000"/>
          <a:ext cx="4243388" cy="1128713"/>
        </p:xfrm>
        <a:graphic>
          <a:graphicData uri="http://schemas.openxmlformats.org/presentationml/2006/ole">
            <mc:AlternateContent xmlns:mc="http://schemas.openxmlformats.org/markup-compatibility/2006">
              <mc:Choice xmlns:v="urn:schemas-microsoft-com:vml" Requires="v">
                <p:oleObj name="公式" r:id="rId10" imgW="1815840" imgH="482400" progId="">
                  <p:embed/>
                </p:oleObj>
              </mc:Choice>
              <mc:Fallback>
                <p:oleObj name="公式" r:id="rId10" imgW="1815840" imgH="482400" progId="">
                  <p:embed/>
                  <p:pic>
                    <p:nvPicPr>
                      <p:cNvPr id="0" name="Picture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95500" y="3429000"/>
                        <a:ext cx="4243388" cy="1128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23"/>
          <p:cNvGraphicFramePr>
            <a:graphicFrameLocks noChangeAspect="1"/>
          </p:cNvGraphicFramePr>
          <p:nvPr>
            <p:extLst>
              <p:ext uri="{D42A27DB-BD31-4B8C-83A1-F6EECF244321}">
                <p14:modId xmlns:p14="http://schemas.microsoft.com/office/powerpoint/2010/main" val="2276161041"/>
              </p:ext>
            </p:extLst>
          </p:nvPr>
        </p:nvGraphicFramePr>
        <p:xfrm>
          <a:off x="2051720" y="4797425"/>
          <a:ext cx="3562350" cy="1128713"/>
        </p:xfrm>
        <a:graphic>
          <a:graphicData uri="http://schemas.openxmlformats.org/presentationml/2006/ole">
            <mc:AlternateContent xmlns:mc="http://schemas.openxmlformats.org/markup-compatibility/2006">
              <mc:Choice xmlns:v="urn:schemas-microsoft-com:vml" Requires="v">
                <p:oleObj name="公式" r:id="rId12" imgW="1523880" imgH="482400" progId="">
                  <p:embed/>
                </p:oleObj>
              </mc:Choice>
              <mc:Fallback>
                <p:oleObj name="公式" r:id="rId12" imgW="1523880" imgH="482400" progId="">
                  <p:embed/>
                  <p:pic>
                    <p:nvPicPr>
                      <p:cNvPr id="0" name="Picture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51720" y="4797425"/>
                        <a:ext cx="3562350" cy="1128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695"/>
                                        </p:tgtEl>
                                        <p:attrNameLst>
                                          <p:attrName>style.visibility</p:attrName>
                                        </p:attrNameLst>
                                      </p:cBhvr>
                                      <p:to>
                                        <p:strVal val="visible"/>
                                      </p:to>
                                    </p:set>
                                    <p:animEffect transition="in" filter="wipe(left)">
                                      <p:cBhvr>
                                        <p:cTn id="7" dur="500"/>
                                        <p:tgtEl>
                                          <p:spTgt spid="286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696"/>
                                        </p:tgtEl>
                                        <p:attrNameLst>
                                          <p:attrName>style.visibility</p:attrName>
                                        </p:attrNameLst>
                                      </p:cBhvr>
                                      <p:to>
                                        <p:strVal val="visible"/>
                                      </p:to>
                                    </p:set>
                                    <p:animEffect transition="in" filter="wipe(left)">
                                      <p:cBhvr>
                                        <p:cTn id="12" dur="500"/>
                                        <p:tgtEl>
                                          <p:spTgt spid="286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95288" y="3284538"/>
            <a:ext cx="8477250" cy="1397000"/>
            <a:chOff x="228" y="3168"/>
            <a:chExt cx="5340" cy="880"/>
          </a:xfrm>
        </p:grpSpPr>
        <p:graphicFrame>
          <p:nvGraphicFramePr>
            <p:cNvPr id="56336" name="Object 3"/>
            <p:cNvGraphicFramePr>
              <a:graphicFrameLocks noChangeAspect="1"/>
            </p:cNvGraphicFramePr>
            <p:nvPr/>
          </p:nvGraphicFramePr>
          <p:xfrm>
            <a:off x="228" y="3344"/>
            <a:ext cx="1088" cy="256"/>
          </p:xfrm>
          <a:graphic>
            <a:graphicData uri="http://schemas.openxmlformats.org/presentationml/2006/ole">
              <mc:AlternateContent xmlns:mc="http://schemas.openxmlformats.org/markup-compatibility/2006">
                <mc:Choice xmlns:v="urn:schemas-microsoft-com:vml" Requires="v">
                  <p:oleObj name="Equation" r:id="rId2" imgW="1726920" imgH="406080" progId="">
                    <p:embed/>
                  </p:oleObj>
                </mc:Choice>
                <mc:Fallback>
                  <p:oleObj name="Equation" r:id="rId2" imgW="1726920" imgH="406080" progId="">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 y="3344"/>
                          <a:ext cx="1088"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37" name="Object 4"/>
            <p:cNvGraphicFramePr>
              <a:graphicFrameLocks noChangeAspect="1"/>
            </p:cNvGraphicFramePr>
            <p:nvPr/>
          </p:nvGraphicFramePr>
          <p:xfrm>
            <a:off x="1392" y="3408"/>
            <a:ext cx="320" cy="152"/>
          </p:xfrm>
          <a:graphic>
            <a:graphicData uri="http://schemas.openxmlformats.org/presentationml/2006/ole">
              <mc:AlternateContent xmlns:mc="http://schemas.openxmlformats.org/markup-compatibility/2006">
                <mc:Choice xmlns:v="urn:schemas-microsoft-com:vml" Requires="v">
                  <p:oleObj name="Equation" r:id="rId4" imgW="507960" imgH="241200" progId="">
                    <p:embed/>
                  </p:oleObj>
                </mc:Choice>
                <mc:Fallback>
                  <p:oleObj name="Equation" r:id="rId4" imgW="507960" imgH="24120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2" y="3408"/>
                          <a:ext cx="320"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38" name="Object 5"/>
            <p:cNvGraphicFramePr>
              <a:graphicFrameLocks noChangeAspect="1"/>
            </p:cNvGraphicFramePr>
            <p:nvPr/>
          </p:nvGraphicFramePr>
          <p:xfrm>
            <a:off x="4288" y="3792"/>
            <a:ext cx="1136" cy="256"/>
          </p:xfrm>
          <a:graphic>
            <a:graphicData uri="http://schemas.openxmlformats.org/presentationml/2006/ole">
              <mc:AlternateContent xmlns:mc="http://schemas.openxmlformats.org/markup-compatibility/2006">
                <mc:Choice xmlns:v="urn:schemas-microsoft-com:vml" Requires="v">
                  <p:oleObj name="Equation" r:id="rId6" imgW="1803240" imgH="406080" progId="">
                    <p:embed/>
                  </p:oleObj>
                </mc:Choice>
                <mc:Fallback>
                  <p:oleObj name="Equation" r:id="rId6" imgW="1803240" imgH="406080" progId="">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8" y="3792"/>
                          <a:ext cx="1136"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39" name="Object 6"/>
            <p:cNvGraphicFramePr>
              <a:graphicFrameLocks noChangeAspect="1"/>
            </p:cNvGraphicFramePr>
            <p:nvPr/>
          </p:nvGraphicFramePr>
          <p:xfrm>
            <a:off x="1783" y="3204"/>
            <a:ext cx="568" cy="536"/>
          </p:xfrm>
          <a:graphic>
            <a:graphicData uri="http://schemas.openxmlformats.org/presentationml/2006/ole">
              <mc:AlternateContent xmlns:mc="http://schemas.openxmlformats.org/markup-compatibility/2006">
                <mc:Choice xmlns:v="urn:schemas-microsoft-com:vml" Requires="v">
                  <p:oleObj name="Equation" r:id="rId8" imgW="901440" imgH="850680" progId="">
                    <p:embed/>
                  </p:oleObj>
                </mc:Choice>
                <mc:Fallback>
                  <p:oleObj name="Equation" r:id="rId8" imgW="901440" imgH="850680" progId="">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83" y="3204"/>
                          <a:ext cx="568" cy="5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40" name="Object 7"/>
            <p:cNvGraphicFramePr>
              <a:graphicFrameLocks noChangeAspect="1"/>
            </p:cNvGraphicFramePr>
            <p:nvPr/>
          </p:nvGraphicFramePr>
          <p:xfrm>
            <a:off x="2392" y="3207"/>
            <a:ext cx="544" cy="536"/>
          </p:xfrm>
          <a:graphic>
            <a:graphicData uri="http://schemas.openxmlformats.org/presentationml/2006/ole">
              <mc:AlternateContent xmlns:mc="http://schemas.openxmlformats.org/markup-compatibility/2006">
                <mc:Choice xmlns:v="urn:schemas-microsoft-com:vml" Requires="v">
                  <p:oleObj name="Equation" r:id="rId10" imgW="863280" imgH="850680" progId="">
                    <p:embed/>
                  </p:oleObj>
                </mc:Choice>
                <mc:Fallback>
                  <p:oleObj name="Equation" r:id="rId10" imgW="863280" imgH="850680" progId="">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92" y="3207"/>
                          <a:ext cx="544" cy="5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41" name="Object 8"/>
            <p:cNvGraphicFramePr>
              <a:graphicFrameLocks noChangeAspect="1"/>
            </p:cNvGraphicFramePr>
            <p:nvPr/>
          </p:nvGraphicFramePr>
          <p:xfrm>
            <a:off x="2936" y="3208"/>
            <a:ext cx="568" cy="536"/>
          </p:xfrm>
          <a:graphic>
            <a:graphicData uri="http://schemas.openxmlformats.org/presentationml/2006/ole">
              <mc:AlternateContent xmlns:mc="http://schemas.openxmlformats.org/markup-compatibility/2006">
                <mc:Choice xmlns:v="urn:schemas-microsoft-com:vml" Requires="v">
                  <p:oleObj name="Equation" r:id="rId12" imgW="901440" imgH="850680" progId="">
                    <p:embed/>
                  </p:oleObj>
                </mc:Choice>
                <mc:Fallback>
                  <p:oleObj name="Equation" r:id="rId12" imgW="901440" imgH="850680" progId="">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36" y="3208"/>
                          <a:ext cx="568" cy="5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42" name="Object 9"/>
            <p:cNvGraphicFramePr>
              <a:graphicFrameLocks noChangeAspect="1"/>
            </p:cNvGraphicFramePr>
            <p:nvPr/>
          </p:nvGraphicFramePr>
          <p:xfrm>
            <a:off x="3568" y="3168"/>
            <a:ext cx="2000" cy="592"/>
          </p:xfrm>
          <a:graphic>
            <a:graphicData uri="http://schemas.openxmlformats.org/presentationml/2006/ole">
              <mc:AlternateContent xmlns:mc="http://schemas.openxmlformats.org/markup-compatibility/2006">
                <mc:Choice xmlns:v="urn:schemas-microsoft-com:vml" Requires="v">
                  <p:oleObj name="Equation" r:id="rId14" imgW="3174840" imgH="939600" progId="">
                    <p:embed/>
                  </p:oleObj>
                </mc:Choice>
                <mc:Fallback>
                  <p:oleObj name="Equation" r:id="rId14" imgW="3174840" imgH="939600" progId="">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68" y="3168"/>
                          <a:ext cx="2000" cy="5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6344" name="Rectangle 10"/>
          <p:cNvSpPr>
            <a:spLocks noGrp="1" noChangeArrowheads="1"/>
          </p:cNvSpPr>
          <p:nvPr>
            <p:ph type="title" idx="4294967295"/>
          </p:nvPr>
        </p:nvSpPr>
        <p:spPr>
          <a:xfrm>
            <a:off x="0" y="0"/>
            <a:ext cx="1295400" cy="533400"/>
          </a:xfrm>
        </p:spPr>
        <p:txBody>
          <a:bodyPr/>
          <a:lstStyle/>
          <a:p>
            <a:pPr algn="l" eaLnBrk="1" hangingPunct="1"/>
            <a:r>
              <a:rPr lang="en-US" altLang="zh-CN" sz="2800" b="1">
                <a:solidFill>
                  <a:schemeClr val="accent2"/>
                </a:solidFill>
                <a:ea typeface="楷体_GB2312" pitchFamily="49" charset="-122"/>
              </a:rPr>
              <a:t>2.</a:t>
            </a:r>
            <a:r>
              <a:rPr lang="en-US" altLang="zh-CN" sz="2800">
                <a:solidFill>
                  <a:schemeClr val="accent2"/>
                </a:solidFill>
                <a:ea typeface="楷体_GB2312" pitchFamily="49" charset="-122"/>
              </a:rPr>
              <a:t> </a:t>
            </a:r>
            <a:r>
              <a:rPr lang="zh-CN" altLang="en-US" sz="2800">
                <a:solidFill>
                  <a:schemeClr val="tx1"/>
                </a:solidFill>
                <a:ea typeface="楷体_GB2312" pitchFamily="49" charset="-122"/>
              </a:rPr>
              <a:t>将</a:t>
            </a:r>
          </a:p>
        </p:txBody>
      </p:sp>
      <p:sp>
        <p:nvSpPr>
          <p:cNvPr id="56345" name="Text Box 11"/>
          <p:cNvSpPr txBox="1">
            <a:spLocks noChangeArrowheads="1"/>
          </p:cNvSpPr>
          <p:nvPr/>
        </p:nvSpPr>
        <p:spPr bwMode="auto">
          <a:xfrm>
            <a:off x="4427538" y="0"/>
            <a:ext cx="3657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在</a:t>
            </a:r>
            <a:r>
              <a:rPr kumimoji="1" lang="en-US" altLang="zh-CN" sz="2800" i="1">
                <a:solidFill>
                  <a:srgbClr val="000000"/>
                </a:solidFill>
                <a:latin typeface="Times New Roman" pitchFamily="18" charset="0"/>
                <a:ea typeface="楷体_GB2312" pitchFamily="49" charset="-122"/>
              </a:rPr>
              <a:t>x</a:t>
            </a:r>
            <a:r>
              <a:rPr kumimoji="1" lang="en-US" altLang="zh-CN" sz="2800">
                <a:solidFill>
                  <a:srgbClr val="000000"/>
                </a:solidFill>
                <a:latin typeface="Times New Roman" pitchFamily="18" charset="0"/>
                <a:ea typeface="楷体_GB2312" pitchFamily="49" charset="-122"/>
              </a:rPr>
              <a:t> = 0</a:t>
            </a:r>
            <a:r>
              <a:rPr kumimoji="1" lang="zh-CN" altLang="en-US" sz="2800">
                <a:solidFill>
                  <a:srgbClr val="000000"/>
                </a:solidFill>
                <a:latin typeface="Times New Roman" pitchFamily="18" charset="0"/>
                <a:ea typeface="楷体_GB2312" pitchFamily="49" charset="-122"/>
              </a:rPr>
              <a:t>处展为幂级数</a:t>
            </a:r>
            <a:r>
              <a:rPr kumimoji="1" lang="en-US" altLang="zh-CN" sz="2800">
                <a:solidFill>
                  <a:srgbClr val="000000"/>
                </a:solidFill>
                <a:latin typeface="Times New Roman" pitchFamily="18" charset="0"/>
                <a:ea typeface="楷体_GB2312" pitchFamily="49" charset="-122"/>
              </a:rPr>
              <a:t>.</a:t>
            </a:r>
          </a:p>
        </p:txBody>
      </p:sp>
      <p:graphicFrame>
        <p:nvGraphicFramePr>
          <p:cNvPr id="56322" name="Object 12"/>
          <p:cNvGraphicFramePr>
            <a:graphicFrameLocks noChangeAspect="1"/>
          </p:cNvGraphicFramePr>
          <p:nvPr/>
        </p:nvGraphicFramePr>
        <p:xfrm>
          <a:off x="1116013" y="0"/>
          <a:ext cx="3238500" cy="508000"/>
        </p:xfrm>
        <a:graphic>
          <a:graphicData uri="http://schemas.openxmlformats.org/presentationml/2006/ole">
            <mc:AlternateContent xmlns:mc="http://schemas.openxmlformats.org/markup-compatibility/2006">
              <mc:Choice xmlns:v="urn:schemas-microsoft-com:vml" Requires="v">
                <p:oleObj name="Equation" r:id="rId16" imgW="3238200" imgH="507960" progId="">
                  <p:embed/>
                </p:oleObj>
              </mc:Choice>
              <mc:Fallback>
                <p:oleObj name="Equation" r:id="rId16" imgW="3238200" imgH="507960" progId="">
                  <p:embed/>
                  <p:pic>
                    <p:nvPicPr>
                      <p:cNvPr id="0" name="Object 12"/>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1116013" y="0"/>
                        <a:ext cx="32385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5" name="Text Box 13"/>
          <p:cNvSpPr txBox="1">
            <a:spLocks noChangeArrowheads="1"/>
          </p:cNvSpPr>
          <p:nvPr/>
        </p:nvSpPr>
        <p:spPr bwMode="auto">
          <a:xfrm>
            <a:off x="0" y="620713"/>
            <a:ext cx="838200" cy="519112"/>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333399"/>
                </a:solidFill>
                <a:latin typeface="Times New Roman" pitchFamily="18" charset="0"/>
                <a:ea typeface="楷体_GB2312" pitchFamily="49" charset="-122"/>
              </a:rPr>
              <a:t>解</a:t>
            </a:r>
            <a:r>
              <a:rPr kumimoji="1" lang="en-US" altLang="zh-CN" sz="2800" b="1">
                <a:solidFill>
                  <a:srgbClr val="333399"/>
                </a:solidFill>
                <a:latin typeface="Times New Roman" pitchFamily="18" charset="0"/>
                <a:ea typeface="楷体_GB2312" pitchFamily="49" charset="-122"/>
              </a:rPr>
              <a:t>:</a:t>
            </a:r>
          </a:p>
        </p:txBody>
      </p:sp>
      <p:graphicFrame>
        <p:nvGraphicFramePr>
          <p:cNvPr id="28686" name="Object 14"/>
          <p:cNvGraphicFramePr>
            <a:graphicFrameLocks noChangeAspect="1"/>
          </p:cNvGraphicFramePr>
          <p:nvPr/>
        </p:nvGraphicFramePr>
        <p:xfrm>
          <a:off x="684213" y="620713"/>
          <a:ext cx="4889500" cy="596900"/>
        </p:xfrm>
        <a:graphic>
          <a:graphicData uri="http://schemas.openxmlformats.org/presentationml/2006/ole">
            <mc:AlternateContent xmlns:mc="http://schemas.openxmlformats.org/markup-compatibility/2006">
              <mc:Choice xmlns:v="urn:schemas-microsoft-com:vml" Requires="v">
                <p:oleObj name="Equation" r:id="rId18" imgW="4889160" imgH="596880" progId="">
                  <p:embed/>
                </p:oleObj>
              </mc:Choice>
              <mc:Fallback>
                <p:oleObj name="Equation" r:id="rId18" imgW="4889160" imgH="596880" progId="">
                  <p:embed/>
                  <p:pic>
                    <p:nvPicPr>
                      <p:cNvPr id="0" name="Object 14"/>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684213" y="620713"/>
                        <a:ext cx="488950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7" name="Object 15"/>
          <p:cNvGraphicFramePr>
            <a:graphicFrameLocks noChangeAspect="1"/>
          </p:cNvGraphicFramePr>
          <p:nvPr/>
        </p:nvGraphicFramePr>
        <p:xfrm>
          <a:off x="539750" y="1412875"/>
          <a:ext cx="1498600" cy="406400"/>
        </p:xfrm>
        <a:graphic>
          <a:graphicData uri="http://schemas.openxmlformats.org/presentationml/2006/ole">
            <mc:AlternateContent xmlns:mc="http://schemas.openxmlformats.org/markup-compatibility/2006">
              <mc:Choice xmlns:v="urn:schemas-microsoft-com:vml" Requires="v">
                <p:oleObj name="Equation" r:id="rId20" imgW="1498320" imgH="406080" progId="">
                  <p:embed/>
                </p:oleObj>
              </mc:Choice>
              <mc:Fallback>
                <p:oleObj name="Equation" r:id="rId20" imgW="1498320" imgH="406080" progId="">
                  <p:embed/>
                  <p:pic>
                    <p:nvPicPr>
                      <p:cNvPr id="0" name="Object 1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9750" y="1412875"/>
                        <a:ext cx="14986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8" name="Object 16"/>
          <p:cNvGraphicFramePr>
            <a:graphicFrameLocks noChangeAspect="1"/>
          </p:cNvGraphicFramePr>
          <p:nvPr/>
        </p:nvGraphicFramePr>
        <p:xfrm>
          <a:off x="6515100" y="990600"/>
          <a:ext cx="2552700" cy="914400"/>
        </p:xfrm>
        <a:graphic>
          <a:graphicData uri="http://schemas.openxmlformats.org/presentationml/2006/ole">
            <mc:AlternateContent xmlns:mc="http://schemas.openxmlformats.org/markup-compatibility/2006">
              <mc:Choice xmlns:v="urn:schemas-microsoft-com:vml" Requires="v">
                <p:oleObj name="Equation" r:id="rId22" imgW="2552400" imgH="914400" progId="">
                  <p:embed/>
                </p:oleObj>
              </mc:Choice>
              <mc:Fallback>
                <p:oleObj name="Equation" r:id="rId22" imgW="2552400" imgH="914400" progId="">
                  <p:embed/>
                  <p:pic>
                    <p:nvPicPr>
                      <p:cNvPr id="0" name="Object 1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515100" y="990600"/>
                        <a:ext cx="2552700" cy="9144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9" name="Object 17"/>
          <p:cNvGraphicFramePr>
            <a:graphicFrameLocks noChangeAspect="1"/>
          </p:cNvGraphicFramePr>
          <p:nvPr/>
        </p:nvGraphicFramePr>
        <p:xfrm>
          <a:off x="2124075" y="1052513"/>
          <a:ext cx="1206500" cy="1117600"/>
        </p:xfrm>
        <a:graphic>
          <a:graphicData uri="http://schemas.openxmlformats.org/presentationml/2006/ole">
            <mc:AlternateContent xmlns:mc="http://schemas.openxmlformats.org/markup-compatibility/2006">
              <mc:Choice xmlns:v="urn:schemas-microsoft-com:vml" Requires="v">
                <p:oleObj name="Equation" r:id="rId24" imgW="1206360" imgH="1117440" progId="">
                  <p:embed/>
                </p:oleObj>
              </mc:Choice>
              <mc:Fallback>
                <p:oleObj name="Equation" r:id="rId24" imgW="1206360" imgH="1117440" progId="">
                  <p:embed/>
                  <p:pic>
                    <p:nvPicPr>
                      <p:cNvPr id="0" name="Object 1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124075" y="1052513"/>
                        <a:ext cx="1206500" cy="111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0" name="Object 18"/>
          <p:cNvGraphicFramePr>
            <a:graphicFrameLocks noChangeAspect="1"/>
          </p:cNvGraphicFramePr>
          <p:nvPr/>
        </p:nvGraphicFramePr>
        <p:xfrm>
          <a:off x="3635375" y="1412875"/>
          <a:ext cx="1676400" cy="406400"/>
        </p:xfrm>
        <a:graphic>
          <a:graphicData uri="http://schemas.openxmlformats.org/presentationml/2006/ole">
            <mc:AlternateContent xmlns:mc="http://schemas.openxmlformats.org/markup-compatibility/2006">
              <mc:Choice xmlns:v="urn:schemas-microsoft-com:vml" Requires="v">
                <p:oleObj name="Equation" r:id="rId26" imgW="1676160" imgH="406080" progId="">
                  <p:embed/>
                </p:oleObj>
              </mc:Choice>
              <mc:Fallback>
                <p:oleObj name="Equation" r:id="rId26" imgW="1676160" imgH="406080" progId="">
                  <p:embed/>
                  <p:pic>
                    <p:nvPicPr>
                      <p:cNvPr id="0" name="Object 1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635375" y="1412875"/>
                        <a:ext cx="1676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1" name="Object 19"/>
          <p:cNvGraphicFramePr>
            <a:graphicFrameLocks noChangeAspect="1"/>
          </p:cNvGraphicFramePr>
          <p:nvPr/>
        </p:nvGraphicFramePr>
        <p:xfrm>
          <a:off x="468313" y="2349500"/>
          <a:ext cx="1435100" cy="596900"/>
        </p:xfrm>
        <a:graphic>
          <a:graphicData uri="http://schemas.openxmlformats.org/presentationml/2006/ole">
            <mc:AlternateContent xmlns:mc="http://schemas.openxmlformats.org/markup-compatibility/2006">
              <mc:Choice xmlns:v="urn:schemas-microsoft-com:vml" Requires="v">
                <p:oleObj name="Equation" r:id="rId28" imgW="1434960" imgH="596880" progId="">
                  <p:embed/>
                </p:oleObj>
              </mc:Choice>
              <mc:Fallback>
                <p:oleObj name="Equation" r:id="rId28" imgW="1434960" imgH="596880" progId="">
                  <p:embed/>
                  <p:pic>
                    <p:nvPicPr>
                      <p:cNvPr id="0" name="Object 1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68313" y="2349500"/>
                        <a:ext cx="14351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pic>
                </p:oleObj>
              </mc:Fallback>
            </mc:AlternateContent>
          </a:graphicData>
        </a:graphic>
      </p:graphicFrame>
      <p:graphicFrame>
        <p:nvGraphicFramePr>
          <p:cNvPr id="28692" name="Object 20"/>
          <p:cNvGraphicFramePr>
            <a:graphicFrameLocks noChangeAspect="1"/>
          </p:cNvGraphicFramePr>
          <p:nvPr/>
        </p:nvGraphicFramePr>
        <p:xfrm>
          <a:off x="2051050" y="2060575"/>
          <a:ext cx="2667000" cy="1104900"/>
        </p:xfrm>
        <a:graphic>
          <a:graphicData uri="http://schemas.openxmlformats.org/presentationml/2006/ole">
            <mc:AlternateContent xmlns:mc="http://schemas.openxmlformats.org/markup-compatibility/2006">
              <mc:Choice xmlns:v="urn:schemas-microsoft-com:vml" Requires="v">
                <p:oleObj name="Equation" r:id="rId30" imgW="2666880" imgH="1104840" progId="">
                  <p:embed/>
                </p:oleObj>
              </mc:Choice>
              <mc:Fallback>
                <p:oleObj name="Equation" r:id="rId30" imgW="2666880" imgH="1104840" progId="">
                  <p:embed/>
                  <p:pic>
                    <p:nvPicPr>
                      <p:cNvPr id="0" name="Object 20"/>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051050" y="2060575"/>
                        <a:ext cx="26670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3" name="Object 21"/>
          <p:cNvGraphicFramePr>
            <a:graphicFrameLocks noChangeAspect="1"/>
          </p:cNvGraphicFramePr>
          <p:nvPr/>
        </p:nvGraphicFramePr>
        <p:xfrm>
          <a:off x="5148263" y="2276475"/>
          <a:ext cx="1816100" cy="609600"/>
        </p:xfrm>
        <a:graphic>
          <a:graphicData uri="http://schemas.openxmlformats.org/presentationml/2006/ole">
            <mc:AlternateContent xmlns:mc="http://schemas.openxmlformats.org/markup-compatibility/2006">
              <mc:Choice xmlns:v="urn:schemas-microsoft-com:vml" Requires="v">
                <p:oleObj name="Equation" r:id="rId32" imgW="1815840" imgH="609480" progId="">
                  <p:embed/>
                </p:oleObj>
              </mc:Choice>
              <mc:Fallback>
                <p:oleObj name="Equation" r:id="rId32" imgW="1815840" imgH="609480" progId="">
                  <p:embed/>
                  <p:pic>
                    <p:nvPicPr>
                      <p:cNvPr id="0" name="Object 2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148263" y="2276475"/>
                        <a:ext cx="181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pic>
                </p:oleObj>
              </mc:Fallback>
            </mc:AlternateContent>
          </a:graphicData>
        </a:graphic>
      </p:graphicFrame>
      <p:sp>
        <p:nvSpPr>
          <p:cNvPr id="28694" name="Rectangle 22"/>
          <p:cNvSpPr>
            <a:spLocks noChangeArrowheads="1"/>
          </p:cNvSpPr>
          <p:nvPr/>
        </p:nvSpPr>
        <p:spPr bwMode="auto">
          <a:xfrm>
            <a:off x="374650" y="3284538"/>
            <a:ext cx="8769350" cy="1371600"/>
          </a:xfrm>
          <a:prstGeom prst="rect">
            <a:avLst/>
          </a:prstGeom>
          <a:solidFill>
            <a:schemeClr val="bg1"/>
          </a:solidFill>
          <a:ln w="9525">
            <a:solidFill>
              <a:schemeClr val="bg1"/>
            </a:solidFill>
            <a:miter lim="800000"/>
            <a:headEnd/>
            <a:tailEnd/>
          </a:ln>
        </p:spPr>
        <p:txBody>
          <a:bodyPr wrap="none" anchor="ctr"/>
          <a:lstStyle/>
          <a:p>
            <a:pPr fontAlgn="base">
              <a:spcBef>
                <a:spcPct val="0"/>
              </a:spcBef>
              <a:spcAft>
                <a:spcPct val="0"/>
              </a:spcAft>
            </a:pPr>
            <a:endParaRPr lang="zh-CN" altLang="en-US">
              <a:solidFill>
                <a:srgbClr val="000000"/>
              </a:solidFill>
            </a:endParaRPr>
          </a:p>
        </p:txBody>
      </p:sp>
      <p:graphicFrame>
        <p:nvGraphicFramePr>
          <p:cNvPr id="28695" name="Object 23"/>
          <p:cNvGraphicFramePr>
            <a:graphicFrameLocks noChangeAspect="1"/>
          </p:cNvGraphicFramePr>
          <p:nvPr/>
        </p:nvGraphicFramePr>
        <p:xfrm>
          <a:off x="2339975" y="4005263"/>
          <a:ext cx="3921125" cy="1104900"/>
        </p:xfrm>
        <a:graphic>
          <a:graphicData uri="http://schemas.openxmlformats.org/presentationml/2006/ole">
            <mc:AlternateContent xmlns:mc="http://schemas.openxmlformats.org/markup-compatibility/2006">
              <mc:Choice xmlns:v="urn:schemas-microsoft-com:vml" Requires="v">
                <p:oleObj name="Equation" r:id="rId34" imgW="3924000" imgH="1104840" progId="">
                  <p:embed/>
                </p:oleObj>
              </mc:Choice>
              <mc:Fallback>
                <p:oleObj name="Equation" r:id="rId34" imgW="3924000" imgH="1104840" progId="">
                  <p:embed/>
                  <p:pic>
                    <p:nvPicPr>
                      <p:cNvPr id="0" name="Object 23"/>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339975" y="4005263"/>
                        <a:ext cx="3921125"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6" name="Object 24"/>
          <p:cNvGraphicFramePr>
            <a:graphicFrameLocks noChangeAspect="1"/>
          </p:cNvGraphicFramePr>
          <p:nvPr/>
        </p:nvGraphicFramePr>
        <p:xfrm>
          <a:off x="6948488" y="4149725"/>
          <a:ext cx="1816100" cy="609600"/>
        </p:xfrm>
        <a:graphic>
          <a:graphicData uri="http://schemas.openxmlformats.org/presentationml/2006/ole">
            <mc:AlternateContent xmlns:mc="http://schemas.openxmlformats.org/markup-compatibility/2006">
              <mc:Choice xmlns:v="urn:schemas-microsoft-com:vml" Requires="v">
                <p:oleObj name="Equation" r:id="rId36" imgW="1815840" imgH="609480" progId="">
                  <p:embed/>
                </p:oleObj>
              </mc:Choice>
              <mc:Fallback>
                <p:oleObj name="Equation" r:id="rId36" imgW="1815840" imgH="609480" progId="">
                  <p:embed/>
                  <p:pic>
                    <p:nvPicPr>
                      <p:cNvPr id="0" name="Object 24"/>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948488" y="4149725"/>
                        <a:ext cx="181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pic>
                </p:oleObj>
              </mc:Fallback>
            </mc:AlternateContent>
          </a:graphicData>
        </a:graphic>
      </p:graphicFrame>
      <p:sp>
        <p:nvSpPr>
          <p:cNvPr id="28697" name="Rectangle 25"/>
          <p:cNvSpPr>
            <a:spLocks noChangeArrowheads="1"/>
          </p:cNvSpPr>
          <p:nvPr/>
        </p:nvSpPr>
        <p:spPr bwMode="auto">
          <a:xfrm>
            <a:off x="6477000" y="981075"/>
            <a:ext cx="2667000" cy="990600"/>
          </a:xfrm>
          <a:prstGeom prst="rect">
            <a:avLst/>
          </a:prstGeom>
          <a:solidFill>
            <a:schemeClr val="bg1"/>
          </a:solidFill>
          <a:ln w="9525">
            <a:solidFill>
              <a:schemeClr val="bg1"/>
            </a:solidFill>
            <a:miter lim="800000"/>
            <a:headEnd/>
            <a:tailEnd/>
          </a:ln>
        </p:spPr>
        <p:txBody>
          <a:bodyPr wrap="none" anchor="ctr"/>
          <a:lstStyle/>
          <a:p>
            <a:pPr fontAlgn="base">
              <a:spcBef>
                <a:spcPct val="0"/>
              </a:spcBef>
              <a:spcAft>
                <a:spcPct val="0"/>
              </a:spcAft>
            </a:pPr>
            <a:endParaRPr lang="zh-CN" altLang="en-US">
              <a:solidFill>
                <a:srgbClr val="000000"/>
              </a:solidFill>
            </a:endParaRPr>
          </a:p>
        </p:txBody>
      </p:sp>
      <p:sp>
        <p:nvSpPr>
          <p:cNvPr id="28698" name="Text Box 26"/>
          <p:cNvSpPr txBox="1">
            <a:spLocks noChangeArrowheads="1"/>
          </p:cNvSpPr>
          <p:nvPr/>
        </p:nvSpPr>
        <p:spPr bwMode="auto">
          <a:xfrm>
            <a:off x="250825" y="3213100"/>
            <a:ext cx="1371600" cy="51911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楷体_GB2312" pitchFamily="49" charset="-122"/>
              </a:rPr>
              <a:t>因此</a:t>
            </a:r>
          </a:p>
        </p:txBody>
      </p:sp>
      <p:graphicFrame>
        <p:nvGraphicFramePr>
          <p:cNvPr id="28699" name="Object 27"/>
          <p:cNvGraphicFramePr>
            <a:graphicFrameLocks noChangeAspect="1"/>
          </p:cNvGraphicFramePr>
          <p:nvPr/>
        </p:nvGraphicFramePr>
        <p:xfrm>
          <a:off x="1116013" y="3357563"/>
          <a:ext cx="1638300" cy="406400"/>
        </p:xfrm>
        <a:graphic>
          <a:graphicData uri="http://schemas.openxmlformats.org/presentationml/2006/ole">
            <mc:AlternateContent xmlns:mc="http://schemas.openxmlformats.org/markup-compatibility/2006">
              <mc:Choice xmlns:v="urn:schemas-microsoft-com:vml" Requires="v">
                <p:oleObj name="Equation" r:id="rId38" imgW="1638000" imgH="406080" progId="">
                  <p:embed/>
                </p:oleObj>
              </mc:Choice>
              <mc:Fallback>
                <p:oleObj name="Equation" r:id="rId38" imgW="1638000" imgH="406080" progId="">
                  <p:embed/>
                  <p:pic>
                    <p:nvPicPr>
                      <p:cNvPr id="0" name="Object 27"/>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116013" y="3357563"/>
                        <a:ext cx="16383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0" name="Object 28"/>
          <p:cNvGraphicFramePr>
            <a:graphicFrameLocks noChangeAspect="1"/>
          </p:cNvGraphicFramePr>
          <p:nvPr/>
        </p:nvGraphicFramePr>
        <p:xfrm>
          <a:off x="2843213" y="2997200"/>
          <a:ext cx="1168400" cy="1041400"/>
        </p:xfrm>
        <a:graphic>
          <a:graphicData uri="http://schemas.openxmlformats.org/presentationml/2006/ole">
            <mc:AlternateContent xmlns:mc="http://schemas.openxmlformats.org/markup-compatibility/2006">
              <mc:Choice xmlns:v="urn:schemas-microsoft-com:vml" Requires="v">
                <p:oleObj name="Equation" r:id="rId40" imgW="1168200" imgH="1041120" progId="">
                  <p:embed/>
                </p:oleObj>
              </mc:Choice>
              <mc:Fallback>
                <p:oleObj name="Equation" r:id="rId40" imgW="1168200" imgH="1041120" progId="">
                  <p:embed/>
                  <p:pic>
                    <p:nvPicPr>
                      <p:cNvPr id="0" name="Object 28"/>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843213" y="2997200"/>
                        <a:ext cx="11684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1" name="Object 29"/>
          <p:cNvGraphicFramePr>
            <a:graphicFrameLocks noChangeAspect="1"/>
          </p:cNvGraphicFramePr>
          <p:nvPr/>
        </p:nvGraphicFramePr>
        <p:xfrm>
          <a:off x="4140200" y="2924175"/>
          <a:ext cx="2781300" cy="1117600"/>
        </p:xfrm>
        <a:graphic>
          <a:graphicData uri="http://schemas.openxmlformats.org/presentationml/2006/ole">
            <mc:AlternateContent xmlns:mc="http://schemas.openxmlformats.org/markup-compatibility/2006">
              <mc:Choice xmlns:v="urn:schemas-microsoft-com:vml" Requires="v">
                <p:oleObj name="Equation" r:id="rId42" imgW="2781000" imgH="1117440" progId="">
                  <p:embed/>
                </p:oleObj>
              </mc:Choice>
              <mc:Fallback>
                <p:oleObj name="Equation" r:id="rId42" imgW="2781000" imgH="1117440" progId="">
                  <p:embed/>
                  <p:pic>
                    <p:nvPicPr>
                      <p:cNvPr id="0" name="Object 29"/>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140200" y="2924175"/>
                        <a:ext cx="2781300" cy="111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85">
                                            <p:txEl>
                                              <p:pRg st="0" end="0"/>
                                            </p:txEl>
                                          </p:spTgt>
                                        </p:tgtEl>
                                        <p:attrNameLst>
                                          <p:attrName>style.visibility</p:attrName>
                                        </p:attrNameLst>
                                      </p:cBhvr>
                                      <p:to>
                                        <p:strVal val="visible"/>
                                      </p:to>
                                    </p:set>
                                    <p:animEffect transition="in" filter="wipe(left)">
                                      <p:cBhvr>
                                        <p:cTn id="7" dur="500"/>
                                        <p:tgtEl>
                                          <p:spTgt spid="286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688"/>
                                        </p:tgtEl>
                                        <p:attrNameLst>
                                          <p:attrName>style.visibility</p:attrName>
                                        </p:attrNameLst>
                                      </p:cBhvr>
                                      <p:to>
                                        <p:strVal val="visible"/>
                                      </p:to>
                                    </p:set>
                                    <p:animEffect transition="in" filter="wipe(left)">
                                      <p:cBhvr>
                                        <p:cTn id="12" dur="500"/>
                                        <p:tgtEl>
                                          <p:spTgt spid="286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686"/>
                                        </p:tgtEl>
                                        <p:attrNameLst>
                                          <p:attrName>style.visibility</p:attrName>
                                        </p:attrNameLst>
                                      </p:cBhvr>
                                      <p:to>
                                        <p:strVal val="visible"/>
                                      </p:to>
                                    </p:set>
                                    <p:animEffect transition="in" filter="wipe(left)">
                                      <p:cBhvr>
                                        <p:cTn id="17" dur="500"/>
                                        <p:tgtEl>
                                          <p:spTgt spid="286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687"/>
                                        </p:tgtEl>
                                        <p:attrNameLst>
                                          <p:attrName>style.visibility</p:attrName>
                                        </p:attrNameLst>
                                      </p:cBhvr>
                                      <p:to>
                                        <p:strVal val="visible"/>
                                      </p:to>
                                    </p:set>
                                    <p:animEffect transition="in" filter="wipe(left)">
                                      <p:cBhvr>
                                        <p:cTn id="27" dur="500"/>
                                        <p:tgtEl>
                                          <p:spTgt spid="2868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689"/>
                                        </p:tgtEl>
                                        <p:attrNameLst>
                                          <p:attrName>style.visibility</p:attrName>
                                        </p:attrNameLst>
                                      </p:cBhvr>
                                      <p:to>
                                        <p:strVal val="visible"/>
                                      </p:to>
                                    </p:set>
                                    <p:animEffect transition="in" filter="wipe(left)">
                                      <p:cBhvr>
                                        <p:cTn id="32" dur="500"/>
                                        <p:tgtEl>
                                          <p:spTgt spid="2868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8690"/>
                                        </p:tgtEl>
                                        <p:attrNameLst>
                                          <p:attrName>style.visibility</p:attrName>
                                        </p:attrNameLst>
                                      </p:cBhvr>
                                      <p:to>
                                        <p:strVal val="visible"/>
                                      </p:to>
                                    </p:set>
                                    <p:animEffect transition="in" filter="wipe(left)">
                                      <p:cBhvr>
                                        <p:cTn id="37" dur="500"/>
                                        <p:tgtEl>
                                          <p:spTgt spid="2869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8697"/>
                                        </p:tgtEl>
                                        <p:attrNameLst>
                                          <p:attrName>style.visibility</p:attrName>
                                        </p:attrNameLst>
                                      </p:cBhvr>
                                      <p:to>
                                        <p:strVal val="visible"/>
                                      </p:to>
                                    </p:set>
                                    <p:animEffect transition="in" filter="wipe(left)">
                                      <p:cBhvr>
                                        <p:cTn id="42" dur="500"/>
                                        <p:tgtEl>
                                          <p:spTgt spid="2869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8691"/>
                                        </p:tgtEl>
                                        <p:attrNameLst>
                                          <p:attrName>style.visibility</p:attrName>
                                        </p:attrNameLst>
                                      </p:cBhvr>
                                      <p:to>
                                        <p:strVal val="visible"/>
                                      </p:to>
                                    </p:set>
                                    <p:animEffect transition="in" filter="wipe(left)">
                                      <p:cBhvr>
                                        <p:cTn id="47" dur="500"/>
                                        <p:tgtEl>
                                          <p:spTgt spid="2869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8692"/>
                                        </p:tgtEl>
                                        <p:attrNameLst>
                                          <p:attrName>style.visibility</p:attrName>
                                        </p:attrNameLst>
                                      </p:cBhvr>
                                      <p:to>
                                        <p:strVal val="visible"/>
                                      </p:to>
                                    </p:set>
                                    <p:animEffect transition="in" filter="wipe(left)">
                                      <p:cBhvr>
                                        <p:cTn id="52" dur="500"/>
                                        <p:tgtEl>
                                          <p:spTgt spid="2869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8693"/>
                                        </p:tgtEl>
                                        <p:attrNameLst>
                                          <p:attrName>style.visibility</p:attrName>
                                        </p:attrNameLst>
                                      </p:cBhvr>
                                      <p:to>
                                        <p:strVal val="visible"/>
                                      </p:to>
                                    </p:set>
                                    <p:animEffect transition="in" filter="wipe(left)">
                                      <p:cBhvr>
                                        <p:cTn id="57" dur="500"/>
                                        <p:tgtEl>
                                          <p:spTgt spid="2869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8694"/>
                                        </p:tgtEl>
                                        <p:attrNameLst>
                                          <p:attrName>style.visibility</p:attrName>
                                        </p:attrNameLst>
                                      </p:cBhvr>
                                      <p:to>
                                        <p:strVal val="visible"/>
                                      </p:to>
                                    </p:set>
                                    <p:animEffect transition="in" filter="wipe(left)">
                                      <p:cBhvr>
                                        <p:cTn id="62" dur="500"/>
                                        <p:tgtEl>
                                          <p:spTgt spid="2869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8698">
                                            <p:txEl>
                                              <p:pRg st="0" end="0"/>
                                            </p:txEl>
                                          </p:spTgt>
                                        </p:tgtEl>
                                        <p:attrNameLst>
                                          <p:attrName>style.visibility</p:attrName>
                                        </p:attrNameLst>
                                      </p:cBhvr>
                                      <p:to>
                                        <p:strVal val="visible"/>
                                      </p:to>
                                    </p:set>
                                    <p:animEffect transition="in" filter="wipe(left)">
                                      <p:cBhvr>
                                        <p:cTn id="67" dur="500"/>
                                        <p:tgtEl>
                                          <p:spTgt spid="28698">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8699"/>
                                        </p:tgtEl>
                                        <p:attrNameLst>
                                          <p:attrName>style.visibility</p:attrName>
                                        </p:attrNameLst>
                                      </p:cBhvr>
                                      <p:to>
                                        <p:strVal val="visible"/>
                                      </p:to>
                                    </p:set>
                                    <p:animEffect transition="in" filter="wipe(left)">
                                      <p:cBhvr>
                                        <p:cTn id="72" dur="500"/>
                                        <p:tgtEl>
                                          <p:spTgt spid="2869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8700"/>
                                        </p:tgtEl>
                                        <p:attrNameLst>
                                          <p:attrName>style.visibility</p:attrName>
                                        </p:attrNameLst>
                                      </p:cBhvr>
                                      <p:to>
                                        <p:strVal val="visible"/>
                                      </p:to>
                                    </p:set>
                                    <p:animEffect transition="in" filter="wipe(left)">
                                      <p:cBhvr>
                                        <p:cTn id="77" dur="500"/>
                                        <p:tgtEl>
                                          <p:spTgt spid="2870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8701"/>
                                        </p:tgtEl>
                                        <p:attrNameLst>
                                          <p:attrName>style.visibility</p:attrName>
                                        </p:attrNameLst>
                                      </p:cBhvr>
                                      <p:to>
                                        <p:strVal val="visible"/>
                                      </p:to>
                                    </p:set>
                                    <p:animEffect transition="in" filter="wipe(left)">
                                      <p:cBhvr>
                                        <p:cTn id="82" dur="500"/>
                                        <p:tgtEl>
                                          <p:spTgt spid="2870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8695"/>
                                        </p:tgtEl>
                                        <p:attrNameLst>
                                          <p:attrName>style.visibility</p:attrName>
                                        </p:attrNameLst>
                                      </p:cBhvr>
                                      <p:to>
                                        <p:strVal val="visible"/>
                                      </p:to>
                                    </p:set>
                                    <p:animEffect transition="in" filter="wipe(left)">
                                      <p:cBhvr>
                                        <p:cTn id="87" dur="500"/>
                                        <p:tgtEl>
                                          <p:spTgt spid="2869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8696"/>
                                        </p:tgtEl>
                                        <p:attrNameLst>
                                          <p:attrName>style.visibility</p:attrName>
                                        </p:attrNameLst>
                                      </p:cBhvr>
                                      <p:to>
                                        <p:strVal val="visible"/>
                                      </p:to>
                                    </p:set>
                                    <p:animEffect transition="in" filter="wipe(left)">
                                      <p:cBhvr>
                                        <p:cTn id="92" dur="500"/>
                                        <p:tgtEl>
                                          <p:spTgt spid="28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5" grpId="0" build="p" autoUpdateAnimBg="0"/>
      <p:bldP spid="28694" grpId="0" animBg="1"/>
      <p:bldP spid="28697" grpId="0" animBg="1"/>
      <p:bldP spid="28698" grpId="0" build="p" autoUpdateAnimBg="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745</TotalTime>
  <Words>1261</Words>
  <Application>Microsoft Office PowerPoint</Application>
  <PresentationFormat>全屏显示(4:3)</PresentationFormat>
  <Paragraphs>220</Paragraphs>
  <Slides>38</Slides>
  <Notes>1</Notes>
  <HiddenSlides>7</HiddenSlides>
  <MMClips>0</MMClips>
  <ScaleCrop>false</ScaleCrop>
  <HeadingPairs>
    <vt:vector size="8" baseType="variant">
      <vt:variant>
        <vt:lpstr>已用的字体</vt:lpstr>
      </vt:variant>
      <vt:variant>
        <vt:i4>8</vt:i4>
      </vt:variant>
      <vt:variant>
        <vt:lpstr>主题</vt:lpstr>
      </vt:variant>
      <vt:variant>
        <vt:i4>3</vt:i4>
      </vt:variant>
      <vt:variant>
        <vt:lpstr>嵌入 OLE 服务器</vt:lpstr>
      </vt:variant>
      <vt:variant>
        <vt:i4>3</vt:i4>
      </vt:variant>
      <vt:variant>
        <vt:lpstr>幻灯片标题</vt:lpstr>
      </vt:variant>
      <vt:variant>
        <vt:i4>38</vt:i4>
      </vt:variant>
    </vt:vector>
  </HeadingPairs>
  <TitlesOfParts>
    <vt:vector size="52" baseType="lpstr">
      <vt:lpstr>等线</vt:lpstr>
      <vt:lpstr>等线 Light</vt:lpstr>
      <vt:lpstr>华文行楷</vt:lpstr>
      <vt:lpstr>楷体_GB2312</vt:lpstr>
      <vt:lpstr>宋体</vt:lpstr>
      <vt:lpstr>Arial</vt:lpstr>
      <vt:lpstr>Calibri</vt:lpstr>
      <vt:lpstr>Times New Roman</vt:lpstr>
      <vt:lpstr>默认设计模板</vt:lpstr>
      <vt:lpstr>Office 主题​​</vt:lpstr>
      <vt:lpstr>1_Office 主题​​</vt:lpstr>
      <vt:lpstr>公式</vt:lpstr>
      <vt:lpstr>Equation</vt:lpstr>
      <vt:lpstr>BMP 图象</vt:lpstr>
      <vt:lpstr>（二）幂级数的性质</vt:lpstr>
      <vt:lpstr>说明:</vt:lpstr>
      <vt:lpstr>PowerPoint 演示文稿</vt:lpstr>
      <vt:lpstr>PowerPoint 演示文稿</vt:lpstr>
      <vt:lpstr>例1. </vt:lpstr>
      <vt:lpstr>例2. 求级数</vt:lpstr>
      <vt:lpstr>PowerPoint 演示文稿</vt:lpstr>
      <vt:lpstr>例3.</vt:lpstr>
      <vt:lpstr>例4.</vt:lpstr>
      <vt:lpstr>PowerPoint 演示文稿</vt:lpstr>
      <vt:lpstr>内容小结</vt:lpstr>
      <vt:lpstr>第四节</vt:lpstr>
      <vt:lpstr>一、泰勒 ( Taylor ) 级数  </vt:lpstr>
      <vt:lpstr>待解决的问题 :</vt:lpstr>
      <vt:lpstr>PowerPoint 演示文稿</vt:lpstr>
      <vt:lpstr>定理1 .</vt:lpstr>
      <vt:lpstr>定理2.</vt:lpstr>
      <vt:lpstr>PowerPoint 演示文稿</vt:lpstr>
      <vt:lpstr>二、函数展开成幂级数 </vt:lpstr>
      <vt:lpstr>例1. 将函数</vt:lpstr>
      <vt:lpstr>例2. 将</vt:lpstr>
      <vt:lpstr>PowerPoint 演示文稿</vt:lpstr>
      <vt:lpstr>2. 间接展开法</vt:lpstr>
      <vt:lpstr>例4. 将函数</vt:lpstr>
      <vt:lpstr>例5. 将</vt:lpstr>
      <vt:lpstr>例6. 将</vt:lpstr>
      <vt:lpstr>例7. 将函数</vt:lpstr>
      <vt:lpstr>PowerPoint 演示文稿</vt:lpstr>
      <vt:lpstr>例3 附注</vt:lpstr>
      <vt:lpstr>PowerPoint 演示文稿</vt:lpstr>
      <vt:lpstr>PowerPoint 演示文稿</vt:lpstr>
      <vt:lpstr>内容小结</vt:lpstr>
      <vt:lpstr>PowerPoint 演示文稿</vt:lpstr>
      <vt:lpstr>思考与练习</vt:lpstr>
      <vt:lpstr>备用题  1.</vt:lpstr>
      <vt:lpstr>备用题  1.</vt:lpstr>
      <vt:lpstr>2. 将</vt:lpstr>
      <vt:lpstr>2. 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三、幂级数的性质</dc:title>
  <dc:creator>1</dc:creator>
  <cp:lastModifiedBy>玥儿 小</cp:lastModifiedBy>
  <cp:revision>28</cp:revision>
  <dcterms:created xsi:type="dcterms:W3CDTF">2013-03-18T08:49:23Z</dcterms:created>
  <dcterms:modified xsi:type="dcterms:W3CDTF">2025-05-26T08:00:21Z</dcterms:modified>
</cp:coreProperties>
</file>