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35"/>
  </p:notesMasterIdLst>
  <p:sldIdLst>
    <p:sldId id="301" r:id="rId4"/>
    <p:sldId id="302" r:id="rId5"/>
    <p:sldId id="322" r:id="rId6"/>
    <p:sldId id="303" r:id="rId7"/>
    <p:sldId id="319" r:id="rId8"/>
    <p:sldId id="304" r:id="rId9"/>
    <p:sldId id="314" r:id="rId10"/>
    <p:sldId id="316" r:id="rId11"/>
    <p:sldId id="335" r:id="rId12"/>
    <p:sldId id="336" r:id="rId13"/>
    <p:sldId id="337" r:id="rId14"/>
    <p:sldId id="315" r:id="rId15"/>
    <p:sldId id="341" r:id="rId16"/>
    <p:sldId id="317" r:id="rId17"/>
    <p:sldId id="333" r:id="rId18"/>
    <p:sldId id="339" r:id="rId19"/>
    <p:sldId id="293" r:id="rId20"/>
    <p:sldId id="294" r:id="rId21"/>
    <p:sldId id="295" r:id="rId22"/>
    <p:sldId id="342" r:id="rId23"/>
    <p:sldId id="323" r:id="rId24"/>
    <p:sldId id="334" r:id="rId25"/>
    <p:sldId id="324" r:id="rId26"/>
    <p:sldId id="325" r:id="rId27"/>
    <p:sldId id="326" r:id="rId28"/>
    <p:sldId id="327" r:id="rId29"/>
    <p:sldId id="328" r:id="rId30"/>
    <p:sldId id="338" r:id="rId31"/>
    <p:sldId id="329" r:id="rId32"/>
    <p:sldId id="330" r:id="rId33"/>
    <p:sldId id="33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3AA5-0C70-48D1-B053-4D47A0F20EF9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19CD6-69C7-45D9-99C1-52A2FCC4E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5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6FF63F79-EE76-4077-AC69-893C7A4FF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3605D3-2740-4C03-B215-F12C430E3E3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1E8C59AB-6C7B-4FD3-8A5E-591D9A35D4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CE0171BD-5867-4504-9A3A-F76834D7A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D87090D-2FE8-4723-9162-50D5F643B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F2F48F-A191-48AD-9FBB-9C3BBCEC393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FB09FFF-EB9E-45F8-A77D-A473D85F21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06CBACF-6A33-4B74-9952-70F8B003B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54EF16-2C2F-4878-9027-FCDB2D58A63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78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EFFA287D-4CEE-4DEC-98B7-E7AA12349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10BE84D9-929D-496C-A365-126552AA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66D1F90D-D742-49BD-9C6B-6C1F6C57B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9ED29-F02B-4CBE-A468-77624D8A780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8E66AE88-57CD-4B8C-BCCE-8E0DD55EA8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D0C341-A84D-4C1F-AC61-E749F179F60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7AECB32-519E-4DBE-8F71-AB573ECD4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FA1030A-0366-42E3-B181-8C731AB2C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CF881-3F28-4034-B0AF-59AFA17C3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69B7C5-E3D7-41E0-83A3-273A23C3C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600E82-7CF2-4F0E-9992-544520F1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E2EE9-6811-48F6-88BB-ED98FF8E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29277-48D2-444B-A301-4635C6BD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2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C4E52-708E-45DD-8057-9C3A849F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98D942-2052-47C8-B87E-B22A1EEB8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596466-D82A-432D-9856-A4E447B6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32844-8751-4684-B980-58E64CDD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A87C5-6CEB-48BC-AA29-D827E7CB4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8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17606-2791-4836-926C-89229978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554F27-8038-48F2-B2C5-A24DC7B4B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ED616E-6520-4ECC-8A36-0145075B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46367-C526-4B07-98ED-000A4276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F2B60-8979-4EE1-9916-BBD824E2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24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0E80A-CE77-42BD-84E7-9F7889FE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36A75-C41E-403F-985B-AEB13FF66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04E56A-45C5-4B75-BAB6-64BF5050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7A724-B487-4176-8131-568B1644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333B1A-0BE8-43D5-B1A1-94A0FA70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38CC3-795E-48D3-9797-A48CF565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D6264-9732-4720-B804-4D603578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1C38B-9262-4904-B5B9-A085A25B2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642F14-AAF7-4400-B8CC-83C551007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9B9AD6-3D75-4AF6-AD1E-01891E5BE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E0D29D-12CE-4257-AA76-0F2BFC419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55DC0B-87DD-4ED1-A4A9-B374CFDA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10AF72-6A52-4536-BE8C-FF6171BE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87BC08-4043-4542-B87B-63E7FA6B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74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AF879-DBBC-4C98-99F0-2BEA8405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3F1AE8-4E64-4DEE-8614-EF8BBB83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87AE2F-9791-432F-847E-834FA330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A1E20D-EA8C-48FB-B40A-B895A15B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1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C4789B-6B44-4A1D-AD6C-3BD69D6F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4E27A6-ED96-459D-98EC-44BEDF72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5E2C5-5FFB-4DE9-98B4-E7B660A6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5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ABEF7-56A9-429C-AEF3-8BA2C377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85A99-50A1-4805-A15C-01779C4A5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5EA905-6EA4-413C-926F-52873B1AE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A0CD9-5FD8-4795-B6AD-9F611782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DB3479-4016-46C7-A8C5-8580CC38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BDD60-E01F-477B-A325-E0A46D5E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0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6AAD2-0D42-4FEA-B1D2-D387EDDC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127C8C-6F7D-49C0-801E-E38C2F598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1F704-C7B6-4876-9EB2-B3718F968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BCA421-BD11-431F-A583-806C403C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9E3B43-B35A-455A-B40B-F7362761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3B55DD-3F8C-40F8-8F9C-0DE269DB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49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62F06-F548-414E-B04B-1B0FD7660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0FD877-653D-4562-BEC7-E69384F2A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B71BB-029E-4F73-B48D-44E733B9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5DC8D-6762-4F4C-A215-C86CA013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345213-551C-411D-9D02-1812E0C4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515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B009B-C3A6-4653-9DD8-9DE019082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2C9B90-720F-4271-AC23-559F40A2C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69836-A49C-46D2-85E1-7354D817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0AFAE-711E-41BA-830D-F167B40B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328B8-AD48-4488-899E-C0FA6F93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766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B0EBE1-5673-4984-9CDB-E1449A6D36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8F53E0-453A-4C56-9F26-5AA132CFB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E2162-34D6-4876-9D77-AB51F9418E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2CE3B-04F5-4D8D-AB64-0C4273B089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965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807006-08EE-477F-AB25-649357F696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E52580-6897-44AC-8647-60F050F11F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057DFE-579B-4F01-A0FD-5B3E4FCB2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9D377-E992-4BEB-B35A-C9708787AD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021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E4F09D-5267-4FCB-BD77-240D230BFA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25DBE3-02C0-452E-88A5-988FB45D7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158A29-BAFD-4133-A68D-F8C9BB7B2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5B210-9B7B-4F52-A19D-B1D36B201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2754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76FF0-5D3F-4ACC-A8F9-4BFF429805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6D150-7CA1-4F15-8524-BA71CA41FE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0E3FF-78EB-4B44-B70A-6FCDDC9D47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C2390-9BCB-4EAC-9D53-EF5B19F32D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059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166D9E-1880-4172-A84F-7CFEDC46F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3EE49F-7B4A-4DAA-8BF2-A8074CE6B4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6A9078-E600-4380-9AA1-B31C23140B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35698-88EB-4BAF-8408-652B9F41EC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029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99933FD-1893-45BE-944E-7634B64088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79658D-0DA6-4231-9A43-21DBE2056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4A411B-18F5-442A-943B-6123C72B2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DA15E-B774-4B7E-B884-1B173E26DF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6994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9521542-7806-45FE-B573-063CC710F1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C23FC6-7129-4E0A-A536-E30CA38429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632286-1ABB-46A7-AB1F-62CB5D6D1A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883ED-5E2C-4462-AB15-BE59F36D19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902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D2E408-350C-4942-B18B-5C22E8C8CB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EC3F9-E9CE-4D14-8D60-D2DBA10716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258C9-CF4B-4A15-90F4-129F86837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388BC-24C3-4D42-A966-0FEB4BE5B9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19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62A31-226D-4D06-A03B-E30D5559E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56E0A-1C73-4384-BA8E-3FA9AA108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2D340-2487-4441-8963-5DB6205F0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7F9FF-337F-4E0E-9810-401D47F91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229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D33DE-9DBD-4FBB-B1BB-FBDCAA8AAA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C225D4-C4CF-492F-947A-8532D9294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1F4314-A068-4298-A3A8-9CCF66DA7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D322C-D512-4EB9-983A-5934F0DE7B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3123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204EE8-FAF0-40A6-8A8B-CAA91077C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2E21D1-AAF8-4AC1-B541-64BFDAC812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EFBCEB-BEF6-42F2-A076-2FDD44333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73639-9C68-4A03-9D38-00F36AB132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782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1CC7C7-A763-494B-86ED-583F719C5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4847DC-95DE-4EFD-87C2-9049901DA5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3A428E8-0DC8-4DE2-8AAA-BA8391EAAE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F9336-EDAF-4AB3-8A4C-C83020CE6A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7858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63344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5587" y="6363344"/>
            <a:ext cx="3860800" cy="365125"/>
          </a:xfrm>
        </p:spPr>
        <p:txBody>
          <a:bodyPr vert="horz" lIns="76618" tIns="38309" rIns="76618" bIns="38309" rtlCol="0" anchor="ctr"/>
          <a:lstStyle>
            <a:lvl1pPr>
              <a:defRPr lang="en-US" altLang="zh-CN" smtClean="0">
                <a:solidFill>
                  <a:prstClr val="white">
                    <a:lumMod val="65000"/>
                  </a:prstClr>
                </a:solidFill>
                <a:latin typeface="Calibri"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64764" y="6351789"/>
            <a:ext cx="1850728" cy="376667"/>
          </a:xfrm>
        </p:spPr>
        <p:txBody>
          <a:bodyPr vert="horz" lIns="102156" tIns="51076" rIns="102156" bIns="51076" rtlCol="0" anchor="ctr"/>
          <a:lstStyle>
            <a:lvl1pPr algn="r">
              <a:defRPr lang="zh-CN" altLang="en-US" smtClean="0"/>
            </a:lvl1pPr>
          </a:lstStyle>
          <a:p>
            <a:fld id="{0C913308-F349-4B6D-A68A-DD1791B4A57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09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0">
        <p14:vortex dir="r"/>
      </p:transition>
    </mc:Choice>
    <mc:Fallback xmlns="">
      <p:transition spd="slow" advTm="11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4289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2564394"/>
      </p:ext>
    </p:extLst>
  </p:cSld>
  <p:clrMapOvr>
    <a:masterClrMapping/>
  </p:clrMapOvr>
  <p:transition spd="slow" advTm="11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7A16E7-947B-4F17-BF2E-5FEFE40F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F78B19-E15F-4721-99B0-3FC04BFA8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EBBEA-5ED2-4A0E-A10D-EC669C16A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D2B02-CBE6-46E9-B35B-6428C27B37B2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30258-B7D9-4F74-9DFE-0572A23DB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2F335-757B-4DB3-A565-70A59FB3F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72FF2-73CB-45E4-930A-996031A7E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9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F4234D-AEA9-46D0-B60F-967D2A0C7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A0D6F0-6D26-413B-A250-8F2DFC654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F057DA-0740-47EB-B171-17F4DB511C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599D22E-D0CC-4C74-8CF3-E867A83C12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7082CC-B043-44D7-8CEC-5C03FE104B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8BE6276-5A15-4A5E-A0EE-EB9F89984C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85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102156" tIns="51076" rIns="102156" bIns="5107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17"/>
            <a:ext cx="10972800" cy="4525963"/>
          </a:xfrm>
          <a:prstGeom prst="rect">
            <a:avLst/>
          </a:prstGeom>
        </p:spPr>
        <p:txBody>
          <a:bodyPr vert="horz" lIns="102156" tIns="51076" rIns="102156" bIns="51076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4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Tm="11000">
        <p14:vortex dir="r"/>
      </p:transition>
    </mc:Choice>
    <mc:Fallback xmlns="">
      <p:transition spd="slow" advTm="11000">
        <p:fade/>
      </p:transition>
    </mc:Fallback>
  </mc:AlternateContent>
  <p:txStyles>
    <p:titleStyle>
      <a:lvl1pPr algn="ctr" defTabSz="1364302" rtl="0" eaLnBrk="1" latinLnBrk="0" hangingPunct="1">
        <a:spcBef>
          <a:spcPct val="0"/>
        </a:spcBef>
        <a:buNone/>
        <a:defRPr sz="6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1610" indent="-511610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08495" indent="-426335" algn="l" defTabSz="1364302" rtl="0" eaLnBrk="1" latinLnBrk="0" hangingPunct="1">
        <a:spcBef>
          <a:spcPct val="20000"/>
        </a:spcBef>
        <a:buFont typeface="Arial" panose="020B0604020202020204" pitchFamily="34" charset="0"/>
        <a:buChar char="–"/>
        <a:defRPr sz="4133" kern="1200">
          <a:solidFill>
            <a:schemeClr val="tx1"/>
          </a:solidFill>
          <a:latin typeface="+mn-lt"/>
          <a:ea typeface="+mn-ea"/>
          <a:cs typeface="+mn-cs"/>
        </a:defRPr>
      </a:lvl2pPr>
      <a:lvl3pPr marL="1705373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387523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–"/>
        <a:defRPr sz="3067" kern="1200">
          <a:solidFill>
            <a:schemeClr val="tx1"/>
          </a:solidFill>
          <a:latin typeface="+mn-lt"/>
          <a:ea typeface="+mn-ea"/>
          <a:cs typeface="+mn-cs"/>
        </a:defRPr>
      </a:lvl4pPr>
      <a:lvl5pPr marL="3069679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»"/>
        <a:defRPr sz="3067" kern="1200">
          <a:solidFill>
            <a:schemeClr val="tx1"/>
          </a:solidFill>
          <a:latin typeface="+mn-lt"/>
          <a:ea typeface="+mn-ea"/>
          <a:cs typeface="+mn-cs"/>
        </a:defRPr>
      </a:lvl5pPr>
      <a:lvl6pPr marL="3751826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7" kern="1200">
          <a:solidFill>
            <a:schemeClr val="tx1"/>
          </a:solidFill>
          <a:latin typeface="+mn-lt"/>
          <a:ea typeface="+mn-ea"/>
          <a:cs typeface="+mn-cs"/>
        </a:defRPr>
      </a:lvl6pPr>
      <a:lvl7pPr marL="4433974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7" kern="1200">
          <a:solidFill>
            <a:schemeClr val="tx1"/>
          </a:solidFill>
          <a:latin typeface="+mn-lt"/>
          <a:ea typeface="+mn-ea"/>
          <a:cs typeface="+mn-cs"/>
        </a:defRPr>
      </a:lvl7pPr>
      <a:lvl8pPr marL="5116123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7" kern="1200">
          <a:solidFill>
            <a:schemeClr val="tx1"/>
          </a:solidFill>
          <a:latin typeface="+mn-lt"/>
          <a:ea typeface="+mn-ea"/>
          <a:cs typeface="+mn-cs"/>
        </a:defRPr>
      </a:lvl8pPr>
      <a:lvl9pPr marL="5798280" indent="-341077" algn="l" defTabSz="136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82151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2pPr>
      <a:lvl3pPr marL="1364302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046454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28601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410752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4092900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775049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457201" algn="l" defTabSz="1364302" rtl="0" eaLnBrk="1" latinLnBrk="0" hangingPunct="1"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29" Type="http://schemas.openxmlformats.org/officeDocument/2006/relationships/oleObject" Target="../embeddings/oleObject1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28" Type="http://schemas.openxmlformats.org/officeDocument/2006/relationships/image" Target="../media/image19.wmf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17.bin"/><Relationship Id="rId30" Type="http://schemas.openxmlformats.org/officeDocument/2006/relationships/image" Target="../media/image2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1.wmf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8.wmf"/><Relationship Id="rId25" Type="http://schemas.openxmlformats.org/officeDocument/2006/relationships/image" Target="../media/image32.png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w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39.bin"/><Relationship Id="rId3" Type="http://schemas.openxmlformats.org/officeDocument/2006/relationships/image" Target="../media/image33.wmf"/><Relationship Id="rId21" Type="http://schemas.openxmlformats.org/officeDocument/2006/relationships/image" Target="../media/image42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0.wmf"/><Relationship Id="rId25" Type="http://schemas.openxmlformats.org/officeDocument/2006/relationships/image" Target="../media/image44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42.bin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45.wmf"/><Relationship Id="rId21" Type="http://schemas.openxmlformats.org/officeDocument/2006/relationships/image" Target="../media/image54.e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2.emf"/><Relationship Id="rId25" Type="http://schemas.openxmlformats.org/officeDocument/2006/relationships/image" Target="../media/image56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57.wmf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54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emf"/><Relationship Id="rId28" Type="http://schemas.openxmlformats.org/officeDocument/2006/relationships/oleObject" Target="../embeddings/oleObject55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3.e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4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1.wmf"/><Relationship Id="rId3" Type="http://schemas.openxmlformats.org/officeDocument/2006/relationships/tags" Target="../tags/tag3.xml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59.bin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0.wmf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58.bin"/><Relationship Id="rId4" Type="http://schemas.openxmlformats.org/officeDocument/2006/relationships/tags" Target="../tags/tag4.xml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1.wmf"/><Relationship Id="rId3" Type="http://schemas.openxmlformats.org/officeDocument/2006/relationships/tags" Target="../tags/tag7.xml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59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0.wmf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58.bin"/><Relationship Id="rId4" Type="http://schemas.openxmlformats.org/officeDocument/2006/relationships/tags" Target="../tags/tag8.xml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1.wmf"/><Relationship Id="rId3" Type="http://schemas.openxmlformats.org/officeDocument/2006/relationships/tags" Target="../tags/tag11.xml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59.bin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0.wmf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58.bin"/><Relationship Id="rId4" Type="http://schemas.openxmlformats.org/officeDocument/2006/relationships/tags" Target="../tags/tag12.xml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5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63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6.emf"/><Relationship Id="rId18" Type="http://schemas.openxmlformats.org/officeDocument/2006/relationships/oleObject" Target="../embeddings/oleObject77.bin"/><Relationship Id="rId3" Type="http://schemas.openxmlformats.org/officeDocument/2006/relationships/image" Target="../media/image64.emf"/><Relationship Id="rId21" Type="http://schemas.openxmlformats.org/officeDocument/2006/relationships/image" Target="../media/image80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8.e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9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4.emf"/><Relationship Id="rId14" Type="http://schemas.openxmlformats.org/officeDocument/2006/relationships/oleObject" Target="../embeddings/oleObject7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81.emf"/><Relationship Id="rId7" Type="http://schemas.openxmlformats.org/officeDocument/2006/relationships/image" Target="../media/image83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82.e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9.wmf"/><Relationship Id="rId3" Type="http://schemas.openxmlformats.org/officeDocument/2006/relationships/image" Target="../media/image85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7.bin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8.wmf"/><Relationship Id="rId5" Type="http://schemas.openxmlformats.org/officeDocument/2006/relationships/image" Target="../media/image82.e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3.wmf"/><Relationship Id="rId3" Type="http://schemas.openxmlformats.org/officeDocument/2006/relationships/image" Target="../media/image90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1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92.wmf"/><Relationship Id="rId5" Type="http://schemas.openxmlformats.org/officeDocument/2006/relationships/image" Target="../media/image82.e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9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94.emf"/><Relationship Id="rId21" Type="http://schemas.openxmlformats.org/officeDocument/2006/relationships/image" Target="../media/image103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1.wmf"/><Relationship Id="rId25" Type="http://schemas.openxmlformats.org/officeDocument/2006/relationships/image" Target="../media/image105.e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8.wmf"/><Relationship Id="rId24" Type="http://schemas.openxmlformats.org/officeDocument/2006/relationships/oleObject" Target="../embeddings/oleObject103.bin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23" Type="http://schemas.openxmlformats.org/officeDocument/2006/relationships/image" Target="../media/image104.w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2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11.emf"/><Relationship Id="rId18" Type="http://schemas.openxmlformats.org/officeDocument/2006/relationships/oleObject" Target="../embeddings/oleObject112.bin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13.e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e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image" Target="../media/image95.wmf"/><Relationship Id="rId7" Type="http://schemas.openxmlformats.org/officeDocument/2006/relationships/image" Target="../media/image116.w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1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image" Target="../media/image119.emf"/><Relationship Id="rId7" Type="http://schemas.openxmlformats.org/officeDocument/2006/relationships/image" Target="../media/image121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3.emf"/><Relationship Id="rId5" Type="http://schemas.openxmlformats.org/officeDocument/2006/relationships/image" Target="../media/image120.e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28.emf"/><Relationship Id="rId9" Type="http://schemas.openxmlformats.org/officeDocument/2006/relationships/image" Target="../media/image131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36.emf"/><Relationship Id="rId5" Type="http://schemas.openxmlformats.org/officeDocument/2006/relationships/image" Target="../media/image133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3" Type="http://schemas.openxmlformats.org/officeDocument/2006/relationships/image" Target="../media/image137.emf"/><Relationship Id="rId7" Type="http://schemas.openxmlformats.org/officeDocument/2006/relationships/image" Target="../media/image139.e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1.emf"/><Relationship Id="rId5" Type="http://schemas.openxmlformats.org/officeDocument/2006/relationships/image" Target="../media/image138.e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45.bin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1.wmf"/><Relationship Id="rId3" Type="http://schemas.openxmlformats.org/officeDocument/2006/relationships/tags" Target="../tags/tag15.xml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59.bin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60.wmf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58.bin"/><Relationship Id="rId4" Type="http://schemas.openxmlformats.org/officeDocument/2006/relationships/tags" Target="../tags/tag16.xml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14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3" Type="http://schemas.openxmlformats.org/officeDocument/2006/relationships/image" Target="../media/image150.wmf"/><Relationship Id="rId7" Type="http://schemas.openxmlformats.org/officeDocument/2006/relationships/image" Target="../media/image151.w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49.bin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5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8.emf"/><Relationship Id="rId3" Type="http://schemas.openxmlformats.org/officeDocument/2006/relationships/image" Target="../media/image153.emf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56.bin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7.emf"/><Relationship Id="rId5" Type="http://schemas.openxmlformats.org/officeDocument/2006/relationships/image" Target="../media/image154.emf"/><Relationship Id="rId10" Type="http://schemas.openxmlformats.org/officeDocument/2006/relationships/oleObject" Target="../embeddings/oleObject155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5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64.emf"/><Relationship Id="rId3" Type="http://schemas.openxmlformats.org/officeDocument/2006/relationships/image" Target="../media/image159.emf"/><Relationship Id="rId7" Type="http://schemas.openxmlformats.org/officeDocument/2006/relationships/image" Target="../media/image161.emf"/><Relationship Id="rId12" Type="http://schemas.openxmlformats.org/officeDocument/2006/relationships/oleObject" Target="../embeddings/oleObject162.bin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63.emf"/><Relationship Id="rId5" Type="http://schemas.openxmlformats.org/officeDocument/2006/relationships/image" Target="../media/image160.emf"/><Relationship Id="rId15" Type="http://schemas.openxmlformats.org/officeDocument/2006/relationships/image" Target="../media/image165.e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62.emf"/><Relationship Id="rId14" Type="http://schemas.openxmlformats.org/officeDocument/2006/relationships/oleObject" Target="../embeddings/oleObject16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Rectangle 31">
            <a:extLst>
              <a:ext uri="{FF2B5EF4-FFF2-40B4-BE49-F238E27FC236}">
                <a16:creationId xmlns:a16="http://schemas.microsoft.com/office/drawing/2014/main" id="{AB223956-3B78-4E3A-9E1F-DD5BCA846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1913"/>
            <a:ext cx="434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三、多元函数的极限</a:t>
            </a:r>
          </a:p>
        </p:txBody>
      </p:sp>
      <p:pic>
        <p:nvPicPr>
          <p:cNvPr id="33798" name="Picture 32" descr="PE01561_">
            <a:extLst>
              <a:ext uri="{FF2B5EF4-FFF2-40B4-BE49-F238E27FC236}">
                <a16:creationId xmlns:a16="http://schemas.microsoft.com/office/drawing/2014/main" id="{C06B114D-8049-4270-B262-3F4F4A389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105400"/>
            <a:ext cx="22098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FA918AAC-D30D-48DA-9A5D-0A45A0BD6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479500"/>
              </p:ext>
            </p:extLst>
          </p:nvPr>
        </p:nvGraphicFramePr>
        <p:xfrm>
          <a:off x="685800" y="1308100"/>
          <a:ext cx="20431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26921" imgH="655367" progId="Equation.3">
                  <p:embed/>
                </p:oleObj>
              </mc:Choice>
              <mc:Fallback>
                <p:oleObj name="Equation" r:id="rId4" imgW="2026921" imgH="655367" progId="Equation.3">
                  <p:embed/>
                  <p:pic>
                    <p:nvPicPr>
                      <p:cNvPr id="33803" name="Object 11">
                        <a:extLst>
                          <a:ext uri="{FF2B5EF4-FFF2-40B4-BE49-F238E27FC236}">
                            <a16:creationId xmlns:a16="http://schemas.microsoft.com/office/drawing/2014/main" id="{8F3FE74A-A8EB-4739-8086-FAC8A651B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308100"/>
                        <a:ext cx="20431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>
            <a:extLst>
              <a:ext uri="{FF2B5EF4-FFF2-40B4-BE49-F238E27FC236}">
                <a16:creationId xmlns:a16="http://schemas.microsoft.com/office/drawing/2014/main" id="{524D0C2F-E6BD-4293-AC4B-4361F743E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628525"/>
              </p:ext>
            </p:extLst>
          </p:nvPr>
        </p:nvGraphicFramePr>
        <p:xfrm>
          <a:off x="2881313" y="2275284"/>
          <a:ext cx="90312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35360" imgH="291960" progId="Equation.DSMT4">
                  <p:embed/>
                </p:oleObj>
              </mc:Choice>
              <mc:Fallback>
                <p:oleObj name="Equation" r:id="rId6" imgW="4635360" imgH="291960" progId="Equation.DSMT4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2275284"/>
                        <a:ext cx="90312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>
            <a:extLst>
              <a:ext uri="{FF2B5EF4-FFF2-40B4-BE49-F238E27FC236}">
                <a16:creationId xmlns:a16="http://schemas.microsoft.com/office/drawing/2014/main" id="{5AEC9364-E90B-4788-9881-66554ED16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493021"/>
              </p:ext>
            </p:extLst>
          </p:nvPr>
        </p:nvGraphicFramePr>
        <p:xfrm>
          <a:off x="2855118" y="1272382"/>
          <a:ext cx="64817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27120" imgH="253800" progId="Equation.DSMT4">
                  <p:embed/>
                </p:oleObj>
              </mc:Choice>
              <mc:Fallback>
                <p:oleObj name="Equation" r:id="rId8" imgW="3327120" imgH="253800" progId="Equation.DSMT4">
                  <p:embed/>
                  <p:pic>
                    <p:nvPicPr>
                      <p:cNvPr id="37" name="Object 4">
                        <a:extLst>
                          <a:ext uri="{FF2B5EF4-FFF2-40B4-BE49-F238E27FC236}">
                            <a16:creationId xmlns:a16="http://schemas.microsoft.com/office/drawing/2014/main" id="{524D0C2F-E6BD-4293-AC4B-4361F743E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118" y="1272382"/>
                        <a:ext cx="64817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>
            <a:extLst>
              <a:ext uri="{FF2B5EF4-FFF2-40B4-BE49-F238E27FC236}">
                <a16:creationId xmlns:a16="http://schemas.microsoft.com/office/drawing/2014/main" id="{265D7F33-AA96-4FB0-89A3-A49A66463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731316"/>
              </p:ext>
            </p:extLst>
          </p:nvPr>
        </p:nvGraphicFramePr>
        <p:xfrm>
          <a:off x="307975" y="2377281"/>
          <a:ext cx="257333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291960" progId="Equation.DSMT4">
                  <p:embed/>
                </p:oleObj>
              </mc:Choice>
              <mc:Fallback>
                <p:oleObj name="Equation" r:id="rId10" imgW="1320480" imgH="291960" progId="Equation.DSMT4">
                  <p:embed/>
                  <p:pic>
                    <p:nvPicPr>
                      <p:cNvPr id="37" name="Object 4">
                        <a:extLst>
                          <a:ext uri="{FF2B5EF4-FFF2-40B4-BE49-F238E27FC236}">
                            <a16:creationId xmlns:a16="http://schemas.microsoft.com/office/drawing/2014/main" id="{524D0C2F-E6BD-4293-AC4B-4361F743E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377281"/>
                        <a:ext cx="257333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AutoShape 36">
            <a:extLst>
              <a:ext uri="{FF2B5EF4-FFF2-40B4-BE49-F238E27FC236}">
                <a16:creationId xmlns:a16="http://schemas.microsoft.com/office/drawing/2014/main" id="{11D1C04C-6BFB-4A3D-9ED0-94646928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080" y="4104148"/>
            <a:ext cx="4932362" cy="738189"/>
          </a:xfrm>
          <a:prstGeom prst="cloudCallout">
            <a:avLst>
              <a:gd name="adj1" fmla="val -25940"/>
              <a:gd name="adj2" fmla="val 43505"/>
            </a:avLst>
          </a:prstGeom>
          <a:solidFill>
            <a:srgbClr val="FFFF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形式推广，本质区别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>
            <a:extLst>
              <a:ext uri="{FF2B5EF4-FFF2-40B4-BE49-F238E27FC236}">
                <a16:creationId xmlns:a16="http://schemas.microsoft.com/office/drawing/2014/main" id="{3A5F92C3-51B6-4890-8C68-34E26A299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1288" y="2416175"/>
          <a:ext cx="38163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600" imgH="292100" progId="Equation.DSMT4">
                  <p:embed/>
                </p:oleObj>
              </mc:Choice>
              <mc:Fallback>
                <p:oleObj name="Equation" r:id="rId3" imgW="1879600" imgH="292100" progId="Equation.DSMT4">
                  <p:embed/>
                  <p:pic>
                    <p:nvPicPr>
                      <p:cNvPr id="111618" name="Object 2">
                        <a:extLst>
                          <a:ext uri="{FF2B5EF4-FFF2-40B4-BE49-F238E27FC236}">
                            <a16:creationId xmlns:a16="http://schemas.microsoft.com/office/drawing/2014/main" id="{3A5F92C3-51B6-4890-8C68-34E26A299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2416175"/>
                        <a:ext cx="381635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3ED16FFD-F3F1-4739-BAFB-14F603E9A63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990600"/>
            <a:ext cx="7993063" cy="496888"/>
            <a:chOff x="295" y="826"/>
            <a:chExt cx="5035" cy="313"/>
          </a:xfrm>
        </p:grpSpPr>
        <p:sp>
          <p:nvSpPr>
            <p:cNvPr id="35877" name="Rectangle 4">
              <a:extLst>
                <a:ext uri="{FF2B5EF4-FFF2-40B4-BE49-F238E27FC236}">
                  <a16:creationId xmlns:a16="http://schemas.microsoft.com/office/drawing/2014/main" id="{11AD1360-49E7-44A2-A94F-5A6EAF21A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826"/>
              <a:ext cx="50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的一个聚点</a:t>
              </a:r>
              <a:r>
                <a:rPr kumimoji="1" lang="en-US" altLang="zh-CN" sz="2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, </a:t>
              </a:r>
              <a:r>
                <a:rPr kumimoji="1" lang="en-US" altLang="zh-CN" sz="260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A</a:t>
              </a:r>
              <a:r>
                <a:rPr kumimoji="1" lang="zh-CN" altLang="en-US" sz="2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为一实常数．若对于任意给定的正数</a:t>
              </a:r>
            </a:p>
          </p:txBody>
        </p:sp>
        <p:graphicFrame>
          <p:nvGraphicFramePr>
            <p:cNvPr id="35878" name="Object 5">
              <a:extLst>
                <a:ext uri="{FF2B5EF4-FFF2-40B4-BE49-F238E27FC236}">
                  <a16:creationId xmlns:a16="http://schemas.microsoft.com/office/drawing/2014/main" id="{CE6A0DC2-933B-4B68-8BDB-B63438AC35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2" y="899"/>
            <a:ext cx="2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35878" name="Object 5">
                          <a:extLst>
                            <a:ext uri="{FF2B5EF4-FFF2-40B4-BE49-F238E27FC236}">
                              <a16:creationId xmlns:a16="http://schemas.microsoft.com/office/drawing/2014/main" id="{CE6A0DC2-933B-4B68-8BDB-B63438AC35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899"/>
                          <a:ext cx="22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A55A9EDB-79FB-414A-A7AD-5CD21BC001D5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3221038"/>
            <a:ext cx="7716838" cy="519112"/>
            <a:chOff x="349" y="2059"/>
            <a:chExt cx="4861" cy="327"/>
          </a:xfrm>
        </p:grpSpPr>
        <p:graphicFrame>
          <p:nvGraphicFramePr>
            <p:cNvPr id="35872" name="Object 7">
              <a:extLst>
                <a:ext uri="{FF2B5EF4-FFF2-40B4-BE49-F238E27FC236}">
                  <a16:creationId xmlns:a16="http://schemas.microsoft.com/office/drawing/2014/main" id="{694272C8-79ED-4103-ACC7-CF95FD4DA3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0" y="2106"/>
            <a:ext cx="113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66800" imgH="241300" progId="Equation.DSMT4">
                    <p:embed/>
                  </p:oleObj>
                </mc:Choice>
                <mc:Fallback>
                  <p:oleObj name="Equation" r:id="rId7" imgW="1066800" imgH="241300" progId="Equation.DSMT4">
                    <p:embed/>
                    <p:pic>
                      <p:nvPicPr>
                        <p:cNvPr id="35872" name="Object 7">
                          <a:extLst>
                            <a:ext uri="{FF2B5EF4-FFF2-40B4-BE49-F238E27FC236}">
                              <a16:creationId xmlns:a16="http://schemas.microsoft.com/office/drawing/2014/main" id="{694272C8-79ED-4103-ACC7-CF95FD4DA3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0" y="2106"/>
                          <a:ext cx="1131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3" name="Object 8">
              <a:extLst>
                <a:ext uri="{FF2B5EF4-FFF2-40B4-BE49-F238E27FC236}">
                  <a16:creationId xmlns:a16="http://schemas.microsoft.com/office/drawing/2014/main" id="{53742786-4789-4CB9-AFDA-EE994FCA50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07" y="2124"/>
            <a:ext cx="148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58900" imgH="228600" progId="Equation.DSMT4">
                    <p:embed/>
                  </p:oleObj>
                </mc:Choice>
                <mc:Fallback>
                  <p:oleObj name="Equation" r:id="rId9" imgW="1358900" imgH="228600" progId="Equation.DSMT4">
                    <p:embed/>
                    <p:pic>
                      <p:nvPicPr>
                        <p:cNvPr id="35873" name="Object 8">
                          <a:extLst>
                            <a:ext uri="{FF2B5EF4-FFF2-40B4-BE49-F238E27FC236}">
                              <a16:creationId xmlns:a16="http://schemas.microsoft.com/office/drawing/2014/main" id="{53742786-4789-4CB9-AFDA-EE994FCA50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7" y="2124"/>
                          <a:ext cx="148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4" name="Rectangle 9">
              <a:extLst>
                <a:ext uri="{FF2B5EF4-FFF2-40B4-BE49-F238E27FC236}">
                  <a16:creationId xmlns:a16="http://schemas.microsoft.com/office/drawing/2014/main" id="{89C76197-3E87-47D1-98A9-6D3D845B0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" y="2059"/>
              <a:ext cx="95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时，恒有</a:t>
              </a:r>
            </a:p>
          </p:txBody>
        </p:sp>
        <p:sp>
          <p:nvSpPr>
            <p:cNvPr id="35875" name="Rectangle 10">
              <a:extLst>
                <a:ext uri="{FF2B5EF4-FFF2-40B4-BE49-F238E27FC236}">
                  <a16:creationId xmlns:a16="http://schemas.microsoft.com/office/drawing/2014/main" id="{93D26B03-0699-47F3-8487-DB7116EF8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059"/>
              <a:ext cx="95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，则称当</a:t>
              </a:r>
            </a:p>
          </p:txBody>
        </p:sp>
        <p:sp>
          <p:nvSpPr>
            <p:cNvPr id="35876" name="Rectangle 11">
              <a:extLst>
                <a:ext uri="{FF2B5EF4-FFF2-40B4-BE49-F238E27FC236}">
                  <a16:creationId xmlns:a16="http://schemas.microsoft.com/office/drawing/2014/main" id="{46F4E2B1-29B8-4E20-9898-BED79F706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" y="2078"/>
              <a:ext cx="53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时，</a:t>
              </a:r>
            </a:p>
          </p:txBody>
        </p:sp>
      </p:grpSp>
      <p:sp>
        <p:nvSpPr>
          <p:cNvPr id="111628" name="Rectangle 12">
            <a:extLst>
              <a:ext uri="{FF2B5EF4-FFF2-40B4-BE49-F238E27FC236}">
                <a16:creationId xmlns:a16="http://schemas.microsoft.com/office/drawing/2014/main" id="{E3376E4B-C9BC-46F8-A5A2-DBAFA9442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293" y="3817779"/>
            <a:ext cx="276870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以</a:t>
            </a:r>
            <a:r>
              <a:rPr kumimoji="1" lang="en-US" altLang="zh-CN" sz="26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为极限，记作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831C913D-F6DB-49EE-85FD-41052A415DF0}"/>
              </a:ext>
            </a:extLst>
          </p:cNvPr>
          <p:cNvGrpSpPr>
            <a:grpSpLocks/>
          </p:cNvGrpSpPr>
          <p:nvPr/>
        </p:nvGrpSpPr>
        <p:grpSpPr bwMode="auto">
          <a:xfrm>
            <a:off x="2768600" y="4416425"/>
            <a:ext cx="6845300" cy="750888"/>
            <a:chOff x="227" y="2976"/>
            <a:chExt cx="4312" cy="473"/>
          </a:xfrm>
        </p:grpSpPr>
        <p:graphicFrame>
          <p:nvGraphicFramePr>
            <p:cNvPr id="35869" name="Object 14">
              <a:extLst>
                <a:ext uri="{FF2B5EF4-FFF2-40B4-BE49-F238E27FC236}">
                  <a16:creationId xmlns:a16="http://schemas.microsoft.com/office/drawing/2014/main" id="{91DA7ECA-E25C-4188-B7ED-FBD168F9B1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2988"/>
            <a:ext cx="166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435100" imgH="292100" progId="Equation.DSMT4">
                    <p:embed/>
                  </p:oleObj>
                </mc:Choice>
                <mc:Fallback>
                  <p:oleObj name="Equation" r:id="rId11" imgW="1435100" imgH="292100" progId="Equation.DSMT4">
                    <p:embed/>
                    <p:pic>
                      <p:nvPicPr>
                        <p:cNvPr id="35869" name="Object 14">
                          <a:extLst>
                            <a:ext uri="{FF2B5EF4-FFF2-40B4-BE49-F238E27FC236}">
                              <a16:creationId xmlns:a16="http://schemas.microsoft.com/office/drawing/2014/main" id="{91DA7ECA-E25C-4188-B7ED-FBD168F9B1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2988"/>
                          <a:ext cx="166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0" name="Object 15">
              <a:extLst>
                <a:ext uri="{FF2B5EF4-FFF2-40B4-BE49-F238E27FC236}">
                  <a16:creationId xmlns:a16="http://schemas.microsoft.com/office/drawing/2014/main" id="{E0CDBCE9-B3CE-4F6D-8BDA-99B69CED81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2984"/>
            <a:ext cx="1286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091726" imgH="393529" progId="Equation.DSMT4">
                    <p:embed/>
                  </p:oleObj>
                </mc:Choice>
                <mc:Fallback>
                  <p:oleObj name="Equation" r:id="rId13" imgW="1091726" imgH="393529" progId="Equation.DSMT4">
                    <p:embed/>
                    <p:pic>
                      <p:nvPicPr>
                        <p:cNvPr id="35870" name="Object 15">
                          <a:extLst>
                            <a:ext uri="{FF2B5EF4-FFF2-40B4-BE49-F238E27FC236}">
                              <a16:creationId xmlns:a16="http://schemas.microsoft.com/office/drawing/2014/main" id="{E0CDBCE9-B3CE-4F6D-8BDA-99B69CED81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2984"/>
                          <a:ext cx="1286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1" name="Object 16">
              <a:extLst>
                <a:ext uri="{FF2B5EF4-FFF2-40B4-BE49-F238E27FC236}">
                  <a16:creationId xmlns:a16="http://schemas.microsoft.com/office/drawing/2014/main" id="{767C2390-DB4A-4908-87D2-94260C0896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4" y="2976"/>
            <a:ext cx="117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965200" imgH="292100" progId="Equation.DSMT4">
                    <p:embed/>
                  </p:oleObj>
                </mc:Choice>
                <mc:Fallback>
                  <p:oleObj name="Equation" r:id="rId15" imgW="965200" imgH="292100" progId="Equation.DSMT4">
                    <p:embed/>
                    <p:pic>
                      <p:nvPicPr>
                        <p:cNvPr id="35871" name="Object 16">
                          <a:extLst>
                            <a:ext uri="{FF2B5EF4-FFF2-40B4-BE49-F238E27FC236}">
                              <a16:creationId xmlns:a16="http://schemas.microsoft.com/office/drawing/2014/main" id="{767C2390-DB4A-4908-87D2-94260C0896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4" y="2976"/>
                          <a:ext cx="117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7" name="Rectangle 17">
            <a:extLst>
              <a:ext uri="{FF2B5EF4-FFF2-40B4-BE49-F238E27FC236}">
                <a16:creationId xmlns:a16="http://schemas.microsoft.com/office/drawing/2014/main" id="{CCBC357C-619D-47A0-9524-C59682D78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3357"/>
            <a:ext cx="1438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82B3F1CF-3D89-4AC4-8169-118C41020BD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4320"/>
            <a:ext cx="7743825" cy="493712"/>
            <a:chOff x="930" y="418"/>
            <a:chExt cx="4391" cy="311"/>
          </a:xfrm>
        </p:grpSpPr>
        <p:grpSp>
          <p:nvGrpSpPr>
            <p:cNvPr id="35863" name="Group 19">
              <a:extLst>
                <a:ext uri="{FF2B5EF4-FFF2-40B4-BE49-F238E27FC236}">
                  <a16:creationId xmlns:a16="http://schemas.microsoft.com/office/drawing/2014/main" id="{3F5428AB-C6C6-430E-8DB5-F7FFF9F645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418"/>
              <a:ext cx="3538" cy="308"/>
              <a:chOff x="930" y="418"/>
              <a:chExt cx="3538" cy="308"/>
            </a:xfrm>
          </p:grpSpPr>
          <p:sp>
            <p:nvSpPr>
              <p:cNvPr id="35867" name="Rectangle 20">
                <a:extLst>
                  <a:ext uri="{FF2B5EF4-FFF2-40B4-BE49-F238E27FC236}">
                    <a16:creationId xmlns:a16="http://schemas.microsoft.com/office/drawing/2014/main" id="{F6330FB8-0620-4A8C-94B1-CD9116802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418"/>
                <a:ext cx="3538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设                在平面点集</a:t>
                </a:r>
                <a:r>
                  <a:rPr kumimoji="1" lang="en-US" altLang="zh-CN" sz="2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D</a:t>
                </a:r>
                <a:r>
                  <a:rPr kumimoji="1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内有定义 ，             </a:t>
                </a:r>
              </a:p>
            </p:txBody>
          </p:sp>
          <p:graphicFrame>
            <p:nvGraphicFramePr>
              <p:cNvPr id="35868" name="Object 21">
                <a:extLst>
                  <a:ext uri="{FF2B5EF4-FFF2-40B4-BE49-F238E27FC236}">
                    <a16:creationId xmlns:a16="http://schemas.microsoft.com/office/drawing/2014/main" id="{42BF4E50-C97D-4DC8-9ECE-E7F6C476AA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6" y="458"/>
              <a:ext cx="907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748975" imgH="203112" progId="Equation.DSMT4">
                      <p:embed/>
                    </p:oleObj>
                  </mc:Choice>
                  <mc:Fallback>
                    <p:oleObj name="Equation" r:id="rId17" imgW="748975" imgH="203112" progId="Equation.DSMT4">
                      <p:embed/>
                      <p:pic>
                        <p:nvPicPr>
                          <p:cNvPr id="35868" name="Object 21">
                            <a:extLst>
                              <a:ext uri="{FF2B5EF4-FFF2-40B4-BE49-F238E27FC236}">
                                <a16:creationId xmlns:a16="http://schemas.microsoft.com/office/drawing/2014/main" id="{42BF4E50-C97D-4DC8-9ECE-E7F6C476AA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6" y="458"/>
                            <a:ext cx="907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64" name="Object 22">
              <a:extLst>
                <a:ext uri="{FF2B5EF4-FFF2-40B4-BE49-F238E27FC236}">
                  <a16:creationId xmlns:a16="http://schemas.microsoft.com/office/drawing/2014/main" id="{AC5664A6-4B96-4757-812A-AD018E33B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6" y="445"/>
            <a:ext cx="81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60400" imgH="228600" progId="Equation.DSMT4">
                    <p:embed/>
                  </p:oleObj>
                </mc:Choice>
                <mc:Fallback>
                  <p:oleObj name="Equation" r:id="rId19" imgW="660400" imgH="228600" progId="Equation.DSMT4">
                    <p:embed/>
                    <p:pic>
                      <p:nvPicPr>
                        <p:cNvPr id="35864" name="Object 22">
                          <a:extLst>
                            <a:ext uri="{FF2B5EF4-FFF2-40B4-BE49-F238E27FC236}">
                              <a16:creationId xmlns:a16="http://schemas.microsoft.com/office/drawing/2014/main" id="{AC5664A6-4B96-4757-812A-AD018E33B1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6" y="445"/>
                          <a:ext cx="81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5" name="Rectangle 23">
              <a:extLst>
                <a:ext uri="{FF2B5EF4-FFF2-40B4-BE49-F238E27FC236}">
                  <a16:creationId xmlns:a16="http://schemas.microsoft.com/office/drawing/2014/main" id="{814B7815-D5C3-409E-8E56-A053D21E6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419"/>
              <a:ext cx="40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为</a:t>
              </a:r>
            </a:p>
          </p:txBody>
        </p:sp>
        <p:graphicFrame>
          <p:nvGraphicFramePr>
            <p:cNvPr id="35866" name="Object 24">
              <a:extLst>
                <a:ext uri="{FF2B5EF4-FFF2-40B4-BE49-F238E27FC236}">
                  <a16:creationId xmlns:a16="http://schemas.microsoft.com/office/drawing/2014/main" id="{A68381EC-1347-4CE7-9101-31362DAB48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4" y="474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5" imgH="164885" progId="Equation.DSMT4">
                    <p:embed/>
                  </p:oleObj>
                </mc:Choice>
                <mc:Fallback>
                  <p:oleObj name="Equation" r:id="rId21" imgW="164885" imgH="164885" progId="Equation.DSMT4">
                    <p:embed/>
                    <p:pic>
                      <p:nvPicPr>
                        <p:cNvPr id="35866" name="Object 24">
                          <a:extLst>
                            <a:ext uri="{FF2B5EF4-FFF2-40B4-BE49-F238E27FC236}">
                              <a16:creationId xmlns:a16="http://schemas.microsoft.com/office/drawing/2014/main" id="{A68381EC-1347-4CE7-9101-31362DAB48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4" y="474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75578366-F027-450D-B41A-7BCABC0B8A8C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25600"/>
            <a:ext cx="6003925" cy="542925"/>
            <a:chOff x="295" y="1226"/>
            <a:chExt cx="3782" cy="342"/>
          </a:xfrm>
        </p:grpSpPr>
        <p:graphicFrame>
          <p:nvGraphicFramePr>
            <p:cNvPr id="35858" name="Object 26">
              <a:extLst>
                <a:ext uri="{FF2B5EF4-FFF2-40B4-BE49-F238E27FC236}">
                  <a16:creationId xmlns:a16="http://schemas.microsoft.com/office/drawing/2014/main" id="{97237966-2731-4F92-91D8-B098F46255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1298"/>
            <a:ext cx="103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825500" imgH="203200" progId="Equation.DSMT4">
                    <p:embed/>
                  </p:oleObj>
                </mc:Choice>
                <mc:Fallback>
                  <p:oleObj name="Equation" r:id="rId23" imgW="825500" imgH="203200" progId="Equation.DSMT4">
                    <p:embed/>
                    <p:pic>
                      <p:nvPicPr>
                        <p:cNvPr id="35858" name="Object 26">
                          <a:extLst>
                            <a:ext uri="{FF2B5EF4-FFF2-40B4-BE49-F238E27FC236}">
                              <a16:creationId xmlns:a16="http://schemas.microsoft.com/office/drawing/2014/main" id="{97237966-2731-4F92-91D8-B098F46255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1298"/>
                          <a:ext cx="103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9" name="Rectangle 27">
              <a:extLst>
                <a:ext uri="{FF2B5EF4-FFF2-40B4-BE49-F238E27FC236}">
                  <a16:creationId xmlns:a16="http://schemas.microsoft.com/office/drawing/2014/main" id="{B7DBBBF5-9464-4C5B-9532-51AC6DFCE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226"/>
              <a:ext cx="117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总存在正数</a:t>
              </a:r>
            </a:p>
          </p:txBody>
        </p:sp>
        <p:sp>
          <p:nvSpPr>
            <p:cNvPr id="35860" name="Rectangle 28">
              <a:extLst>
                <a:ext uri="{FF2B5EF4-FFF2-40B4-BE49-F238E27FC236}">
                  <a16:creationId xmlns:a16="http://schemas.microsoft.com/office/drawing/2014/main" id="{1BD35A83-850F-44DA-9CEE-80FD35368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242"/>
              <a:ext cx="1043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对任意的</a:t>
              </a:r>
            </a:p>
          </p:txBody>
        </p:sp>
        <p:graphicFrame>
          <p:nvGraphicFramePr>
            <p:cNvPr id="35861" name="Object 29">
              <a:extLst>
                <a:ext uri="{FF2B5EF4-FFF2-40B4-BE49-F238E27FC236}">
                  <a16:creationId xmlns:a16="http://schemas.microsoft.com/office/drawing/2014/main" id="{A0D181BB-AE08-47B9-970D-6A41B5D277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3" y="1282"/>
            <a:ext cx="25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77569" imgH="202936" progId="Equation.DSMT4">
                    <p:embed/>
                  </p:oleObj>
                </mc:Choice>
                <mc:Fallback>
                  <p:oleObj name="Equation" r:id="rId25" imgW="177569" imgH="202936" progId="Equation.DSMT4">
                    <p:embed/>
                    <p:pic>
                      <p:nvPicPr>
                        <p:cNvPr id="35861" name="Object 29">
                          <a:extLst>
                            <a:ext uri="{FF2B5EF4-FFF2-40B4-BE49-F238E27FC236}">
                              <a16:creationId xmlns:a16="http://schemas.microsoft.com/office/drawing/2014/main" id="{A0D181BB-AE08-47B9-970D-6A41B5D277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1282"/>
                          <a:ext cx="25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2" name="Rectangle 30">
              <a:extLst>
                <a:ext uri="{FF2B5EF4-FFF2-40B4-BE49-F238E27FC236}">
                  <a16:creationId xmlns:a16="http://schemas.microsoft.com/office/drawing/2014/main" id="{3A1F3BE5-CE66-47E9-BFAE-CCFF9FDF2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" y="1251"/>
              <a:ext cx="54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当</a:t>
              </a:r>
            </a:p>
          </p:txBody>
        </p:sp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51807900-07DE-4A9C-BD42-58840DE2EA8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362200"/>
            <a:ext cx="2743200" cy="792163"/>
            <a:chOff x="403" y="1598"/>
            <a:chExt cx="1452" cy="499"/>
          </a:xfrm>
        </p:grpSpPr>
        <p:sp>
          <p:nvSpPr>
            <p:cNvPr id="35855" name="AutoShape 32">
              <a:extLst>
                <a:ext uri="{FF2B5EF4-FFF2-40B4-BE49-F238E27FC236}">
                  <a16:creationId xmlns:a16="http://schemas.microsoft.com/office/drawing/2014/main" id="{BADD49A6-67BE-4636-87B4-812BF8646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1598"/>
              <a:ext cx="1452" cy="499"/>
            </a:xfrm>
            <a:prstGeom prst="wedgeRoundRectCallout">
              <a:avLst>
                <a:gd name="adj1" fmla="val 5440"/>
                <a:gd name="adj2" fmla="val -171241"/>
                <a:gd name="adj3" fmla="val 16667"/>
              </a:avLst>
            </a:prstGeom>
            <a:solidFill>
              <a:srgbClr val="FFFF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强调     为   的聚点有意义吗？</a:t>
              </a:r>
              <a:r>
                <a: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</a:t>
              </a:r>
            </a:p>
          </p:txBody>
        </p:sp>
        <p:graphicFrame>
          <p:nvGraphicFramePr>
            <p:cNvPr id="35856" name="Object 33">
              <a:extLst>
                <a:ext uri="{FF2B5EF4-FFF2-40B4-BE49-F238E27FC236}">
                  <a16:creationId xmlns:a16="http://schemas.microsoft.com/office/drawing/2014/main" id="{70EB4515-B440-4A37-856C-57A6374B34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326374"/>
                </p:ext>
              </p:extLst>
            </p:nvPr>
          </p:nvGraphicFramePr>
          <p:xfrm>
            <a:off x="773" y="1615"/>
            <a:ext cx="23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77480" imgH="228600" progId="Equation.DSMT4">
                    <p:embed/>
                  </p:oleObj>
                </mc:Choice>
                <mc:Fallback>
                  <p:oleObj name="Equation" r:id="rId27" imgW="177480" imgH="228600" progId="Equation.DSMT4">
                    <p:embed/>
                    <p:pic>
                      <p:nvPicPr>
                        <p:cNvPr id="35856" name="Object 33">
                          <a:extLst>
                            <a:ext uri="{FF2B5EF4-FFF2-40B4-BE49-F238E27FC236}">
                              <a16:creationId xmlns:a16="http://schemas.microsoft.com/office/drawing/2014/main" id="{70EB4515-B440-4A37-856C-57A6374B34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" y="1615"/>
                          <a:ext cx="23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7" name="Object 34">
              <a:extLst>
                <a:ext uri="{FF2B5EF4-FFF2-40B4-BE49-F238E27FC236}">
                  <a16:creationId xmlns:a16="http://schemas.microsoft.com/office/drawing/2014/main" id="{7E6B29CA-7D12-4B1D-B789-7D513BFF0E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5107984"/>
                </p:ext>
              </p:extLst>
            </p:nvPr>
          </p:nvGraphicFramePr>
          <p:xfrm>
            <a:off x="1111" y="1651"/>
            <a:ext cx="20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64880" imgH="164880" progId="Equation.DSMT4">
                    <p:embed/>
                  </p:oleObj>
                </mc:Choice>
                <mc:Fallback>
                  <p:oleObj name="Equation" r:id="rId29" imgW="164880" imgH="164880" progId="Equation.DSMT4">
                    <p:embed/>
                    <p:pic>
                      <p:nvPicPr>
                        <p:cNvPr id="35857" name="Object 34">
                          <a:extLst>
                            <a:ext uri="{FF2B5EF4-FFF2-40B4-BE49-F238E27FC236}">
                              <a16:creationId xmlns:a16="http://schemas.microsoft.com/office/drawing/2014/main" id="{7E6B29CA-7D12-4B1D-B789-7D513BFF0E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1651"/>
                          <a:ext cx="208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21">
            <a:extLst>
              <a:ext uri="{FF2B5EF4-FFF2-40B4-BE49-F238E27FC236}">
                <a16:creationId xmlns:a16="http://schemas.microsoft.com/office/drawing/2014/main" id="{A6D9D004-07CE-43A1-8DC3-497EC6E567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6143" y="3871912"/>
          <a:ext cx="1599556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48975" imgH="203112" progId="Equation.DSMT4">
                  <p:embed/>
                </p:oleObj>
              </mc:Choice>
              <mc:Fallback>
                <p:oleObj name="Equation" r:id="rId17" imgW="748975" imgH="203112" progId="Equation.DSMT4">
                  <p:embed/>
                  <p:pic>
                    <p:nvPicPr>
                      <p:cNvPr id="39" name="Object 21">
                        <a:extLst>
                          <a:ext uri="{FF2B5EF4-FFF2-40B4-BE49-F238E27FC236}">
                            <a16:creationId xmlns:a16="http://schemas.microsoft.com/office/drawing/2014/main" id="{A6D9D004-07CE-43A1-8DC3-497EC6E567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43" y="3871912"/>
                        <a:ext cx="1599556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00" name="Rectangle 4">
            <a:extLst>
              <a:ext uri="{FF2B5EF4-FFF2-40B4-BE49-F238E27FC236}">
                <a16:creationId xmlns:a16="http://schemas.microsoft.com/office/drawing/2014/main" id="{8059CC94-B3DD-4621-B6E7-D3717649A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925" y="1362075"/>
            <a:ext cx="503237" cy="719137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000000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B1AAD06E-936C-44E3-BAE8-A55C9A0C4048}"/>
              </a:ext>
            </a:extLst>
          </p:cNvPr>
          <p:cNvGrpSpPr>
            <a:grpSpLocks/>
          </p:cNvGrpSpPr>
          <p:nvPr/>
        </p:nvGrpSpPr>
        <p:grpSpPr bwMode="auto">
          <a:xfrm>
            <a:off x="1809750" y="1349375"/>
            <a:ext cx="3365500" cy="1943100"/>
            <a:chOff x="3327" y="2115"/>
            <a:chExt cx="2120" cy="1224"/>
          </a:xfrm>
        </p:grpSpPr>
        <p:grpSp>
          <p:nvGrpSpPr>
            <p:cNvPr id="37936" name="Group 6">
              <a:extLst>
                <a:ext uri="{FF2B5EF4-FFF2-40B4-BE49-F238E27FC236}">
                  <a16:creationId xmlns:a16="http://schemas.microsoft.com/office/drawing/2014/main" id="{206EB304-7D1A-4248-AD65-1B31B103C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7" y="2266"/>
              <a:ext cx="2120" cy="188"/>
              <a:chOff x="3345" y="2568"/>
              <a:chExt cx="2075" cy="188"/>
            </a:xfrm>
          </p:grpSpPr>
          <p:sp>
            <p:nvSpPr>
              <p:cNvPr id="37938" name="Line 7">
                <a:extLst>
                  <a:ext uri="{FF2B5EF4-FFF2-40B4-BE49-F238E27FC236}">
                    <a16:creationId xmlns:a16="http://schemas.microsoft.com/office/drawing/2014/main" id="{A526AC0C-B427-4A18-A465-CBF94C6B6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5" y="2659"/>
                <a:ext cx="1905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7939" name="Object 24">
                <a:extLst>
                  <a:ext uri="{FF2B5EF4-FFF2-40B4-BE49-F238E27FC236}">
                    <a16:creationId xmlns:a16="http://schemas.microsoft.com/office/drawing/2014/main" id="{60F18E26-9BBE-422A-AB82-4CD14D623D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45" y="2568"/>
              <a:ext cx="188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885" imgH="164885" progId="Equation.DSMT4">
                      <p:embed/>
                    </p:oleObj>
                  </mc:Choice>
                  <mc:Fallback>
                    <p:oleObj name="Equation" r:id="rId2" imgW="164885" imgH="164885" progId="Equation.DSMT4">
                      <p:embed/>
                      <p:pic>
                        <p:nvPicPr>
                          <p:cNvPr id="37939" name="Object 24">
                            <a:extLst>
                              <a:ext uri="{FF2B5EF4-FFF2-40B4-BE49-F238E27FC236}">
                                <a16:creationId xmlns:a16="http://schemas.microsoft.com/office/drawing/2014/main" id="{60F18E26-9BBE-422A-AB82-4CD14D623DF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5" y="2568"/>
                            <a:ext cx="188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37" name="Line 9">
              <a:extLst>
                <a:ext uri="{FF2B5EF4-FFF2-40B4-BE49-F238E27FC236}">
                  <a16:creationId xmlns:a16="http://schemas.microsoft.com/office/drawing/2014/main" id="{080606B6-FEE0-4BE0-8A9D-F10C11F03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9" y="2115"/>
              <a:ext cx="0" cy="1224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9552082-EE9D-4BB0-80C0-CB36F1E94FB0}"/>
              </a:ext>
            </a:extLst>
          </p:cNvPr>
          <p:cNvGrpSpPr>
            <a:grpSpLocks/>
          </p:cNvGrpSpPr>
          <p:nvPr/>
        </p:nvGrpSpPr>
        <p:grpSpPr bwMode="auto">
          <a:xfrm>
            <a:off x="2952750" y="1349375"/>
            <a:ext cx="1550987" cy="2252662"/>
            <a:chOff x="4047" y="2115"/>
            <a:chExt cx="977" cy="1419"/>
          </a:xfrm>
        </p:grpSpPr>
        <p:sp>
          <p:nvSpPr>
            <p:cNvPr id="37932" name="Line 11">
              <a:extLst>
                <a:ext uri="{FF2B5EF4-FFF2-40B4-BE49-F238E27FC236}">
                  <a16:creationId xmlns:a16="http://schemas.microsoft.com/office/drawing/2014/main" id="{4025F9D7-BA36-4DF7-95E0-0800FAE4E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2" y="2115"/>
              <a:ext cx="0" cy="1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33" name="Line 12">
              <a:extLst>
                <a:ext uri="{FF2B5EF4-FFF2-40B4-BE49-F238E27FC236}">
                  <a16:creationId xmlns:a16="http://schemas.microsoft.com/office/drawing/2014/main" id="{1A149443-9873-4E77-9FAF-99DEB9B822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6" y="2115"/>
              <a:ext cx="0" cy="1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7934" name="Object 22">
              <a:extLst>
                <a:ext uri="{FF2B5EF4-FFF2-40B4-BE49-F238E27FC236}">
                  <a16:creationId xmlns:a16="http://schemas.microsoft.com/office/drawing/2014/main" id="{A2744AF3-922F-44B1-AC1F-C165735D4E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9" y="3313"/>
            <a:ext cx="415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1613" imgH="228501" progId="Equation.DSMT4">
                    <p:embed/>
                  </p:oleObj>
                </mc:Choice>
                <mc:Fallback>
                  <p:oleObj name="Equation" r:id="rId4" imgW="431613" imgH="228501" progId="Equation.DSMT4">
                    <p:embed/>
                    <p:pic>
                      <p:nvPicPr>
                        <p:cNvPr id="37934" name="Object 22">
                          <a:extLst>
                            <a:ext uri="{FF2B5EF4-FFF2-40B4-BE49-F238E27FC236}">
                              <a16:creationId xmlns:a16="http://schemas.microsoft.com/office/drawing/2014/main" id="{A2744AF3-922F-44B1-AC1F-C165735D4E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9" y="3313"/>
                          <a:ext cx="415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 type="none" w="lg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5" name="Object 23">
              <a:extLst>
                <a:ext uri="{FF2B5EF4-FFF2-40B4-BE49-F238E27FC236}">
                  <a16:creationId xmlns:a16="http://schemas.microsoft.com/office/drawing/2014/main" id="{BAD8C28F-CBA7-4364-A33F-835B143A33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7" y="3313"/>
            <a:ext cx="415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13" imgH="228501" progId="Equation.DSMT4">
                    <p:embed/>
                  </p:oleObj>
                </mc:Choice>
                <mc:Fallback>
                  <p:oleObj name="Equation" r:id="rId6" imgW="431613" imgH="228501" progId="Equation.DSMT4">
                    <p:embed/>
                    <p:pic>
                      <p:nvPicPr>
                        <p:cNvPr id="37935" name="Object 23">
                          <a:extLst>
                            <a:ext uri="{FF2B5EF4-FFF2-40B4-BE49-F238E27FC236}">
                              <a16:creationId xmlns:a16="http://schemas.microsoft.com/office/drawing/2014/main" id="{BAD8C28F-CBA7-4364-A33F-835B143A33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" y="3313"/>
                          <a:ext cx="415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 type="none" w="lg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60D5CC18-38ED-4362-883F-A77E97C6D4F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4800"/>
            <a:ext cx="3852862" cy="3430587"/>
            <a:chOff x="3243" y="1457"/>
            <a:chExt cx="2427" cy="2161"/>
          </a:xfrm>
        </p:grpSpPr>
        <p:grpSp>
          <p:nvGrpSpPr>
            <p:cNvPr id="37915" name="Group 16">
              <a:extLst>
                <a:ext uri="{FF2B5EF4-FFF2-40B4-BE49-F238E27FC236}">
                  <a16:creationId xmlns:a16="http://schemas.microsoft.com/office/drawing/2014/main" id="{E46B4C04-AECF-4775-B178-DE729172C7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1457"/>
              <a:ext cx="2427" cy="2161"/>
              <a:chOff x="3243" y="1457"/>
              <a:chExt cx="2427" cy="2161"/>
            </a:xfrm>
          </p:grpSpPr>
          <p:sp>
            <p:nvSpPr>
              <p:cNvPr id="37918" name="Line 17">
                <a:extLst>
                  <a:ext uri="{FF2B5EF4-FFF2-40B4-BE49-F238E27FC236}">
                    <a16:creationId xmlns:a16="http://schemas.microsoft.com/office/drawing/2014/main" id="{94997710-CE5F-4F4C-86C7-FCAD80C554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339"/>
                <a:ext cx="235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919" name="Line 18">
                <a:extLst>
                  <a:ext uri="{FF2B5EF4-FFF2-40B4-BE49-F238E27FC236}">
                    <a16:creationId xmlns:a16="http://schemas.microsoft.com/office/drawing/2014/main" id="{2ADD1D55-CBA5-46D2-BBEA-2AFA2BC6C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1532"/>
                <a:ext cx="12" cy="20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7920" name="Object 16">
                <a:extLst>
                  <a:ext uri="{FF2B5EF4-FFF2-40B4-BE49-F238E27FC236}">
                    <a16:creationId xmlns:a16="http://schemas.microsoft.com/office/drawing/2014/main" id="{717577AF-EF90-4EB2-AE4E-9F7662E483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89" y="3377"/>
              <a:ext cx="181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700" imgH="139700" progId="Equation.DSMT4">
                      <p:embed/>
                    </p:oleObj>
                  </mc:Choice>
                  <mc:Fallback>
                    <p:oleObj name="Equation" r:id="rId8" imgW="139700" imgH="139700" progId="Equation.DSMT4">
                      <p:embed/>
                      <p:pic>
                        <p:nvPicPr>
                          <p:cNvPr id="37920" name="Object 16">
                            <a:extLst>
                              <a:ext uri="{FF2B5EF4-FFF2-40B4-BE49-F238E27FC236}">
                                <a16:creationId xmlns:a16="http://schemas.microsoft.com/office/drawing/2014/main" id="{717577AF-EF90-4EB2-AE4E-9F7662E483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9" y="3377"/>
                            <a:ext cx="181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1" name="Object 17">
                <a:extLst>
                  <a:ext uri="{FF2B5EF4-FFF2-40B4-BE49-F238E27FC236}">
                    <a16:creationId xmlns:a16="http://schemas.microsoft.com/office/drawing/2014/main" id="{78E8C70F-8CEC-4DB1-9853-CBA19EBCC2A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91" y="3339"/>
              <a:ext cx="132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814" imgH="177492" progId="Equation.DSMT4">
                      <p:embed/>
                    </p:oleObj>
                  </mc:Choice>
                  <mc:Fallback>
                    <p:oleObj name="Equation" r:id="rId10" imgW="164814" imgH="177492" progId="Equation.DSMT4">
                      <p:embed/>
                      <p:pic>
                        <p:nvPicPr>
                          <p:cNvPr id="37921" name="Object 17">
                            <a:extLst>
                              <a:ext uri="{FF2B5EF4-FFF2-40B4-BE49-F238E27FC236}">
                                <a16:creationId xmlns:a16="http://schemas.microsoft.com/office/drawing/2014/main" id="{78E8C70F-8CEC-4DB1-9853-CBA19EBCC2A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1" y="3339"/>
                            <a:ext cx="132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2" name="Object 18">
                <a:extLst>
                  <a:ext uri="{FF2B5EF4-FFF2-40B4-BE49-F238E27FC236}">
                    <a16:creationId xmlns:a16="http://schemas.microsoft.com/office/drawing/2014/main" id="{9FC4C49E-DBF5-46C7-A0FF-2C4571D9F0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60" y="1457"/>
              <a:ext cx="180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39579" imgH="164957" progId="Equation.DSMT4">
                      <p:embed/>
                    </p:oleObj>
                  </mc:Choice>
                  <mc:Fallback>
                    <p:oleObj name="Equation" r:id="rId12" imgW="139579" imgH="164957" progId="Equation.DSMT4">
                      <p:embed/>
                      <p:pic>
                        <p:nvPicPr>
                          <p:cNvPr id="37922" name="Object 18">
                            <a:extLst>
                              <a:ext uri="{FF2B5EF4-FFF2-40B4-BE49-F238E27FC236}">
                                <a16:creationId xmlns:a16="http://schemas.microsoft.com/office/drawing/2014/main" id="{9FC4C49E-DBF5-46C7-A0FF-2C4571D9F08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1457"/>
                            <a:ext cx="180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3" name="Freeform 22">
                <a:extLst>
                  <a:ext uri="{FF2B5EF4-FFF2-40B4-BE49-F238E27FC236}">
                    <a16:creationId xmlns:a16="http://schemas.microsoft.com/office/drawing/2014/main" id="{937E1878-FC3E-4751-ACA0-35768329A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1752"/>
                <a:ext cx="1814" cy="1412"/>
              </a:xfrm>
              <a:custGeom>
                <a:avLst/>
                <a:gdLst>
                  <a:gd name="T0" fmla="*/ 4 w 2199"/>
                  <a:gd name="T1" fmla="*/ 2252 h 1330"/>
                  <a:gd name="T2" fmla="*/ 21 w 2199"/>
                  <a:gd name="T3" fmla="*/ 2175 h 1330"/>
                  <a:gd name="T4" fmla="*/ 124 w 2199"/>
                  <a:gd name="T5" fmla="*/ 1631 h 1330"/>
                  <a:gd name="T6" fmla="*/ 237 w 2199"/>
                  <a:gd name="T7" fmla="*/ 699 h 1330"/>
                  <a:gd name="T8" fmla="*/ 332 w 2199"/>
                  <a:gd name="T9" fmla="*/ 933 h 1330"/>
                  <a:gd name="T10" fmla="*/ 389 w 2199"/>
                  <a:gd name="T11" fmla="*/ 0 h 13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99"/>
                  <a:gd name="T19" fmla="*/ 0 h 1330"/>
                  <a:gd name="T20" fmla="*/ 2199 w 2199"/>
                  <a:gd name="T21" fmla="*/ 1330 h 13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99" h="1330">
                    <a:moveTo>
                      <a:pt x="22" y="1315"/>
                    </a:moveTo>
                    <a:cubicBezTo>
                      <a:pt x="11" y="1322"/>
                      <a:pt x="0" y="1330"/>
                      <a:pt x="113" y="1270"/>
                    </a:cubicBezTo>
                    <a:cubicBezTo>
                      <a:pt x="226" y="1210"/>
                      <a:pt x="498" y="1096"/>
                      <a:pt x="702" y="952"/>
                    </a:cubicBezTo>
                    <a:cubicBezTo>
                      <a:pt x="906" y="808"/>
                      <a:pt x="1140" y="476"/>
                      <a:pt x="1337" y="408"/>
                    </a:cubicBezTo>
                    <a:cubicBezTo>
                      <a:pt x="1534" y="340"/>
                      <a:pt x="1738" y="612"/>
                      <a:pt x="1882" y="544"/>
                    </a:cubicBezTo>
                    <a:cubicBezTo>
                      <a:pt x="2026" y="476"/>
                      <a:pt x="2112" y="238"/>
                      <a:pt x="2199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7924" name="Object 19">
                <a:extLst>
                  <a:ext uri="{FF2B5EF4-FFF2-40B4-BE49-F238E27FC236}">
                    <a16:creationId xmlns:a16="http://schemas.microsoft.com/office/drawing/2014/main" id="{C4268BA2-E136-4C1D-B943-71C80D6083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47" y="3307"/>
              <a:ext cx="543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419100" imgH="228600" progId="Equation.DSMT4">
                      <p:embed/>
                    </p:oleObj>
                  </mc:Choice>
                  <mc:Fallback>
                    <p:oleObj name="Equation" r:id="rId14" imgW="419100" imgH="228600" progId="Equation.DSMT4">
                      <p:embed/>
                      <p:pic>
                        <p:nvPicPr>
                          <p:cNvPr id="37924" name="Object 19">
                            <a:extLst>
                              <a:ext uri="{FF2B5EF4-FFF2-40B4-BE49-F238E27FC236}">
                                <a16:creationId xmlns:a16="http://schemas.microsoft.com/office/drawing/2014/main" id="{C4268BA2-E136-4C1D-B943-71C80D6083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7" y="3307"/>
                            <a:ext cx="543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5" name="Object 20">
                <a:extLst>
                  <a:ext uri="{FF2B5EF4-FFF2-40B4-BE49-F238E27FC236}">
                    <a16:creationId xmlns:a16="http://schemas.microsoft.com/office/drawing/2014/main" id="{19FC1E66-2734-420E-804D-9E42298277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30" y="3286"/>
              <a:ext cx="231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77646" imgH="228402" progId="Equation.DSMT4">
                      <p:embed/>
                    </p:oleObj>
                  </mc:Choice>
                  <mc:Fallback>
                    <p:oleObj name="Equation" r:id="rId16" imgW="177646" imgH="228402" progId="Equation.DSMT4">
                      <p:embed/>
                      <p:pic>
                        <p:nvPicPr>
                          <p:cNvPr id="37925" name="Object 20">
                            <a:extLst>
                              <a:ext uri="{FF2B5EF4-FFF2-40B4-BE49-F238E27FC236}">
                                <a16:creationId xmlns:a16="http://schemas.microsoft.com/office/drawing/2014/main" id="{19FC1E66-2734-420E-804D-9E42298277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0" y="3286"/>
                            <a:ext cx="231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6" name="Object 21">
                <a:extLst>
                  <a:ext uri="{FF2B5EF4-FFF2-40B4-BE49-F238E27FC236}">
                    <a16:creationId xmlns:a16="http://schemas.microsoft.com/office/drawing/2014/main" id="{7FF7F295-0A1D-4643-B818-2B22A60D0A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3" y="3323"/>
              <a:ext cx="560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431613" imgH="228501" progId="Equation.DSMT4">
                      <p:embed/>
                    </p:oleObj>
                  </mc:Choice>
                  <mc:Fallback>
                    <p:oleObj name="Equation" r:id="rId18" imgW="431613" imgH="228501" progId="Equation.DSMT4">
                      <p:embed/>
                      <p:pic>
                        <p:nvPicPr>
                          <p:cNvPr id="37926" name="Object 21">
                            <a:extLst>
                              <a:ext uri="{FF2B5EF4-FFF2-40B4-BE49-F238E27FC236}">
                                <a16:creationId xmlns:a16="http://schemas.microsoft.com/office/drawing/2014/main" id="{7FF7F295-0A1D-4643-B818-2B22A60D0A1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3" y="3323"/>
                            <a:ext cx="560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7" name="Oval 26">
                <a:extLst>
                  <a:ext uri="{FF2B5EF4-FFF2-40B4-BE49-F238E27FC236}">
                    <a16:creationId xmlns:a16="http://schemas.microsoft.com/office/drawing/2014/main" id="{D846F292-16FB-464B-8EE6-4FBA2D7EE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3325"/>
                <a:ext cx="46" cy="46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928" name="Oval 27">
                <a:extLst>
                  <a:ext uri="{FF2B5EF4-FFF2-40B4-BE49-F238E27FC236}">
                    <a16:creationId xmlns:a16="http://schemas.microsoft.com/office/drawing/2014/main" id="{98E82BC9-C9A3-4121-98B5-90A8C821C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325"/>
                <a:ext cx="46" cy="46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929" name="Oval 28">
                <a:extLst>
                  <a:ext uri="{FF2B5EF4-FFF2-40B4-BE49-F238E27FC236}">
                    <a16:creationId xmlns:a16="http://schemas.microsoft.com/office/drawing/2014/main" id="{E36CA23B-A079-43A1-A30E-F111AF08A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9" y="3325"/>
                <a:ext cx="46" cy="46"/>
              </a:xfrm>
              <a:prstGeom prst="ellipse">
                <a:avLst/>
              </a:prstGeom>
              <a:solidFill>
                <a:schemeClr val="bg2"/>
              </a:solidFill>
              <a:ln w="9525" algn="ctr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930" name="Line 29">
                <a:extLst>
                  <a:ext uri="{FF2B5EF4-FFF2-40B4-BE49-F238E27FC236}">
                    <a16:creationId xmlns:a16="http://schemas.microsoft.com/office/drawing/2014/main" id="{4625FE1C-E779-40C8-8A2B-31738D061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27" y="3166"/>
                <a:ext cx="0" cy="1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931" name="Line 30">
                <a:extLst>
                  <a:ext uri="{FF2B5EF4-FFF2-40B4-BE49-F238E27FC236}">
                    <a16:creationId xmlns:a16="http://schemas.microsoft.com/office/drawing/2014/main" id="{317AB297-F93B-464C-8F51-1716659A1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33" y="1706"/>
                <a:ext cx="0" cy="16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7916" name="Oval 31">
              <a:extLst>
                <a:ext uri="{FF2B5EF4-FFF2-40B4-BE49-F238E27FC236}">
                  <a16:creationId xmlns:a16="http://schemas.microsoft.com/office/drawing/2014/main" id="{10921207-837A-4871-BCB1-F4578E9E4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3286"/>
              <a:ext cx="90" cy="90"/>
            </a:xfrm>
            <a:prstGeom prst="ellipse">
              <a:avLst/>
            </a:prstGeom>
            <a:solidFill>
              <a:srgbClr val="CCFFCC"/>
            </a:solidFill>
            <a:ln w="9525" algn="ctr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1328" name="Oval 32">
              <a:extLst>
                <a:ext uri="{FF2B5EF4-FFF2-40B4-BE49-F238E27FC236}">
                  <a16:creationId xmlns:a16="http://schemas.microsoft.com/office/drawing/2014/main" id="{FC5DC2AE-CCE9-4F1E-A7A5-A10A7815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2296"/>
              <a:ext cx="90" cy="90"/>
            </a:xfrm>
            <a:prstGeom prst="ellipse">
              <a:avLst/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srgbClr val="FFFF00"/>
                  </a:solidFill>
                </a:ln>
                <a:solidFill>
                  <a:srgbClr val="A1DDD4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857B146F-C978-4577-AF18-FE4FBDA86DDE}"/>
              </a:ext>
            </a:extLst>
          </p:cNvPr>
          <p:cNvGrpSpPr>
            <a:grpSpLocks/>
          </p:cNvGrpSpPr>
          <p:nvPr/>
        </p:nvGrpSpPr>
        <p:grpSpPr bwMode="auto">
          <a:xfrm>
            <a:off x="1431925" y="1204912"/>
            <a:ext cx="3740150" cy="1054100"/>
            <a:chOff x="3089" y="2326"/>
            <a:chExt cx="2356" cy="664"/>
          </a:xfrm>
        </p:grpSpPr>
        <p:grpSp>
          <p:nvGrpSpPr>
            <p:cNvPr id="37909" name="Group 34">
              <a:extLst>
                <a:ext uri="{FF2B5EF4-FFF2-40B4-BE49-F238E27FC236}">
                  <a16:creationId xmlns:a16="http://schemas.microsoft.com/office/drawing/2014/main" id="{B5C1EED4-3060-4927-9164-D9F81276BE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9" y="2326"/>
              <a:ext cx="2356" cy="203"/>
              <a:chOff x="3089" y="2326"/>
              <a:chExt cx="2356" cy="203"/>
            </a:xfrm>
          </p:grpSpPr>
          <p:sp>
            <p:nvSpPr>
              <p:cNvPr id="37913" name="Line 35">
                <a:extLst>
                  <a:ext uri="{FF2B5EF4-FFF2-40B4-BE49-F238E27FC236}">
                    <a16:creationId xmlns:a16="http://schemas.microsoft.com/office/drawing/2014/main" id="{E34B0DB8-66B5-4D9B-AE11-1635F43B1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" y="2432"/>
                <a:ext cx="1946" cy="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7914" name="Object 15">
                <a:extLst>
                  <a:ext uri="{FF2B5EF4-FFF2-40B4-BE49-F238E27FC236}">
                    <a16:creationId xmlns:a16="http://schemas.microsoft.com/office/drawing/2014/main" id="{E6236D87-844E-40FB-B887-CC95053562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89" y="2326"/>
              <a:ext cx="432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380670" imgH="177646" progId="Equation.DSMT4">
                      <p:embed/>
                    </p:oleObj>
                  </mc:Choice>
                  <mc:Fallback>
                    <p:oleObj name="Equation" r:id="rId20" imgW="380670" imgH="177646" progId="Equation.DSMT4">
                      <p:embed/>
                      <p:pic>
                        <p:nvPicPr>
                          <p:cNvPr id="37914" name="Object 15">
                            <a:extLst>
                              <a:ext uri="{FF2B5EF4-FFF2-40B4-BE49-F238E27FC236}">
                                <a16:creationId xmlns:a16="http://schemas.microsoft.com/office/drawing/2014/main" id="{E6236D87-844E-40FB-B887-CC95053562E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9" y="2326"/>
                            <a:ext cx="432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10" name="Group 37">
              <a:extLst>
                <a:ext uri="{FF2B5EF4-FFF2-40B4-BE49-F238E27FC236}">
                  <a16:creationId xmlns:a16="http://schemas.microsoft.com/office/drawing/2014/main" id="{7ADCE041-3189-4854-A2D7-7BA277A88B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5" y="2788"/>
              <a:ext cx="2350" cy="202"/>
              <a:chOff x="3095" y="2788"/>
              <a:chExt cx="2350" cy="202"/>
            </a:xfrm>
          </p:grpSpPr>
          <p:sp>
            <p:nvSpPr>
              <p:cNvPr id="37911" name="Line 38">
                <a:extLst>
                  <a:ext uri="{FF2B5EF4-FFF2-40B4-BE49-F238E27FC236}">
                    <a16:creationId xmlns:a16="http://schemas.microsoft.com/office/drawing/2014/main" id="{670CB907-8A58-453E-9446-E125BA203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" y="2886"/>
                <a:ext cx="1946" cy="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7912" name="Object 14">
                <a:extLst>
                  <a:ext uri="{FF2B5EF4-FFF2-40B4-BE49-F238E27FC236}">
                    <a16:creationId xmlns:a16="http://schemas.microsoft.com/office/drawing/2014/main" id="{6BA801C1-0F00-4EB9-8836-B4DC40536F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5" y="2788"/>
              <a:ext cx="432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380670" imgH="177646" progId="Equation.DSMT4">
                      <p:embed/>
                    </p:oleObj>
                  </mc:Choice>
                  <mc:Fallback>
                    <p:oleObj name="Equation" r:id="rId22" imgW="380670" imgH="177646" progId="Equation.DSMT4">
                      <p:embed/>
                      <p:pic>
                        <p:nvPicPr>
                          <p:cNvPr id="37912" name="Object 14">
                            <a:extLst>
                              <a:ext uri="{FF2B5EF4-FFF2-40B4-BE49-F238E27FC236}">
                                <a16:creationId xmlns:a16="http://schemas.microsoft.com/office/drawing/2014/main" id="{6BA801C1-0F00-4EB9-8836-B4DC40536FE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5" y="2788"/>
                            <a:ext cx="432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 type="none" w="lg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66" name="Object 7">
            <a:extLst>
              <a:ext uri="{FF2B5EF4-FFF2-40B4-BE49-F238E27FC236}">
                <a16:creationId xmlns:a16="http://schemas.microsoft.com/office/drawing/2014/main" id="{373C3179-D679-425E-A7A4-09CD5A6F6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8703" y="423862"/>
          <a:ext cx="411480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4" imgW="5934903" imgH="4552381" progId="Paint.Picture">
                  <p:embed/>
                </p:oleObj>
              </mc:Choice>
              <mc:Fallback>
                <p:oleObj name="BMP 图象" r:id="rId24" imgW="5934903" imgH="4552381" progId="Paint.Picture">
                  <p:embed/>
                  <p:pic>
                    <p:nvPicPr>
                      <p:cNvPr id="66" name="Object 7">
                        <a:extLst>
                          <a:ext uri="{FF2B5EF4-FFF2-40B4-BE49-F238E27FC236}">
                            <a16:creationId xmlns:a16="http://schemas.microsoft.com/office/drawing/2014/main" id="{373C3179-D679-425E-A7A4-09CD5A6F6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703" y="423862"/>
                        <a:ext cx="4114800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Line 8">
            <a:extLst>
              <a:ext uri="{FF2B5EF4-FFF2-40B4-BE49-F238E27FC236}">
                <a16:creationId xmlns:a16="http://schemas.microsoft.com/office/drawing/2014/main" id="{C028931E-7721-47F7-86C7-9D4B762D19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3450" y="2722562"/>
            <a:ext cx="1728787" cy="908050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8B1AAA3D-5908-4B37-9DE0-FCE4F66F7D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9212" y="2736850"/>
            <a:ext cx="101600" cy="792162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0">
            <a:extLst>
              <a:ext uri="{FF2B5EF4-FFF2-40B4-BE49-F238E27FC236}">
                <a16:creationId xmlns:a16="http://schemas.microsoft.com/office/drawing/2014/main" id="{49B84D07-59C3-4006-966F-A338094F67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77050" y="2447925"/>
            <a:ext cx="865187" cy="288925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BEBDFD8B-B19F-49DC-8B8B-A6EC02B1A8F7}"/>
              </a:ext>
            </a:extLst>
          </p:cNvPr>
          <p:cNvSpPr>
            <a:spLocks/>
          </p:cNvSpPr>
          <p:nvPr/>
        </p:nvSpPr>
        <p:spPr bwMode="auto">
          <a:xfrm>
            <a:off x="7742237" y="2376487"/>
            <a:ext cx="1295400" cy="360363"/>
          </a:xfrm>
          <a:custGeom>
            <a:avLst/>
            <a:gdLst>
              <a:gd name="T0" fmla="*/ 0 w 816"/>
              <a:gd name="T1" fmla="*/ 2147483646 h 227"/>
              <a:gd name="T2" fmla="*/ 2147483646 w 816"/>
              <a:gd name="T3" fmla="*/ 2147483646 h 227"/>
              <a:gd name="T4" fmla="*/ 2147483646 w 816"/>
              <a:gd name="T5" fmla="*/ 2147483646 h 227"/>
              <a:gd name="T6" fmla="*/ 2147483646 w 816"/>
              <a:gd name="T7" fmla="*/ 2147483646 h 227"/>
              <a:gd name="T8" fmla="*/ 2147483646 w 816"/>
              <a:gd name="T9" fmla="*/ 2147483646 h 227"/>
              <a:gd name="T10" fmla="*/ 2147483646 w 816"/>
              <a:gd name="T11" fmla="*/ 0 h 2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6"/>
              <a:gd name="T19" fmla="*/ 0 h 227"/>
              <a:gd name="T20" fmla="*/ 816 w 816"/>
              <a:gd name="T21" fmla="*/ 227 h 2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6" h="227">
                <a:moveTo>
                  <a:pt x="0" y="227"/>
                </a:moveTo>
                <a:cubicBezTo>
                  <a:pt x="79" y="166"/>
                  <a:pt x="158" y="106"/>
                  <a:pt x="226" y="91"/>
                </a:cubicBezTo>
                <a:cubicBezTo>
                  <a:pt x="294" y="76"/>
                  <a:pt x="355" y="136"/>
                  <a:pt x="408" y="136"/>
                </a:cubicBezTo>
                <a:cubicBezTo>
                  <a:pt x="461" y="136"/>
                  <a:pt x="491" y="106"/>
                  <a:pt x="544" y="91"/>
                </a:cubicBezTo>
                <a:cubicBezTo>
                  <a:pt x="597" y="76"/>
                  <a:pt x="680" y="60"/>
                  <a:pt x="725" y="45"/>
                </a:cubicBezTo>
                <a:cubicBezTo>
                  <a:pt x="770" y="30"/>
                  <a:pt x="793" y="15"/>
                  <a:pt x="816" y="0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6193436C-8AD1-4301-AAF7-5BED86CE17F8}"/>
              </a:ext>
            </a:extLst>
          </p:cNvPr>
          <p:cNvSpPr>
            <a:spLocks/>
          </p:cNvSpPr>
          <p:nvPr/>
        </p:nvSpPr>
        <p:spPr bwMode="auto">
          <a:xfrm>
            <a:off x="7742237" y="2736850"/>
            <a:ext cx="1223963" cy="527050"/>
          </a:xfrm>
          <a:custGeom>
            <a:avLst/>
            <a:gdLst>
              <a:gd name="T0" fmla="*/ 0 w 771"/>
              <a:gd name="T1" fmla="*/ 0 h 332"/>
              <a:gd name="T2" fmla="*/ 2147483646 w 771"/>
              <a:gd name="T3" fmla="*/ 2147483646 h 332"/>
              <a:gd name="T4" fmla="*/ 2147483646 w 771"/>
              <a:gd name="T5" fmla="*/ 2147483646 h 332"/>
              <a:gd name="T6" fmla="*/ 2147483646 w 771"/>
              <a:gd name="T7" fmla="*/ 2147483646 h 332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332"/>
              <a:gd name="T14" fmla="*/ 771 w 771"/>
              <a:gd name="T15" fmla="*/ 332 h 3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332">
                <a:moveTo>
                  <a:pt x="0" y="0"/>
                </a:moveTo>
                <a:cubicBezTo>
                  <a:pt x="49" y="109"/>
                  <a:pt x="98" y="219"/>
                  <a:pt x="181" y="272"/>
                </a:cubicBezTo>
                <a:cubicBezTo>
                  <a:pt x="264" y="325"/>
                  <a:pt x="400" y="332"/>
                  <a:pt x="498" y="317"/>
                </a:cubicBezTo>
                <a:cubicBezTo>
                  <a:pt x="596" y="302"/>
                  <a:pt x="726" y="204"/>
                  <a:pt x="771" y="181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Oval 13">
            <a:extLst>
              <a:ext uri="{FF2B5EF4-FFF2-40B4-BE49-F238E27FC236}">
                <a16:creationId xmlns:a16="http://schemas.microsoft.com/office/drawing/2014/main" id="{846C47BB-1D96-43CC-AE71-237DA6A4AB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6300" y="3614737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Oval 14">
            <a:extLst>
              <a:ext uri="{FF2B5EF4-FFF2-40B4-BE49-F238E27FC236}">
                <a16:creationId xmlns:a16="http://schemas.microsoft.com/office/drawing/2014/main" id="{CAB4BCDA-8356-47D5-99B0-D78B1B4A83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51912" y="2981325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Oval 15">
            <a:extLst>
              <a:ext uri="{FF2B5EF4-FFF2-40B4-BE49-F238E27FC236}">
                <a16:creationId xmlns:a16="http://schemas.microsoft.com/office/drawing/2014/main" id="{7F309867-2BE5-4EA5-BBA4-6B47F7B37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4775" y="2347912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Oval 16">
            <a:extLst>
              <a:ext uri="{FF2B5EF4-FFF2-40B4-BE49-F238E27FC236}">
                <a16:creationId xmlns:a16="http://schemas.microsoft.com/office/drawing/2014/main" id="{4F256146-6E7D-4E59-AC80-3A748D6DDE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0637" y="3484562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Oval 17">
            <a:extLst>
              <a:ext uri="{FF2B5EF4-FFF2-40B4-BE49-F238E27FC236}">
                <a16:creationId xmlns:a16="http://schemas.microsoft.com/office/drawing/2014/main" id="{668837B0-D454-4681-A1F8-FAB0C16D7D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34187" y="2405062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F2D435F1-7FC8-4F53-AC17-7E18E03A6D54}"/>
              </a:ext>
            </a:extLst>
          </p:cNvPr>
          <p:cNvSpPr/>
          <p:nvPr/>
        </p:nvSpPr>
        <p:spPr>
          <a:xfrm>
            <a:off x="7513637" y="2528887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CCCC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0DE59200-D4B6-44EF-BC92-F52D20EE77DA}"/>
              </a:ext>
            </a:extLst>
          </p:cNvPr>
          <p:cNvSpPr/>
          <p:nvPr/>
        </p:nvSpPr>
        <p:spPr>
          <a:xfrm>
            <a:off x="3475037" y="3062287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5689F2C-AB16-4F9C-B88D-102DBCC36EB6}"/>
              </a:ext>
            </a:extLst>
          </p:cNvPr>
          <p:cNvCxnSpPr>
            <a:endCxn id="37916" idx="6"/>
          </p:cNvCxnSpPr>
          <p:nvPr/>
        </p:nvCxnSpPr>
        <p:spPr>
          <a:xfrm flipH="1" flipV="1">
            <a:off x="3776662" y="3279775"/>
            <a:ext cx="231775" cy="1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utoShape 36">
            <a:extLst>
              <a:ext uri="{FF2B5EF4-FFF2-40B4-BE49-F238E27FC236}">
                <a16:creationId xmlns:a16="http://schemas.microsoft.com/office/drawing/2014/main" id="{D59E0766-A619-4F58-A380-33C0AA5F0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819" y="4442482"/>
            <a:ext cx="7026962" cy="738189"/>
          </a:xfrm>
          <a:prstGeom prst="cloudCallout">
            <a:avLst>
              <a:gd name="adj1" fmla="val -25940"/>
              <a:gd name="adj2" fmla="val 43505"/>
            </a:avLst>
          </a:prstGeom>
          <a:solidFill>
            <a:srgbClr val="FFFF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形式推广，本质区别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3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3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7 0.00092 L -0.0207 0.0009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14335 -0.13403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-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0.00794 -0.1178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7 L 0.07461 0.04444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24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092 C -0.00664 0.00949 -0.01315 0.01828 -0.01992 0.02361 C -0.02669 0.02893 -0.03281 0.03356 -0.04102 0.03403 C -0.04935 0.03426 -0.06211 0.03102 -0.0694 0.02639 C -0.07669 0.02153 -0.08008 0.0169 -0.0849 0.00578 C -0.08985 -0.0051 -0.0944 -0.02246 -0.09909 -0.03959 " pathEditMode="relative" rAng="0" ptsTypes="AAAAAA">
                                      <p:cBhvr>
                                        <p:cTn id="7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C -0.00664 0.00231 -0.01328 0.00486 -0.01836 0.00671 C -0.02356 0.00856 -0.0263 0.00949 -0.03046 0.01157 C -0.03489 0.01342 -0.03932 0.01666 -0.04427 0.01828 C -0.04908 0.02014 -0.0552 0.02361 -0.0595 0.02291 C -0.0638 0.02199 -0.06588 0.01504 -0.07005 0.01365 C -0.07448 0.0125 -0.08138 0.01342 -0.08541 0.01597 C -0.08945 0.01851 -0.09101 0.02523 -0.09453 0.02986 C -0.09804 0.03449 -0.10234 0.03889 -0.10664 0.04375 " pathEditMode="relative" rAng="0" ptsTypes="AAAAAAAAA">
                                      <p:cBhvr>
                                        <p:cTn id="8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animBg="1"/>
      <p:bldP spid="31130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3">
            <a:extLst>
              <a:ext uri="{FF2B5EF4-FFF2-40B4-BE49-F238E27FC236}">
                <a16:creationId xmlns:a16="http://schemas.microsoft.com/office/drawing/2014/main" id="{8CEE4C1F-8CC5-49F2-963A-B9D611A42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6550" y="809625"/>
          <a:ext cx="42878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800" imgH="279400" progId="Equation.DSMT4">
                  <p:embed/>
                </p:oleObj>
              </mc:Choice>
              <mc:Fallback>
                <p:oleObj name="Equation" r:id="rId2" imgW="2082800" imgH="279400" progId="Equation.DSMT4">
                  <p:embed/>
                  <p:pic>
                    <p:nvPicPr>
                      <p:cNvPr id="38914" name="Object 3">
                        <a:extLst>
                          <a:ext uri="{FF2B5EF4-FFF2-40B4-BE49-F238E27FC236}">
                            <a16:creationId xmlns:a16="http://schemas.microsoft.com/office/drawing/2014/main" id="{8CEE4C1F-8CC5-49F2-963A-B9D611A42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809625"/>
                        <a:ext cx="428783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4">
            <a:extLst>
              <a:ext uri="{FF2B5EF4-FFF2-40B4-BE49-F238E27FC236}">
                <a16:creationId xmlns:a16="http://schemas.microsoft.com/office/drawing/2014/main" id="{342FD11D-F94A-49E7-B587-29D2048FF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7338" y="303213"/>
          <a:ext cx="187166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698" imgH="203112" progId="Equation.DSMT4">
                  <p:embed/>
                </p:oleObj>
              </mc:Choice>
              <mc:Fallback>
                <p:oleObj name="Equation" r:id="rId4" imgW="926698" imgH="203112" progId="Equation.DSMT4">
                  <p:embed/>
                  <p:pic>
                    <p:nvPicPr>
                      <p:cNvPr id="38915" name="Object 4">
                        <a:extLst>
                          <a:ext uri="{FF2B5EF4-FFF2-40B4-BE49-F238E27FC236}">
                            <a16:creationId xmlns:a16="http://schemas.microsoft.com/office/drawing/2014/main" id="{342FD11D-F94A-49E7-B587-29D2048FF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338" y="303213"/>
                        <a:ext cx="187166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5">
            <a:extLst>
              <a:ext uri="{FF2B5EF4-FFF2-40B4-BE49-F238E27FC236}">
                <a16:creationId xmlns:a16="http://schemas.microsoft.com/office/drawing/2014/main" id="{EA6B9143-40C7-4353-9C2F-959EBC353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"/>
            <a:ext cx="23177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证明：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3657FFA1-7F38-4815-B89F-4E1B599C7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388" y="231775"/>
            <a:ext cx="14859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时，函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数</a:t>
            </a:r>
          </a:p>
        </p:txBody>
      </p:sp>
      <p:sp>
        <p:nvSpPr>
          <p:cNvPr id="38918" name="Rectangle 7">
            <a:extLst>
              <a:ext uri="{FF2B5EF4-FFF2-40B4-BE49-F238E27FC236}">
                <a16:creationId xmlns:a16="http://schemas.microsoft.com/office/drawing/2014/main" id="{92195DF6-168E-4331-969B-F48DC7E49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809625"/>
            <a:ext cx="21748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以零为极限．</a:t>
            </a:r>
          </a:p>
        </p:txBody>
      </p:sp>
      <p:graphicFrame>
        <p:nvGraphicFramePr>
          <p:cNvPr id="113672" name="Object 8">
            <a:extLst>
              <a:ext uri="{FF2B5EF4-FFF2-40B4-BE49-F238E27FC236}">
                <a16:creationId xmlns:a16="http://schemas.microsoft.com/office/drawing/2014/main" id="{D19CE41A-4AE6-4593-9584-7EE4D9811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971800"/>
          <a:ext cx="460851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800" imgH="279400" progId="Equation.DSMT4">
                  <p:embed/>
                </p:oleObj>
              </mc:Choice>
              <mc:Fallback>
                <p:oleObj name="Equation" r:id="rId6" imgW="2463800" imgH="279400" progId="Equation.DSMT4">
                  <p:embed/>
                  <p:pic>
                    <p:nvPicPr>
                      <p:cNvPr id="113672" name="Object 8">
                        <a:extLst>
                          <a:ext uri="{FF2B5EF4-FFF2-40B4-BE49-F238E27FC236}">
                            <a16:creationId xmlns:a16="http://schemas.microsoft.com/office/drawing/2014/main" id="{D19CE41A-4AE6-4593-9584-7EE4D9811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971800"/>
                        <a:ext cx="460851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9">
            <a:extLst>
              <a:ext uri="{FF2B5EF4-FFF2-40B4-BE49-F238E27FC236}">
                <a16:creationId xmlns:a16="http://schemas.microsoft.com/office/drawing/2014/main" id="{F9C9BE7A-1344-42F3-A049-AA981C006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133600"/>
          <a:ext cx="28035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600" imgH="342900" progId="Equation.DSMT4">
                  <p:embed/>
                </p:oleObj>
              </mc:Choice>
              <mc:Fallback>
                <p:oleObj name="Equation" r:id="rId8" imgW="1625600" imgH="342900" progId="Equation.DSMT4">
                  <p:embed/>
                  <p:pic>
                    <p:nvPicPr>
                      <p:cNvPr id="113673" name="Object 9">
                        <a:extLst>
                          <a:ext uri="{FF2B5EF4-FFF2-40B4-BE49-F238E27FC236}">
                            <a16:creationId xmlns:a16="http://schemas.microsoft.com/office/drawing/2014/main" id="{F9C9BE7A-1344-42F3-A049-AA981C0064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133600"/>
                        <a:ext cx="28035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4" name="Rectangle 10">
            <a:extLst>
              <a:ext uri="{FF2B5EF4-FFF2-40B4-BE49-F238E27FC236}">
                <a16:creationId xmlns:a16="http://schemas.microsoft.com/office/drawing/2014/main" id="{EDBE7FEE-13AB-4A78-A88A-A56B8295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6826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证 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aphicFrame>
        <p:nvGraphicFramePr>
          <p:cNvPr id="113677" name="Object 13">
            <a:extLst>
              <a:ext uri="{FF2B5EF4-FFF2-40B4-BE49-F238E27FC236}">
                <a16:creationId xmlns:a16="http://schemas.microsoft.com/office/drawing/2014/main" id="{644A1926-886E-454D-892D-D1AB7C320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971800"/>
          <a:ext cx="9429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8000" imgH="228600" progId="Equation.DSMT4">
                  <p:embed/>
                </p:oleObj>
              </mc:Choice>
              <mc:Fallback>
                <p:oleObj name="Equation" r:id="rId10" imgW="508000" imgH="228600" progId="Equation.DSMT4">
                  <p:embed/>
                  <p:pic>
                    <p:nvPicPr>
                      <p:cNvPr id="113677" name="Object 13">
                        <a:extLst>
                          <a:ext uri="{FF2B5EF4-FFF2-40B4-BE49-F238E27FC236}">
                            <a16:creationId xmlns:a16="http://schemas.microsoft.com/office/drawing/2014/main" id="{644A1926-886E-454D-892D-D1AB7C320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71800"/>
                        <a:ext cx="9429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9" name="Rectangle 15">
            <a:extLst>
              <a:ext uri="{FF2B5EF4-FFF2-40B4-BE49-F238E27FC236}">
                <a16:creationId xmlns:a16="http://schemas.microsoft.com/office/drawing/2014/main" id="{EBD76F8E-F710-461E-94E3-E313C6944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71800"/>
            <a:ext cx="6858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取</a:t>
            </a:r>
          </a:p>
        </p:txBody>
      </p:sp>
      <p:sp>
        <p:nvSpPr>
          <p:cNvPr id="113680" name="Rectangle 16">
            <a:extLst>
              <a:ext uri="{FF2B5EF4-FFF2-40B4-BE49-F238E27FC236}">
                <a16:creationId xmlns:a16="http://schemas.microsoft.com/office/drawing/2014/main" id="{33F335BE-6A71-4227-9BBC-7430E8F83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971800"/>
            <a:ext cx="847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，当</a:t>
            </a:r>
          </a:p>
        </p:txBody>
      </p:sp>
      <p:sp>
        <p:nvSpPr>
          <p:cNvPr id="113681" name="Rectangle 17">
            <a:extLst>
              <a:ext uri="{FF2B5EF4-FFF2-40B4-BE49-F238E27FC236}">
                <a16:creationId xmlns:a16="http://schemas.microsoft.com/office/drawing/2014/main" id="{6D135F0D-E50E-4F2D-A76F-C82F52FA9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484" y="2954156"/>
            <a:ext cx="847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时，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B7B76E7-7267-4231-A6EC-3CD6C8617EBA}"/>
              </a:ext>
            </a:extLst>
          </p:cNvPr>
          <p:cNvGrpSpPr>
            <a:grpSpLocks/>
          </p:cNvGrpSpPr>
          <p:nvPr/>
        </p:nvGrpSpPr>
        <p:grpSpPr bwMode="auto">
          <a:xfrm>
            <a:off x="2257425" y="4695827"/>
            <a:ext cx="4695825" cy="649288"/>
            <a:chOff x="279" y="3294"/>
            <a:chExt cx="2958" cy="409"/>
          </a:xfrm>
        </p:grpSpPr>
        <p:graphicFrame>
          <p:nvGraphicFramePr>
            <p:cNvPr id="38939" name="Object 19">
              <a:extLst>
                <a:ext uri="{FF2B5EF4-FFF2-40B4-BE49-F238E27FC236}">
                  <a16:creationId xmlns:a16="http://schemas.microsoft.com/office/drawing/2014/main" id="{7DCA8700-BDBA-4C0D-B6ED-3A125B0D09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3" y="3294"/>
            <a:ext cx="1814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95400" imgH="292100" progId="Equation.DSMT4">
                    <p:embed/>
                  </p:oleObj>
                </mc:Choice>
                <mc:Fallback>
                  <p:oleObj name="Equation" r:id="rId12" imgW="1295400" imgH="292100" progId="Equation.DSMT4">
                    <p:embed/>
                    <p:pic>
                      <p:nvPicPr>
                        <p:cNvPr id="38939" name="Object 19">
                          <a:extLst>
                            <a:ext uri="{FF2B5EF4-FFF2-40B4-BE49-F238E27FC236}">
                              <a16:creationId xmlns:a16="http://schemas.microsoft.com/office/drawing/2014/main" id="{7DCA8700-BDBA-4C0D-B6ED-3A125B0D09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3294"/>
                          <a:ext cx="1814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0" name="Rectangle 20">
              <a:extLst>
                <a:ext uri="{FF2B5EF4-FFF2-40B4-BE49-F238E27FC236}">
                  <a16:creationId xmlns:a16="http://schemas.microsoft.com/office/drawing/2014/main" id="{50FC16F7-8199-4221-96EC-E8E5AAEFF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" y="3305"/>
              <a:ext cx="53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1457325" algn="l"/>
                </a:tabLs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457325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4573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4573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457325" algn="l"/>
                </a:tabLst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F34E73FA-A57F-4191-9D45-7E98228AD44E}"/>
              </a:ext>
            </a:extLst>
          </p:cNvPr>
          <p:cNvGrpSpPr>
            <a:grpSpLocks/>
          </p:cNvGrpSpPr>
          <p:nvPr/>
        </p:nvGrpSpPr>
        <p:grpSpPr bwMode="auto">
          <a:xfrm>
            <a:off x="2112760" y="3770677"/>
            <a:ext cx="4610099" cy="533400"/>
            <a:chOff x="612" y="2422"/>
            <a:chExt cx="2904" cy="336"/>
          </a:xfrm>
        </p:grpSpPr>
        <p:grpSp>
          <p:nvGrpSpPr>
            <p:cNvPr id="38934" name="Group 22">
              <a:extLst>
                <a:ext uri="{FF2B5EF4-FFF2-40B4-BE49-F238E27FC236}">
                  <a16:creationId xmlns:a16="http://schemas.microsoft.com/office/drawing/2014/main" id="{689F2F05-6F2A-4229-A175-7F3873577E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1" y="2441"/>
              <a:ext cx="2025" cy="317"/>
              <a:chOff x="934" y="1975"/>
              <a:chExt cx="1836" cy="281"/>
            </a:xfrm>
          </p:grpSpPr>
          <p:graphicFrame>
            <p:nvGraphicFramePr>
              <p:cNvPr id="38936" name="Object 23">
                <a:extLst>
                  <a:ext uri="{FF2B5EF4-FFF2-40B4-BE49-F238E27FC236}">
                    <a16:creationId xmlns:a16="http://schemas.microsoft.com/office/drawing/2014/main" id="{D47404C6-CD20-47A0-8B63-3263840091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4" y="1993"/>
              <a:ext cx="786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774364" imgH="241195" progId="Equation.DSMT4">
                      <p:embed/>
                    </p:oleObj>
                  </mc:Choice>
                  <mc:Fallback>
                    <p:oleObj name="Equation" r:id="rId14" imgW="774364" imgH="241195" progId="Equation.DSMT4">
                      <p:embed/>
                      <p:pic>
                        <p:nvPicPr>
                          <p:cNvPr id="38936" name="Object 23">
                            <a:extLst>
                              <a:ext uri="{FF2B5EF4-FFF2-40B4-BE49-F238E27FC236}">
                                <a16:creationId xmlns:a16="http://schemas.microsoft.com/office/drawing/2014/main" id="{D47404C6-CD20-47A0-8B63-32638400918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4" y="1993"/>
                            <a:ext cx="786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37" name="Object 24">
                <a:extLst>
                  <a:ext uri="{FF2B5EF4-FFF2-40B4-BE49-F238E27FC236}">
                    <a16:creationId xmlns:a16="http://schemas.microsoft.com/office/drawing/2014/main" id="{192D47FD-E60E-485D-8889-103329C0B7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0" y="1975"/>
              <a:ext cx="752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736600" imgH="279400" progId="Equation.DSMT4">
                      <p:embed/>
                    </p:oleObj>
                  </mc:Choice>
                  <mc:Fallback>
                    <p:oleObj name="Equation" r:id="rId16" imgW="736600" imgH="279400" progId="Equation.DSMT4">
                      <p:embed/>
                      <p:pic>
                        <p:nvPicPr>
                          <p:cNvPr id="38937" name="Object 24">
                            <a:extLst>
                              <a:ext uri="{FF2B5EF4-FFF2-40B4-BE49-F238E27FC236}">
                                <a16:creationId xmlns:a16="http://schemas.microsoft.com/office/drawing/2014/main" id="{192D47FD-E60E-485D-8889-103329C0B7C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0" y="1975"/>
                            <a:ext cx="752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38" name="Object 25">
                <a:extLst>
                  <a:ext uri="{FF2B5EF4-FFF2-40B4-BE49-F238E27FC236}">
                    <a16:creationId xmlns:a16="http://schemas.microsoft.com/office/drawing/2014/main" id="{37D9CC1F-585E-461A-855E-3336DB102A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09" y="2081"/>
              <a:ext cx="261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53890" imgH="139639" progId="Equation.DSMT4">
                      <p:embed/>
                    </p:oleObj>
                  </mc:Choice>
                  <mc:Fallback>
                    <p:oleObj name="Equation" r:id="rId18" imgW="253890" imgH="139639" progId="Equation.DSMT4">
                      <p:embed/>
                      <p:pic>
                        <p:nvPicPr>
                          <p:cNvPr id="38938" name="Object 25">
                            <a:extLst>
                              <a:ext uri="{FF2B5EF4-FFF2-40B4-BE49-F238E27FC236}">
                                <a16:creationId xmlns:a16="http://schemas.microsoft.com/office/drawing/2014/main" id="{37D9CC1F-585E-461A-855E-3336DB102A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081"/>
                            <a:ext cx="261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935" name="Rectangle 26">
              <a:extLst>
                <a:ext uri="{FF2B5EF4-FFF2-40B4-BE49-F238E27FC236}">
                  <a16:creationId xmlns:a16="http://schemas.microsoft.com/office/drawing/2014/main" id="{4AE90B7E-7073-4918-BC89-14375F7D7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422"/>
              <a:ext cx="6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恒有</a:t>
              </a:r>
            </a:p>
          </p:txBody>
        </p:sp>
      </p:grpSp>
      <p:graphicFrame>
        <p:nvGraphicFramePr>
          <p:cNvPr id="113692" name="Object 28">
            <a:extLst>
              <a:ext uri="{FF2B5EF4-FFF2-40B4-BE49-F238E27FC236}">
                <a16:creationId xmlns:a16="http://schemas.microsoft.com/office/drawing/2014/main" id="{A962CC90-A58F-4F1E-AFA1-40DE87009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266950"/>
          <a:ext cx="1479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87400" imgH="241300" progId="Equation.DSMT4">
                  <p:embed/>
                </p:oleObj>
              </mc:Choice>
              <mc:Fallback>
                <p:oleObj name="Equation" r:id="rId20" imgW="787400" imgH="241300" progId="Equation.DSMT4">
                  <p:embed/>
                  <p:pic>
                    <p:nvPicPr>
                      <p:cNvPr id="113692" name="Object 28">
                        <a:extLst>
                          <a:ext uri="{FF2B5EF4-FFF2-40B4-BE49-F238E27FC236}">
                            <a16:creationId xmlns:a16="http://schemas.microsoft.com/office/drawing/2014/main" id="{A962CC90-A58F-4F1E-AFA1-40DE87009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66950"/>
                        <a:ext cx="14795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3" name="Object 29">
            <a:extLst>
              <a:ext uri="{FF2B5EF4-FFF2-40B4-BE49-F238E27FC236}">
                <a16:creationId xmlns:a16="http://schemas.microsoft.com/office/drawing/2014/main" id="{D3AEC1A1-75E0-4BCA-A035-C077D0EA3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1463" y="2295525"/>
          <a:ext cx="22780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20227" imgH="279279" progId="Equation.DSMT4">
                  <p:embed/>
                </p:oleObj>
              </mc:Choice>
              <mc:Fallback>
                <p:oleObj name="Equation" r:id="rId22" imgW="1320227" imgH="279279" progId="Equation.DSMT4">
                  <p:embed/>
                  <p:pic>
                    <p:nvPicPr>
                      <p:cNvPr id="113693" name="Object 29">
                        <a:extLst>
                          <a:ext uri="{FF2B5EF4-FFF2-40B4-BE49-F238E27FC236}">
                            <a16:creationId xmlns:a16="http://schemas.microsoft.com/office/drawing/2014/main" id="{D3AEC1A1-75E0-4BCA-A035-C077D0EA3E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2295525"/>
                        <a:ext cx="22780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4" name="Object 30">
            <a:extLst>
              <a:ext uri="{FF2B5EF4-FFF2-40B4-BE49-F238E27FC236}">
                <a16:creationId xmlns:a16="http://schemas.microsoft.com/office/drawing/2014/main" id="{19B54056-8AA0-479A-A735-71764A911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1676400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55138" imgH="177569" progId="Equation.DSMT4">
                  <p:embed/>
                </p:oleObj>
              </mc:Choice>
              <mc:Fallback>
                <p:oleObj name="Equation" r:id="rId24" imgW="355138" imgH="177569" progId="Equation.DSMT4">
                  <p:embed/>
                  <p:pic>
                    <p:nvPicPr>
                      <p:cNvPr id="113694" name="Object 30">
                        <a:extLst>
                          <a:ext uri="{FF2B5EF4-FFF2-40B4-BE49-F238E27FC236}">
                            <a16:creationId xmlns:a16="http://schemas.microsoft.com/office/drawing/2014/main" id="{19B54056-8AA0-479A-A735-71764A911D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76400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5" name="Rectangle 31">
            <a:extLst>
              <a:ext uri="{FF2B5EF4-FFF2-40B4-BE49-F238E27FC236}">
                <a16:creationId xmlns:a16="http://schemas.microsoft.com/office/drawing/2014/main" id="{C7EC4DEC-137A-4B43-A976-F95DA179E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2266950"/>
            <a:ext cx="11795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成立，</a:t>
            </a:r>
          </a:p>
        </p:txBody>
      </p:sp>
      <p:sp>
        <p:nvSpPr>
          <p:cNvPr id="113696" name="Rectangle 32">
            <a:extLst>
              <a:ext uri="{FF2B5EF4-FFF2-40B4-BE49-F238E27FC236}">
                <a16:creationId xmlns:a16="http://schemas.microsoft.com/office/drawing/2014/main" id="{CB764F31-A5F7-4B3C-BB73-1611AD933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00200"/>
            <a:ext cx="18430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要使不等式</a:t>
            </a:r>
          </a:p>
        </p:txBody>
      </p:sp>
      <p:sp>
        <p:nvSpPr>
          <p:cNvPr id="113697" name="Rectangle 33">
            <a:extLst>
              <a:ext uri="{FF2B5EF4-FFF2-40B4-BE49-F238E27FC236}">
                <a16:creationId xmlns:a16="http://schemas.microsoft.com/office/drawing/2014/main" id="{FDBD53A5-95AA-4EF1-B746-C397C689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600200"/>
            <a:ext cx="15113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对任给的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4" grpId="0"/>
      <p:bldP spid="113679" grpId="0"/>
      <p:bldP spid="113680" grpId="0"/>
      <p:bldP spid="113681" grpId="0"/>
      <p:bldP spid="113695" grpId="0"/>
      <p:bldP spid="113696" grpId="0"/>
      <p:bldP spid="1136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6" name="Rectangle 2">
            <a:extLst>
              <a:ext uri="{FF2B5EF4-FFF2-40B4-BE49-F238E27FC236}">
                <a16:creationId xmlns:a16="http://schemas.microsoft.com/office/drawing/2014/main" id="{036D2FCD-2775-4118-956F-BB8242AC51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58788"/>
            <a:ext cx="1752600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2.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1B0E1C82-60A0-4A78-A0A8-659DCA6E7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057750"/>
              </p:ext>
            </p:extLst>
          </p:nvPr>
        </p:nvGraphicFramePr>
        <p:xfrm>
          <a:off x="2124638" y="64367"/>
          <a:ext cx="4601037" cy="1422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685800" progId="Equation.DSMT4">
                  <p:embed/>
                </p:oleObj>
              </mc:Choice>
              <mc:Fallback>
                <p:oleObj name="Equation" r:id="rId2" imgW="2260440" imgH="685800" progId="Equation.DSMT4">
                  <p:embed/>
                  <p:pic>
                    <p:nvPicPr>
                      <p:cNvPr id="39939" name="Object 3">
                        <a:extLst>
                          <a:ext uri="{FF2B5EF4-FFF2-40B4-BE49-F238E27FC236}">
                            <a16:creationId xmlns:a16="http://schemas.microsoft.com/office/drawing/2014/main" id="{1B0E1C82-60A0-4A78-A0A8-659DCA6E70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638" y="64367"/>
                        <a:ext cx="4601037" cy="1422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2" name="Text Box 4">
            <a:extLst>
              <a:ext uri="{FF2B5EF4-FFF2-40B4-BE49-F238E27FC236}">
                <a16:creationId xmlns:a16="http://schemas.microsoft.com/office/drawing/2014/main" id="{D28398D2-7B9F-49AD-A0F1-3450247F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587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求证：</a:t>
            </a:r>
          </a:p>
        </p:txBody>
      </p:sp>
      <p:graphicFrame>
        <p:nvGraphicFramePr>
          <p:cNvPr id="130053" name="Object 5">
            <a:extLst>
              <a:ext uri="{FF2B5EF4-FFF2-40B4-BE49-F238E27FC236}">
                <a16:creationId xmlns:a16="http://schemas.microsoft.com/office/drawing/2014/main" id="{B0FCCD21-17CC-4BF2-8567-218F41630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9173" y="403622"/>
          <a:ext cx="3067149" cy="73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91960" progId="Equation.DSMT4">
                  <p:embed/>
                </p:oleObj>
              </mc:Choice>
              <mc:Fallback>
                <p:oleObj name="Equation" r:id="rId4" imgW="1244520" imgH="291960" progId="Equation.DSMT4">
                  <p:embed/>
                  <p:pic>
                    <p:nvPicPr>
                      <p:cNvPr id="130053" name="Object 5">
                        <a:extLst>
                          <a:ext uri="{FF2B5EF4-FFF2-40B4-BE49-F238E27FC236}">
                            <a16:creationId xmlns:a16="http://schemas.microsoft.com/office/drawing/2014/main" id="{B0FCCD21-17CC-4BF2-8567-218F41630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73" y="403622"/>
                        <a:ext cx="3067149" cy="735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4" name="Text Box 6">
            <a:extLst>
              <a:ext uri="{FF2B5EF4-FFF2-40B4-BE49-F238E27FC236}">
                <a16:creationId xmlns:a16="http://schemas.microsoft.com/office/drawing/2014/main" id="{D6FA8D27-8816-4785-BB10-14AC75BFC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1893888"/>
            <a:ext cx="1196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证：</a:t>
            </a:r>
          </a:p>
        </p:txBody>
      </p:sp>
      <p:graphicFrame>
        <p:nvGraphicFramePr>
          <p:cNvPr id="130055" name="Object 7">
            <a:extLst>
              <a:ext uri="{FF2B5EF4-FFF2-40B4-BE49-F238E27FC236}">
                <a16:creationId xmlns:a16="http://schemas.microsoft.com/office/drawing/2014/main" id="{EBC1B648-A081-4D76-A385-E6E3B58C5F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686050"/>
          <a:ext cx="17018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50846" imgH="241069" progId="Equation.3">
                  <p:embed/>
                </p:oleObj>
              </mc:Choice>
              <mc:Fallback>
                <p:oleObj name="公式" r:id="rId6" imgW="850846" imgH="241069" progId="Equation.3">
                  <p:embed/>
                  <p:pic>
                    <p:nvPicPr>
                      <p:cNvPr id="130055" name="Object 7">
                        <a:extLst>
                          <a:ext uri="{FF2B5EF4-FFF2-40B4-BE49-F238E27FC236}">
                            <a16:creationId xmlns:a16="http://schemas.microsoft.com/office/drawing/2014/main" id="{EBC1B648-A081-4D76-A385-E6E3B58C5F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86050"/>
                        <a:ext cx="17018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>
            <a:extLst>
              <a:ext uri="{FF2B5EF4-FFF2-40B4-BE49-F238E27FC236}">
                <a16:creationId xmlns:a16="http://schemas.microsoft.com/office/drawing/2014/main" id="{92584956-7657-418B-AA4A-C428A0E56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313" y="449103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故</a:t>
            </a:r>
          </a:p>
        </p:txBody>
      </p:sp>
      <p:graphicFrame>
        <p:nvGraphicFramePr>
          <p:cNvPr id="130059" name="Object 11">
            <a:extLst>
              <a:ext uri="{FF2B5EF4-FFF2-40B4-BE49-F238E27FC236}">
                <a16:creationId xmlns:a16="http://schemas.microsoft.com/office/drawing/2014/main" id="{C917DA1F-41C0-4235-8834-A73BE44F9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533900"/>
          <a:ext cx="4051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25954" imgH="526819" progId="Equation.3">
                  <p:embed/>
                </p:oleObj>
              </mc:Choice>
              <mc:Fallback>
                <p:oleObj name="Equation" r:id="rId8" imgW="4025954" imgH="526819" progId="Equation.3">
                  <p:embed/>
                  <p:pic>
                    <p:nvPicPr>
                      <p:cNvPr id="130059" name="Object 11">
                        <a:extLst>
                          <a:ext uri="{FF2B5EF4-FFF2-40B4-BE49-F238E27FC236}">
                            <a16:creationId xmlns:a16="http://schemas.microsoft.com/office/drawing/2014/main" id="{C917DA1F-41C0-4235-8834-A73BE44F9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33900"/>
                        <a:ext cx="40513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0" name="Object 12">
            <a:extLst>
              <a:ext uri="{FF2B5EF4-FFF2-40B4-BE49-F238E27FC236}">
                <a16:creationId xmlns:a16="http://schemas.microsoft.com/office/drawing/2014/main" id="{723D7FD7-7665-4008-8C44-9CD4848F11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4938" y="2705100"/>
          <a:ext cx="1574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162" imgH="444731" progId="Equation.3">
                  <p:embed/>
                </p:oleObj>
              </mc:Choice>
              <mc:Fallback>
                <p:oleObj name="Equation" r:id="rId10" imgW="1549162" imgH="444731" progId="Equation.3">
                  <p:embed/>
                  <p:pic>
                    <p:nvPicPr>
                      <p:cNvPr id="130060" name="Object 12">
                        <a:extLst>
                          <a:ext uri="{FF2B5EF4-FFF2-40B4-BE49-F238E27FC236}">
                            <a16:creationId xmlns:a16="http://schemas.microsoft.com/office/drawing/2014/main" id="{723D7FD7-7665-4008-8C44-9CD4848F1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2705100"/>
                        <a:ext cx="1574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1" name="Object 13">
            <a:extLst>
              <a:ext uri="{FF2B5EF4-FFF2-40B4-BE49-F238E27FC236}">
                <a16:creationId xmlns:a16="http://schemas.microsoft.com/office/drawing/2014/main" id="{CE44C6FD-1FA9-4AA8-B639-37ABFEB14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529520"/>
              </p:ext>
            </p:extLst>
          </p:nvPr>
        </p:nvGraphicFramePr>
        <p:xfrm>
          <a:off x="8059738" y="2611851"/>
          <a:ext cx="1764541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279360" progId="Equation.DSMT4">
                  <p:embed/>
                </p:oleObj>
              </mc:Choice>
              <mc:Fallback>
                <p:oleObj name="Equation" r:id="rId12" imgW="977760" imgH="279360" progId="Equation.DSMT4">
                  <p:embed/>
                  <p:pic>
                    <p:nvPicPr>
                      <p:cNvPr id="130061" name="Object 13">
                        <a:extLst>
                          <a:ext uri="{FF2B5EF4-FFF2-40B4-BE49-F238E27FC236}">
                            <a16:creationId xmlns:a16="http://schemas.microsoft.com/office/drawing/2014/main" id="{CE44C6FD-1FA9-4AA8-B639-37ABFEB145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738" y="2611851"/>
                        <a:ext cx="1764541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2" name="Object 14">
            <a:extLst>
              <a:ext uri="{FF2B5EF4-FFF2-40B4-BE49-F238E27FC236}">
                <a16:creationId xmlns:a16="http://schemas.microsoft.com/office/drawing/2014/main" id="{584A84F4-9A70-4541-97B7-003702465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567034"/>
          <a:ext cx="1249362" cy="82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419040" progId="Equation.DSMT4">
                  <p:embed/>
                </p:oleObj>
              </mc:Choice>
              <mc:Fallback>
                <p:oleObj name="Equation" r:id="rId14" imgW="685800" imgH="419040" progId="Equation.DSMT4">
                  <p:embed/>
                  <p:pic>
                    <p:nvPicPr>
                      <p:cNvPr id="130062" name="Object 14">
                        <a:extLst>
                          <a:ext uri="{FF2B5EF4-FFF2-40B4-BE49-F238E27FC236}">
                            <a16:creationId xmlns:a16="http://schemas.microsoft.com/office/drawing/2014/main" id="{584A84F4-9A70-4541-97B7-0037024653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67034"/>
                        <a:ext cx="1249362" cy="821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3" name="Object 15">
            <a:extLst>
              <a:ext uri="{FF2B5EF4-FFF2-40B4-BE49-F238E27FC236}">
                <a16:creationId xmlns:a16="http://schemas.microsoft.com/office/drawing/2014/main" id="{5B0C0A7F-BA88-4E65-B52A-93D05F3D7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6438" y="3644900"/>
          <a:ext cx="4025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94307" imgH="526819" progId="Equation.3">
                  <p:embed/>
                </p:oleObj>
              </mc:Choice>
              <mc:Fallback>
                <p:oleObj name="Equation" r:id="rId16" imgW="3994307" imgH="526819" progId="Equation.3">
                  <p:embed/>
                  <p:pic>
                    <p:nvPicPr>
                      <p:cNvPr id="130063" name="Object 15">
                        <a:extLst>
                          <a:ext uri="{FF2B5EF4-FFF2-40B4-BE49-F238E27FC236}">
                            <a16:creationId xmlns:a16="http://schemas.microsoft.com/office/drawing/2014/main" id="{5B0C0A7F-BA88-4E65-B52A-93D05F3D7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3644900"/>
                        <a:ext cx="4025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4" name="Object 16">
            <a:extLst>
              <a:ext uri="{FF2B5EF4-FFF2-40B4-BE49-F238E27FC236}">
                <a16:creationId xmlns:a16="http://schemas.microsoft.com/office/drawing/2014/main" id="{E7A73703-7BEA-47A4-ACA0-34E7D03F1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609850"/>
          <a:ext cx="2667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41773" imgH="634885" progId="Equation.3">
                  <p:embed/>
                </p:oleObj>
              </mc:Choice>
              <mc:Fallback>
                <p:oleObj name="Equation" r:id="rId18" imgW="2641773" imgH="634885" progId="Equation.3">
                  <p:embed/>
                  <p:pic>
                    <p:nvPicPr>
                      <p:cNvPr id="130064" name="Object 16">
                        <a:extLst>
                          <a:ext uri="{FF2B5EF4-FFF2-40B4-BE49-F238E27FC236}">
                            <a16:creationId xmlns:a16="http://schemas.microsoft.com/office/drawing/2014/main" id="{E7A73703-7BEA-47A4-ACA0-34E7D03F1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609850"/>
                        <a:ext cx="2667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5" name="Text Box 17">
            <a:extLst>
              <a:ext uri="{FF2B5EF4-FFF2-40B4-BE49-F238E27FC236}">
                <a16:creationId xmlns:a16="http://schemas.microsoft.com/office/drawing/2014/main" id="{2AFC4C5D-85B7-4B25-86F0-CD2A31D9E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098" y="3671049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总有</a:t>
            </a:r>
          </a:p>
        </p:txBody>
      </p:sp>
      <p:graphicFrame>
        <p:nvGraphicFramePr>
          <p:cNvPr id="130066" name="Object 18">
            <a:extLst>
              <a:ext uri="{FF2B5EF4-FFF2-40B4-BE49-F238E27FC236}">
                <a16:creationId xmlns:a16="http://schemas.microsoft.com/office/drawing/2014/main" id="{0D2FD90F-9EFB-4D9E-8474-D8A25DF5F3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339531"/>
              </p:ext>
            </p:extLst>
          </p:nvPr>
        </p:nvGraphicFramePr>
        <p:xfrm>
          <a:off x="5625486" y="4578350"/>
          <a:ext cx="1295651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63816" imgH="254058" progId="Equation.3">
                  <p:embed/>
                </p:oleObj>
              </mc:Choice>
              <mc:Fallback>
                <p:oleObj name="公式" r:id="rId20" imgW="863816" imgH="254058" progId="Equation.3">
                  <p:embed/>
                  <p:pic>
                    <p:nvPicPr>
                      <p:cNvPr id="130066" name="Object 18">
                        <a:extLst>
                          <a:ext uri="{FF2B5EF4-FFF2-40B4-BE49-F238E27FC236}">
                            <a16:creationId xmlns:a16="http://schemas.microsoft.com/office/drawing/2014/main" id="{0D2FD90F-9EFB-4D9E-8474-D8A25DF5F3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5486" y="4578350"/>
                        <a:ext cx="1295651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7" name="Object 19">
            <a:extLst>
              <a:ext uri="{FF2B5EF4-FFF2-40B4-BE49-F238E27FC236}">
                <a16:creationId xmlns:a16="http://schemas.microsoft.com/office/drawing/2014/main" id="{98E1D979-40E9-46EE-8664-96D471088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17460"/>
              </p:ext>
            </p:extLst>
          </p:nvPr>
        </p:nvGraphicFramePr>
        <p:xfrm>
          <a:off x="6634120" y="4673600"/>
          <a:ext cx="473075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0845" imgH="216131" progId="Equation.3">
                  <p:embed/>
                </p:oleObj>
              </mc:Choice>
              <mc:Fallback>
                <p:oleObj name="Equation" r:id="rId22" imgW="450845" imgH="216131" progId="Equation.3">
                  <p:embed/>
                  <p:pic>
                    <p:nvPicPr>
                      <p:cNvPr id="130067" name="Object 19">
                        <a:extLst>
                          <a:ext uri="{FF2B5EF4-FFF2-40B4-BE49-F238E27FC236}">
                            <a16:creationId xmlns:a16="http://schemas.microsoft.com/office/drawing/2014/main" id="{98E1D979-40E9-46EE-8664-96D471088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20" y="4673600"/>
                        <a:ext cx="473075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>
            <a:extLst>
              <a:ext uri="{FF2B5EF4-FFF2-40B4-BE49-F238E27FC236}">
                <a16:creationId xmlns:a16="http://schemas.microsoft.com/office/drawing/2014/main" id="{A2D33EB6-59C0-435C-8B5C-B9FB5FCC2F1C}"/>
              </a:ext>
            </a:extLst>
          </p:cNvPr>
          <p:cNvGrpSpPr>
            <a:grpSpLocks/>
          </p:cNvGrpSpPr>
          <p:nvPr/>
        </p:nvGrpSpPr>
        <p:grpSpPr bwMode="auto">
          <a:xfrm>
            <a:off x="10034224" y="2290762"/>
            <a:ext cx="873125" cy="809625"/>
            <a:chOff x="4608" y="1320"/>
            <a:chExt cx="550" cy="510"/>
          </a:xfrm>
        </p:grpSpPr>
        <p:graphicFrame>
          <p:nvGraphicFramePr>
            <p:cNvPr id="39959" name="Object 21">
              <a:extLst>
                <a:ext uri="{FF2B5EF4-FFF2-40B4-BE49-F238E27FC236}">
                  <a16:creationId xmlns:a16="http://schemas.microsoft.com/office/drawing/2014/main" id="{B67ED5D2-68A9-4737-BE82-F24F40D008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34" y="1586"/>
            <a:ext cx="38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28600" imgH="139680" progId="Equation.DSMT4">
                    <p:embed/>
                  </p:oleObj>
                </mc:Choice>
                <mc:Fallback>
                  <p:oleObj name="Equation" r:id="rId24" imgW="228600" imgH="139680" progId="Equation.DSMT4">
                    <p:embed/>
                    <p:pic>
                      <p:nvPicPr>
                        <p:cNvPr id="39959" name="Object 21">
                          <a:extLst>
                            <a:ext uri="{FF2B5EF4-FFF2-40B4-BE49-F238E27FC236}">
                              <a16:creationId xmlns:a16="http://schemas.microsoft.com/office/drawing/2014/main" id="{B67ED5D2-68A9-4737-BE82-F24F40D008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4" y="1586"/>
                          <a:ext cx="38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Text Box 22">
              <a:extLst>
                <a:ext uri="{FF2B5EF4-FFF2-40B4-BE49-F238E27FC236}">
                  <a16:creationId xmlns:a16="http://schemas.microsoft.com/office/drawing/2014/main" id="{E95FC8CF-513B-4099-96A0-986D9F540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320"/>
              <a:ext cx="5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CCFF">
                      <a:lumMod val="5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要证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CCCFF">
                      <a:lumMod val="5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 </a:t>
              </a:r>
            </a:p>
          </p:txBody>
        </p:sp>
      </p:grpSp>
      <p:graphicFrame>
        <p:nvGraphicFramePr>
          <p:cNvPr id="130071" name="Object 23">
            <a:extLst>
              <a:ext uri="{FF2B5EF4-FFF2-40B4-BE49-F238E27FC236}">
                <a16:creationId xmlns:a16="http://schemas.microsoft.com/office/drawing/2014/main" id="{C470FD04-3371-4C93-BDBA-604DDDEC9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000250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5138" imgH="177569" progId="Equation.DSMT4">
                  <p:embed/>
                </p:oleObj>
              </mc:Choice>
              <mc:Fallback>
                <p:oleObj name="Equation" r:id="rId26" imgW="355138" imgH="177569" progId="Equation.DSMT4">
                  <p:embed/>
                  <p:pic>
                    <p:nvPicPr>
                      <p:cNvPr id="130071" name="Object 23">
                        <a:extLst>
                          <a:ext uri="{FF2B5EF4-FFF2-40B4-BE49-F238E27FC236}">
                            <a16:creationId xmlns:a16="http://schemas.microsoft.com/office/drawing/2014/main" id="{C470FD04-3371-4C93-BDBA-604DDDEC9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00250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2" name="Rectangle 24">
            <a:extLst>
              <a:ext uri="{FF2B5EF4-FFF2-40B4-BE49-F238E27FC236}">
                <a16:creationId xmlns:a16="http://schemas.microsoft.com/office/drawing/2014/main" id="{A5C797ED-8AD6-42C7-A8EA-1B0C79117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924050"/>
            <a:ext cx="18430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要使不等式</a:t>
            </a:r>
          </a:p>
        </p:txBody>
      </p:sp>
      <p:sp>
        <p:nvSpPr>
          <p:cNvPr id="130073" name="Rectangle 25">
            <a:extLst>
              <a:ext uri="{FF2B5EF4-FFF2-40B4-BE49-F238E27FC236}">
                <a16:creationId xmlns:a16="http://schemas.microsoft.com/office/drawing/2014/main" id="{7AE0DE15-238C-4FCD-9DF8-F6668256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924050"/>
            <a:ext cx="15113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对任给的</a:t>
            </a:r>
          </a:p>
        </p:txBody>
      </p:sp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64B8AB40-7654-4EAF-BD96-425F8914C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5664" y="4445397"/>
          <a:ext cx="3067149" cy="73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44520" imgH="291960" progId="Equation.DSMT4">
                  <p:embed/>
                </p:oleObj>
              </mc:Choice>
              <mc:Fallback>
                <p:oleObj name="Equation" r:id="rId28" imgW="1244520" imgH="291960" progId="Equation.DSMT4">
                  <p:embed/>
                  <p:pic>
                    <p:nvPicPr>
                      <p:cNvPr id="25" name="Object 5">
                        <a:extLst>
                          <a:ext uri="{FF2B5EF4-FFF2-40B4-BE49-F238E27FC236}">
                            <a16:creationId xmlns:a16="http://schemas.microsoft.com/office/drawing/2014/main" id="{64B8AB40-7654-4EAF-BD96-425F8914C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5664" y="4445397"/>
                        <a:ext cx="3067149" cy="735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 autoUpdateAnimBg="0"/>
      <p:bldP spid="130054" grpId="0" autoUpdateAnimBg="0"/>
      <p:bldP spid="130056" grpId="0" autoUpdateAnimBg="0"/>
      <p:bldP spid="130065" grpId="0" autoUpdateAnimBg="0"/>
      <p:bldP spid="130072" grpId="0"/>
      <p:bldP spid="1300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4" name="Group 4">
            <a:extLst>
              <a:ext uri="{FF2B5EF4-FFF2-40B4-BE49-F238E27FC236}">
                <a16:creationId xmlns:a16="http://schemas.microsoft.com/office/drawing/2014/main" id="{8F34D447-5AD4-4376-AD53-035699FBE7B4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9075"/>
            <a:ext cx="4999038" cy="935038"/>
            <a:chOff x="266" y="165"/>
            <a:chExt cx="3149" cy="589"/>
          </a:xfrm>
        </p:grpSpPr>
        <p:graphicFrame>
          <p:nvGraphicFramePr>
            <p:cNvPr id="40969" name="Object 5">
              <a:extLst>
                <a:ext uri="{FF2B5EF4-FFF2-40B4-BE49-F238E27FC236}">
                  <a16:creationId xmlns:a16="http://schemas.microsoft.com/office/drawing/2014/main" id="{64831ADC-4314-483C-B947-CE3A3D9BFF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3" y="165"/>
            <a:ext cx="2022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73200" imgH="431800" progId="Equation.DSMT4">
                    <p:embed/>
                  </p:oleObj>
                </mc:Choice>
                <mc:Fallback>
                  <p:oleObj name="Equation" r:id="rId6" imgW="1473200" imgH="431800" progId="Equation.DSMT4">
                    <p:embed/>
                    <p:pic>
                      <p:nvPicPr>
                        <p:cNvPr id="40969" name="Object 5">
                          <a:extLst>
                            <a:ext uri="{FF2B5EF4-FFF2-40B4-BE49-F238E27FC236}">
                              <a16:creationId xmlns:a16="http://schemas.microsoft.com/office/drawing/2014/main" id="{64831ADC-4314-483C-B947-CE3A3D9BFF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3" y="165"/>
                          <a:ext cx="2022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0" name="Rectangle 6">
              <a:extLst>
                <a:ext uri="{FF2B5EF4-FFF2-40B4-BE49-F238E27FC236}">
                  <a16:creationId xmlns:a16="http://schemas.microsoft.com/office/drawing/2014/main" id="{FA15D246-E89C-40B1-B8DC-FCF2A0AC7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90"/>
              <a:ext cx="14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3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</a:t>
              </a:r>
              <a:r>
                <a:rPr kumimoji="1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rPr>
                <a:t>求极限</a:t>
              </a:r>
            </a:p>
          </p:txBody>
        </p:sp>
      </p:grp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9F242449-2DFE-4AFD-B496-43D25D18B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451208"/>
              </p:ext>
            </p:extLst>
          </p:nvPr>
        </p:nvGraphicFramePr>
        <p:xfrm>
          <a:off x="2782888" y="2230438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114691" name="Object 3">
                        <a:extLst>
                          <a:ext uri="{FF2B5EF4-FFF2-40B4-BE49-F238E27FC236}">
                            <a16:creationId xmlns:a16="http://schemas.microsoft.com/office/drawing/2014/main" id="{A14508F7-3EC4-46D4-8B3B-D23348550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230438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5AB3C754-4A03-4265-A844-16F60430232D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255838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F5A7CA-8A63-4CBF-AB72-84EEB6CE448A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860800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83A34079-24D7-4961-B2DB-1A7B81E79F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584422"/>
              </p:ext>
            </p:extLst>
          </p:nvPr>
        </p:nvGraphicFramePr>
        <p:xfrm>
          <a:off x="4548188" y="2203450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64880" progId="Equation.DSMT4">
                  <p:embed/>
                </p:oleObj>
              </mc:Choice>
              <mc:Fallback>
                <p:oleObj name="Equation" r:id="rId10" imgW="114120" imgH="1648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9F242449-2DFE-4AFD-B496-43D25D18B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2203450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 14">
            <a:extLst>
              <a:ext uri="{FF2B5EF4-FFF2-40B4-BE49-F238E27FC236}">
                <a16:creationId xmlns:a16="http://schemas.microsoft.com/office/drawing/2014/main" id="{53898347-C73B-4D91-85C6-8FEA92314019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465762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4B9260D1-17F0-4F9C-99A6-35B5D9CF07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86641"/>
              </p:ext>
            </p:extLst>
          </p:nvPr>
        </p:nvGraphicFramePr>
        <p:xfrm>
          <a:off x="6140450" y="2173288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83A34079-24D7-4961-B2DB-1A7B81E7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2173288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>
            <a:extLst>
              <a:ext uri="{FF2B5EF4-FFF2-40B4-BE49-F238E27FC236}">
                <a16:creationId xmlns:a16="http://schemas.microsoft.com/office/drawing/2014/main" id="{3CD052CC-1742-484E-8582-B9D5DB7970A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011989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D102B497-DC8E-4D32-B090-439C4E307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723262"/>
              </p:ext>
            </p:extLst>
          </p:nvPr>
        </p:nvGraphicFramePr>
        <p:xfrm>
          <a:off x="7604125" y="2185988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64880" progId="Equation.DSMT4">
                  <p:embed/>
                </p:oleObj>
              </mc:Choice>
              <mc:Fallback>
                <p:oleObj name="Equation" r:id="rId14" imgW="203040" imgH="1648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83A34079-24D7-4961-B2DB-1A7B81E7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2185988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F99A9F1-6FC5-4650-AF05-C38FAE3BD3B7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52400"/>
            <a:ext cx="3600450" cy="871538"/>
            <a:chOff x="249" y="2092"/>
            <a:chExt cx="2268" cy="549"/>
          </a:xfrm>
        </p:grpSpPr>
        <p:sp>
          <p:nvSpPr>
            <p:cNvPr id="41994" name="Rectangle 5">
              <a:extLst>
                <a:ext uri="{FF2B5EF4-FFF2-40B4-BE49-F238E27FC236}">
                  <a16:creationId xmlns:a16="http://schemas.microsoft.com/office/drawing/2014/main" id="{557B5DE7-8D48-46AE-8C2D-382298CD7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187"/>
              <a:ext cx="87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4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rPr>
                <a:t>求</a:t>
              </a:r>
            </a:p>
          </p:txBody>
        </p:sp>
        <p:graphicFrame>
          <p:nvGraphicFramePr>
            <p:cNvPr id="41995" name="Object 6">
              <a:extLst>
                <a:ext uri="{FF2B5EF4-FFF2-40B4-BE49-F238E27FC236}">
                  <a16:creationId xmlns:a16="http://schemas.microsoft.com/office/drawing/2014/main" id="{FBCB0BF7-4585-45DC-98B9-713FD20A6E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1" y="2092"/>
            <a:ext cx="1486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91726" imgH="406224" progId="Equation.DSMT4">
                    <p:embed/>
                  </p:oleObj>
                </mc:Choice>
                <mc:Fallback>
                  <p:oleObj name="Equation" r:id="rId6" imgW="1091726" imgH="406224" progId="Equation.DSMT4">
                    <p:embed/>
                    <p:pic>
                      <p:nvPicPr>
                        <p:cNvPr id="41995" name="Object 6">
                          <a:extLst>
                            <a:ext uri="{FF2B5EF4-FFF2-40B4-BE49-F238E27FC236}">
                              <a16:creationId xmlns:a16="http://schemas.microsoft.com/office/drawing/2014/main" id="{FBCB0BF7-4585-45DC-98B9-713FD20A6E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2092"/>
                          <a:ext cx="1486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19D785CF-ECB4-44C0-95D8-4959E73D1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309353"/>
              </p:ext>
            </p:extLst>
          </p:nvPr>
        </p:nvGraphicFramePr>
        <p:xfrm>
          <a:off x="2782888" y="2230438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9F242449-2DFE-4AFD-B496-43D25D18B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230438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椭圆 12">
            <a:extLst>
              <a:ext uri="{FF2B5EF4-FFF2-40B4-BE49-F238E27FC236}">
                <a16:creationId xmlns:a16="http://schemas.microsoft.com/office/drawing/2014/main" id="{8B4288CC-8B74-455D-98CF-10CB4C0A18AB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255838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C8752AE-14DF-484F-A4EB-8BB4971898C8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860800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83D8E3BE-8809-408C-889D-77432B64E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688273"/>
              </p:ext>
            </p:extLst>
          </p:nvPr>
        </p:nvGraphicFramePr>
        <p:xfrm>
          <a:off x="4548188" y="2203450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64880" progId="Equation.DSMT4">
                  <p:embed/>
                </p:oleObj>
              </mc:Choice>
              <mc:Fallback>
                <p:oleObj name="Equation" r:id="rId10" imgW="114120" imgH="1648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83A34079-24D7-4961-B2DB-1A7B81E7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2203450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3BC96363-C69E-413D-8381-66676848452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465762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82CECB39-C448-4221-96D1-7C7182D6D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457613"/>
              </p:ext>
            </p:extLst>
          </p:nvPr>
        </p:nvGraphicFramePr>
        <p:xfrm>
          <a:off x="6140450" y="2173288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4B9260D1-17F0-4F9C-99A6-35B5D9CF0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2173288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>
            <a:extLst>
              <a:ext uri="{FF2B5EF4-FFF2-40B4-BE49-F238E27FC236}">
                <a16:creationId xmlns:a16="http://schemas.microsoft.com/office/drawing/2014/main" id="{C67146AC-C9F8-429D-B09A-95E2A8C736B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011989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F60A2A49-90DA-4521-AA2B-9DF377882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20744"/>
              </p:ext>
            </p:extLst>
          </p:nvPr>
        </p:nvGraphicFramePr>
        <p:xfrm>
          <a:off x="7604125" y="2185988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64880" progId="Equation.DSMT4">
                  <p:embed/>
                </p:oleObj>
              </mc:Choice>
              <mc:Fallback>
                <p:oleObj name="Equation" r:id="rId14" imgW="203040" imgH="164880" progId="Equation.DSMT4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D102B497-DC8E-4D32-B090-439C4E307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2185988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Rectangle 2">
            <a:extLst>
              <a:ext uri="{FF2B5EF4-FFF2-40B4-BE49-F238E27FC236}">
                <a16:creationId xmlns:a16="http://schemas.microsoft.com/office/drawing/2014/main" id="{2851CBD5-DC5F-4FB9-953F-CDE46DC262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5107" y="157490"/>
            <a:ext cx="1709738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5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43011" name="Object 3">
            <a:extLst>
              <a:ext uri="{FF2B5EF4-FFF2-40B4-BE49-F238E27FC236}">
                <a16:creationId xmlns:a16="http://schemas.microsoft.com/office/drawing/2014/main" id="{06F6BA44-A33C-404D-BAE6-184A7FE181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0870" y="86052"/>
          <a:ext cx="22923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9562" imgH="412519" progId="Equation.3">
                  <p:embed/>
                </p:oleObj>
              </mc:Choice>
              <mc:Fallback>
                <p:oleObj name="公式" r:id="rId6" imgW="939562" imgH="412519" progId="Equation.3">
                  <p:embed/>
                  <p:pic>
                    <p:nvPicPr>
                      <p:cNvPr id="43011" name="Object 3">
                        <a:extLst>
                          <a:ext uri="{FF2B5EF4-FFF2-40B4-BE49-F238E27FC236}">
                            <a16:creationId xmlns:a16="http://schemas.microsoft.com/office/drawing/2014/main" id="{06F6BA44-A33C-404D-BAE6-184A7FE181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870" y="86052"/>
                        <a:ext cx="229235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3C5EC21E-B0D5-49B4-9DF4-2E4016E57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489462"/>
              </p:ext>
            </p:extLst>
          </p:nvPr>
        </p:nvGraphicFramePr>
        <p:xfrm>
          <a:off x="2782888" y="2230438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19D785CF-ECB4-44C0-95D8-4959E73D1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230438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>
            <a:extLst>
              <a:ext uri="{FF2B5EF4-FFF2-40B4-BE49-F238E27FC236}">
                <a16:creationId xmlns:a16="http://schemas.microsoft.com/office/drawing/2014/main" id="{5977627F-E90B-4F57-8DBD-D88023CFB5BE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255838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8A0EE31-48C9-41BB-B491-483457429B10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860800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E76AAE1B-ADFC-46E4-8D99-9AE31E856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474633"/>
              </p:ext>
            </p:extLst>
          </p:nvPr>
        </p:nvGraphicFramePr>
        <p:xfrm>
          <a:off x="4548188" y="2203450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64880" progId="Equation.DSMT4">
                  <p:embed/>
                </p:oleObj>
              </mc:Choice>
              <mc:Fallback>
                <p:oleObj name="Equation" r:id="rId10" imgW="114120" imgH="164880" progId="Equation.DSMT4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83D8E3BE-8809-408C-889D-77432B64E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2203450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>
            <a:extLst>
              <a:ext uri="{FF2B5EF4-FFF2-40B4-BE49-F238E27FC236}">
                <a16:creationId xmlns:a16="http://schemas.microsoft.com/office/drawing/2014/main" id="{A13063FD-D7EF-4DF0-8AD8-902005D6D7F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465762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8EF4C3A2-4916-48FD-889C-5C1D96A0D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811186"/>
              </p:ext>
            </p:extLst>
          </p:nvPr>
        </p:nvGraphicFramePr>
        <p:xfrm>
          <a:off x="6140450" y="2173288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82CECB39-C448-4221-96D1-7C7182D6D4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2173288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>
            <a:extLst>
              <a:ext uri="{FF2B5EF4-FFF2-40B4-BE49-F238E27FC236}">
                <a16:creationId xmlns:a16="http://schemas.microsoft.com/office/drawing/2014/main" id="{80D4D5D3-F547-4485-B0D8-EE52072821D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011989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6CA7998B-EDBC-414C-8911-C7770EB66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345280"/>
              </p:ext>
            </p:extLst>
          </p:nvPr>
        </p:nvGraphicFramePr>
        <p:xfrm>
          <a:off x="7604125" y="2185988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64880" progId="Equation.DSMT4">
                  <p:embed/>
                </p:oleObj>
              </mc:Choice>
              <mc:Fallback>
                <p:oleObj name="Equation" r:id="rId14" imgW="203040" imgH="16488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F60A2A49-90DA-4521-AA2B-9DF377882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2185988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0" name="Object 2">
            <a:extLst>
              <a:ext uri="{FF2B5EF4-FFF2-40B4-BE49-F238E27FC236}">
                <a16:creationId xmlns:a16="http://schemas.microsoft.com/office/drawing/2014/main" id="{21C22428-467A-4396-A8F0-5EC917C53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1412875"/>
          <a:ext cx="29527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444307" progId="Equation.DSMT4">
                  <p:embed/>
                </p:oleObj>
              </mc:Choice>
              <mc:Fallback>
                <p:oleObj name="Equation" r:id="rId2" imgW="1447172" imgH="444307" progId="Equation.DSMT4">
                  <p:embed/>
                  <p:pic>
                    <p:nvPicPr>
                      <p:cNvPr id="114690" name="Object 2">
                        <a:extLst>
                          <a:ext uri="{FF2B5EF4-FFF2-40B4-BE49-F238E27FC236}">
                            <a16:creationId xmlns:a16="http://schemas.microsoft.com/office/drawing/2014/main" id="{21C22428-467A-4396-A8F0-5EC917C53C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412875"/>
                        <a:ext cx="29527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1" name="Object 3">
            <a:extLst>
              <a:ext uri="{FF2B5EF4-FFF2-40B4-BE49-F238E27FC236}">
                <a16:creationId xmlns:a16="http://schemas.microsoft.com/office/drawing/2014/main" id="{A14508F7-3EC4-46D4-8B3B-D23348550E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5763" y="2498725"/>
          <a:ext cx="33083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8728" imgH="406224" progId="Equation.DSMT4">
                  <p:embed/>
                </p:oleObj>
              </mc:Choice>
              <mc:Fallback>
                <p:oleObj name="Equation" r:id="rId4" imgW="1548728" imgH="406224" progId="Equation.DSMT4">
                  <p:embed/>
                  <p:pic>
                    <p:nvPicPr>
                      <p:cNvPr id="114691" name="Object 3">
                        <a:extLst>
                          <a:ext uri="{FF2B5EF4-FFF2-40B4-BE49-F238E27FC236}">
                            <a16:creationId xmlns:a16="http://schemas.microsoft.com/office/drawing/2014/main" id="{A14508F7-3EC4-46D4-8B3B-D23348550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763" y="2498725"/>
                        <a:ext cx="330835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4" name="Group 4">
            <a:extLst>
              <a:ext uri="{FF2B5EF4-FFF2-40B4-BE49-F238E27FC236}">
                <a16:creationId xmlns:a16="http://schemas.microsoft.com/office/drawing/2014/main" id="{8F34D447-5AD4-4376-AD53-035699FBE7B4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9075"/>
            <a:ext cx="4999038" cy="935038"/>
            <a:chOff x="266" y="165"/>
            <a:chExt cx="3149" cy="589"/>
          </a:xfrm>
        </p:grpSpPr>
        <p:graphicFrame>
          <p:nvGraphicFramePr>
            <p:cNvPr id="40969" name="Object 5">
              <a:extLst>
                <a:ext uri="{FF2B5EF4-FFF2-40B4-BE49-F238E27FC236}">
                  <a16:creationId xmlns:a16="http://schemas.microsoft.com/office/drawing/2014/main" id="{64831ADC-4314-483C-B947-CE3A3D9BFF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3" y="165"/>
            <a:ext cx="2022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73200" imgH="431800" progId="Equation.DSMT4">
                    <p:embed/>
                  </p:oleObj>
                </mc:Choice>
                <mc:Fallback>
                  <p:oleObj name="Equation" r:id="rId6" imgW="1473200" imgH="431800" progId="Equation.DSMT4">
                    <p:embed/>
                    <p:pic>
                      <p:nvPicPr>
                        <p:cNvPr id="40969" name="Object 5">
                          <a:extLst>
                            <a:ext uri="{FF2B5EF4-FFF2-40B4-BE49-F238E27FC236}">
                              <a16:creationId xmlns:a16="http://schemas.microsoft.com/office/drawing/2014/main" id="{64831ADC-4314-483C-B947-CE3A3D9BFF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3" y="165"/>
                          <a:ext cx="2022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0" name="Rectangle 6">
              <a:extLst>
                <a:ext uri="{FF2B5EF4-FFF2-40B4-BE49-F238E27FC236}">
                  <a16:creationId xmlns:a16="http://schemas.microsoft.com/office/drawing/2014/main" id="{FA15D246-E89C-40B1-B8DC-FCF2A0AC7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90"/>
              <a:ext cx="14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3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</a:t>
              </a:r>
              <a:r>
                <a:rPr kumimoji="1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rPr>
                <a:t>求极限</a:t>
              </a:r>
            </a:p>
          </p:txBody>
        </p:sp>
      </p:grp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0700A921-ADB3-4766-8AB7-136E0CA9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12875"/>
            <a:ext cx="7921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解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</a:p>
        </p:txBody>
      </p:sp>
      <p:graphicFrame>
        <p:nvGraphicFramePr>
          <p:cNvPr id="114705" name="Object 17">
            <a:extLst>
              <a:ext uri="{FF2B5EF4-FFF2-40B4-BE49-F238E27FC236}">
                <a16:creationId xmlns:a16="http://schemas.microsoft.com/office/drawing/2014/main" id="{19CACBA8-EB99-4024-8CE7-E8B1A0472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4013" y="1298575"/>
          <a:ext cx="33940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700" imgH="571500" progId="Equation.DSMT4">
                  <p:embed/>
                </p:oleObj>
              </mc:Choice>
              <mc:Fallback>
                <p:oleObj name="Equation" r:id="rId8" imgW="1663700" imgH="571500" progId="Equation.DSMT4">
                  <p:embed/>
                  <p:pic>
                    <p:nvPicPr>
                      <p:cNvPr id="114705" name="Object 17">
                        <a:extLst>
                          <a:ext uri="{FF2B5EF4-FFF2-40B4-BE49-F238E27FC236}">
                            <a16:creationId xmlns:a16="http://schemas.microsoft.com/office/drawing/2014/main" id="{19CACBA8-EB99-4024-8CE7-E8B1A0472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1298575"/>
                        <a:ext cx="339407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7" name="Text Box 19">
            <a:extLst>
              <a:ext uri="{FF2B5EF4-FFF2-40B4-BE49-F238E27FC236}">
                <a16:creationId xmlns:a16="http://schemas.microsoft.com/office/drawing/2014/main" id="{CBCBC623-0744-4810-8118-0B3222E66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91000"/>
            <a:ext cx="84963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：有关一元函数极限的主要结论，如关于极限的四则运算、有关不等式的结果、夹逼准则等对多元函数都适用．</a:t>
            </a:r>
          </a:p>
        </p:txBody>
      </p:sp>
      <p:sp>
        <p:nvSpPr>
          <p:cNvPr id="114708" name="Text Box 20">
            <a:extLst>
              <a:ext uri="{FF2B5EF4-FFF2-40B4-BE49-F238E27FC236}">
                <a16:creationId xmlns:a16="http://schemas.microsoft.com/office/drawing/2014/main" id="{6123613D-B4EC-4B0D-AEE7-6F5D241C5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181600"/>
            <a:ext cx="8382000" cy="8318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：上述关于二元函数的极限概念、性质等完全可以推广到三元或三元以上的函数． </a:t>
            </a:r>
          </a:p>
        </p:txBody>
      </p:sp>
    </p:spTree>
    <p:extLst>
      <p:ext uri="{BB962C8B-B14F-4D97-AF65-F5344CB8AC3E}">
        <p14:creationId xmlns:p14="http://schemas.microsoft.com/office/powerpoint/2010/main" val="28279031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5" grpId="0"/>
      <p:bldP spid="114707" grpId="0"/>
      <p:bldP spid="1147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F99A9F1-6FC5-4650-AF05-C38FAE3BD3B7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52400"/>
            <a:ext cx="3600450" cy="871538"/>
            <a:chOff x="249" y="2092"/>
            <a:chExt cx="2268" cy="549"/>
          </a:xfrm>
        </p:grpSpPr>
        <p:sp>
          <p:nvSpPr>
            <p:cNvPr id="41994" name="Rectangle 5">
              <a:extLst>
                <a:ext uri="{FF2B5EF4-FFF2-40B4-BE49-F238E27FC236}">
                  <a16:creationId xmlns:a16="http://schemas.microsoft.com/office/drawing/2014/main" id="{557B5DE7-8D48-46AE-8C2D-382298CD7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187"/>
              <a:ext cx="87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4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rPr>
                <a:t>求</a:t>
              </a:r>
            </a:p>
          </p:txBody>
        </p:sp>
        <p:graphicFrame>
          <p:nvGraphicFramePr>
            <p:cNvPr id="41995" name="Object 6">
              <a:extLst>
                <a:ext uri="{FF2B5EF4-FFF2-40B4-BE49-F238E27FC236}">
                  <a16:creationId xmlns:a16="http://schemas.microsoft.com/office/drawing/2014/main" id="{FBCB0BF7-4585-45DC-98B9-713FD20A6E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1" y="2092"/>
            <a:ext cx="1486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91726" imgH="406224" progId="Equation.DSMT4">
                    <p:embed/>
                  </p:oleObj>
                </mc:Choice>
                <mc:Fallback>
                  <p:oleObj name="Equation" r:id="rId2" imgW="1091726" imgH="406224" progId="Equation.DSMT4">
                    <p:embed/>
                    <p:pic>
                      <p:nvPicPr>
                        <p:cNvPr id="41995" name="Object 6">
                          <a:extLst>
                            <a:ext uri="{FF2B5EF4-FFF2-40B4-BE49-F238E27FC236}">
                              <a16:creationId xmlns:a16="http://schemas.microsoft.com/office/drawing/2014/main" id="{FBCB0BF7-4585-45DC-98B9-713FD20A6E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2092"/>
                          <a:ext cx="1486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35" name="Object 7">
            <a:extLst>
              <a:ext uri="{FF2B5EF4-FFF2-40B4-BE49-F238E27FC236}">
                <a16:creationId xmlns:a16="http://schemas.microsoft.com/office/drawing/2014/main" id="{4F592581-1691-4977-AB13-CA070668C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850" y="1109663"/>
          <a:ext cx="3195638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088" imgH="431613" progId="Equation.DSMT4">
                  <p:embed/>
                </p:oleObj>
              </mc:Choice>
              <mc:Fallback>
                <p:oleObj name="Equation" r:id="rId4" imgW="1409088" imgH="431613" progId="Equation.DSMT4">
                  <p:embed/>
                  <p:pic>
                    <p:nvPicPr>
                      <p:cNvPr id="124935" name="Object 7">
                        <a:extLst>
                          <a:ext uri="{FF2B5EF4-FFF2-40B4-BE49-F238E27FC236}">
                            <a16:creationId xmlns:a16="http://schemas.microsoft.com/office/drawing/2014/main" id="{4F592581-1691-4977-AB13-CA070668C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1109663"/>
                        <a:ext cx="3195638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6" name="Object 8">
            <a:extLst>
              <a:ext uri="{FF2B5EF4-FFF2-40B4-BE49-F238E27FC236}">
                <a16:creationId xmlns:a16="http://schemas.microsoft.com/office/drawing/2014/main" id="{CDF4B3A2-17CE-435F-8BCC-15E040E38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1200" y="2195513"/>
          <a:ext cx="57372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900" imgH="431800" progId="Equation.DSMT4">
                  <p:embed/>
                </p:oleObj>
              </mc:Choice>
              <mc:Fallback>
                <p:oleObj name="Equation" r:id="rId6" imgW="2501900" imgH="431800" progId="Equation.DSMT4">
                  <p:embed/>
                  <p:pic>
                    <p:nvPicPr>
                      <p:cNvPr id="124936" name="Object 8">
                        <a:extLst>
                          <a:ext uri="{FF2B5EF4-FFF2-40B4-BE49-F238E27FC236}">
                            <a16:creationId xmlns:a16="http://schemas.microsoft.com/office/drawing/2014/main" id="{CDF4B3A2-17CE-435F-8BCC-15E040E38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2195513"/>
                        <a:ext cx="57372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7" name="Rectangle 9">
            <a:extLst>
              <a:ext uri="{FF2B5EF4-FFF2-40B4-BE49-F238E27FC236}">
                <a16:creationId xmlns:a16="http://schemas.microsoft.com/office/drawing/2014/main" id="{54E8CB62-C9E1-4775-AF89-1471648D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1101725"/>
            <a:ext cx="635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解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6D6F9979-4724-4874-914D-0524CFAD064B}"/>
              </a:ext>
            </a:extLst>
          </p:cNvPr>
          <p:cNvGrpSpPr>
            <a:grpSpLocks/>
          </p:cNvGrpSpPr>
          <p:nvPr/>
        </p:nvGrpSpPr>
        <p:grpSpPr bwMode="auto">
          <a:xfrm>
            <a:off x="8026400" y="188913"/>
            <a:ext cx="2305050" cy="1511300"/>
            <a:chOff x="4105" y="2115"/>
            <a:chExt cx="1452" cy="952"/>
          </a:xfrm>
        </p:grpSpPr>
        <p:sp>
          <p:nvSpPr>
            <p:cNvPr id="41992" name="AutoShape 11">
              <a:extLst>
                <a:ext uri="{FF2B5EF4-FFF2-40B4-BE49-F238E27FC236}">
                  <a16:creationId xmlns:a16="http://schemas.microsoft.com/office/drawing/2014/main" id="{B1AB11D6-944A-4247-8E40-35A726CB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115"/>
              <a:ext cx="1452" cy="952"/>
            </a:xfrm>
            <a:prstGeom prst="wedgeRoundRectCallout">
              <a:avLst>
                <a:gd name="adj1" fmla="val -83542"/>
                <a:gd name="adj2" fmla="val 102102"/>
                <a:gd name="adj3" fmla="val 16667"/>
              </a:avLst>
            </a:prstGeom>
            <a:solidFill>
              <a:srgbClr val="FFFF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怎么理解二元函数的极限 </a:t>
              </a:r>
            </a:p>
          </p:txBody>
        </p:sp>
        <p:graphicFrame>
          <p:nvGraphicFramePr>
            <p:cNvPr id="41993" name="Object 12">
              <a:extLst>
                <a:ext uri="{FF2B5EF4-FFF2-40B4-BE49-F238E27FC236}">
                  <a16:creationId xmlns:a16="http://schemas.microsoft.com/office/drawing/2014/main" id="{8568CEDE-080D-49BC-9FA9-665B24C94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7" y="2595"/>
            <a:ext cx="1353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31651" imgH="406285" progId="Equation.DSMT4">
                    <p:embed/>
                  </p:oleObj>
                </mc:Choice>
                <mc:Fallback>
                  <p:oleObj name="Equation" r:id="rId8" imgW="1231651" imgH="406285" progId="Equation.DSMT4">
                    <p:embed/>
                    <p:pic>
                      <p:nvPicPr>
                        <p:cNvPr id="41993" name="Object 12">
                          <a:extLst>
                            <a:ext uri="{FF2B5EF4-FFF2-40B4-BE49-F238E27FC236}">
                              <a16:creationId xmlns:a16="http://schemas.microsoft.com/office/drawing/2014/main" id="{8568CEDE-080D-49BC-9FA9-665B24C94C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2595"/>
                          <a:ext cx="1353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41" name="Object 13">
            <a:extLst>
              <a:ext uri="{FF2B5EF4-FFF2-40B4-BE49-F238E27FC236}">
                <a16:creationId xmlns:a16="http://schemas.microsoft.com/office/drawing/2014/main" id="{1092E63D-903D-4199-BD75-ED6C8A926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1095375"/>
          <a:ext cx="23606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0948" imgH="406224" progId="Equation.DSMT4">
                  <p:embed/>
                </p:oleObj>
              </mc:Choice>
              <mc:Fallback>
                <p:oleObj name="Equation" r:id="rId10" imgW="1040948" imgH="406224" progId="Equation.DSMT4">
                  <p:embed/>
                  <p:pic>
                    <p:nvPicPr>
                      <p:cNvPr id="124941" name="Object 13">
                        <a:extLst>
                          <a:ext uri="{FF2B5EF4-FFF2-40B4-BE49-F238E27FC236}">
                            <a16:creationId xmlns:a16="http://schemas.microsoft.com/office/drawing/2014/main" id="{1092E63D-903D-4199-BD75-ED6C8A926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1095375"/>
                        <a:ext cx="23606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29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Rectangle 2">
            <a:extLst>
              <a:ext uri="{FF2B5EF4-FFF2-40B4-BE49-F238E27FC236}">
                <a16:creationId xmlns:a16="http://schemas.microsoft.com/office/drawing/2014/main" id="{2851CBD5-DC5F-4FB9-953F-CDE46DC262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5107" y="157490"/>
            <a:ext cx="1709738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5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43011" name="Object 3">
            <a:extLst>
              <a:ext uri="{FF2B5EF4-FFF2-40B4-BE49-F238E27FC236}">
                <a16:creationId xmlns:a16="http://schemas.microsoft.com/office/drawing/2014/main" id="{06F6BA44-A33C-404D-BAE6-184A7FE181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0870" y="86052"/>
          <a:ext cx="22923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39562" imgH="412519" progId="Equation.3">
                  <p:embed/>
                </p:oleObj>
              </mc:Choice>
              <mc:Fallback>
                <p:oleObj name="公式" r:id="rId2" imgW="939562" imgH="412519" progId="Equation.3">
                  <p:embed/>
                  <p:pic>
                    <p:nvPicPr>
                      <p:cNvPr id="43011" name="Object 3">
                        <a:extLst>
                          <a:ext uri="{FF2B5EF4-FFF2-40B4-BE49-F238E27FC236}">
                            <a16:creationId xmlns:a16="http://schemas.microsoft.com/office/drawing/2014/main" id="{06F6BA44-A33C-404D-BAE6-184A7FE181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870" y="86052"/>
                        <a:ext cx="229235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0" name="Text Box 4">
            <a:extLst>
              <a:ext uri="{FF2B5EF4-FFF2-40B4-BE49-F238E27FC236}">
                <a16:creationId xmlns:a16="http://schemas.microsoft.com/office/drawing/2014/main" id="{7B5101C3-4C9C-4851-B7A8-1B5671E74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01" y="1484312"/>
            <a:ext cx="144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6981" name="Text Box 5">
            <a:extLst>
              <a:ext uri="{FF2B5EF4-FFF2-40B4-BE49-F238E27FC236}">
                <a16:creationId xmlns:a16="http://schemas.microsoft.com/office/drawing/2014/main" id="{33784024-E927-4FA8-8AB0-A252E530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2" y="324550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有</a:t>
            </a:r>
          </a:p>
        </p:txBody>
      </p:sp>
      <p:graphicFrame>
        <p:nvGraphicFramePr>
          <p:cNvPr id="126982" name="Object 6">
            <a:extLst>
              <a:ext uri="{FF2B5EF4-FFF2-40B4-BE49-F238E27FC236}">
                <a16:creationId xmlns:a16="http://schemas.microsoft.com/office/drawing/2014/main" id="{793ED7AC-3F63-4F16-804B-A63CEF866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461" y="3245506"/>
          <a:ext cx="23034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70042" imgH="203142" progId="Equation.3">
                  <p:embed/>
                </p:oleObj>
              </mc:Choice>
              <mc:Fallback>
                <p:oleObj name="公式" r:id="rId4" imgW="870042" imgH="203142" progId="Equation.3">
                  <p:embed/>
                  <p:pic>
                    <p:nvPicPr>
                      <p:cNvPr id="126982" name="Object 6">
                        <a:extLst>
                          <a:ext uri="{FF2B5EF4-FFF2-40B4-BE49-F238E27FC236}">
                            <a16:creationId xmlns:a16="http://schemas.microsoft.com/office/drawing/2014/main" id="{793ED7AC-3F63-4F16-804B-A63CEF866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461" y="3245506"/>
                        <a:ext cx="23034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Text Box 7">
            <a:extLst>
              <a:ext uri="{FF2B5EF4-FFF2-40B4-BE49-F238E27FC236}">
                <a16:creationId xmlns:a16="http://schemas.microsoft.com/office/drawing/2014/main" id="{965C5E53-D8A9-4A70-88BA-00E8BB9DE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512" y="230253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又</a:t>
            </a:r>
          </a:p>
        </p:txBody>
      </p:sp>
      <p:sp>
        <p:nvSpPr>
          <p:cNvPr id="126984" name="Text Box 8">
            <a:extLst>
              <a:ext uri="{FF2B5EF4-FFF2-40B4-BE49-F238E27FC236}">
                <a16:creationId xmlns:a16="http://schemas.microsoft.com/office/drawing/2014/main" id="{2CD7F955-65B5-49ED-841D-D095CC696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88" y="452596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故</a:t>
            </a:r>
          </a:p>
        </p:txBody>
      </p:sp>
      <p:graphicFrame>
        <p:nvGraphicFramePr>
          <p:cNvPr id="126985" name="Object 9">
            <a:extLst>
              <a:ext uri="{FF2B5EF4-FFF2-40B4-BE49-F238E27FC236}">
                <a16:creationId xmlns:a16="http://schemas.microsoft.com/office/drawing/2014/main" id="{3A4FAEF9-F139-47C4-8C78-F45BCEA25B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1335553"/>
          <a:ext cx="377983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53800" progId="Equation.DSMT4">
                  <p:embed/>
                </p:oleObj>
              </mc:Choice>
              <mc:Fallback>
                <p:oleObj name="Equation" r:id="rId6" imgW="1498320" imgH="253800" progId="Equation.DSMT4">
                  <p:embed/>
                  <p:pic>
                    <p:nvPicPr>
                      <p:cNvPr id="126985" name="Object 9">
                        <a:extLst>
                          <a:ext uri="{FF2B5EF4-FFF2-40B4-BE49-F238E27FC236}">
                            <a16:creationId xmlns:a16="http://schemas.microsoft.com/office/drawing/2014/main" id="{3A4FAEF9-F139-47C4-8C78-F45BCEA25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335553"/>
                        <a:ext cx="377983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6" name="Object 10">
            <a:extLst>
              <a:ext uri="{FF2B5EF4-FFF2-40B4-BE49-F238E27FC236}">
                <a16:creationId xmlns:a16="http://schemas.microsoft.com/office/drawing/2014/main" id="{A243BF02-2A81-4EAF-AB86-9AA696CF99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2026307"/>
          <a:ext cx="6554788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22577" imgH="393815" progId="Equation.3">
                  <p:embed/>
                </p:oleObj>
              </mc:Choice>
              <mc:Fallback>
                <p:oleObj name="公式" r:id="rId8" imgW="2622577" imgH="393815" progId="Equation.3">
                  <p:embed/>
                  <p:pic>
                    <p:nvPicPr>
                      <p:cNvPr id="126986" name="Object 10">
                        <a:extLst>
                          <a:ext uri="{FF2B5EF4-FFF2-40B4-BE49-F238E27FC236}">
                            <a16:creationId xmlns:a16="http://schemas.microsoft.com/office/drawing/2014/main" id="{A243BF02-2A81-4EAF-AB86-9AA696CF99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026307"/>
                        <a:ext cx="6554788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7" name="Object 11">
            <a:extLst>
              <a:ext uri="{FF2B5EF4-FFF2-40B4-BE49-F238E27FC236}">
                <a16:creationId xmlns:a16="http://schemas.microsoft.com/office/drawing/2014/main" id="{7483F467-2D5B-4BAF-A705-4023F2F612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0737" y="3102631"/>
          <a:ext cx="29305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70043" imgH="393815" progId="Equation.3">
                  <p:embed/>
                </p:oleObj>
              </mc:Choice>
              <mc:Fallback>
                <p:oleObj name="公式" r:id="rId10" imgW="1270043" imgH="393815" progId="Equation.3">
                  <p:embed/>
                  <p:pic>
                    <p:nvPicPr>
                      <p:cNvPr id="126987" name="Object 11">
                        <a:extLst>
                          <a:ext uri="{FF2B5EF4-FFF2-40B4-BE49-F238E27FC236}">
                            <a16:creationId xmlns:a16="http://schemas.microsoft.com/office/drawing/2014/main" id="{7483F467-2D5B-4BAF-A705-4023F2F612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7" y="3102631"/>
                        <a:ext cx="293052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8" name="Object 12">
            <a:extLst>
              <a:ext uri="{FF2B5EF4-FFF2-40B4-BE49-F238E27FC236}">
                <a16:creationId xmlns:a16="http://schemas.microsoft.com/office/drawing/2014/main" id="{63FAEA0D-974A-4156-89D1-256F730356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4475" y="3245506"/>
          <a:ext cx="6032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2050" imgH="355369" progId="Equation.3">
                  <p:embed/>
                </p:oleObj>
              </mc:Choice>
              <mc:Fallback>
                <p:oleObj name="公式" r:id="rId12" imgW="222050" imgH="355369" progId="Equation.3">
                  <p:embed/>
                  <p:pic>
                    <p:nvPicPr>
                      <p:cNvPr id="126988" name="Object 12">
                        <a:extLst>
                          <a:ext uri="{FF2B5EF4-FFF2-40B4-BE49-F238E27FC236}">
                            <a16:creationId xmlns:a16="http://schemas.microsoft.com/office/drawing/2014/main" id="{63FAEA0D-974A-4156-89D1-256F730356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3245506"/>
                        <a:ext cx="6032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>
            <a:extLst>
              <a:ext uri="{FF2B5EF4-FFF2-40B4-BE49-F238E27FC236}">
                <a16:creationId xmlns:a16="http://schemas.microsoft.com/office/drawing/2014/main" id="{9380101D-959F-4030-858F-38987393D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283126"/>
              </p:ext>
            </p:extLst>
          </p:nvPr>
        </p:nvGraphicFramePr>
        <p:xfrm>
          <a:off x="7502525" y="3070225"/>
          <a:ext cx="18859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760" imgH="393480" progId="Equation.DSMT4">
                  <p:embed/>
                </p:oleObj>
              </mc:Choice>
              <mc:Fallback>
                <p:oleObj name="Equation" r:id="rId14" imgW="761760" imgH="393480" progId="Equation.DSMT4">
                  <p:embed/>
                  <p:pic>
                    <p:nvPicPr>
                      <p:cNvPr id="126989" name="Object 13">
                        <a:extLst>
                          <a:ext uri="{FF2B5EF4-FFF2-40B4-BE49-F238E27FC236}">
                            <a16:creationId xmlns:a16="http://schemas.microsoft.com/office/drawing/2014/main" id="{9380101D-959F-4030-858F-38987393D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525" y="3070225"/>
                        <a:ext cx="18859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Object 14">
            <a:extLst>
              <a:ext uri="{FF2B5EF4-FFF2-40B4-BE49-F238E27FC236}">
                <a16:creationId xmlns:a16="http://schemas.microsoft.com/office/drawing/2014/main" id="{F66B3727-7C74-46DE-98A0-53F74C1EA6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55150" y="3318531"/>
          <a:ext cx="5730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5824" imgH="145992" progId="Equation.3">
                  <p:embed/>
                </p:oleObj>
              </mc:Choice>
              <mc:Fallback>
                <p:oleObj name="公式" r:id="rId16" imgW="215824" imgH="145992" progId="Equation.3">
                  <p:embed/>
                  <p:pic>
                    <p:nvPicPr>
                      <p:cNvPr id="126990" name="Object 14">
                        <a:extLst>
                          <a:ext uri="{FF2B5EF4-FFF2-40B4-BE49-F238E27FC236}">
                            <a16:creationId xmlns:a16="http://schemas.microsoft.com/office/drawing/2014/main" id="{F66B3727-7C74-46DE-98A0-53F74C1EA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5150" y="3318531"/>
                        <a:ext cx="5730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1" name="Object 15">
            <a:extLst>
              <a:ext uri="{FF2B5EF4-FFF2-40B4-BE49-F238E27FC236}">
                <a16:creationId xmlns:a16="http://schemas.microsoft.com/office/drawing/2014/main" id="{C356B1B0-E1E3-4474-A782-27AA6C991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525962"/>
          <a:ext cx="34385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22573" imgH="368358" progId="Equation.3">
                  <p:embed/>
                </p:oleObj>
              </mc:Choice>
              <mc:Fallback>
                <p:oleObj name="公式" r:id="rId18" imgW="1422573" imgH="368358" progId="Equation.3">
                  <p:embed/>
                  <p:pic>
                    <p:nvPicPr>
                      <p:cNvPr id="126991" name="Object 15">
                        <a:extLst>
                          <a:ext uri="{FF2B5EF4-FFF2-40B4-BE49-F238E27FC236}">
                            <a16:creationId xmlns:a16="http://schemas.microsoft.com/office/drawing/2014/main" id="{C356B1B0-E1E3-4474-A782-27AA6C991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25962"/>
                        <a:ext cx="343852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2" name="Object 16">
            <a:extLst>
              <a:ext uri="{FF2B5EF4-FFF2-40B4-BE49-F238E27FC236}">
                <a16:creationId xmlns:a16="http://schemas.microsoft.com/office/drawing/2014/main" id="{44F30DB2-4A85-4A5C-B867-C7C001390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0463" y="4408488"/>
          <a:ext cx="33004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393480" progId="Equation.DSMT4">
                  <p:embed/>
                </p:oleObj>
              </mc:Choice>
              <mc:Fallback>
                <p:oleObj name="Equation" r:id="rId20" imgW="1358640" imgH="393480" progId="Equation.DSMT4">
                  <p:embed/>
                  <p:pic>
                    <p:nvPicPr>
                      <p:cNvPr id="126992" name="Object 16">
                        <a:extLst>
                          <a:ext uri="{FF2B5EF4-FFF2-40B4-BE49-F238E27FC236}">
                            <a16:creationId xmlns:a16="http://schemas.microsoft.com/office/drawing/2014/main" id="{44F30DB2-4A85-4A5C-B867-C7C001390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4408488"/>
                        <a:ext cx="33004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3" name="Text Box 17">
            <a:extLst>
              <a:ext uri="{FF2B5EF4-FFF2-40B4-BE49-F238E27FC236}">
                <a16:creationId xmlns:a16="http://schemas.microsoft.com/office/drawing/2014/main" id="{DD6515D5-2B3C-4E5E-9AB1-3C3619BB7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497" y="4564718"/>
            <a:ext cx="2340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由两边夹定理</a:t>
            </a:r>
          </a:p>
        </p:txBody>
      </p:sp>
    </p:spTree>
    <p:extLst>
      <p:ext uri="{BB962C8B-B14F-4D97-AF65-F5344CB8AC3E}">
        <p14:creationId xmlns:p14="http://schemas.microsoft.com/office/powerpoint/2010/main" val="564673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utoUpdateAnimBg="0"/>
      <p:bldP spid="126981" grpId="0"/>
      <p:bldP spid="126983" grpId="0"/>
      <p:bldP spid="126984" grpId="0"/>
      <p:bldP spid="12699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06" name="Text Box 54">
            <a:extLst>
              <a:ext uri="{FF2B5EF4-FFF2-40B4-BE49-F238E27FC236}">
                <a16:creationId xmlns:a16="http://schemas.microsoft.com/office/drawing/2014/main" id="{D481D1C5-D519-45BE-866C-115AB213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85684"/>
            <a:ext cx="502717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求一个二元函数在某点的极限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BF0BBE-7381-4BE9-896C-A7AA2EF9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035091"/>
              </p:ext>
            </p:extLst>
          </p:nvPr>
        </p:nvGraphicFramePr>
        <p:xfrm>
          <a:off x="5915405" y="2312151"/>
          <a:ext cx="5085170" cy="1760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5170">
                  <a:extLst>
                    <a:ext uri="{9D8B030D-6E8A-4147-A177-3AD203B41FA5}">
                      <a16:colId xmlns:a16="http://schemas.microsoft.com/office/drawing/2014/main" val="2225457835"/>
                    </a:ext>
                  </a:extLst>
                </a:gridCol>
              </a:tblGrid>
              <a:tr h="671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</a:rPr>
                        <a:t>求极限方法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561266"/>
                  </a:ext>
                </a:extLst>
              </a:tr>
              <a:tr h="5449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放缩；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025253"/>
                  </a:ext>
                </a:extLst>
              </a:tr>
              <a:tr h="5449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化为一元函数极限求</a:t>
                      </a:r>
                      <a:r>
                        <a:rPr lang="en-US" altLang="zh-CN" sz="2800" dirty="0"/>
                        <a:t>.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38104"/>
                  </a:ext>
                </a:extLst>
              </a:tr>
            </a:tbl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434BB2BD-32C7-4F23-93E3-28BAFC3C6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1168"/>
              </p:ext>
            </p:extLst>
          </p:nvPr>
        </p:nvGraphicFramePr>
        <p:xfrm>
          <a:off x="1382820" y="1678127"/>
          <a:ext cx="411480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5934903" imgH="4552381" progId="Paint.Picture">
                  <p:embed/>
                </p:oleObj>
              </mc:Choice>
              <mc:Fallback>
                <p:oleObj name="BMP 图象" r:id="rId2" imgW="5934903" imgH="4552381" progId="Paint.Picture">
                  <p:embed/>
                  <p:pic>
                    <p:nvPicPr>
                      <p:cNvPr id="66" name="Object 7">
                        <a:extLst>
                          <a:ext uri="{FF2B5EF4-FFF2-40B4-BE49-F238E27FC236}">
                            <a16:creationId xmlns:a16="http://schemas.microsoft.com/office/drawing/2014/main" id="{373C3179-D679-425E-A7A4-09CD5A6F6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820" y="1678127"/>
                        <a:ext cx="4114800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8">
            <a:extLst>
              <a:ext uri="{FF2B5EF4-FFF2-40B4-BE49-F238E27FC236}">
                <a16:creationId xmlns:a16="http://schemas.microsoft.com/office/drawing/2014/main" id="{56E7D18A-0F3C-4527-AAD9-125046E5B3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7567" y="3976827"/>
            <a:ext cx="1728787" cy="908050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26019A0B-61CF-4A71-AB09-A8252F3D7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3329" y="3991115"/>
            <a:ext cx="101600" cy="792162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15CA1758-9955-499A-B797-B6653E642F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1167" y="3702190"/>
            <a:ext cx="865187" cy="288925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1E990C5B-97F0-4504-B5E5-4FF47FF255EB}"/>
              </a:ext>
            </a:extLst>
          </p:cNvPr>
          <p:cNvSpPr>
            <a:spLocks/>
          </p:cNvSpPr>
          <p:nvPr/>
        </p:nvSpPr>
        <p:spPr bwMode="auto">
          <a:xfrm>
            <a:off x="3356354" y="3630752"/>
            <a:ext cx="1295400" cy="360363"/>
          </a:xfrm>
          <a:custGeom>
            <a:avLst/>
            <a:gdLst>
              <a:gd name="T0" fmla="*/ 0 w 816"/>
              <a:gd name="T1" fmla="*/ 2147483646 h 227"/>
              <a:gd name="T2" fmla="*/ 2147483646 w 816"/>
              <a:gd name="T3" fmla="*/ 2147483646 h 227"/>
              <a:gd name="T4" fmla="*/ 2147483646 w 816"/>
              <a:gd name="T5" fmla="*/ 2147483646 h 227"/>
              <a:gd name="T6" fmla="*/ 2147483646 w 816"/>
              <a:gd name="T7" fmla="*/ 2147483646 h 227"/>
              <a:gd name="T8" fmla="*/ 2147483646 w 816"/>
              <a:gd name="T9" fmla="*/ 2147483646 h 227"/>
              <a:gd name="T10" fmla="*/ 2147483646 w 816"/>
              <a:gd name="T11" fmla="*/ 0 h 2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6"/>
              <a:gd name="T19" fmla="*/ 0 h 227"/>
              <a:gd name="T20" fmla="*/ 816 w 816"/>
              <a:gd name="T21" fmla="*/ 227 h 2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6" h="227">
                <a:moveTo>
                  <a:pt x="0" y="227"/>
                </a:moveTo>
                <a:cubicBezTo>
                  <a:pt x="79" y="166"/>
                  <a:pt x="158" y="106"/>
                  <a:pt x="226" y="91"/>
                </a:cubicBezTo>
                <a:cubicBezTo>
                  <a:pt x="294" y="76"/>
                  <a:pt x="355" y="136"/>
                  <a:pt x="408" y="136"/>
                </a:cubicBezTo>
                <a:cubicBezTo>
                  <a:pt x="461" y="136"/>
                  <a:pt x="491" y="106"/>
                  <a:pt x="544" y="91"/>
                </a:cubicBezTo>
                <a:cubicBezTo>
                  <a:pt x="597" y="76"/>
                  <a:pt x="680" y="60"/>
                  <a:pt x="725" y="45"/>
                </a:cubicBezTo>
                <a:cubicBezTo>
                  <a:pt x="770" y="30"/>
                  <a:pt x="793" y="15"/>
                  <a:pt x="816" y="0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FD00C42-479E-4AD2-B35B-89FF5F5BE19A}"/>
              </a:ext>
            </a:extLst>
          </p:cNvPr>
          <p:cNvSpPr>
            <a:spLocks/>
          </p:cNvSpPr>
          <p:nvPr/>
        </p:nvSpPr>
        <p:spPr bwMode="auto">
          <a:xfrm>
            <a:off x="3356354" y="3991115"/>
            <a:ext cx="1223963" cy="527050"/>
          </a:xfrm>
          <a:custGeom>
            <a:avLst/>
            <a:gdLst>
              <a:gd name="T0" fmla="*/ 0 w 771"/>
              <a:gd name="T1" fmla="*/ 0 h 332"/>
              <a:gd name="T2" fmla="*/ 2147483646 w 771"/>
              <a:gd name="T3" fmla="*/ 2147483646 h 332"/>
              <a:gd name="T4" fmla="*/ 2147483646 w 771"/>
              <a:gd name="T5" fmla="*/ 2147483646 h 332"/>
              <a:gd name="T6" fmla="*/ 2147483646 w 771"/>
              <a:gd name="T7" fmla="*/ 2147483646 h 332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332"/>
              <a:gd name="T14" fmla="*/ 771 w 771"/>
              <a:gd name="T15" fmla="*/ 332 h 3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332">
                <a:moveTo>
                  <a:pt x="0" y="0"/>
                </a:moveTo>
                <a:cubicBezTo>
                  <a:pt x="49" y="109"/>
                  <a:pt x="98" y="219"/>
                  <a:pt x="181" y="272"/>
                </a:cubicBezTo>
                <a:cubicBezTo>
                  <a:pt x="264" y="325"/>
                  <a:pt x="400" y="332"/>
                  <a:pt x="498" y="317"/>
                </a:cubicBezTo>
                <a:cubicBezTo>
                  <a:pt x="596" y="302"/>
                  <a:pt x="726" y="204"/>
                  <a:pt x="771" y="181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27A63608-73E3-4AF4-81C2-D3A4BA5A61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0417" y="4869002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Oval 14">
            <a:extLst>
              <a:ext uri="{FF2B5EF4-FFF2-40B4-BE49-F238E27FC236}">
                <a16:creationId xmlns:a16="http://schemas.microsoft.com/office/drawing/2014/main" id="{8D41A4E9-D931-4626-8D69-5483426C6A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6029" y="4235590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4CCE517E-47E6-4139-A52C-27DF9E88A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8892" y="3602177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74B9CC83-8893-4B4B-9C33-AEE7C2A166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4754" y="4738827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4645BC86-12F7-4A73-886D-BE3C946D97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8304" y="3659327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B2250DD-4F86-4B10-B36F-D4952F71C288}"/>
              </a:ext>
            </a:extLst>
          </p:cNvPr>
          <p:cNvSpPr/>
          <p:nvPr/>
        </p:nvSpPr>
        <p:spPr>
          <a:xfrm>
            <a:off x="3127754" y="3783152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CCCC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6" name="Text Box 54">
            <a:extLst>
              <a:ext uri="{FF2B5EF4-FFF2-40B4-BE49-F238E27FC236}">
                <a16:creationId xmlns:a16="http://schemas.microsoft.com/office/drawing/2014/main" id="{E8E9F878-0AF7-4280-8E54-E7349BE8E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117" y="4933651"/>
            <a:ext cx="67684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任意方向，任意路径，任意形式下极限相等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14335 -0.1340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-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0.00794 -0.1178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7 L 0.07461 0.0444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24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092 C -0.00664 0.00949 -0.01315 0.01828 -0.01992 0.02361 C -0.02669 0.02893 -0.03281 0.03356 -0.04102 0.03403 C -0.04935 0.03426 -0.06211 0.03102 -0.0694 0.02639 C -0.07669 0.02153 -0.08008 0.0169 -0.0849 0.00578 C -0.08985 -0.0051 -0.0944 -0.02246 -0.09909 -0.03959 " pathEditMode="relative" rAng="0" ptsTypes="AAAAAA">
                                      <p:cBhvr>
                                        <p:cTn id="5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C -0.00664 0.00231 -0.01328 0.00486 -0.01836 0.00671 C -0.02356 0.00856 -0.0263 0.00949 -0.03046 0.01157 C -0.03489 0.01342 -0.03932 0.01666 -0.04427 0.01828 C -0.04908 0.02014 -0.0552 0.02361 -0.0595 0.02291 C -0.0638 0.02199 -0.06588 0.01504 -0.07005 0.01365 C -0.07448 0.0125 -0.08138 0.01342 -0.08541 0.01597 C -0.08945 0.01851 -0.09101 0.02523 -0.09453 0.02986 C -0.09804 0.03449 -0.10234 0.03889 -0.10664 0.04375 " pathEditMode="relative" rAng="0" ptsTypes="AAAAAAAAA">
                                      <p:cBhvr>
                                        <p:cTn id="6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06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06" name="Text Box 54">
            <a:extLst>
              <a:ext uri="{FF2B5EF4-FFF2-40B4-BE49-F238E27FC236}">
                <a16:creationId xmlns:a16="http://schemas.microsoft.com/office/drawing/2014/main" id="{D481D1C5-D519-45BE-866C-115AB213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86" y="936443"/>
            <a:ext cx="955062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要证明一个二元函数在某点的极限不存在，可以怎么证明？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BF0BBE-7381-4BE9-896C-A7AA2EF9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801912"/>
              </p:ext>
            </p:extLst>
          </p:nvPr>
        </p:nvGraphicFramePr>
        <p:xfrm>
          <a:off x="6025194" y="3042185"/>
          <a:ext cx="5085170" cy="1760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5170">
                  <a:extLst>
                    <a:ext uri="{9D8B030D-6E8A-4147-A177-3AD203B41FA5}">
                      <a16:colId xmlns:a16="http://schemas.microsoft.com/office/drawing/2014/main" val="2225457835"/>
                    </a:ext>
                  </a:extLst>
                </a:gridCol>
              </a:tblGrid>
              <a:tr h="671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</a:rPr>
                        <a:t>二元函数极限不存在验证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561266"/>
                  </a:ext>
                </a:extLst>
              </a:tr>
              <a:tr h="5449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选一条路径极限值不存在；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025253"/>
                  </a:ext>
                </a:extLst>
              </a:tr>
              <a:tr h="5449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选两条路径极限值不相等。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38104"/>
                  </a:ext>
                </a:extLst>
              </a:tr>
            </a:tbl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434BB2BD-32C7-4F23-93E3-28BAFC3C6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0663"/>
              </p:ext>
            </p:extLst>
          </p:nvPr>
        </p:nvGraphicFramePr>
        <p:xfrm>
          <a:off x="1081636" y="2050361"/>
          <a:ext cx="411480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5934903" imgH="4552381" progId="Paint.Picture">
                  <p:embed/>
                </p:oleObj>
              </mc:Choice>
              <mc:Fallback>
                <p:oleObj name="BMP 图象" r:id="rId2" imgW="5934903" imgH="4552381" progId="Paint.Picture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434BB2BD-32C7-4F23-93E3-28BAFC3C67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636" y="2050361"/>
                        <a:ext cx="4114800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8">
            <a:extLst>
              <a:ext uri="{FF2B5EF4-FFF2-40B4-BE49-F238E27FC236}">
                <a16:creationId xmlns:a16="http://schemas.microsoft.com/office/drawing/2014/main" id="{56E7D18A-0F3C-4527-AAD9-125046E5B3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26383" y="4349061"/>
            <a:ext cx="1728787" cy="908050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26019A0B-61CF-4A71-AB09-A8252F3D7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2145" y="4363349"/>
            <a:ext cx="101600" cy="792162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15CA1758-9955-499A-B797-B6653E642F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89983" y="4074424"/>
            <a:ext cx="865187" cy="288925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1E990C5B-97F0-4504-B5E5-4FF47FF255EB}"/>
              </a:ext>
            </a:extLst>
          </p:cNvPr>
          <p:cNvSpPr>
            <a:spLocks/>
          </p:cNvSpPr>
          <p:nvPr/>
        </p:nvSpPr>
        <p:spPr bwMode="auto">
          <a:xfrm>
            <a:off x="3055170" y="4002986"/>
            <a:ext cx="1295400" cy="360363"/>
          </a:xfrm>
          <a:custGeom>
            <a:avLst/>
            <a:gdLst>
              <a:gd name="T0" fmla="*/ 0 w 816"/>
              <a:gd name="T1" fmla="*/ 2147483646 h 227"/>
              <a:gd name="T2" fmla="*/ 2147483646 w 816"/>
              <a:gd name="T3" fmla="*/ 2147483646 h 227"/>
              <a:gd name="T4" fmla="*/ 2147483646 w 816"/>
              <a:gd name="T5" fmla="*/ 2147483646 h 227"/>
              <a:gd name="T6" fmla="*/ 2147483646 w 816"/>
              <a:gd name="T7" fmla="*/ 2147483646 h 227"/>
              <a:gd name="T8" fmla="*/ 2147483646 w 816"/>
              <a:gd name="T9" fmla="*/ 2147483646 h 227"/>
              <a:gd name="T10" fmla="*/ 2147483646 w 816"/>
              <a:gd name="T11" fmla="*/ 0 h 2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6"/>
              <a:gd name="T19" fmla="*/ 0 h 227"/>
              <a:gd name="T20" fmla="*/ 816 w 816"/>
              <a:gd name="T21" fmla="*/ 227 h 2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6" h="227">
                <a:moveTo>
                  <a:pt x="0" y="227"/>
                </a:moveTo>
                <a:cubicBezTo>
                  <a:pt x="79" y="166"/>
                  <a:pt x="158" y="106"/>
                  <a:pt x="226" y="91"/>
                </a:cubicBezTo>
                <a:cubicBezTo>
                  <a:pt x="294" y="76"/>
                  <a:pt x="355" y="136"/>
                  <a:pt x="408" y="136"/>
                </a:cubicBezTo>
                <a:cubicBezTo>
                  <a:pt x="461" y="136"/>
                  <a:pt x="491" y="106"/>
                  <a:pt x="544" y="91"/>
                </a:cubicBezTo>
                <a:cubicBezTo>
                  <a:pt x="597" y="76"/>
                  <a:pt x="680" y="60"/>
                  <a:pt x="725" y="45"/>
                </a:cubicBezTo>
                <a:cubicBezTo>
                  <a:pt x="770" y="30"/>
                  <a:pt x="793" y="15"/>
                  <a:pt x="816" y="0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FD00C42-479E-4AD2-B35B-89FF5F5BE19A}"/>
              </a:ext>
            </a:extLst>
          </p:cNvPr>
          <p:cNvSpPr>
            <a:spLocks/>
          </p:cNvSpPr>
          <p:nvPr/>
        </p:nvSpPr>
        <p:spPr bwMode="auto">
          <a:xfrm>
            <a:off x="3055170" y="4363349"/>
            <a:ext cx="1223963" cy="527050"/>
          </a:xfrm>
          <a:custGeom>
            <a:avLst/>
            <a:gdLst>
              <a:gd name="T0" fmla="*/ 0 w 771"/>
              <a:gd name="T1" fmla="*/ 0 h 332"/>
              <a:gd name="T2" fmla="*/ 2147483646 w 771"/>
              <a:gd name="T3" fmla="*/ 2147483646 h 332"/>
              <a:gd name="T4" fmla="*/ 2147483646 w 771"/>
              <a:gd name="T5" fmla="*/ 2147483646 h 332"/>
              <a:gd name="T6" fmla="*/ 2147483646 w 771"/>
              <a:gd name="T7" fmla="*/ 2147483646 h 332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332"/>
              <a:gd name="T14" fmla="*/ 771 w 771"/>
              <a:gd name="T15" fmla="*/ 332 h 3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332">
                <a:moveTo>
                  <a:pt x="0" y="0"/>
                </a:moveTo>
                <a:cubicBezTo>
                  <a:pt x="49" y="109"/>
                  <a:pt x="98" y="219"/>
                  <a:pt x="181" y="272"/>
                </a:cubicBezTo>
                <a:cubicBezTo>
                  <a:pt x="264" y="325"/>
                  <a:pt x="400" y="332"/>
                  <a:pt x="498" y="317"/>
                </a:cubicBezTo>
                <a:cubicBezTo>
                  <a:pt x="596" y="302"/>
                  <a:pt x="726" y="204"/>
                  <a:pt x="771" y="181"/>
                </a:cubicBez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27A63608-73E3-4AF4-81C2-D3A4BA5A61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69233" y="5241236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Oval 14">
            <a:extLst>
              <a:ext uri="{FF2B5EF4-FFF2-40B4-BE49-F238E27FC236}">
                <a16:creationId xmlns:a16="http://schemas.microsoft.com/office/drawing/2014/main" id="{8D41A4E9-D931-4626-8D69-5483426C6A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4845" y="4607824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4CCE517E-47E6-4139-A52C-27DF9E88A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7708" y="3974411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74B9CC83-8893-4B4B-9C33-AEE7C2A166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53570" y="5111061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4645BC86-12F7-4A73-886D-BE3C946D97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7120" y="4031561"/>
            <a:ext cx="53975" cy="539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B2250DD-4F86-4B10-B36F-D4952F71C288}"/>
              </a:ext>
            </a:extLst>
          </p:cNvPr>
          <p:cNvSpPr/>
          <p:nvPr/>
        </p:nvSpPr>
        <p:spPr>
          <a:xfrm>
            <a:off x="2826570" y="4155386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CCCC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644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14335 -0.1340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-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0.00794 -0.1178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7 L 0.07461 0.0444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24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092 C -0.00664 0.00949 -0.01315 0.01828 -0.01992 0.02361 C -0.02669 0.02893 -0.03281 0.03356 -0.04102 0.03403 C -0.04935 0.03426 -0.06211 0.03102 -0.0694 0.02639 C -0.07669 0.02153 -0.08008 0.0169 -0.0849 0.00578 C -0.08985 -0.0051 -0.0944 -0.02246 -0.09909 -0.03959 " pathEditMode="relative" rAng="0" ptsTypes="AAAAAA">
                                      <p:cBhvr>
                                        <p:cTn id="5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C -0.00664 0.00231 -0.01328 0.00486 -0.01836 0.00671 C -0.02356 0.00856 -0.0263 0.00949 -0.03046 0.01157 C -0.03489 0.01342 -0.03932 0.01666 -0.04427 0.01828 C -0.04908 0.02014 -0.0552 0.02361 -0.0595 0.02291 C -0.0638 0.02199 -0.06588 0.01504 -0.07005 0.01365 C -0.07448 0.0125 -0.08138 0.01342 -0.08541 0.01597 C -0.08945 0.01851 -0.09101 0.02523 -0.09453 0.02986 C -0.09804 0.03449 -0.10234 0.03889 -0.10664 0.04375 " pathEditMode="relative" rAng="0" ptsTypes="AAAAAAAAA">
                                      <p:cBhvr>
                                        <p:cTn id="6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06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>
            <a:extLst>
              <a:ext uri="{FF2B5EF4-FFF2-40B4-BE49-F238E27FC236}">
                <a16:creationId xmlns:a16="http://schemas.microsoft.com/office/drawing/2014/main" id="{ACB66B54-639A-4331-AA2A-DABB6458E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35992"/>
            <a:ext cx="678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设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x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沿直线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k x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趋于点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(0, 0) ,</a:t>
            </a:r>
          </a:p>
        </p:txBody>
      </p:sp>
      <p:graphicFrame>
        <p:nvGraphicFramePr>
          <p:cNvPr id="128005" name="Object 5">
            <a:extLst>
              <a:ext uri="{FF2B5EF4-FFF2-40B4-BE49-F238E27FC236}">
                <a16:creationId xmlns:a16="http://schemas.microsoft.com/office/drawing/2014/main" id="{1BC7F19D-461F-4C92-9D02-F730FC07D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6824" y="2771322"/>
          <a:ext cx="416401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0092" imgH="1212619" progId="Equation.3">
                  <p:embed/>
                </p:oleObj>
              </mc:Choice>
              <mc:Fallback>
                <p:oleObj name="Equation" r:id="rId2" imgW="4140092" imgH="1212619" progId="Equation.3">
                  <p:embed/>
                  <p:pic>
                    <p:nvPicPr>
                      <p:cNvPr id="128005" name="Object 5">
                        <a:extLst>
                          <a:ext uri="{FF2B5EF4-FFF2-40B4-BE49-F238E27FC236}">
                            <a16:creationId xmlns:a16="http://schemas.microsoft.com/office/drawing/2014/main" id="{1BC7F19D-461F-4C92-9D02-F730FC07D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824" y="2771322"/>
                        <a:ext cx="4164013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Text Box 6">
            <a:extLst>
              <a:ext uri="{FF2B5EF4-FFF2-40B4-BE49-F238E27FC236}">
                <a16:creationId xmlns:a16="http://schemas.microsoft.com/office/drawing/2014/main" id="{CBF4F032-7307-4B17-9FEF-2906B9EA3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8330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在点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(0, 0)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的极限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graphicFrame>
        <p:nvGraphicFramePr>
          <p:cNvPr id="128007" name="Object 7">
            <a:extLst>
              <a:ext uri="{FF2B5EF4-FFF2-40B4-BE49-F238E27FC236}">
                <a16:creationId xmlns:a16="http://schemas.microsoft.com/office/drawing/2014/main" id="{FFE8A913-D37A-452A-9619-FE9543EA7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0773" y="4532812"/>
          <a:ext cx="15621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11" imgH="406285" progId="Equation.3">
                  <p:embed/>
                </p:oleObj>
              </mc:Choice>
              <mc:Fallback>
                <p:oleObj name="Equation" r:id="rId4" imgW="1536711" imgH="406285" progId="Equation.3">
                  <p:embed/>
                  <p:pic>
                    <p:nvPicPr>
                      <p:cNvPr id="128007" name="Object 7">
                        <a:extLst>
                          <a:ext uri="{FF2B5EF4-FFF2-40B4-BE49-F238E27FC236}">
                            <a16:creationId xmlns:a16="http://schemas.microsoft.com/office/drawing/2014/main" id="{FFE8A913-D37A-452A-9619-FE9543EA7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773" y="4532812"/>
                        <a:ext cx="15621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8" name="Text Box 8">
            <a:extLst>
              <a:ext uri="{FF2B5EF4-FFF2-40B4-BE49-F238E27FC236}">
                <a16:creationId xmlns:a16="http://schemas.microsoft.com/office/drawing/2014/main" id="{71C0607B-5129-4210-A821-D8475457E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136" y="2990781"/>
            <a:ext cx="114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则有</a:t>
            </a:r>
          </a:p>
        </p:txBody>
      </p:sp>
      <p:graphicFrame>
        <p:nvGraphicFramePr>
          <p:cNvPr id="128009" name="Object 9">
            <a:extLst>
              <a:ext uri="{FF2B5EF4-FFF2-40B4-BE49-F238E27FC236}">
                <a16:creationId xmlns:a16="http://schemas.microsoft.com/office/drawing/2014/main" id="{6D90AB0F-45DE-4E8F-A161-6DE6405770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9437" y="2844347"/>
          <a:ext cx="1193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357" imgH="863485" progId="Equation.3">
                  <p:embed/>
                </p:oleObj>
              </mc:Choice>
              <mc:Fallback>
                <p:oleObj name="Equation" r:id="rId6" imgW="1168357" imgH="863485" progId="Equation.3">
                  <p:embed/>
                  <p:pic>
                    <p:nvPicPr>
                      <p:cNvPr id="128009" name="Object 9">
                        <a:extLst>
                          <a:ext uri="{FF2B5EF4-FFF2-40B4-BE49-F238E27FC236}">
                            <a16:creationId xmlns:a16="http://schemas.microsoft.com/office/drawing/2014/main" id="{6D90AB0F-45DE-4E8F-A161-6DE640577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9437" y="2844347"/>
                        <a:ext cx="1193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0" name="Line 10">
            <a:extLst>
              <a:ext uri="{FF2B5EF4-FFF2-40B4-BE49-F238E27FC236}">
                <a16:creationId xmlns:a16="http://schemas.microsoft.com/office/drawing/2014/main" id="{A806F032-7612-4C5C-8D1A-3CDC78BD9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9937" y="2844347"/>
            <a:ext cx="304800" cy="533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011" name="Text Box 11">
            <a:extLst>
              <a:ext uri="{FF2B5EF4-FFF2-40B4-BE49-F238E27FC236}">
                <a16:creationId xmlns:a16="http://schemas.microsoft.com/office/drawing/2014/main" id="{76C55F57-C1AE-4AB0-984C-9C02F158A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8498" y="2990782"/>
            <a:ext cx="3236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值不同极限不同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!</a:t>
            </a:r>
          </a:p>
        </p:txBody>
      </p:sp>
      <p:sp>
        <p:nvSpPr>
          <p:cNvPr id="128012" name="Text Box 12">
            <a:extLst>
              <a:ext uri="{FF2B5EF4-FFF2-40B4-BE49-F238E27FC236}">
                <a16:creationId xmlns:a16="http://schemas.microsoft.com/office/drawing/2014/main" id="{B01CDAE1-1407-4972-BE75-9066E816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098" y="4459787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(0,0)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点极限不存在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8013" name="Rectangle 13">
            <a:extLst>
              <a:ext uri="{FF2B5EF4-FFF2-40B4-BE49-F238E27FC236}">
                <a16:creationId xmlns:a16="http://schemas.microsoft.com/office/drawing/2014/main" id="{3DECAADF-D273-41BF-BE9D-B373796B5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480242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6.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讨论函数</a:t>
            </a:r>
          </a:p>
        </p:txBody>
      </p:sp>
      <p:sp>
        <p:nvSpPr>
          <p:cNvPr id="128014" name="Line 14">
            <a:extLst>
              <a:ext uri="{FF2B5EF4-FFF2-40B4-BE49-F238E27FC236}">
                <a16:creationId xmlns:a16="http://schemas.microsoft.com/office/drawing/2014/main" id="{148FC559-3FBF-4623-AEC4-D5C615F8E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3674" y="3420610"/>
            <a:ext cx="304800" cy="533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015" name="Line 15">
            <a:extLst>
              <a:ext uri="{FF2B5EF4-FFF2-40B4-BE49-F238E27FC236}">
                <a16:creationId xmlns:a16="http://schemas.microsoft.com/office/drawing/2014/main" id="{606953DE-7D1F-4BE4-A3B2-D5E8E48A7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3174" y="3420610"/>
            <a:ext cx="304800" cy="533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8016" name="Object 16">
            <a:extLst>
              <a:ext uri="{FF2B5EF4-FFF2-40B4-BE49-F238E27FC236}">
                <a16:creationId xmlns:a16="http://schemas.microsoft.com/office/drawing/2014/main" id="{91DA4D56-AFDB-48BF-A3B3-DDD15BA65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613" y="-53158"/>
          <a:ext cx="4816475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12977" imgH="634885" progId="Equation.3">
                  <p:embed/>
                </p:oleObj>
              </mc:Choice>
              <mc:Fallback>
                <p:oleObj name="公式" r:id="rId8" imgW="2012977" imgH="634885" progId="Equation.3">
                  <p:embed/>
                  <p:pic>
                    <p:nvPicPr>
                      <p:cNvPr id="128016" name="Object 16">
                        <a:extLst>
                          <a:ext uri="{FF2B5EF4-FFF2-40B4-BE49-F238E27FC236}">
                            <a16:creationId xmlns:a16="http://schemas.microsoft.com/office/drawing/2014/main" id="{91DA4D56-AFDB-48BF-A3B3-DDD15BA65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-53158"/>
                        <a:ext cx="4816475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utoUpdateAnimBg="0"/>
      <p:bldP spid="128008" grpId="0" autoUpdateAnimBg="0"/>
      <p:bldP spid="128011" grpId="0" autoUpdateAnimBg="0"/>
      <p:bldP spid="1280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5" name="Object 5">
            <a:extLst>
              <a:ext uri="{FF2B5EF4-FFF2-40B4-BE49-F238E27FC236}">
                <a16:creationId xmlns:a16="http://schemas.microsoft.com/office/drawing/2014/main" id="{1BC7F19D-461F-4C92-9D02-F730FC07DF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060764"/>
              </p:ext>
            </p:extLst>
          </p:nvPr>
        </p:nvGraphicFramePr>
        <p:xfrm>
          <a:off x="2108832" y="2613171"/>
          <a:ext cx="522922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507960" progId="Equation.DSMT4">
                  <p:embed/>
                </p:oleObj>
              </mc:Choice>
              <mc:Fallback>
                <p:oleObj name="Equation" r:id="rId2" imgW="2209680" imgH="507960" progId="Equation.DSMT4">
                  <p:embed/>
                  <p:pic>
                    <p:nvPicPr>
                      <p:cNvPr id="128005" name="Object 5">
                        <a:extLst>
                          <a:ext uri="{FF2B5EF4-FFF2-40B4-BE49-F238E27FC236}">
                            <a16:creationId xmlns:a16="http://schemas.microsoft.com/office/drawing/2014/main" id="{1BC7F19D-461F-4C92-9D02-F730FC07D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832" y="2613171"/>
                        <a:ext cx="5229225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Text Box 6">
            <a:extLst>
              <a:ext uri="{FF2B5EF4-FFF2-40B4-BE49-F238E27FC236}">
                <a16:creationId xmlns:a16="http://schemas.microsoft.com/office/drawing/2014/main" id="{CBF4F032-7307-4B17-9FEF-2906B9EA3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81" y="564539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在点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(0, 0)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的极限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graphicFrame>
        <p:nvGraphicFramePr>
          <p:cNvPr id="128007" name="Object 7">
            <a:extLst>
              <a:ext uri="{FF2B5EF4-FFF2-40B4-BE49-F238E27FC236}">
                <a16:creationId xmlns:a16="http://schemas.microsoft.com/office/drawing/2014/main" id="{FFE8A913-D37A-452A-9619-FE9543EA7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502205"/>
              </p:ext>
            </p:extLst>
          </p:nvPr>
        </p:nvGraphicFramePr>
        <p:xfrm>
          <a:off x="1162482" y="5333924"/>
          <a:ext cx="15621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11" imgH="406285" progId="Equation.3">
                  <p:embed/>
                </p:oleObj>
              </mc:Choice>
              <mc:Fallback>
                <p:oleObj name="Equation" r:id="rId4" imgW="1536711" imgH="406285" progId="Equation.3">
                  <p:embed/>
                  <p:pic>
                    <p:nvPicPr>
                      <p:cNvPr id="128007" name="Object 7">
                        <a:extLst>
                          <a:ext uri="{FF2B5EF4-FFF2-40B4-BE49-F238E27FC236}">
                            <a16:creationId xmlns:a16="http://schemas.microsoft.com/office/drawing/2014/main" id="{FFE8A913-D37A-452A-9619-FE9543EA7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482" y="5333924"/>
                        <a:ext cx="15621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8" name="Text Box 8">
            <a:extLst>
              <a:ext uri="{FF2B5EF4-FFF2-40B4-BE49-F238E27FC236}">
                <a16:creationId xmlns:a16="http://schemas.microsoft.com/office/drawing/2014/main" id="{71C0607B-5129-4210-A821-D8475457E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136" y="2990781"/>
            <a:ext cx="114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则有</a:t>
            </a:r>
          </a:p>
        </p:txBody>
      </p:sp>
      <p:sp>
        <p:nvSpPr>
          <p:cNvPr id="128012" name="Text Box 12">
            <a:extLst>
              <a:ext uri="{FF2B5EF4-FFF2-40B4-BE49-F238E27FC236}">
                <a16:creationId xmlns:a16="http://schemas.microsoft.com/office/drawing/2014/main" id="{B01CDAE1-1407-4972-BE75-9066E816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807" y="5260899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(0,0)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点极限不存在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8013" name="Rectangle 13">
            <a:extLst>
              <a:ext uri="{FF2B5EF4-FFF2-40B4-BE49-F238E27FC236}">
                <a16:creationId xmlns:a16="http://schemas.microsoft.com/office/drawing/2014/main" id="{3DECAADF-D273-41BF-BE9D-B373796B5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558506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7.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讨论函数</a:t>
            </a:r>
          </a:p>
        </p:txBody>
      </p:sp>
      <p:graphicFrame>
        <p:nvGraphicFramePr>
          <p:cNvPr id="128016" name="Object 16">
            <a:extLst>
              <a:ext uri="{FF2B5EF4-FFF2-40B4-BE49-F238E27FC236}">
                <a16:creationId xmlns:a16="http://schemas.microsoft.com/office/drawing/2014/main" id="{91DA4D56-AFDB-48BF-A3B3-DDD15BA65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650386"/>
              </p:ext>
            </p:extLst>
          </p:nvPr>
        </p:nvGraphicFramePr>
        <p:xfrm>
          <a:off x="2626358" y="-53475"/>
          <a:ext cx="4194175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685800" progId="Equation.DSMT4">
                  <p:embed/>
                </p:oleObj>
              </mc:Choice>
              <mc:Fallback>
                <p:oleObj name="Equation" r:id="rId6" imgW="1752480" imgH="685800" progId="Equation.DSMT4">
                  <p:embed/>
                  <p:pic>
                    <p:nvPicPr>
                      <p:cNvPr id="128016" name="Object 16">
                        <a:extLst>
                          <a:ext uri="{FF2B5EF4-FFF2-40B4-BE49-F238E27FC236}">
                            <a16:creationId xmlns:a16="http://schemas.microsoft.com/office/drawing/2014/main" id="{91DA4D56-AFDB-48BF-A3B3-DDD15BA65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358" y="-53475"/>
                        <a:ext cx="4194175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FC8F222-F24F-4FE3-AD5F-1E3F3BA7F8E9}"/>
              </a:ext>
            </a:extLst>
          </p:cNvPr>
          <p:cNvGrpSpPr/>
          <p:nvPr/>
        </p:nvGrpSpPr>
        <p:grpSpPr>
          <a:xfrm>
            <a:off x="1126532" y="1980372"/>
            <a:ext cx="9393114" cy="551770"/>
            <a:chOff x="1126532" y="1980372"/>
            <a:chExt cx="9393114" cy="551770"/>
          </a:xfrm>
        </p:grpSpPr>
        <p:sp>
          <p:nvSpPr>
            <p:cNvPr id="128004" name="Text Box 4">
              <a:extLst>
                <a:ext uri="{FF2B5EF4-FFF2-40B4-BE49-F238E27FC236}">
                  <a16:creationId xmlns:a16="http://schemas.microsoft.com/office/drawing/2014/main" id="{ACB66B54-639A-4331-AA2A-DABB6458E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6532" y="2001189"/>
              <a:ext cx="939311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设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P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x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,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y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) 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沿抛物线                 和                    趋于点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(0, 0) ,</a:t>
              </a:r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2E779B3B-39AE-4609-9A28-E801FB9E3E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002296"/>
                </p:ext>
              </p:extLst>
            </p:nvPr>
          </p:nvGraphicFramePr>
          <p:xfrm>
            <a:off x="4181407" y="2010308"/>
            <a:ext cx="1478530" cy="521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640" imgH="228600" progId="Equation.DSMT4">
                    <p:embed/>
                  </p:oleObj>
                </mc:Choice>
                <mc:Fallback>
                  <p:oleObj name="Equation" r:id="rId8" imgW="647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81407" y="2010308"/>
                          <a:ext cx="1478530" cy="5218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BE67676-FA6F-485A-A8F6-7056D4FAD5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758534"/>
                </p:ext>
              </p:extLst>
            </p:nvPr>
          </p:nvGraphicFramePr>
          <p:xfrm>
            <a:off x="6141740" y="1980372"/>
            <a:ext cx="1652587" cy="522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23600" imgH="228600" progId="Equation.DSMT4">
                    <p:embed/>
                  </p:oleObj>
                </mc:Choice>
                <mc:Fallback>
                  <p:oleObj name="Equation" r:id="rId10" imgW="723600" imgH="22860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2E779B3B-39AE-4609-9A28-E801FB9E3E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141740" y="1980372"/>
                          <a:ext cx="1652587" cy="522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4E7AFD11-7C6E-4FF3-8A5D-C183B25EC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593402"/>
              </p:ext>
            </p:extLst>
          </p:nvPr>
        </p:nvGraphicFramePr>
        <p:xfrm>
          <a:off x="2036763" y="3841750"/>
          <a:ext cx="576897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280" imgH="507960" progId="Equation.DSMT4">
                  <p:embed/>
                </p:oleObj>
              </mc:Choice>
              <mc:Fallback>
                <p:oleObj name="Equation" r:id="rId12" imgW="2438280" imgH="507960" progId="Equation.DSMT4">
                  <p:embed/>
                  <p:pic>
                    <p:nvPicPr>
                      <p:cNvPr id="128005" name="Object 5">
                        <a:extLst>
                          <a:ext uri="{FF2B5EF4-FFF2-40B4-BE49-F238E27FC236}">
                            <a16:creationId xmlns:a16="http://schemas.microsoft.com/office/drawing/2014/main" id="{1BC7F19D-461F-4C92-9D02-F730FC07D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3841750"/>
                        <a:ext cx="5768975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FA3329A-43D6-4583-8AB8-F0CCA8DD403A}"/>
              </a:ext>
            </a:extLst>
          </p:cNvPr>
          <p:cNvSpPr/>
          <p:nvPr/>
        </p:nvSpPr>
        <p:spPr>
          <a:xfrm>
            <a:off x="63458" y="2010308"/>
            <a:ext cx="933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97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8" grpId="0" autoUpdateAnimBg="0"/>
      <p:bldP spid="128012" grpId="0" autoUpdateAnimBg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5" name="Object 5">
            <a:extLst>
              <a:ext uri="{FF2B5EF4-FFF2-40B4-BE49-F238E27FC236}">
                <a16:creationId xmlns:a16="http://schemas.microsoft.com/office/drawing/2014/main" id="{1BC7F19D-461F-4C92-9D02-F730FC07DF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036295"/>
              </p:ext>
            </p:extLst>
          </p:nvPr>
        </p:nvGraphicFramePr>
        <p:xfrm>
          <a:off x="3760788" y="2659063"/>
          <a:ext cx="19240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69800" progId="Equation.DSMT4">
                  <p:embed/>
                </p:oleObj>
              </mc:Choice>
              <mc:Fallback>
                <p:oleObj name="Equation" r:id="rId2" imgW="812520" imgH="469800" progId="Equation.DSMT4">
                  <p:embed/>
                  <p:pic>
                    <p:nvPicPr>
                      <p:cNvPr id="128005" name="Object 5">
                        <a:extLst>
                          <a:ext uri="{FF2B5EF4-FFF2-40B4-BE49-F238E27FC236}">
                            <a16:creationId xmlns:a16="http://schemas.microsoft.com/office/drawing/2014/main" id="{1BC7F19D-461F-4C92-9D02-F730FC07D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2659063"/>
                        <a:ext cx="19240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Text Box 6">
            <a:extLst>
              <a:ext uri="{FF2B5EF4-FFF2-40B4-BE49-F238E27FC236}">
                <a16:creationId xmlns:a16="http://schemas.microsoft.com/office/drawing/2014/main" id="{CBF4F032-7307-4B17-9FEF-2906B9EA3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81" y="564539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在点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(0, 0)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的极限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graphicFrame>
        <p:nvGraphicFramePr>
          <p:cNvPr id="128007" name="Object 7">
            <a:extLst>
              <a:ext uri="{FF2B5EF4-FFF2-40B4-BE49-F238E27FC236}">
                <a16:creationId xmlns:a16="http://schemas.microsoft.com/office/drawing/2014/main" id="{FFE8A913-D37A-452A-9619-FE9543EA7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2482" y="5333924"/>
          <a:ext cx="15621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11" imgH="406285" progId="Equation.3">
                  <p:embed/>
                </p:oleObj>
              </mc:Choice>
              <mc:Fallback>
                <p:oleObj name="Equation" r:id="rId4" imgW="1536711" imgH="406285" progId="Equation.3">
                  <p:embed/>
                  <p:pic>
                    <p:nvPicPr>
                      <p:cNvPr id="128007" name="Object 7">
                        <a:extLst>
                          <a:ext uri="{FF2B5EF4-FFF2-40B4-BE49-F238E27FC236}">
                            <a16:creationId xmlns:a16="http://schemas.microsoft.com/office/drawing/2014/main" id="{FFE8A913-D37A-452A-9619-FE9543EA7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482" y="5333924"/>
                        <a:ext cx="15621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8" name="Text Box 8">
            <a:extLst>
              <a:ext uri="{FF2B5EF4-FFF2-40B4-BE49-F238E27FC236}">
                <a16:creationId xmlns:a16="http://schemas.microsoft.com/office/drawing/2014/main" id="{71C0607B-5129-4210-A821-D8475457E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136" y="2990781"/>
            <a:ext cx="114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则有</a:t>
            </a:r>
          </a:p>
        </p:txBody>
      </p:sp>
      <p:sp>
        <p:nvSpPr>
          <p:cNvPr id="128012" name="Text Box 12">
            <a:extLst>
              <a:ext uri="{FF2B5EF4-FFF2-40B4-BE49-F238E27FC236}">
                <a16:creationId xmlns:a16="http://schemas.microsoft.com/office/drawing/2014/main" id="{B01CDAE1-1407-4972-BE75-9066E816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807" y="5260899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(0,0)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点极限不存在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8013" name="Rectangle 13">
            <a:extLst>
              <a:ext uri="{FF2B5EF4-FFF2-40B4-BE49-F238E27FC236}">
                <a16:creationId xmlns:a16="http://schemas.microsoft.com/office/drawing/2014/main" id="{3DECAADF-D273-41BF-BE9D-B373796B5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558506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7.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CC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楷体_GB2312" pitchFamily="49" charset="-122"/>
                <a:cs typeface="+mn-cs"/>
              </a:rPr>
              <a:t>讨论函数</a:t>
            </a:r>
          </a:p>
        </p:txBody>
      </p:sp>
      <p:graphicFrame>
        <p:nvGraphicFramePr>
          <p:cNvPr id="128016" name="Object 16">
            <a:extLst>
              <a:ext uri="{FF2B5EF4-FFF2-40B4-BE49-F238E27FC236}">
                <a16:creationId xmlns:a16="http://schemas.microsoft.com/office/drawing/2014/main" id="{91DA4D56-AFDB-48BF-A3B3-DDD15BA65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6358" y="-53475"/>
          <a:ext cx="4194175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685800" progId="Equation.DSMT4">
                  <p:embed/>
                </p:oleObj>
              </mc:Choice>
              <mc:Fallback>
                <p:oleObj name="Equation" r:id="rId6" imgW="1752480" imgH="685800" progId="Equation.DSMT4">
                  <p:embed/>
                  <p:pic>
                    <p:nvPicPr>
                      <p:cNvPr id="128016" name="Object 16">
                        <a:extLst>
                          <a:ext uri="{FF2B5EF4-FFF2-40B4-BE49-F238E27FC236}">
                            <a16:creationId xmlns:a16="http://schemas.microsoft.com/office/drawing/2014/main" id="{91DA4D56-AFDB-48BF-A3B3-DDD15BA65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358" y="-53475"/>
                        <a:ext cx="4194175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FC8F222-F24F-4FE3-AD5F-1E3F3BA7F8E9}"/>
              </a:ext>
            </a:extLst>
          </p:cNvPr>
          <p:cNvGrpSpPr/>
          <p:nvPr/>
        </p:nvGrpSpPr>
        <p:grpSpPr>
          <a:xfrm>
            <a:off x="1126532" y="2001189"/>
            <a:ext cx="9393114" cy="523220"/>
            <a:chOff x="1126532" y="2001189"/>
            <a:chExt cx="9393114" cy="523220"/>
          </a:xfrm>
        </p:grpSpPr>
        <p:sp>
          <p:nvSpPr>
            <p:cNvPr id="128004" name="Text Box 4">
              <a:extLst>
                <a:ext uri="{FF2B5EF4-FFF2-40B4-BE49-F238E27FC236}">
                  <a16:creationId xmlns:a16="http://schemas.microsoft.com/office/drawing/2014/main" id="{ACB66B54-639A-4331-AA2A-DABB6458E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6532" y="2001189"/>
              <a:ext cx="939311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设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P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x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,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y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) 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沿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直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线           和                    趋于点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(0, 0) ,</a:t>
              </a:r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2E779B3B-39AE-4609-9A28-E801FB9E3E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0488500"/>
                </p:ext>
              </p:extLst>
            </p:nvPr>
          </p:nvGraphicFramePr>
          <p:xfrm>
            <a:off x="3912231" y="2030230"/>
            <a:ext cx="811213" cy="465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5320" imgH="203040" progId="Equation.DSMT4">
                    <p:embed/>
                  </p:oleObj>
                </mc:Choice>
                <mc:Fallback>
                  <p:oleObj name="Equation" r:id="rId8" imgW="355320" imgH="20304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2E779B3B-39AE-4609-9A28-E801FB9E3E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912231" y="2030230"/>
                          <a:ext cx="811213" cy="4651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BE67676-FA6F-485A-A8F6-7056D4FAD5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7861361"/>
                </p:ext>
              </p:extLst>
            </p:nvPr>
          </p:nvGraphicFramePr>
          <p:xfrm>
            <a:off x="5441950" y="2009775"/>
            <a:ext cx="1303338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71320" imgH="203040" progId="Equation.DSMT4">
                    <p:embed/>
                  </p:oleObj>
                </mc:Choice>
                <mc:Fallback>
                  <p:oleObj name="Equation" r:id="rId10" imgW="571320" imgH="2030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DBE67676-FA6F-485A-A8F6-7056D4FAD5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441950" y="2009775"/>
                          <a:ext cx="1303338" cy="463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4E7AFD11-7C6E-4FF3-8A5D-C183B25EC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894886"/>
              </p:ext>
            </p:extLst>
          </p:nvPr>
        </p:nvGraphicFramePr>
        <p:xfrm>
          <a:off x="2381250" y="3887788"/>
          <a:ext cx="50768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45960" imgH="469800" progId="Equation.DSMT4">
                  <p:embed/>
                </p:oleObj>
              </mc:Choice>
              <mc:Fallback>
                <p:oleObj name="Equation" r:id="rId12" imgW="2145960" imgH="46980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4E7AFD11-7C6E-4FF3-8A5D-C183B25EC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3887788"/>
                        <a:ext cx="50768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FA3329A-43D6-4583-8AB8-F0CCA8DD403A}"/>
              </a:ext>
            </a:extLst>
          </p:cNvPr>
          <p:cNvSpPr/>
          <p:nvPr/>
        </p:nvSpPr>
        <p:spPr>
          <a:xfrm>
            <a:off x="63458" y="2010308"/>
            <a:ext cx="933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:2</a:t>
            </a:r>
            <a:r>
              <a:rPr kumimoji="1" lang="en-US" altLang="zh-CN" sz="2800" dirty="0">
                <a:solidFill>
                  <a:srgbClr val="CCCCFF">
                    <a:lumMod val="50000"/>
                  </a:srgbClr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78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8" grpId="0" autoUpdateAnimBg="0"/>
      <p:bldP spid="128012" grpId="0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圆角矩形 101377">
            <a:extLst>
              <a:ext uri="{FF2B5EF4-FFF2-40B4-BE49-F238E27FC236}">
                <a16:creationId xmlns:a16="http://schemas.microsoft.com/office/drawing/2014/main" id="{7C516D58-397D-4E27-B3B5-A705ED1EA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860" y="1357312"/>
            <a:ext cx="7315200" cy="1143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00FFFF"/>
              </a:gs>
            </a:gsLst>
            <a:lin ang="2700000" scaled="1"/>
          </a:gradFill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379" name="文本框 101378">
            <a:extLst>
              <a:ext uri="{FF2B5EF4-FFF2-40B4-BE49-F238E27FC236}">
                <a16:creationId xmlns:a16="http://schemas.microsoft.com/office/drawing/2014/main" id="{3DE82AEE-E954-4D4C-A614-6EB1D1B64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124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提示</a:t>
            </a:r>
            <a:endParaRPr lang="zh-CN" altLang="en-US" sz="28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1380" name="对象 101379">
            <a:extLst>
              <a:ext uri="{FF2B5EF4-FFF2-40B4-BE49-F238E27FC236}">
                <a16:creationId xmlns:a16="http://schemas.microsoft.com/office/drawing/2014/main" id="{B682D1C3-2948-45F7-B245-30328E02F5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2190636"/>
              </p:ext>
            </p:extLst>
          </p:nvPr>
        </p:nvGraphicFramePr>
        <p:xfrm>
          <a:off x="4419600" y="2928938"/>
          <a:ext cx="27305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7893" imgH="444307" progId="Equation.DSMT4">
                  <p:embed/>
                </p:oleObj>
              </mc:Choice>
              <mc:Fallback>
                <p:oleObj name="Equation" r:id="rId2" imgW="1167893" imgH="444307" progId="Equation.DSMT4">
                  <p:embed/>
                  <p:pic>
                    <p:nvPicPr>
                      <p:cNvPr id="101380" name="对象 101379">
                        <a:extLst>
                          <a:ext uri="{FF2B5EF4-FFF2-40B4-BE49-F238E27FC236}">
                            <a16:creationId xmlns:a16="http://schemas.microsoft.com/office/drawing/2014/main" id="{B682D1C3-2948-45F7-B245-30328E02F5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928938"/>
                        <a:ext cx="27305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对象 101380">
            <a:extLst>
              <a:ext uri="{FF2B5EF4-FFF2-40B4-BE49-F238E27FC236}">
                <a16:creationId xmlns:a16="http://schemas.microsoft.com/office/drawing/2014/main" id="{808F0C80-2E1A-44C8-B7CA-7957B735A4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6015891"/>
              </p:ext>
            </p:extLst>
          </p:nvPr>
        </p:nvGraphicFramePr>
        <p:xfrm>
          <a:off x="5300662" y="247649"/>
          <a:ext cx="208756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87058" imgH="393529" progId="Equation.3">
                  <p:embed/>
                </p:oleObj>
              </mc:Choice>
              <mc:Fallback>
                <p:oleObj r:id="rId4" imgW="787058" imgH="393529" progId="Equation.3">
                  <p:embed/>
                  <p:pic>
                    <p:nvPicPr>
                      <p:cNvPr id="101381" name="对象 101380">
                        <a:extLst>
                          <a:ext uri="{FF2B5EF4-FFF2-40B4-BE49-F238E27FC236}">
                            <a16:creationId xmlns:a16="http://schemas.microsoft.com/office/drawing/2014/main" id="{808F0C80-2E1A-44C8-B7CA-7957B735A4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2" y="247649"/>
                        <a:ext cx="2087562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矩形 101381">
            <a:extLst>
              <a:ext uri="{FF2B5EF4-FFF2-40B4-BE49-F238E27FC236}">
                <a16:creationId xmlns:a16="http://schemas.microsoft.com/office/drawing/2014/main" id="{313ACC66-0F8C-4816-B636-393586237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191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1383" name="对象 101382">
            <a:extLst>
              <a:ext uri="{FF2B5EF4-FFF2-40B4-BE49-F238E27FC236}">
                <a16:creationId xmlns:a16="http://schemas.microsoft.com/office/drawing/2014/main" id="{DA5CEC0E-1BB4-4C36-9429-637E7C2E9FA4}"/>
              </a:ext>
            </a:extLst>
          </p:cNvPr>
          <p:cNvGraphicFramePr>
            <a:graphicFrameLocks/>
          </p:cNvGraphicFramePr>
          <p:nvPr/>
        </p:nvGraphicFramePr>
        <p:xfrm>
          <a:off x="6638926" y="3962401"/>
          <a:ext cx="18065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4364" imgH="444307" progId="Equation.3">
                  <p:embed/>
                </p:oleObj>
              </mc:Choice>
              <mc:Fallback>
                <p:oleObj r:id="rId6" imgW="774364" imgH="444307" progId="Equation.3">
                  <p:embed/>
                  <p:pic>
                    <p:nvPicPr>
                      <p:cNvPr id="101383" name="对象 101382">
                        <a:extLst>
                          <a:ext uri="{FF2B5EF4-FFF2-40B4-BE49-F238E27FC236}">
                            <a16:creationId xmlns:a16="http://schemas.microsoft.com/office/drawing/2014/main" id="{DA5CEC0E-1BB4-4C36-9429-637E7C2E9F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6" y="3962401"/>
                        <a:ext cx="18065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对象 101383">
            <a:extLst>
              <a:ext uri="{FF2B5EF4-FFF2-40B4-BE49-F238E27FC236}">
                <a16:creationId xmlns:a16="http://schemas.microsoft.com/office/drawing/2014/main" id="{19C596CA-23A9-4042-805B-FA9BDF60CF2A}"/>
              </a:ext>
            </a:extLst>
          </p:cNvPr>
          <p:cNvGraphicFramePr>
            <a:graphicFrameLocks/>
          </p:cNvGraphicFramePr>
          <p:nvPr/>
        </p:nvGraphicFramePr>
        <p:xfrm>
          <a:off x="3886201" y="5375276"/>
          <a:ext cx="5445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33169" imgH="558558" progId="Equation.3">
                  <p:embed/>
                </p:oleObj>
              </mc:Choice>
              <mc:Fallback>
                <p:oleObj r:id="rId8" imgW="533169" imgH="558558" progId="Equation.3">
                  <p:embed/>
                  <p:pic>
                    <p:nvPicPr>
                      <p:cNvPr id="101384" name="对象 101383">
                        <a:extLst>
                          <a:ext uri="{FF2B5EF4-FFF2-40B4-BE49-F238E27FC236}">
                            <a16:creationId xmlns:a16="http://schemas.microsoft.com/office/drawing/2014/main" id="{19C596CA-23A9-4042-805B-FA9BDF60CF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5375276"/>
                        <a:ext cx="5445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5" name="对象 101384">
            <a:extLst>
              <a:ext uri="{FF2B5EF4-FFF2-40B4-BE49-F238E27FC236}">
                <a16:creationId xmlns:a16="http://schemas.microsoft.com/office/drawing/2014/main" id="{37A6B569-D2B1-4BE4-AE16-7C85F83B5010}"/>
              </a:ext>
            </a:extLst>
          </p:cNvPr>
          <p:cNvGraphicFramePr>
            <a:graphicFrameLocks/>
          </p:cNvGraphicFramePr>
          <p:nvPr/>
        </p:nvGraphicFramePr>
        <p:xfrm>
          <a:off x="8391526" y="3975100"/>
          <a:ext cx="13620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83947" imgH="418918" progId="Equation.3">
                  <p:embed/>
                </p:oleObj>
              </mc:Choice>
              <mc:Fallback>
                <p:oleObj r:id="rId10" imgW="583947" imgH="418918" progId="Equation.3">
                  <p:embed/>
                  <p:pic>
                    <p:nvPicPr>
                      <p:cNvPr id="101385" name="对象 101384">
                        <a:extLst>
                          <a:ext uri="{FF2B5EF4-FFF2-40B4-BE49-F238E27FC236}">
                            <a16:creationId xmlns:a16="http://schemas.microsoft.com/office/drawing/2014/main" id="{37A6B569-D2B1-4BE4-AE16-7C85F83B50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1526" y="3975100"/>
                        <a:ext cx="13620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1" name="矩形 101390">
            <a:extLst>
              <a:ext uri="{FF2B5EF4-FFF2-40B4-BE49-F238E27FC236}">
                <a16:creationId xmlns:a16="http://schemas.microsoft.com/office/drawing/2014/main" id="{AEB271C7-EEE2-49E6-A1AD-231B0AD6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61937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是否把极限</a:t>
            </a:r>
          </a:p>
        </p:txBody>
      </p:sp>
      <p:sp>
        <p:nvSpPr>
          <p:cNvPr id="101392" name="矩形 101391">
            <a:extLst>
              <a:ext uri="{FF2B5EF4-FFF2-40B4-BE49-F238E27FC236}">
                <a16:creationId xmlns:a16="http://schemas.microsoft.com/office/drawing/2014/main" id="{F42BFE11-3A1D-44AE-A1C8-84EBB69A0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088" y="296862"/>
            <a:ext cx="1608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理解为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1393" name="矩形 101392">
            <a:extLst>
              <a:ext uri="{FF2B5EF4-FFF2-40B4-BE49-F238E27FC236}">
                <a16:creationId xmlns:a16="http://schemas.microsoft.com/office/drawing/2014/main" id="{673CA571-996C-47DF-959C-5D9067DC2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884" y="1405162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</a:rPr>
              <a:t>先求</a:t>
            </a:r>
          </a:p>
        </p:txBody>
      </p:sp>
      <p:graphicFrame>
        <p:nvGraphicFramePr>
          <p:cNvPr id="101394" name="对象 101393">
            <a:extLst>
              <a:ext uri="{FF2B5EF4-FFF2-40B4-BE49-F238E27FC236}">
                <a16:creationId xmlns:a16="http://schemas.microsoft.com/office/drawing/2014/main" id="{D6A6A3F6-F290-4360-8F03-6227CD86C3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8807419"/>
              </p:ext>
            </p:extLst>
          </p:nvPr>
        </p:nvGraphicFramePr>
        <p:xfrm>
          <a:off x="3319084" y="1506761"/>
          <a:ext cx="109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91726" imgH="431613" progId="Equation.3">
                  <p:embed/>
                </p:oleObj>
              </mc:Choice>
              <mc:Fallback>
                <p:oleObj r:id="rId12" imgW="1091726" imgH="431613" progId="Equation.3">
                  <p:embed/>
                  <p:pic>
                    <p:nvPicPr>
                      <p:cNvPr id="101394" name="对象 101393">
                        <a:extLst>
                          <a:ext uri="{FF2B5EF4-FFF2-40B4-BE49-F238E27FC236}">
                            <a16:creationId xmlns:a16="http://schemas.microsoft.com/office/drawing/2014/main" id="{D6A6A3F6-F290-4360-8F03-6227CD86C3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084" y="1506761"/>
                        <a:ext cx="109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5" name="矩形 101394">
            <a:extLst>
              <a:ext uri="{FF2B5EF4-FFF2-40B4-BE49-F238E27FC236}">
                <a16:creationId xmlns:a16="http://schemas.microsoft.com/office/drawing/2014/main" id="{0EF7AE3A-8FB7-4E73-88E9-19E0ED00F91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653084" y="1848075"/>
            <a:ext cx="228600" cy="7000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altLang="zh-CN" sz="3600"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101396" name="矩形 101395">
            <a:extLst>
              <a:ext uri="{FF2B5EF4-FFF2-40B4-BE49-F238E27FC236}">
                <a16:creationId xmlns:a16="http://schemas.microsoft.com/office/drawing/2014/main" id="{04DBB0D5-341B-4532-A32A-63878648B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310" y="1419449"/>
            <a:ext cx="1628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的极</a:t>
            </a:r>
            <a:r>
              <a:rPr lang="zh-CN" altLang="en-US" sz="2800" b="1">
                <a:latin typeface="Times New Roman" panose="02020603050405020304" pitchFamily="18" charset="0"/>
              </a:rPr>
              <a:t>限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01397" name="矩形 101396">
            <a:extLst>
              <a:ext uri="{FF2B5EF4-FFF2-40B4-BE49-F238E27FC236}">
                <a16:creationId xmlns:a16="http://schemas.microsoft.com/office/drawing/2014/main" id="{BA23F782-FB2E-4CAE-8535-3EDE89DE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984" y="1405162"/>
            <a:ext cx="118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</a:rPr>
              <a:t>再求</a:t>
            </a:r>
          </a:p>
        </p:txBody>
      </p:sp>
      <p:graphicFrame>
        <p:nvGraphicFramePr>
          <p:cNvPr id="101398" name="对象 101397">
            <a:extLst>
              <a:ext uri="{FF2B5EF4-FFF2-40B4-BE49-F238E27FC236}">
                <a16:creationId xmlns:a16="http://schemas.microsoft.com/office/drawing/2014/main" id="{8DB3CC76-7C08-45E5-8068-6D22B65D9E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8696213"/>
              </p:ext>
            </p:extLst>
          </p:nvPr>
        </p:nvGraphicFramePr>
        <p:xfrm>
          <a:off x="6373434" y="1481361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79032" imgH="431613" progId="Equation.3">
                  <p:embed/>
                </p:oleObj>
              </mc:Choice>
              <mc:Fallback>
                <p:oleObj r:id="rId14" imgW="1079032" imgH="431613" progId="Equation.3">
                  <p:embed/>
                  <p:pic>
                    <p:nvPicPr>
                      <p:cNvPr id="101398" name="对象 101397">
                        <a:extLst>
                          <a:ext uri="{FF2B5EF4-FFF2-40B4-BE49-F238E27FC236}">
                            <a16:creationId xmlns:a16="http://schemas.microsoft.com/office/drawing/2014/main" id="{8DB3CC76-7C08-45E5-8068-6D22B65D9E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434" y="1481361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9" name="矩形 101398">
            <a:extLst>
              <a:ext uri="{FF2B5EF4-FFF2-40B4-BE49-F238E27FC236}">
                <a16:creationId xmlns:a16="http://schemas.microsoft.com/office/drawing/2014/main" id="{E14EE778-D421-4AD2-A0CC-DCF213737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310" y="1405162"/>
            <a:ext cx="1577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的极</a:t>
            </a:r>
            <a:r>
              <a:rPr lang="zh-CN" altLang="en-US" sz="2800" b="1">
                <a:latin typeface="Times New Roman" panose="02020603050405020304" pitchFamily="18" charset="0"/>
              </a:rPr>
              <a:t>限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101400" name="矩形 101399">
            <a:extLst>
              <a:ext uri="{FF2B5EF4-FFF2-40B4-BE49-F238E27FC236}">
                <a16:creationId xmlns:a16="http://schemas.microsoft.com/office/drawing/2014/main" id="{3AF6DE63-25B1-4287-94CB-7540FD05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084" y="1343249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或者</a:t>
            </a:r>
          </a:p>
        </p:txBody>
      </p:sp>
      <p:sp>
        <p:nvSpPr>
          <p:cNvPr id="101401" name="矩形 101400">
            <a:extLst>
              <a:ext uri="{FF2B5EF4-FFF2-40B4-BE49-F238E27FC236}">
                <a16:creationId xmlns:a16="http://schemas.microsoft.com/office/drawing/2014/main" id="{223A5C83-545C-427B-839F-6984E9AD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884" y="1952849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</a:rPr>
              <a:t>先求</a:t>
            </a:r>
          </a:p>
        </p:txBody>
      </p:sp>
      <p:graphicFrame>
        <p:nvGraphicFramePr>
          <p:cNvPr id="101402" name="对象 101401">
            <a:extLst>
              <a:ext uri="{FF2B5EF4-FFF2-40B4-BE49-F238E27FC236}">
                <a16:creationId xmlns:a16="http://schemas.microsoft.com/office/drawing/2014/main" id="{D79A43B3-4880-43E9-8D32-F7CA3B895D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834284"/>
              </p:ext>
            </p:extLst>
          </p:nvPr>
        </p:nvGraphicFramePr>
        <p:xfrm>
          <a:off x="3306384" y="2014761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79032" imgH="431613" progId="Equation.3">
                  <p:embed/>
                </p:oleObj>
              </mc:Choice>
              <mc:Fallback>
                <p:oleObj r:id="rId16" imgW="1079032" imgH="431613" progId="Equation.3">
                  <p:embed/>
                  <p:pic>
                    <p:nvPicPr>
                      <p:cNvPr id="101402" name="对象 101401">
                        <a:extLst>
                          <a:ext uri="{FF2B5EF4-FFF2-40B4-BE49-F238E27FC236}">
                            <a16:creationId xmlns:a16="http://schemas.microsoft.com/office/drawing/2014/main" id="{D79A43B3-4880-43E9-8D32-F7CA3B895D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384" y="2014761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3" name="矩形 101402">
            <a:extLst>
              <a:ext uri="{FF2B5EF4-FFF2-40B4-BE49-F238E27FC236}">
                <a16:creationId xmlns:a16="http://schemas.microsoft.com/office/drawing/2014/main" id="{460F8FD6-D75C-4FFE-AC85-50997266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685" y="1952849"/>
            <a:ext cx="1628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的极</a:t>
            </a:r>
            <a:r>
              <a:rPr lang="zh-CN" altLang="en-US" sz="2800" b="1">
                <a:latin typeface="Times New Roman" panose="02020603050405020304" pitchFamily="18" charset="0"/>
              </a:rPr>
              <a:t>限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01404" name="矩形 101403">
            <a:extLst>
              <a:ext uri="{FF2B5EF4-FFF2-40B4-BE49-F238E27FC236}">
                <a16:creationId xmlns:a16="http://schemas.microsoft.com/office/drawing/2014/main" id="{F069B462-7F78-4553-9820-2A6514DC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984" y="1938562"/>
            <a:ext cx="118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</a:rPr>
              <a:t>再求</a:t>
            </a:r>
          </a:p>
        </p:txBody>
      </p:sp>
      <p:graphicFrame>
        <p:nvGraphicFramePr>
          <p:cNvPr id="101405" name="对象 101404">
            <a:extLst>
              <a:ext uri="{FF2B5EF4-FFF2-40B4-BE49-F238E27FC236}">
                <a16:creationId xmlns:a16="http://schemas.microsoft.com/office/drawing/2014/main" id="{57D175C5-AF6E-4E58-A972-668722EAFD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4190707"/>
              </p:ext>
            </p:extLst>
          </p:nvPr>
        </p:nvGraphicFramePr>
        <p:xfrm>
          <a:off x="6367084" y="2014761"/>
          <a:ext cx="109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91726" imgH="431613" progId="Equation.3">
                  <p:embed/>
                </p:oleObj>
              </mc:Choice>
              <mc:Fallback>
                <p:oleObj r:id="rId12" imgW="1091726" imgH="431613" progId="Equation.3">
                  <p:embed/>
                  <p:pic>
                    <p:nvPicPr>
                      <p:cNvPr id="101405" name="对象 101404">
                        <a:extLst>
                          <a:ext uri="{FF2B5EF4-FFF2-40B4-BE49-F238E27FC236}">
                            <a16:creationId xmlns:a16="http://schemas.microsoft.com/office/drawing/2014/main" id="{57D175C5-AF6E-4E58-A972-668722EAFD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084" y="2014761"/>
                        <a:ext cx="109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6" name="矩形 101405">
            <a:extLst>
              <a:ext uri="{FF2B5EF4-FFF2-40B4-BE49-F238E27FC236}">
                <a16:creationId xmlns:a16="http://schemas.microsoft.com/office/drawing/2014/main" id="{478A5610-62DF-433C-9301-880ECC28C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310" y="1952849"/>
            <a:ext cx="178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的极</a:t>
            </a:r>
            <a:r>
              <a:rPr lang="zh-CN" altLang="en-US" sz="2800" b="1">
                <a:latin typeface="Times New Roman" panose="02020603050405020304" pitchFamily="18" charset="0"/>
              </a:rPr>
              <a:t>限</a:t>
            </a:r>
          </a:p>
        </p:txBody>
      </p:sp>
      <p:sp>
        <p:nvSpPr>
          <p:cNvPr id="43033" name="矩形 101406">
            <a:extLst>
              <a:ext uri="{FF2B5EF4-FFF2-40B4-BE49-F238E27FC236}">
                <a16:creationId xmlns:a16="http://schemas.microsoft.com/office/drawing/2014/main" id="{B96C26B9-72FE-41E5-BCD8-01365E1504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1424" y="220661"/>
            <a:ext cx="685800" cy="6858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思考</a:t>
            </a:r>
          </a:p>
        </p:txBody>
      </p:sp>
      <p:sp>
        <p:nvSpPr>
          <p:cNvPr id="101408" name="矩形 101407">
            <a:extLst>
              <a:ext uri="{FF2B5EF4-FFF2-40B4-BE49-F238E27FC236}">
                <a16:creationId xmlns:a16="http://schemas.microsoft.com/office/drawing/2014/main" id="{0753B3D9-DA3A-44E1-A71F-D9CB643B4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138488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</a:rPr>
              <a:t>研究</a:t>
            </a:r>
          </a:p>
        </p:txBody>
      </p:sp>
      <p:grpSp>
        <p:nvGrpSpPr>
          <p:cNvPr id="101409" name="组合 101408">
            <a:extLst>
              <a:ext uri="{FF2B5EF4-FFF2-40B4-BE49-F238E27FC236}">
                <a16:creationId xmlns:a16="http://schemas.microsoft.com/office/drawing/2014/main" id="{2B19503C-EFA3-4DD7-B4D0-A72A2E9674BB}"/>
              </a:ext>
            </a:extLst>
          </p:cNvPr>
          <p:cNvGrpSpPr>
            <a:grpSpLocks/>
          </p:cNvGrpSpPr>
          <p:nvPr/>
        </p:nvGrpSpPr>
        <p:grpSpPr bwMode="auto">
          <a:xfrm>
            <a:off x="8547213" y="2878932"/>
            <a:ext cx="1828800" cy="519112"/>
            <a:chOff x="4368" y="2121"/>
            <a:chExt cx="1152" cy="327"/>
          </a:xfrm>
        </p:grpSpPr>
        <p:sp>
          <p:nvSpPr>
            <p:cNvPr id="43036" name="圆角矩形标注 101409">
              <a:extLst>
                <a:ext uri="{FF2B5EF4-FFF2-40B4-BE49-F238E27FC236}">
                  <a16:creationId xmlns:a16="http://schemas.microsoft.com/office/drawing/2014/main" id="{1C97B760-D2CD-4EDB-BC67-D1D9F546D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160"/>
              <a:ext cx="1008" cy="288"/>
            </a:xfrm>
            <a:prstGeom prst="wedgeRoundRectCallout">
              <a:avLst>
                <a:gd name="adj1" fmla="val -62102"/>
                <a:gd name="adj2" fmla="val -153472"/>
                <a:gd name="adj3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00FFFF"/>
                </a:gs>
              </a:gsLst>
              <a:lin ang="2700000" scaled="1"/>
            </a:gra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37" name="文本框 101410">
              <a:extLst>
                <a:ext uri="{FF2B5EF4-FFF2-40B4-BE49-F238E27FC236}">
                  <a16:creationId xmlns:a16="http://schemas.microsoft.com/office/drawing/2014/main" id="{98B1E171-82EB-49FD-A902-038CCAE4E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121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累次极限</a:t>
              </a:r>
            </a:p>
          </p:txBody>
        </p:sp>
      </p:grpSp>
      <p:graphicFrame>
        <p:nvGraphicFramePr>
          <p:cNvPr id="101412" name="对象 101411">
            <a:extLst>
              <a:ext uri="{FF2B5EF4-FFF2-40B4-BE49-F238E27FC236}">
                <a16:creationId xmlns:a16="http://schemas.microsoft.com/office/drawing/2014/main" id="{2BE46938-CC55-4940-9727-68B00FDC831C}"/>
              </a:ext>
            </a:extLst>
          </p:cNvPr>
          <p:cNvGraphicFramePr>
            <a:graphicFrameLocks/>
          </p:cNvGraphicFramePr>
          <p:nvPr/>
        </p:nvGraphicFramePr>
        <p:xfrm>
          <a:off x="3352801" y="4267201"/>
          <a:ext cx="19097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891479" imgH="431613" progId="Equation.3">
                  <p:embed/>
                </p:oleObj>
              </mc:Choice>
              <mc:Fallback>
                <p:oleObj r:id="rId18" imgW="1891479" imgH="431613" progId="Equation.3">
                  <p:embed/>
                  <p:pic>
                    <p:nvPicPr>
                      <p:cNvPr id="101412" name="对象 101411">
                        <a:extLst>
                          <a:ext uri="{FF2B5EF4-FFF2-40B4-BE49-F238E27FC236}">
                            <a16:creationId xmlns:a16="http://schemas.microsoft.com/office/drawing/2014/main" id="{2BE46938-CC55-4940-9727-68B00FDC831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4267201"/>
                        <a:ext cx="19097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13" name="文本框 101412">
            <a:extLst>
              <a:ext uri="{FF2B5EF4-FFF2-40B4-BE49-F238E27FC236}">
                <a16:creationId xmlns:a16="http://schemas.microsoft.com/office/drawing/2014/main" id="{6902E7BA-0819-4EC7-BC7D-4AD4041F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525" y="41910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101414" name="对象 101413">
            <a:extLst>
              <a:ext uri="{FF2B5EF4-FFF2-40B4-BE49-F238E27FC236}">
                <a16:creationId xmlns:a16="http://schemas.microsoft.com/office/drawing/2014/main" id="{A07226C4-E39A-4DDA-8771-A2E542356AEE}"/>
              </a:ext>
            </a:extLst>
          </p:cNvPr>
          <p:cNvGraphicFramePr>
            <a:graphicFrameLocks/>
          </p:cNvGraphicFramePr>
          <p:nvPr/>
        </p:nvGraphicFramePr>
        <p:xfrm>
          <a:off x="6477000" y="5486401"/>
          <a:ext cx="4572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469492" imgH="304536" progId="Equation.3">
                  <p:embed/>
                </p:oleObj>
              </mc:Choice>
              <mc:Fallback>
                <p:oleObj r:id="rId20" imgW="469492" imgH="304536" progId="Equation.3">
                  <p:embed/>
                  <p:pic>
                    <p:nvPicPr>
                      <p:cNvPr id="101414" name="对象 101413">
                        <a:extLst>
                          <a:ext uri="{FF2B5EF4-FFF2-40B4-BE49-F238E27FC236}">
                            <a16:creationId xmlns:a16="http://schemas.microsoft.com/office/drawing/2014/main" id="{A07226C4-E39A-4DDA-8771-A2E542356A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486401"/>
                        <a:ext cx="4572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15" name="文本框 101414">
            <a:extLst>
              <a:ext uri="{FF2B5EF4-FFF2-40B4-BE49-F238E27FC236}">
                <a16:creationId xmlns:a16="http://schemas.microsoft.com/office/drawing/2014/main" id="{68F12660-5667-4872-A37B-E1B757A96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3340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101416" name="对象 101415">
            <a:extLst>
              <a:ext uri="{FF2B5EF4-FFF2-40B4-BE49-F238E27FC236}">
                <a16:creationId xmlns:a16="http://schemas.microsoft.com/office/drawing/2014/main" id="{959CEA84-668A-4794-AF62-4540ABD078F4}"/>
              </a:ext>
            </a:extLst>
          </p:cNvPr>
          <p:cNvGraphicFramePr>
            <a:graphicFrameLocks/>
          </p:cNvGraphicFramePr>
          <p:nvPr/>
        </p:nvGraphicFramePr>
        <p:xfrm>
          <a:off x="4419600" y="5105401"/>
          <a:ext cx="2071688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031118" imgH="1002865" progId="Equation.3">
                  <p:embed/>
                </p:oleObj>
              </mc:Choice>
              <mc:Fallback>
                <p:oleObj r:id="rId22" imgW="2031118" imgH="1002865" progId="Equation.3">
                  <p:embed/>
                  <p:pic>
                    <p:nvPicPr>
                      <p:cNvPr id="101416" name="对象 101415">
                        <a:extLst>
                          <a:ext uri="{FF2B5EF4-FFF2-40B4-BE49-F238E27FC236}">
                            <a16:creationId xmlns:a16="http://schemas.microsoft.com/office/drawing/2014/main" id="{959CEA84-668A-4794-AF62-4540ABD078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105401"/>
                        <a:ext cx="2071688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17" name="对象 101416">
            <a:extLst>
              <a:ext uri="{FF2B5EF4-FFF2-40B4-BE49-F238E27FC236}">
                <a16:creationId xmlns:a16="http://schemas.microsoft.com/office/drawing/2014/main" id="{A2757D35-8616-4836-87D3-665215F02C18}"/>
              </a:ext>
            </a:extLst>
          </p:cNvPr>
          <p:cNvGraphicFramePr>
            <a:graphicFrameLocks/>
          </p:cNvGraphicFramePr>
          <p:nvPr/>
        </p:nvGraphicFramePr>
        <p:xfrm>
          <a:off x="5334000" y="4276726"/>
          <a:ext cx="8969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889000" imgH="368300" progId="Equation.3">
                  <p:embed/>
                </p:oleObj>
              </mc:Choice>
              <mc:Fallback>
                <p:oleObj r:id="rId24" imgW="889000" imgH="368300" progId="Equation.3">
                  <p:embed/>
                  <p:pic>
                    <p:nvPicPr>
                      <p:cNvPr id="101417" name="对象 101416">
                        <a:extLst>
                          <a:ext uri="{FF2B5EF4-FFF2-40B4-BE49-F238E27FC236}">
                            <a16:creationId xmlns:a16="http://schemas.microsoft.com/office/drawing/2014/main" id="{A2757D35-8616-4836-87D3-665215F02C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276726"/>
                        <a:ext cx="8969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5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0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0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3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  <p:bldP spid="101382" grpId="0"/>
      <p:bldP spid="101391" grpId="0"/>
      <p:bldP spid="101392" grpId="0"/>
      <p:bldP spid="101393" grpId="0"/>
      <p:bldP spid="101396" grpId="0"/>
      <p:bldP spid="101397" grpId="0"/>
      <p:bldP spid="101399" grpId="0"/>
      <p:bldP spid="101400" grpId="0"/>
      <p:bldP spid="101401" grpId="0"/>
      <p:bldP spid="101403" grpId="0"/>
      <p:bldP spid="101404" grpId="0"/>
      <p:bldP spid="101406" grpId="0"/>
      <p:bldP spid="101408" grpId="0"/>
      <p:bldP spid="101413" grpId="0"/>
      <p:bldP spid="1014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文本框 102401">
            <a:extLst>
              <a:ext uri="{FF2B5EF4-FFF2-40B4-BE49-F238E27FC236}">
                <a16:creationId xmlns:a16="http://schemas.microsoft.com/office/drawing/2014/main" id="{6B05A6A2-4464-4E2A-954F-566B88125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111" y="526531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 (2) </a:t>
            </a:r>
            <a:r>
              <a:rPr lang="zh-CN" altLang="en-US" sz="2800" b="1">
                <a:latin typeface="Times New Roman" panose="02020603050405020304" pitchFamily="18" charset="0"/>
              </a:rPr>
              <a:t>同理</a:t>
            </a:r>
            <a:r>
              <a:rPr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2403" name="文本框 102402">
            <a:extLst>
              <a:ext uri="{FF2B5EF4-FFF2-40B4-BE49-F238E27FC236}">
                <a16:creationId xmlns:a16="http://schemas.microsoft.com/office/drawing/2014/main" id="{8D2E2EAA-D625-4BCD-82EF-55BCB37CE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649" y="2215632"/>
            <a:ext cx="73914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</a:t>
            </a:r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latin typeface="Times New Roman" panose="02020603050405020304" pitchFamily="18" charset="0"/>
              </a:rPr>
              <a:t>再来分析当点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zh-CN" altLang="zh-CN" sz="2800" b="1">
                <a:latin typeface="Times New Roman" panose="02020603050405020304" pitchFamily="18" charset="0"/>
              </a:rPr>
              <a:t>)沿过原点的直线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02404" name="文本框 102403">
            <a:extLst>
              <a:ext uri="{FF2B5EF4-FFF2-40B4-BE49-F238E27FC236}">
                <a16:creationId xmlns:a16="http://schemas.microsoft.com/office/drawing/2014/main" id="{F2957C22-6A90-45F6-B2DD-C94DC5D91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374" y="4720706"/>
            <a:ext cx="1219200" cy="83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因此</a:t>
            </a:r>
            <a:endParaRPr lang="zh-CN" altLang="en-US" sz="24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Wingdings" panose="05000000000000000000" pitchFamily="2" charset="2"/>
              </a:rPr>
              <a:t>       </a:t>
            </a:r>
          </a:p>
        </p:txBody>
      </p:sp>
      <p:graphicFrame>
        <p:nvGraphicFramePr>
          <p:cNvPr id="102405" name="对象 102404">
            <a:extLst>
              <a:ext uri="{FF2B5EF4-FFF2-40B4-BE49-F238E27FC236}">
                <a16:creationId xmlns:a16="http://schemas.microsoft.com/office/drawing/2014/main" id="{D05FA62B-654E-4545-A020-CBAF4B47A5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158398"/>
              </p:ext>
            </p:extLst>
          </p:nvPr>
        </p:nvGraphicFramePr>
        <p:xfrm>
          <a:off x="2766887" y="1220269"/>
          <a:ext cx="33051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62484" imgH="1002865" progId="Equation.3">
                  <p:embed/>
                </p:oleObj>
              </mc:Choice>
              <mc:Fallback>
                <p:oleObj r:id="rId2" imgW="3262484" imgH="1002865" progId="Equation.3">
                  <p:embed/>
                  <p:pic>
                    <p:nvPicPr>
                      <p:cNvPr id="102405" name="对象 102404">
                        <a:extLst>
                          <a:ext uri="{FF2B5EF4-FFF2-40B4-BE49-F238E27FC236}">
                            <a16:creationId xmlns:a16="http://schemas.microsoft.com/office/drawing/2014/main" id="{D05FA62B-654E-4545-A020-CBAF4B47A5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887" y="1220269"/>
                        <a:ext cx="330517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对象 102405">
            <a:extLst>
              <a:ext uri="{FF2B5EF4-FFF2-40B4-BE49-F238E27FC236}">
                <a16:creationId xmlns:a16="http://schemas.microsoft.com/office/drawing/2014/main" id="{84AADFB1-6BDE-4079-B9D5-D08C64F66D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241843"/>
              </p:ext>
            </p:extLst>
          </p:nvPr>
        </p:nvGraphicFramePr>
        <p:xfrm>
          <a:off x="2238250" y="3353868"/>
          <a:ext cx="1939925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364" imgH="495085" progId="Equation.3">
                  <p:embed/>
                </p:oleObj>
              </mc:Choice>
              <mc:Fallback>
                <p:oleObj r:id="rId4" imgW="774364" imgH="495085" progId="Equation.3">
                  <p:embed/>
                  <p:pic>
                    <p:nvPicPr>
                      <p:cNvPr id="102406" name="对象 102405">
                        <a:extLst>
                          <a:ext uri="{FF2B5EF4-FFF2-40B4-BE49-F238E27FC236}">
                            <a16:creationId xmlns:a16="http://schemas.microsoft.com/office/drawing/2014/main" id="{84AADFB1-6BDE-4079-B9D5-D08C64F66D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250" y="3353868"/>
                        <a:ext cx="1939925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对象 102406">
            <a:extLst>
              <a:ext uri="{FF2B5EF4-FFF2-40B4-BE49-F238E27FC236}">
                <a16:creationId xmlns:a16="http://schemas.microsoft.com/office/drawing/2014/main" id="{659DC252-BFBE-4E09-8DD5-0B7BCF8E8B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0989958"/>
              </p:ext>
            </p:extLst>
          </p:nvPr>
        </p:nvGraphicFramePr>
        <p:xfrm>
          <a:off x="4143249" y="3353869"/>
          <a:ext cx="29654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418918" progId="Equation.3">
                  <p:embed/>
                </p:oleObj>
              </mc:Choice>
              <mc:Fallback>
                <p:oleObj r:id="rId6" imgW="1180588" imgH="418918" progId="Equation.3">
                  <p:embed/>
                  <p:pic>
                    <p:nvPicPr>
                      <p:cNvPr id="102407" name="对象 102406">
                        <a:extLst>
                          <a:ext uri="{FF2B5EF4-FFF2-40B4-BE49-F238E27FC236}">
                            <a16:creationId xmlns:a16="http://schemas.microsoft.com/office/drawing/2014/main" id="{659DC252-BFBE-4E09-8DD5-0B7BCF8E8B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249" y="3353869"/>
                        <a:ext cx="29654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对象 102407">
            <a:extLst>
              <a:ext uri="{FF2B5EF4-FFF2-40B4-BE49-F238E27FC236}">
                <a16:creationId xmlns:a16="http://schemas.microsoft.com/office/drawing/2014/main" id="{8451A42E-C954-46FF-804C-C2E1398512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092566"/>
              </p:ext>
            </p:extLst>
          </p:nvPr>
        </p:nvGraphicFramePr>
        <p:xfrm>
          <a:off x="7038850" y="3430068"/>
          <a:ext cx="12604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58800" imgH="419100" progId="Equation.3">
                  <p:embed/>
                </p:oleObj>
              </mc:Choice>
              <mc:Fallback>
                <p:oleObj r:id="rId8" imgW="558800" imgH="419100" progId="Equation.3">
                  <p:embed/>
                  <p:pic>
                    <p:nvPicPr>
                      <p:cNvPr id="102408" name="对象 102407">
                        <a:extLst>
                          <a:ext uri="{FF2B5EF4-FFF2-40B4-BE49-F238E27FC236}">
                            <a16:creationId xmlns:a16="http://schemas.microsoft.com/office/drawing/2014/main" id="{8451A42E-C954-46FF-804C-C2E1398512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850" y="3430068"/>
                        <a:ext cx="126047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对象 102408">
            <a:extLst>
              <a:ext uri="{FF2B5EF4-FFF2-40B4-BE49-F238E27FC236}">
                <a16:creationId xmlns:a16="http://schemas.microsoft.com/office/drawing/2014/main" id="{62D7F42D-BF9D-4910-9F26-9BD3CE23C7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035659"/>
              </p:ext>
            </p:extLst>
          </p:nvPr>
        </p:nvGraphicFramePr>
        <p:xfrm>
          <a:off x="3036762" y="4711182"/>
          <a:ext cx="182721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48975" imgH="380835" progId="Equation.3">
                  <p:embed/>
                </p:oleObj>
              </mc:Choice>
              <mc:Fallback>
                <p:oleObj r:id="rId10" imgW="748975" imgH="380835" progId="Equation.3">
                  <p:embed/>
                  <p:pic>
                    <p:nvPicPr>
                      <p:cNvPr id="102409" name="对象 102408">
                        <a:extLst>
                          <a:ext uri="{FF2B5EF4-FFF2-40B4-BE49-F238E27FC236}">
                            <a16:creationId xmlns:a16="http://schemas.microsoft.com/office/drawing/2014/main" id="{62D7F42D-BF9D-4910-9F26-9BD3CE23C7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762" y="4711182"/>
                        <a:ext cx="182721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0" name="矩形 102409">
            <a:extLst>
              <a:ext uri="{FF2B5EF4-FFF2-40B4-BE49-F238E27FC236}">
                <a16:creationId xmlns:a16="http://schemas.microsoft.com/office/drawing/2014/main" id="{692E7B6B-BB55-434A-B9F8-77EC7286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936" y="4725469"/>
            <a:ext cx="1722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不存在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02416" name="矩形 102415">
            <a:extLst>
              <a:ext uri="{FF2B5EF4-FFF2-40B4-BE49-F238E27FC236}">
                <a16:creationId xmlns:a16="http://schemas.microsoft.com/office/drawing/2014/main" id="{D644366C-3A72-4142-A89D-AC4BE448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311" y="512244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对任意的</a:t>
            </a:r>
          </a:p>
        </p:txBody>
      </p:sp>
      <p:sp>
        <p:nvSpPr>
          <p:cNvPr id="102417" name="文本框 102416">
            <a:extLst>
              <a:ext uri="{FF2B5EF4-FFF2-40B4-BE49-F238E27FC236}">
                <a16:creationId xmlns:a16="http://schemas.microsoft.com/office/drawing/2014/main" id="{60DFE6CF-C069-4A57-83C7-DF6B1039B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661" y="1386956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44044" name="对象 102417">
            <a:extLst>
              <a:ext uri="{FF2B5EF4-FFF2-40B4-BE49-F238E27FC236}">
                <a16:creationId xmlns:a16="http://schemas.microsoft.com/office/drawing/2014/main" id="{21DA5ECA-361C-4E2D-AC27-C4A8056F04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6440277"/>
              </p:ext>
            </p:extLst>
          </p:nvPr>
        </p:nvGraphicFramePr>
        <p:xfrm>
          <a:off x="6937249" y="285231"/>
          <a:ext cx="27305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67893" imgH="444307" progId="Equation.3">
                  <p:embed/>
                </p:oleObj>
              </mc:Choice>
              <mc:Fallback>
                <p:oleObj r:id="rId12" imgW="1167893" imgH="444307" progId="Equation.3">
                  <p:embed/>
                  <p:pic>
                    <p:nvPicPr>
                      <p:cNvPr id="44044" name="对象 102417">
                        <a:extLst>
                          <a:ext uri="{FF2B5EF4-FFF2-40B4-BE49-F238E27FC236}">
                            <a16:creationId xmlns:a16="http://schemas.microsoft.com/office/drawing/2014/main" id="{21DA5ECA-361C-4E2D-AC27-C4A8056F04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249" y="285231"/>
                        <a:ext cx="2730500" cy="10334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9" name="矩形 102418">
            <a:extLst>
              <a:ext uri="{FF2B5EF4-FFF2-40B4-BE49-F238E27FC236}">
                <a16:creationId xmlns:a16="http://schemas.microsoft.com/office/drawing/2014/main" id="{3C22EB36-8F0E-4B7D-9DB3-C8A12968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125" y="2820469"/>
            <a:ext cx="2092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800" b="1">
                <a:latin typeface="Times New Roman" panose="02020603050405020304" pitchFamily="18" charset="0"/>
              </a:rPr>
              <a:t>趋向于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102420" name="对象 102419">
            <a:extLst>
              <a:ext uri="{FF2B5EF4-FFF2-40B4-BE49-F238E27FC236}">
                <a16:creationId xmlns:a16="http://schemas.microsoft.com/office/drawing/2014/main" id="{B78B5100-86A9-4A0B-A02E-71A45558E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4695768"/>
              </p:ext>
            </p:extLst>
          </p:nvPr>
        </p:nvGraphicFramePr>
        <p:xfrm>
          <a:off x="7724649" y="2363268"/>
          <a:ext cx="99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90170" imgH="393529" progId="Equation.3">
                  <p:embed/>
                </p:oleObj>
              </mc:Choice>
              <mc:Fallback>
                <p:oleObj r:id="rId14" imgW="990170" imgH="393529" progId="Equation.3">
                  <p:embed/>
                  <p:pic>
                    <p:nvPicPr>
                      <p:cNvPr id="102420" name="对象 102419">
                        <a:extLst>
                          <a:ext uri="{FF2B5EF4-FFF2-40B4-BE49-F238E27FC236}">
                            <a16:creationId xmlns:a16="http://schemas.microsoft.com/office/drawing/2014/main" id="{B78B5100-86A9-4A0B-A02E-71A45558E7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649" y="2363268"/>
                        <a:ext cx="99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1" name="对象 102420">
            <a:extLst>
              <a:ext uri="{FF2B5EF4-FFF2-40B4-BE49-F238E27FC236}">
                <a16:creationId xmlns:a16="http://schemas.microsoft.com/office/drawing/2014/main" id="{184B354C-9DE9-4FF7-9FD4-FA70E97A9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68038"/>
              </p:ext>
            </p:extLst>
          </p:nvPr>
        </p:nvGraphicFramePr>
        <p:xfrm>
          <a:off x="4592511" y="610669"/>
          <a:ext cx="884238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875920" imgH="393529" progId="Equation.3">
                  <p:embed/>
                </p:oleObj>
              </mc:Choice>
              <mc:Fallback>
                <p:oleObj r:id="rId16" imgW="875920" imgH="393529" progId="Equation.3">
                  <p:embed/>
                  <p:pic>
                    <p:nvPicPr>
                      <p:cNvPr id="102421" name="对象 102420">
                        <a:extLst>
                          <a:ext uri="{FF2B5EF4-FFF2-40B4-BE49-F238E27FC236}">
                            <a16:creationId xmlns:a16="http://schemas.microsoft.com/office/drawing/2014/main" id="{184B354C-9DE9-4FF7-9FD4-FA70E97A94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511" y="610669"/>
                        <a:ext cx="884238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2" name="矩形 102421">
            <a:extLst>
              <a:ext uri="{FF2B5EF4-FFF2-40B4-BE49-F238E27FC236}">
                <a16:creationId xmlns:a16="http://schemas.microsoft.com/office/drawing/2014/main" id="{AE1F81DD-5667-4069-A53F-7FCEC6CC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049" y="2820469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800" b="1">
                <a:latin typeface="Times New Roman" panose="02020603050405020304" pitchFamily="18" charset="0"/>
              </a:rPr>
              <a:t>有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102423" name="对象 102422">
            <a:extLst>
              <a:ext uri="{FF2B5EF4-FFF2-40B4-BE49-F238E27FC236}">
                <a16:creationId xmlns:a16="http://schemas.microsoft.com/office/drawing/2014/main" id="{9ECC8991-5BEE-4A73-969E-F39301F61F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994045"/>
              </p:ext>
            </p:extLst>
          </p:nvPr>
        </p:nvGraphicFramePr>
        <p:xfrm>
          <a:off x="3266949" y="2896668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723586" imgH="393529" progId="Equation.3">
                  <p:embed/>
                </p:oleObj>
              </mc:Choice>
              <mc:Fallback>
                <p:oleObj r:id="rId18" imgW="723586" imgH="393529" progId="Equation.3">
                  <p:embed/>
                  <p:pic>
                    <p:nvPicPr>
                      <p:cNvPr id="102423" name="对象 102422">
                        <a:extLst>
                          <a:ext uri="{FF2B5EF4-FFF2-40B4-BE49-F238E27FC236}">
                            <a16:creationId xmlns:a16="http://schemas.microsoft.com/office/drawing/2014/main" id="{9ECC8991-5BEE-4A73-969E-F39301F61F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949" y="2896668"/>
                        <a:ext cx="723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4" name="矩形 102423">
            <a:extLst>
              <a:ext uri="{FF2B5EF4-FFF2-40B4-BE49-F238E27FC236}">
                <a16:creationId xmlns:a16="http://schemas.microsoft.com/office/drawing/2014/main" id="{B4936581-D8D3-4827-A273-909668841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849" y="283475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800" b="1">
                <a:latin typeface="Times New Roman" panose="02020603050405020304" pitchFamily="18" charset="0"/>
              </a:rPr>
              <a:t>时,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/>
      <p:bldP spid="102404" grpId="0"/>
      <p:bldP spid="102410" grpId="0"/>
      <p:bldP spid="102416" grpId="0"/>
      <p:bldP spid="102417" grpId="0"/>
      <p:bldP spid="102419" grpId="0"/>
      <p:bldP spid="102422" grpId="0"/>
      <p:bldP spid="1024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103425">
            <a:extLst>
              <a:ext uri="{FF2B5EF4-FFF2-40B4-BE49-F238E27FC236}">
                <a16:creationId xmlns:a16="http://schemas.microsoft.com/office/drawing/2014/main" id="{1E0E7797-36D4-4AD7-BD48-E18886C5A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445" y="3947719"/>
            <a:ext cx="7010400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若三者都存在，则三个极限相等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3427" name="对象 103426">
            <a:extLst>
              <a:ext uri="{FF2B5EF4-FFF2-40B4-BE49-F238E27FC236}">
                <a16:creationId xmlns:a16="http://schemas.microsoft.com/office/drawing/2014/main" id="{27B58712-3456-419D-81D8-A02B3CA78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24223"/>
              </p:ext>
            </p:extLst>
          </p:nvPr>
        </p:nvGraphicFramePr>
        <p:xfrm>
          <a:off x="3372933" y="472682"/>
          <a:ext cx="19351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058" imgH="393529" progId="Equation.3">
                  <p:embed/>
                </p:oleObj>
              </mc:Choice>
              <mc:Fallback>
                <p:oleObj r:id="rId2" imgW="787058" imgH="393529" progId="Equation.3">
                  <p:embed/>
                  <p:pic>
                    <p:nvPicPr>
                      <p:cNvPr id="103427" name="对象 103426">
                        <a:extLst>
                          <a:ext uri="{FF2B5EF4-FFF2-40B4-BE49-F238E27FC236}">
                            <a16:creationId xmlns:a16="http://schemas.microsoft.com/office/drawing/2014/main" id="{27B58712-3456-419D-81D8-A02B3CA788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933" y="472682"/>
                        <a:ext cx="1935162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对象 103427">
            <a:extLst>
              <a:ext uri="{FF2B5EF4-FFF2-40B4-BE49-F238E27FC236}">
                <a16:creationId xmlns:a16="http://schemas.microsoft.com/office/drawing/2014/main" id="{208D48F0-794E-4406-A36F-BB6C19237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731726"/>
              </p:ext>
            </p:extLst>
          </p:nvPr>
        </p:nvGraphicFramePr>
        <p:xfrm>
          <a:off x="3699958" y="1304531"/>
          <a:ext cx="2971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05100" imgH="825500" progId="Equation.3">
                  <p:embed/>
                </p:oleObj>
              </mc:Choice>
              <mc:Fallback>
                <p:oleObj r:id="rId4" imgW="2705100" imgH="825500" progId="Equation.3">
                  <p:embed/>
                  <p:pic>
                    <p:nvPicPr>
                      <p:cNvPr id="103428" name="对象 103427">
                        <a:extLst>
                          <a:ext uri="{FF2B5EF4-FFF2-40B4-BE49-F238E27FC236}">
                            <a16:creationId xmlns:a16="http://schemas.microsoft.com/office/drawing/2014/main" id="{208D48F0-794E-4406-A36F-BB6C192373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958" y="1304531"/>
                        <a:ext cx="2971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对象 103428">
            <a:extLst>
              <a:ext uri="{FF2B5EF4-FFF2-40B4-BE49-F238E27FC236}">
                <a16:creationId xmlns:a16="http://schemas.microsoft.com/office/drawing/2014/main" id="{4FF600ED-A1F6-4F47-8EC9-994B3A0E55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3352638"/>
              </p:ext>
            </p:extLst>
          </p:nvPr>
        </p:nvGraphicFramePr>
        <p:xfrm>
          <a:off x="7190870" y="1220395"/>
          <a:ext cx="313848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31366" imgH="393529" progId="Equation.3">
                  <p:embed/>
                </p:oleObj>
              </mc:Choice>
              <mc:Fallback>
                <p:oleObj r:id="rId6" imgW="1231366" imgH="393529" progId="Equation.3">
                  <p:embed/>
                  <p:pic>
                    <p:nvPicPr>
                      <p:cNvPr id="103429" name="对象 103428">
                        <a:extLst>
                          <a:ext uri="{FF2B5EF4-FFF2-40B4-BE49-F238E27FC236}">
                            <a16:creationId xmlns:a16="http://schemas.microsoft.com/office/drawing/2014/main" id="{4FF600ED-A1F6-4F47-8EC9-994B3A0E55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0870" y="1220395"/>
                        <a:ext cx="3138488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0" name="对象 103429">
            <a:extLst>
              <a:ext uri="{FF2B5EF4-FFF2-40B4-BE49-F238E27FC236}">
                <a16:creationId xmlns:a16="http://schemas.microsoft.com/office/drawing/2014/main" id="{6DCE696B-6430-465F-8DAE-1A126F3CF2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900457"/>
              </p:ext>
            </p:extLst>
          </p:nvPr>
        </p:nvGraphicFramePr>
        <p:xfrm>
          <a:off x="3409445" y="2339581"/>
          <a:ext cx="3397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32921" imgH="393529" progId="Equation.3">
                  <p:embed/>
                </p:oleObj>
              </mc:Choice>
              <mc:Fallback>
                <p:oleObj r:id="rId8" imgW="1332921" imgH="393529" progId="Equation.3">
                  <p:embed/>
                  <p:pic>
                    <p:nvPicPr>
                      <p:cNvPr id="103430" name="对象 103429">
                        <a:extLst>
                          <a:ext uri="{FF2B5EF4-FFF2-40B4-BE49-F238E27FC236}">
                            <a16:creationId xmlns:a16="http://schemas.microsoft.com/office/drawing/2014/main" id="{6DCE696B-6430-465F-8DAE-1A126F3CF2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45" y="2339581"/>
                        <a:ext cx="33972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1" name="矩形 103430">
            <a:extLst>
              <a:ext uri="{FF2B5EF4-FFF2-40B4-BE49-F238E27FC236}">
                <a16:creationId xmlns:a16="http://schemas.microsoft.com/office/drawing/2014/main" id="{7D38A79D-D9BB-4F59-A032-B747EECB7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733" y="2568182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第二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03432" name="矩形 103431">
            <a:extLst>
              <a:ext uri="{FF2B5EF4-FFF2-40B4-BE49-F238E27FC236}">
                <a16:creationId xmlns:a16="http://schemas.microsoft.com/office/drawing/2014/main" id="{E0C851C3-375C-4D02-BBD7-642F346F0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045" y="3414319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</a:rPr>
              <a:t>一般也是不相同的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</p:txBody>
      </p:sp>
      <p:graphicFrame>
        <p:nvGraphicFramePr>
          <p:cNvPr id="103433" name="对象 103432">
            <a:extLst>
              <a:ext uri="{FF2B5EF4-FFF2-40B4-BE49-F238E27FC236}">
                <a16:creationId xmlns:a16="http://schemas.microsoft.com/office/drawing/2014/main" id="{4DAC70D5-EA03-4869-995A-A3942A5FD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2864954"/>
              </p:ext>
            </p:extLst>
          </p:nvPr>
        </p:nvGraphicFramePr>
        <p:xfrm>
          <a:off x="6735258" y="2331645"/>
          <a:ext cx="3040062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93282" imgH="393529" progId="Equation.3">
                  <p:embed/>
                </p:oleObj>
              </mc:Choice>
              <mc:Fallback>
                <p:oleObj r:id="rId10" imgW="1193282" imgH="393529" progId="Equation.3">
                  <p:embed/>
                  <p:pic>
                    <p:nvPicPr>
                      <p:cNvPr id="103433" name="对象 103432">
                        <a:extLst>
                          <a:ext uri="{FF2B5EF4-FFF2-40B4-BE49-F238E27FC236}">
                            <a16:creationId xmlns:a16="http://schemas.microsoft.com/office/drawing/2014/main" id="{4DAC70D5-EA03-4869-995A-A3942A5FDA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258" y="2331645"/>
                        <a:ext cx="3040062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4" name="矩形 103433">
            <a:extLst>
              <a:ext uri="{FF2B5EF4-FFF2-40B4-BE49-F238E27FC236}">
                <a16:creationId xmlns:a16="http://schemas.microsoft.com/office/drawing/2014/main" id="{033E7F91-613E-4C45-A3B1-6893384C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733" y="4100119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第三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5066" name="矩形 103434">
            <a:extLst>
              <a:ext uri="{FF2B5EF4-FFF2-40B4-BE49-F238E27FC236}">
                <a16:creationId xmlns:a16="http://schemas.microsoft.com/office/drawing/2014/main" id="{47BBE451-52EB-42DF-BF42-D1BF8F366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495" y="435375"/>
            <a:ext cx="173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由此看出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3436" name="矩形 103435">
            <a:extLst>
              <a:ext uri="{FF2B5EF4-FFF2-40B4-BE49-F238E27FC236}">
                <a16:creationId xmlns:a16="http://schemas.microsoft.com/office/drawing/2014/main" id="{C4AD6CDB-18F5-46CA-983F-BC033D41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295" y="486969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第一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03437" name="矩形 103436">
            <a:extLst>
              <a:ext uri="{FF2B5EF4-FFF2-40B4-BE49-F238E27FC236}">
                <a16:creationId xmlns:a16="http://schemas.microsoft.com/office/drawing/2014/main" id="{9AAF3FDE-48D5-4BAC-A511-0F04C3F1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5695" y="472682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</a:rPr>
              <a:t>不能理解为</a:t>
            </a:r>
          </a:p>
        </p:txBody>
      </p:sp>
      <p:sp>
        <p:nvSpPr>
          <p:cNvPr id="103445" name="文本框 103444">
            <a:extLst>
              <a:ext uri="{FF2B5EF4-FFF2-40B4-BE49-F238E27FC236}">
                <a16:creationId xmlns:a16="http://schemas.microsoft.com/office/drawing/2014/main" id="{F5D30CAA-415F-43AE-BDC2-1E429142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1758" y="145693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31" grpId="0"/>
      <p:bldP spid="103432" grpId="0"/>
      <p:bldP spid="103434" grpId="0"/>
      <p:bldP spid="103436" grpId="0"/>
      <p:bldP spid="103437" grpId="0"/>
      <p:bldP spid="1034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103446" y="90594"/>
            <a:ext cx="9985109" cy="680843"/>
          </a:xfrm>
        </p:spPr>
        <p:txBody>
          <a:bodyPr>
            <a:noAutofit/>
          </a:bodyPr>
          <a:lstStyle/>
          <a:p>
            <a:r>
              <a:rPr lang="zh-CN" altLang="en-US" sz="3733" dirty="0"/>
              <a:t>一元函数连续性</a:t>
            </a:r>
          </a:p>
        </p:txBody>
      </p:sp>
      <p:sp>
        <p:nvSpPr>
          <p:cNvPr id="31" name="矩形 30"/>
          <p:cNvSpPr/>
          <p:nvPr/>
        </p:nvSpPr>
        <p:spPr>
          <a:xfrm>
            <a:off x="274174" y="2429404"/>
            <a:ext cx="2917785" cy="74898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在一点连续</a:t>
            </a:r>
          </a:p>
        </p:txBody>
      </p:sp>
      <p:sp>
        <p:nvSpPr>
          <p:cNvPr id="3" name="椭圆 2"/>
          <p:cNvSpPr/>
          <p:nvPr/>
        </p:nvSpPr>
        <p:spPr>
          <a:xfrm>
            <a:off x="4017494" y="1892830"/>
            <a:ext cx="4157012" cy="9747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ln>
                <a:solidFill>
                  <a:srgbClr val="FF0000"/>
                </a:solidFill>
              </a:ln>
              <a:noFill/>
              <a:latin typeface="Verdana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08584" y="2039553"/>
            <a:ext cx="2917785" cy="748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连续的概念</a:t>
            </a:r>
          </a:p>
        </p:txBody>
      </p:sp>
      <p:sp>
        <p:nvSpPr>
          <p:cNvPr id="9" name="矩形 8"/>
          <p:cNvSpPr/>
          <p:nvPr/>
        </p:nvSpPr>
        <p:spPr>
          <a:xfrm>
            <a:off x="8912424" y="2429404"/>
            <a:ext cx="2917785" cy="74898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区间上连续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7749427" y="2380218"/>
            <a:ext cx="1025819" cy="3645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3146018" y="2429405"/>
            <a:ext cx="1226049" cy="2210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74528" y="5820084"/>
            <a:ext cx="4557658" cy="74898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初等函数的连续性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6095999" y="3112116"/>
            <a:ext cx="0" cy="25893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2060" y="3112116"/>
          <a:ext cx="3741043" cy="843280"/>
        </p:xfrm>
        <a:graphic>
          <a:graphicData uri="http://schemas.openxmlformats.org/drawingml/2006/table">
            <a:tbl>
              <a:tblPr/>
              <a:tblGrid>
                <a:gridCol w="3741043">
                  <a:extLst>
                    <a:ext uri="{9D8B030D-6E8A-4147-A177-3AD203B41FA5}">
                      <a16:colId xmlns:a16="http://schemas.microsoft.com/office/drawing/2014/main" val="1078108387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在一点连续的等价定义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92903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 dirty="0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间断点的定义及分类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9942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355883" y="3573652"/>
          <a:ext cx="4317107" cy="1686560"/>
        </p:xfrm>
        <a:graphic>
          <a:graphicData uri="http://schemas.openxmlformats.org/drawingml/2006/table">
            <a:tbl>
              <a:tblPr/>
              <a:tblGrid>
                <a:gridCol w="4317107">
                  <a:extLst>
                    <a:ext uri="{9D8B030D-6E8A-4147-A177-3AD203B41FA5}">
                      <a16:colId xmlns:a16="http://schemas.microsoft.com/office/drawing/2014/main" val="85178291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 dirty="0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基本初等函数的连续性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49154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四则运算法则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00381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反函数连续性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108709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 dirty="0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复合函数的连续性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693098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9553369" y="3093965"/>
          <a:ext cx="2198867" cy="1686560"/>
        </p:xfrm>
        <a:graphic>
          <a:graphicData uri="http://schemas.openxmlformats.org/drawingml/2006/table">
            <a:tbl>
              <a:tblPr/>
              <a:tblGrid>
                <a:gridCol w="2198867">
                  <a:extLst>
                    <a:ext uri="{9D8B030D-6E8A-4147-A177-3AD203B41FA5}">
                      <a16:colId xmlns:a16="http://schemas.microsoft.com/office/drawing/2014/main" val="341609035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有界性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19788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最值性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6299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介值性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65738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700" b="0" i="0" u="sng" strike="noStrike" dirty="0">
                          <a:solidFill>
                            <a:srgbClr val="0563C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一致连续性</a:t>
                      </a:r>
                    </a:p>
                  </a:txBody>
                  <a:tcPr marL="10160" marR="10160" marT="10160" marB="0" anchor="b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75639"/>
                  </a:ext>
                </a:extLst>
              </a:tr>
            </a:tbl>
          </a:graphicData>
        </a:graphic>
      </p:graphicFrame>
      <p:sp>
        <p:nvSpPr>
          <p:cNvPr id="26" name="矩形 25"/>
          <p:cNvSpPr/>
          <p:nvPr/>
        </p:nvSpPr>
        <p:spPr>
          <a:xfrm>
            <a:off x="4583556" y="796641"/>
            <a:ext cx="2917785" cy="748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极限的概念</a:t>
            </a:r>
          </a:p>
        </p:txBody>
      </p:sp>
      <p:sp>
        <p:nvSpPr>
          <p:cNvPr id="14" name="下箭头 13"/>
          <p:cNvSpPr/>
          <p:nvPr/>
        </p:nvSpPr>
        <p:spPr>
          <a:xfrm>
            <a:off x="5903980" y="1431294"/>
            <a:ext cx="249377" cy="6082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srgbClr val="FFFFFF"/>
              </a:solidFill>
              <a:latin typeface="Verdana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33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000">
        <p:fade/>
      </p:transition>
    </mc:Choice>
    <mc:Fallback xmlns="">
      <p:transition spd="med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9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>
            <a:extLst>
              <a:ext uri="{FF2B5EF4-FFF2-40B4-BE49-F238E27FC236}">
                <a16:creationId xmlns:a16="http://schemas.microsoft.com/office/drawing/2014/main" id="{622C3DA7-B46B-4FFE-9AEA-9FFFF1CEDA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1463" y="53975"/>
            <a:ext cx="47244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四、</a:t>
            </a:r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多元函数的连续性  </a:t>
            </a:r>
          </a:p>
        </p:txBody>
      </p:sp>
      <p:sp>
        <p:nvSpPr>
          <p:cNvPr id="129027" name="Text Box 3">
            <a:extLst>
              <a:ext uri="{FF2B5EF4-FFF2-40B4-BE49-F238E27FC236}">
                <a16:creationId xmlns:a16="http://schemas.microsoft.com/office/drawing/2014/main" id="{FAA63A65-CE2C-4F5A-917A-8CC14E9DD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1219200"/>
            <a:ext cx="3314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设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n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元函数</a:t>
            </a:r>
          </a:p>
        </p:txBody>
      </p:sp>
      <p:graphicFrame>
        <p:nvGraphicFramePr>
          <p:cNvPr id="129028" name="Object 4">
            <a:extLst>
              <a:ext uri="{FF2B5EF4-FFF2-40B4-BE49-F238E27FC236}">
                <a16:creationId xmlns:a16="http://schemas.microsoft.com/office/drawing/2014/main" id="{50912A33-87D3-45AE-9F0B-81B68EA49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0" y="1292225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581" imgH="374592" progId="Equation.3">
                  <p:embed/>
                </p:oleObj>
              </mc:Choice>
              <mc:Fallback>
                <p:oleObj name="Equation" r:id="rId2" imgW="774581" imgH="374592" progId="Equation.3">
                  <p:embed/>
                  <p:pic>
                    <p:nvPicPr>
                      <p:cNvPr id="129028" name="Object 4">
                        <a:extLst>
                          <a:ext uri="{FF2B5EF4-FFF2-40B4-BE49-F238E27FC236}">
                            <a16:creationId xmlns:a16="http://schemas.microsoft.com/office/drawing/2014/main" id="{50912A33-87D3-45AE-9F0B-81B68EA49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1292225"/>
                        <a:ext cx="800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9" name="Text Box 5">
            <a:extLst>
              <a:ext uri="{FF2B5EF4-FFF2-40B4-BE49-F238E27FC236}">
                <a16:creationId xmlns:a16="http://schemas.microsoft.com/office/drawing/2014/main" id="{7D37F587-FD0F-45F9-86E4-B79EB05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21920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定义在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</a:p>
        </p:txBody>
      </p:sp>
      <p:graphicFrame>
        <p:nvGraphicFramePr>
          <p:cNvPr id="129030" name="Object 6">
            <a:extLst>
              <a:ext uri="{FF2B5EF4-FFF2-40B4-BE49-F238E27FC236}">
                <a16:creationId xmlns:a16="http://schemas.microsoft.com/office/drawing/2014/main" id="{4119EB39-D2C4-4EDD-AEB1-7B0703A416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8893" y="2079149"/>
          <a:ext cx="256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0086" imgH="583969" progId="Equation.3">
                  <p:embed/>
                </p:oleObj>
              </mc:Choice>
              <mc:Fallback>
                <p:oleObj name="Equation" r:id="rId4" imgW="2540086" imgH="583969" progId="Equation.3">
                  <p:embed/>
                  <p:pic>
                    <p:nvPicPr>
                      <p:cNvPr id="129030" name="Object 6">
                        <a:extLst>
                          <a:ext uri="{FF2B5EF4-FFF2-40B4-BE49-F238E27FC236}">
                            <a16:creationId xmlns:a16="http://schemas.microsoft.com/office/drawing/2014/main" id="{4119EB39-D2C4-4EDD-AEB1-7B0703A416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893" y="2079149"/>
                        <a:ext cx="256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1" name="Object 7">
            <a:extLst>
              <a:ext uri="{FF2B5EF4-FFF2-40B4-BE49-F238E27FC236}">
                <a16:creationId xmlns:a16="http://schemas.microsoft.com/office/drawing/2014/main" id="{A1A89E9D-1D64-43A3-AB3B-53C80784C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9206" y="2079149"/>
          <a:ext cx="1905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643" imgH="444731" progId="Equation.3">
                  <p:embed/>
                </p:oleObj>
              </mc:Choice>
              <mc:Fallback>
                <p:oleObj name="Equation" r:id="rId6" imgW="1879643" imgH="444731" progId="Equation.3">
                  <p:embed/>
                  <p:pic>
                    <p:nvPicPr>
                      <p:cNvPr id="129031" name="Object 7">
                        <a:extLst>
                          <a:ext uri="{FF2B5EF4-FFF2-40B4-BE49-F238E27FC236}">
                            <a16:creationId xmlns:a16="http://schemas.microsoft.com/office/drawing/2014/main" id="{A1A89E9D-1D64-43A3-AB3B-53C80784CC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206" y="2079149"/>
                        <a:ext cx="1905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2" name="Text Box 8">
            <a:extLst>
              <a:ext uri="{FF2B5EF4-FFF2-40B4-BE49-F238E27FC236}">
                <a16:creationId xmlns:a16="http://schemas.microsoft.com/office/drawing/2014/main" id="{57808093-EFD5-405B-A33C-403552D49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303" y="3520711"/>
            <a:ext cx="815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如果函数在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各点处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都连续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则称此函数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</a:t>
            </a:r>
            <a:r>
              <a:rPr kumimoji="1" lang="zh-CN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</a:t>
            </a:r>
          </a:p>
        </p:txBody>
      </p:sp>
      <p:graphicFrame>
        <p:nvGraphicFramePr>
          <p:cNvPr id="129033" name="Object 9">
            <a:extLst>
              <a:ext uri="{FF2B5EF4-FFF2-40B4-BE49-F238E27FC236}">
                <a16:creationId xmlns:a16="http://schemas.microsoft.com/office/drawing/2014/main" id="{F56E0B13-44CE-4D4D-A25B-E4F8426BB6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3988" y="1292225"/>
          <a:ext cx="189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0447" imgH="431742" progId="Equation.3">
                  <p:embed/>
                </p:oleObj>
              </mc:Choice>
              <mc:Fallback>
                <p:oleObj name="Equation" r:id="rId8" imgW="1860447" imgH="431742" progId="Equation.3">
                  <p:embed/>
                  <p:pic>
                    <p:nvPicPr>
                      <p:cNvPr id="129033" name="Object 9">
                        <a:extLst>
                          <a:ext uri="{FF2B5EF4-FFF2-40B4-BE49-F238E27FC236}">
                            <a16:creationId xmlns:a16="http://schemas.microsoft.com/office/drawing/2014/main" id="{F56E0B13-44CE-4D4D-A25B-E4F8426BB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3988" y="1292225"/>
                        <a:ext cx="1892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4" name="Text Box 10">
            <a:extLst>
              <a:ext uri="{FF2B5EF4-FFF2-40B4-BE49-F238E27FC236}">
                <a16:creationId xmlns:a16="http://schemas.microsoft.com/office/drawing/2014/main" id="{22FA7577-6939-4725-BBD0-0D4A5F4DD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543" y="2006124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如果存在</a:t>
            </a:r>
          </a:p>
        </p:txBody>
      </p:sp>
      <p:sp>
        <p:nvSpPr>
          <p:cNvPr id="129035" name="Text Box 11">
            <a:extLst>
              <a:ext uri="{FF2B5EF4-FFF2-40B4-BE49-F238E27FC236}">
                <a16:creationId xmlns:a16="http://schemas.microsoft.com/office/drawing/2014/main" id="{EFAA0E19-0C6A-4A16-81B4-D84F19A42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303" y="274605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否则称为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不连续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</a:p>
        </p:txBody>
      </p:sp>
      <p:graphicFrame>
        <p:nvGraphicFramePr>
          <p:cNvPr id="129036" name="Object 12">
            <a:extLst>
              <a:ext uri="{FF2B5EF4-FFF2-40B4-BE49-F238E27FC236}">
                <a16:creationId xmlns:a16="http://schemas.microsoft.com/office/drawing/2014/main" id="{6DA27094-091C-41B1-9703-9FBBB15125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5088" y="2806813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511" imgH="412519" progId="Equation.3">
                  <p:embed/>
                </p:oleObj>
              </mc:Choice>
              <mc:Fallback>
                <p:oleObj name="Equation" r:id="rId10" imgW="317511" imgH="412519" progId="Equation.3">
                  <p:embed/>
                  <p:pic>
                    <p:nvPicPr>
                      <p:cNvPr id="129036" name="Object 12">
                        <a:extLst>
                          <a:ext uri="{FF2B5EF4-FFF2-40B4-BE49-F238E27FC236}">
                            <a16:creationId xmlns:a16="http://schemas.microsoft.com/office/drawing/2014/main" id="{6DA27094-091C-41B1-9703-9FBBB1512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8" y="2806813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7" name="Text Box 13">
            <a:extLst>
              <a:ext uri="{FF2B5EF4-FFF2-40B4-BE49-F238E27FC236}">
                <a16:creationId xmlns:a16="http://schemas.microsoft.com/office/drawing/2014/main" id="{17B128E9-02E8-4CA3-A514-8A8F1F8E7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900" y="27337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此时</a:t>
            </a:r>
          </a:p>
        </p:txBody>
      </p:sp>
      <p:sp>
        <p:nvSpPr>
          <p:cNvPr id="129038" name="Text Box 14">
            <a:extLst>
              <a:ext uri="{FF2B5EF4-FFF2-40B4-BE49-F238E27FC236}">
                <a16:creationId xmlns:a16="http://schemas.microsoft.com/office/drawing/2014/main" id="{B50767E8-C9A6-4301-8222-4BE84EA7A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888" y="27337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称为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间断点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9039" name="Text Box 15">
            <a:extLst>
              <a:ext uri="{FF2B5EF4-FFF2-40B4-BE49-F238E27FC236}">
                <a16:creationId xmlns:a16="http://schemas.microsoft.com/office/drawing/2014/main" id="{3855BB6B-A148-4EF4-901E-D3BFBCB5F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156" y="2006124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则称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元函数</a:t>
            </a:r>
          </a:p>
        </p:txBody>
      </p:sp>
      <p:sp>
        <p:nvSpPr>
          <p:cNvPr id="129040" name="Text Box 16">
            <a:extLst>
              <a:ext uri="{FF2B5EF4-FFF2-40B4-BE49-F238E27FC236}">
                <a16:creationId xmlns:a16="http://schemas.microsoft.com/office/drawing/2014/main" id="{6ECE3CC8-6BB8-401F-BF00-5B183FAA0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1934" y="3499665"/>
            <a:ext cx="995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连续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9041" name="Text Box 17">
            <a:extLst>
              <a:ext uri="{FF2B5EF4-FFF2-40B4-BE49-F238E27FC236}">
                <a16:creationId xmlns:a16="http://schemas.microsoft.com/office/drawing/2014/main" id="{3D89F1E1-1B67-4617-8760-296A31AC9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3233" y="2015444"/>
            <a:ext cx="108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连续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9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/>
      <p:bldP spid="129029" grpId="0" autoUpdateAnimBg="0"/>
      <p:bldP spid="129032" grpId="0" autoUpdateAnimBg="0"/>
      <p:bldP spid="129034" grpId="0" autoUpdateAnimBg="0"/>
      <p:bldP spid="129035" grpId="0" autoUpdateAnimBg="0"/>
      <p:bldP spid="129037" grpId="0" autoUpdateAnimBg="0"/>
      <p:bldP spid="129038" grpId="0" autoUpdateAnimBg="0"/>
      <p:bldP spid="129039" grpId="0" autoUpdateAnimBg="0"/>
      <p:bldP spid="129040" grpId="0" build="p" autoUpdateAnimBg="0" advAuto="0"/>
      <p:bldP spid="129041" grpId="0" build="p" autoUpdateAnimBg="0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9A8112D5-C3BB-4198-AEC3-3744874E4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980400"/>
              </p:ext>
            </p:extLst>
          </p:nvPr>
        </p:nvGraphicFramePr>
        <p:xfrm>
          <a:off x="616898" y="329517"/>
          <a:ext cx="3870367" cy="52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228600" progId="Equation.DSMT4">
                  <p:embed/>
                </p:oleObj>
              </mc:Choice>
              <mc:Fallback>
                <p:oleObj name="Equation" r:id="rId2" imgW="1523880" imgH="228600" progId="Equation.DSMT4">
                  <p:embed/>
                  <p:pic>
                    <p:nvPicPr>
                      <p:cNvPr id="72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98" y="329517"/>
                        <a:ext cx="3870367" cy="5284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F7A920DD-EB7C-4E1E-8694-9E251DDCF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37250"/>
              </p:ext>
            </p:extLst>
          </p:nvPr>
        </p:nvGraphicFramePr>
        <p:xfrm>
          <a:off x="2314322" y="2044728"/>
          <a:ext cx="8856663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6440" imgH="609480" progId="Equation.DSMT4">
                  <p:embed/>
                </p:oleObj>
              </mc:Choice>
              <mc:Fallback>
                <p:oleObj name="Equation" r:id="rId4" imgW="4546440" imgH="609480" progId="Equation.DSMT4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322" y="2044728"/>
                        <a:ext cx="8856663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349DC6F-85A5-4186-A093-EBAB83721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723761"/>
              </p:ext>
            </p:extLst>
          </p:nvPr>
        </p:nvGraphicFramePr>
        <p:xfrm>
          <a:off x="3094248" y="3728742"/>
          <a:ext cx="590391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85920" imgH="406080" progId="">
                  <p:embed/>
                </p:oleObj>
              </mc:Choice>
              <mc:Fallback>
                <p:oleObj name="公式" r:id="rId6" imgW="3085920" imgH="406080" progId="">
                  <p:embed/>
                  <p:pic>
                    <p:nvPicPr>
                      <p:cNvPr id="72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248" y="3728742"/>
                        <a:ext cx="5903913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E5C15707-450F-4D75-92A9-F23D49DAD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190822"/>
              </p:ext>
            </p:extLst>
          </p:nvPr>
        </p:nvGraphicFramePr>
        <p:xfrm>
          <a:off x="3094248" y="1155032"/>
          <a:ext cx="41036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82600" imgH="419040" progId="">
                  <p:embed/>
                </p:oleObj>
              </mc:Choice>
              <mc:Fallback>
                <p:oleObj name="公式" r:id="rId8" imgW="2082600" imgH="419040" progId="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248" y="1155032"/>
                        <a:ext cx="41036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159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7" name="Rectangle 13">
            <a:extLst>
              <a:ext uri="{FF2B5EF4-FFF2-40B4-BE49-F238E27FC236}">
                <a16:creationId xmlns:a16="http://schemas.microsoft.com/office/drawing/2014/main" id="{2AA184B7-568E-4141-BB7D-DC55B278D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685800"/>
            <a:ext cx="69516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判断下列函数在指定点连续的是（     ）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033A9F92-2733-4B6A-8602-6F0BA5DE8E41}"/>
              </a:ext>
            </a:extLst>
          </p:cNvPr>
          <p:cNvGrpSpPr>
            <a:grpSpLocks/>
          </p:cNvGrpSpPr>
          <p:nvPr/>
        </p:nvGrpSpPr>
        <p:grpSpPr bwMode="auto">
          <a:xfrm>
            <a:off x="1816100" y="1368425"/>
            <a:ext cx="7434263" cy="1314450"/>
            <a:chOff x="249" y="1698"/>
            <a:chExt cx="4173" cy="828"/>
          </a:xfrm>
        </p:grpSpPr>
        <p:sp>
          <p:nvSpPr>
            <p:cNvPr id="48140" name="Rectangle 15">
              <a:extLst>
                <a:ext uri="{FF2B5EF4-FFF2-40B4-BE49-F238E27FC236}">
                  <a16:creationId xmlns:a16="http://schemas.microsoft.com/office/drawing/2014/main" id="{CDED7495-6DD3-46C2-9B38-90305A4EF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950"/>
              <a:ext cx="41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①                                                  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在点（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0, 0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）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</p:txBody>
        </p:sp>
        <p:graphicFrame>
          <p:nvGraphicFramePr>
            <p:cNvPr id="48141" name="Object 16">
              <a:extLst>
                <a:ext uri="{FF2B5EF4-FFF2-40B4-BE49-F238E27FC236}">
                  <a16:creationId xmlns:a16="http://schemas.microsoft.com/office/drawing/2014/main" id="{D7433280-E29A-4EFD-8382-E19D0554A7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" y="1698"/>
            <a:ext cx="2655" cy="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65507" imgH="660342" progId="Equation.DSMT4">
                    <p:embed/>
                  </p:oleObj>
                </mc:Choice>
                <mc:Fallback>
                  <p:oleObj name="Equation" r:id="rId3" imgW="2165507" imgH="660342" progId="Equation.DSMT4">
                    <p:embed/>
                    <p:pic>
                      <p:nvPicPr>
                        <p:cNvPr id="48141" name="Object 16">
                          <a:extLst>
                            <a:ext uri="{FF2B5EF4-FFF2-40B4-BE49-F238E27FC236}">
                              <a16:creationId xmlns:a16="http://schemas.microsoft.com/office/drawing/2014/main" id="{D7433280-E29A-4EFD-8382-E19D0554A7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" y="1698"/>
                          <a:ext cx="2655" cy="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2241FF5B-E8B1-4782-9433-6B1531E87975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890838"/>
            <a:ext cx="4549775" cy="850900"/>
            <a:chOff x="249" y="2460"/>
            <a:chExt cx="2866" cy="536"/>
          </a:xfrm>
        </p:grpSpPr>
        <p:sp>
          <p:nvSpPr>
            <p:cNvPr id="48138" name="Rectangle 18">
              <a:extLst>
                <a:ext uri="{FF2B5EF4-FFF2-40B4-BE49-F238E27FC236}">
                  <a16:creationId xmlns:a16="http://schemas.microsoft.com/office/drawing/2014/main" id="{98104882-6B25-428C-96B8-C567AB719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567"/>
              <a:ext cx="286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②                     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在点（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0, 1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）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</p:txBody>
        </p:sp>
        <p:graphicFrame>
          <p:nvGraphicFramePr>
            <p:cNvPr id="48139" name="Object 19">
              <a:extLst>
                <a:ext uri="{FF2B5EF4-FFF2-40B4-BE49-F238E27FC236}">
                  <a16:creationId xmlns:a16="http://schemas.microsoft.com/office/drawing/2014/main" id="{43B98089-1A2C-4251-9931-A41FF5C2B0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8" y="2460"/>
            <a:ext cx="1136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07915" imgH="412519" progId="Equation.DSMT4">
                    <p:embed/>
                  </p:oleObj>
                </mc:Choice>
                <mc:Fallback>
                  <p:oleObj name="Equation" r:id="rId5" imgW="907915" imgH="412519" progId="Equation.DSMT4">
                    <p:embed/>
                    <p:pic>
                      <p:nvPicPr>
                        <p:cNvPr id="48139" name="Object 19">
                          <a:extLst>
                            <a:ext uri="{FF2B5EF4-FFF2-40B4-BE49-F238E27FC236}">
                              <a16:creationId xmlns:a16="http://schemas.microsoft.com/office/drawing/2014/main" id="{43B98089-1A2C-4251-9931-A41FF5C2B0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" y="2460"/>
                          <a:ext cx="1136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9B02A088-39A5-4924-A214-9AC16412367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984625"/>
            <a:ext cx="3827463" cy="777875"/>
            <a:chOff x="295" y="3194"/>
            <a:chExt cx="2411" cy="490"/>
          </a:xfrm>
        </p:grpSpPr>
        <p:sp>
          <p:nvSpPr>
            <p:cNvPr id="48136" name="Rectangle 21">
              <a:extLst>
                <a:ext uri="{FF2B5EF4-FFF2-40B4-BE49-F238E27FC236}">
                  <a16:creationId xmlns:a16="http://schemas.microsoft.com/office/drawing/2014/main" id="{786FA542-CFC5-4C7C-AF20-F9A1C6E01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287"/>
              <a:ext cx="241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③              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在点（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0, 1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）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</a:p>
          </p:txBody>
        </p:sp>
        <p:graphicFrame>
          <p:nvGraphicFramePr>
            <p:cNvPr id="48137" name="Object 22">
              <a:extLst>
                <a:ext uri="{FF2B5EF4-FFF2-40B4-BE49-F238E27FC236}">
                  <a16:creationId xmlns:a16="http://schemas.microsoft.com/office/drawing/2014/main" id="{18EB4B5F-26F6-4B57-9F0F-EFCDA4984D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8" y="3194"/>
            <a:ext cx="629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88718" imgH="374592" progId="Equation.DSMT4">
                    <p:embed/>
                  </p:oleObj>
                </mc:Choice>
                <mc:Fallback>
                  <p:oleObj name="Equation" r:id="rId7" imgW="488718" imgH="374592" progId="Equation.DSMT4">
                    <p:embed/>
                    <p:pic>
                      <p:nvPicPr>
                        <p:cNvPr id="48137" name="Object 22">
                          <a:extLst>
                            <a:ext uri="{FF2B5EF4-FFF2-40B4-BE49-F238E27FC236}">
                              <a16:creationId xmlns:a16="http://schemas.microsoft.com/office/drawing/2014/main" id="{18EB4B5F-26F6-4B57-9F0F-EFCDA4984D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" y="3194"/>
                          <a:ext cx="629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8134" name="Picture 7" descr="mi-niederl-1131">
            <a:extLst>
              <a:ext uri="{FF2B5EF4-FFF2-40B4-BE49-F238E27FC236}">
                <a16:creationId xmlns:a16="http://schemas.microsoft.com/office/drawing/2014/main" id="{40AE0221-85C4-4CE1-AB3B-133F76CC8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138" y="3875088"/>
            <a:ext cx="3382962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TextBox 15">
            <a:extLst>
              <a:ext uri="{FF2B5EF4-FFF2-40B4-BE49-F238E27FC236}">
                <a16:creationId xmlns:a16="http://schemas.microsoft.com/office/drawing/2014/main" id="{B176B7D5-C7EB-44C0-B8D0-68FCDBEEC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696913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思考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A46C72-BA4B-4B0C-B75C-B565DFC8EED2}"/>
              </a:ext>
            </a:extLst>
          </p:cNvPr>
          <p:cNvGrpSpPr>
            <a:grpSpLocks/>
          </p:cNvGrpSpPr>
          <p:nvPr/>
        </p:nvGrpSpPr>
        <p:grpSpPr bwMode="auto">
          <a:xfrm>
            <a:off x="-68263" y="3278191"/>
            <a:ext cx="7920038" cy="842963"/>
            <a:chOff x="476" y="3165"/>
            <a:chExt cx="4989" cy="531"/>
          </a:xfrm>
        </p:grpSpPr>
        <p:sp>
          <p:nvSpPr>
            <p:cNvPr id="50197" name="Rectangle 3">
              <a:extLst>
                <a:ext uri="{FF2B5EF4-FFF2-40B4-BE49-F238E27FC236}">
                  <a16:creationId xmlns:a16="http://schemas.microsoft.com/office/drawing/2014/main" id="{5A9993AE-E10A-4C4C-BFCC-8E467226F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249"/>
              <a:ext cx="49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③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函数             在点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(0,1)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无定义，在该点处它不连续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</a:p>
          </p:txBody>
        </p:sp>
        <p:graphicFrame>
          <p:nvGraphicFramePr>
            <p:cNvPr id="50198" name="Object 4">
              <a:extLst>
                <a:ext uri="{FF2B5EF4-FFF2-40B4-BE49-F238E27FC236}">
                  <a16:creationId xmlns:a16="http://schemas.microsoft.com/office/drawing/2014/main" id="{0B4A5E6D-3BC4-4B0B-BA83-C8BB0ACF52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4" y="3165"/>
            <a:ext cx="669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20560" imgH="406080" progId="Equation.DSMT4">
                    <p:embed/>
                  </p:oleObj>
                </mc:Choice>
                <mc:Fallback>
                  <p:oleObj name="Equation" r:id="rId2" imgW="520560" imgH="406080" progId="Equation.DSMT4">
                    <p:embed/>
                    <p:pic>
                      <p:nvPicPr>
                        <p:cNvPr id="50198" name="Object 4">
                          <a:extLst>
                            <a:ext uri="{FF2B5EF4-FFF2-40B4-BE49-F238E27FC236}">
                              <a16:creationId xmlns:a16="http://schemas.microsoft.com/office/drawing/2014/main" id="{0B4A5E6D-3BC4-4B0B-BA83-C8BB0ACF52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4" y="3165"/>
                          <a:ext cx="669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79" name="Text Box 5">
            <a:extLst>
              <a:ext uri="{FF2B5EF4-FFF2-40B4-BE49-F238E27FC236}">
                <a16:creationId xmlns:a16="http://schemas.microsoft.com/office/drawing/2014/main" id="{ED164578-2CAD-4C44-94A9-34EEFEF0F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430213"/>
            <a:ext cx="93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解：</a:t>
            </a: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CB4BA99B-E482-437B-A514-6E8B0A80B575}"/>
              </a:ext>
            </a:extLst>
          </p:cNvPr>
          <p:cNvGrpSpPr>
            <a:grpSpLocks/>
          </p:cNvGrpSpPr>
          <p:nvPr/>
        </p:nvGrpSpPr>
        <p:grpSpPr bwMode="auto">
          <a:xfrm>
            <a:off x="-76200" y="841376"/>
            <a:ext cx="11430000" cy="979488"/>
            <a:chOff x="476" y="950"/>
            <a:chExt cx="5080" cy="617"/>
          </a:xfrm>
        </p:grpSpPr>
        <p:sp>
          <p:nvSpPr>
            <p:cNvPr id="50195" name="Rectangle 7">
              <a:extLst>
                <a:ext uri="{FF2B5EF4-FFF2-40B4-BE49-F238E27FC236}">
                  <a16:creationId xmlns:a16="http://schemas.microsoft.com/office/drawing/2014/main" id="{B879FF18-85AF-4101-B196-03F047F0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090"/>
              <a:ext cx="5080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①</a:t>
              </a:r>
              <a:r>
                <a: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我们知道函数              在点（</a:t>
              </a: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0,0</a:t>
              </a:r>
              <a:r>
                <a: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）处极限不存在，因此在该点不连续；</a:t>
              </a:r>
              <a:endPara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50196" name="Object 8">
              <a:extLst>
                <a:ext uri="{FF2B5EF4-FFF2-40B4-BE49-F238E27FC236}">
                  <a16:creationId xmlns:a16="http://schemas.microsoft.com/office/drawing/2014/main" id="{C6737214-BDD2-41EC-B6AB-4C336A3D7A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6" y="950"/>
            <a:ext cx="496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33160" imgH="431640" progId="Equation.DSMT4">
                    <p:embed/>
                  </p:oleObj>
                </mc:Choice>
                <mc:Fallback>
                  <p:oleObj name="Equation" r:id="rId4" imgW="533160" imgH="431640" progId="Equation.DSMT4">
                    <p:embed/>
                    <p:pic>
                      <p:nvPicPr>
                        <p:cNvPr id="50196" name="Object 8">
                          <a:extLst>
                            <a:ext uri="{FF2B5EF4-FFF2-40B4-BE49-F238E27FC236}">
                              <a16:creationId xmlns:a16="http://schemas.microsoft.com/office/drawing/2014/main" id="{C6737214-BDD2-41EC-B6AB-4C336A3D7A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950"/>
                          <a:ext cx="496" cy="6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DF0C5A25-AC82-44D7-A8FA-98C63F63C7C8}"/>
              </a:ext>
            </a:extLst>
          </p:cNvPr>
          <p:cNvGrpSpPr>
            <a:grpSpLocks/>
          </p:cNvGrpSpPr>
          <p:nvPr/>
        </p:nvGrpSpPr>
        <p:grpSpPr bwMode="auto">
          <a:xfrm>
            <a:off x="-76200" y="1533525"/>
            <a:ext cx="11976100" cy="1744663"/>
            <a:chOff x="-248" y="1807"/>
            <a:chExt cx="6744" cy="1099"/>
          </a:xfrm>
        </p:grpSpPr>
        <p:sp>
          <p:nvSpPr>
            <p:cNvPr id="50191" name="Rectangle 10">
              <a:extLst>
                <a:ext uri="{FF2B5EF4-FFF2-40B4-BE49-F238E27FC236}">
                  <a16:creationId xmlns:a16="http://schemas.microsoft.com/office/drawing/2014/main" id="{D8E72007-568F-462B-85C6-A148004E1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8" y="2248"/>
              <a:ext cx="6744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②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由于                                  ，且                                          则函数在点</a:t>
              </a:r>
              <a:r>
                <a:rPr kumimoji="1" lang="en-US" altLang="zh-CN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(0,1)</a:t>
              </a: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处连续；</a:t>
              </a:r>
            </a:p>
          </p:txBody>
        </p:sp>
        <p:graphicFrame>
          <p:nvGraphicFramePr>
            <p:cNvPr id="50192" name="Object 11">
              <a:extLst>
                <a:ext uri="{FF2B5EF4-FFF2-40B4-BE49-F238E27FC236}">
                  <a16:creationId xmlns:a16="http://schemas.microsoft.com/office/drawing/2014/main" id="{CB9E2CAA-BFF3-4B44-9789-1F0F34DDB8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" y="2152"/>
            <a:ext cx="1547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22360" imgH="545760" progId="Equation.DSMT4">
                    <p:embed/>
                  </p:oleObj>
                </mc:Choice>
                <mc:Fallback>
                  <p:oleObj name="Equation" r:id="rId6" imgW="1422360" imgH="545760" progId="Equation.DSMT4">
                    <p:embed/>
                    <p:pic>
                      <p:nvPicPr>
                        <p:cNvPr id="50192" name="Object 11">
                          <a:extLst>
                            <a:ext uri="{FF2B5EF4-FFF2-40B4-BE49-F238E27FC236}">
                              <a16:creationId xmlns:a16="http://schemas.microsoft.com/office/drawing/2014/main" id="{CB9E2CAA-BFF3-4B44-9789-1F0F34DDB8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" y="2152"/>
                          <a:ext cx="1547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3" name="Rectangle 12">
              <a:extLst>
                <a:ext uri="{FF2B5EF4-FFF2-40B4-BE49-F238E27FC236}">
                  <a16:creationId xmlns:a16="http://schemas.microsoft.com/office/drawing/2014/main" id="{85001FB0-4F73-4660-8168-8808675EA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07"/>
              <a:ext cx="1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0194" name="Object 13">
              <a:extLst>
                <a:ext uri="{FF2B5EF4-FFF2-40B4-BE49-F238E27FC236}">
                  <a16:creationId xmlns:a16="http://schemas.microsoft.com/office/drawing/2014/main" id="{978F5A64-41DE-4378-9CD8-3890BC91F8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4" y="2232"/>
            <a:ext cx="1727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7680" imgH="431640" progId="Equation.DSMT4">
                    <p:embed/>
                  </p:oleObj>
                </mc:Choice>
                <mc:Fallback>
                  <p:oleObj name="Equation" r:id="rId8" imgW="1777680" imgH="431640" progId="Equation.DSMT4">
                    <p:embed/>
                    <p:pic>
                      <p:nvPicPr>
                        <p:cNvPr id="50194" name="Object 13">
                          <a:extLst>
                            <a:ext uri="{FF2B5EF4-FFF2-40B4-BE49-F238E27FC236}">
                              <a16:creationId xmlns:a16="http://schemas.microsoft.com/office/drawing/2014/main" id="{978F5A64-41DE-4378-9CD8-3890BC91F8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4" y="2232"/>
                          <a:ext cx="1727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2AB36C81-DCEA-4DB9-836E-23F14C063940}"/>
              </a:ext>
            </a:extLst>
          </p:cNvPr>
          <p:cNvGrpSpPr>
            <a:grpSpLocks/>
          </p:cNvGrpSpPr>
          <p:nvPr/>
        </p:nvGrpSpPr>
        <p:grpSpPr bwMode="auto">
          <a:xfrm>
            <a:off x="873126" y="4297633"/>
            <a:ext cx="5975350" cy="777875"/>
            <a:chOff x="585" y="3212"/>
            <a:chExt cx="3764" cy="490"/>
          </a:xfrm>
        </p:grpSpPr>
        <p:sp>
          <p:nvSpPr>
            <p:cNvPr id="50189" name="Rectangle 15">
              <a:extLst>
                <a:ext uri="{FF2B5EF4-FFF2-40B4-BE49-F238E27FC236}">
                  <a16:creationId xmlns:a16="http://schemas.microsoft.com/office/drawing/2014/main" id="{DA3C06D4-8714-4D75-BDB0-6AC0DFE3E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3294"/>
              <a:ext cx="376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1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zh-CN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轴上的点都是函数</a:t>
              </a: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</a:t>
              </a:r>
              <a:r>
                <a:rPr kumimoji="1" lang="zh-CN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的间断点</a:t>
              </a:r>
              <a:r>
                <a: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graphicFrame>
          <p:nvGraphicFramePr>
            <p:cNvPr id="50190" name="Object 16">
              <a:extLst>
                <a:ext uri="{FF2B5EF4-FFF2-40B4-BE49-F238E27FC236}">
                  <a16:creationId xmlns:a16="http://schemas.microsoft.com/office/drawing/2014/main" id="{D677E725-35D0-4013-9041-42A25D9434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8" y="3212"/>
            <a:ext cx="629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88718" imgH="374592" progId="Equation.DSMT4">
                    <p:embed/>
                  </p:oleObj>
                </mc:Choice>
                <mc:Fallback>
                  <p:oleObj name="Equation" r:id="rId10" imgW="488718" imgH="374592" progId="Equation.DSMT4">
                    <p:embed/>
                    <p:pic>
                      <p:nvPicPr>
                        <p:cNvPr id="50190" name="Object 16">
                          <a:extLst>
                            <a:ext uri="{FF2B5EF4-FFF2-40B4-BE49-F238E27FC236}">
                              <a16:creationId xmlns:a16="http://schemas.microsoft.com/office/drawing/2014/main" id="{D677E725-35D0-4013-9041-42A25D9434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8" y="3212"/>
                          <a:ext cx="629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3" name="Rectangle 17">
            <a:extLst>
              <a:ext uri="{FF2B5EF4-FFF2-40B4-BE49-F238E27FC236}">
                <a16:creationId xmlns:a16="http://schemas.microsoft.com/office/drawing/2014/main" id="{26A927CD-DB13-423F-A74C-7249B0220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7700" y="50403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622FCBA0-528B-4D19-8D13-660E99E3C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60350"/>
            <a:ext cx="12039600" cy="1358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由二元函数极限的运算性质及连续的定义易知，连续的二元函数的和、差、积、商（除去分母为零的点）仍然是连续函数；二元连续函数的复合函数也仍然是连续的．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120835" name="Object 3">
            <a:extLst>
              <a:ext uri="{FF2B5EF4-FFF2-40B4-BE49-F238E27FC236}">
                <a16:creationId xmlns:a16="http://schemas.microsoft.com/office/drawing/2014/main" id="{E985A62A-CE97-46AD-B6B0-18F33D5C4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0543" y="1597026"/>
          <a:ext cx="49514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978486" imgH="787631" progId="Word.Document.8">
                  <p:embed/>
                </p:oleObj>
              </mc:Choice>
              <mc:Fallback>
                <p:oleObj name="文档" r:id="rId2" imgW="4978486" imgH="787631" progId="Word.Document.8">
                  <p:embed/>
                  <p:pic>
                    <p:nvPicPr>
                      <p:cNvPr id="120835" name="Object 3">
                        <a:extLst>
                          <a:ext uri="{FF2B5EF4-FFF2-40B4-BE49-F238E27FC236}">
                            <a16:creationId xmlns:a16="http://schemas.microsoft.com/office/drawing/2014/main" id="{E985A62A-CE97-46AD-B6B0-18F33D5C4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543" y="1597026"/>
                        <a:ext cx="49514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4">
            <a:extLst>
              <a:ext uri="{FF2B5EF4-FFF2-40B4-BE49-F238E27FC236}">
                <a16:creationId xmlns:a16="http://schemas.microsoft.com/office/drawing/2014/main" id="{A781B367-DC83-45E6-83A6-C81878F3C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338388"/>
          <a:ext cx="79914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8096007" imgH="851015" progId="Word.Document.8">
                  <p:embed/>
                </p:oleObj>
              </mc:Choice>
              <mc:Fallback>
                <p:oleObj name="文档" r:id="rId4" imgW="8096007" imgH="851015" progId="Word.Document.8">
                  <p:embed/>
                  <p:pic>
                    <p:nvPicPr>
                      <p:cNvPr id="120836" name="Object 4">
                        <a:extLst>
                          <a:ext uri="{FF2B5EF4-FFF2-40B4-BE49-F238E27FC236}">
                            <a16:creationId xmlns:a16="http://schemas.microsoft.com/office/drawing/2014/main" id="{A781B367-DC83-45E6-83A6-C81878F3C3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338388"/>
                        <a:ext cx="79914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7AB87ADD-3CCE-45BC-A177-9157FA9EB8A2}"/>
              </a:ext>
            </a:extLst>
          </p:cNvPr>
          <p:cNvGrpSpPr>
            <a:grpSpLocks/>
          </p:cNvGrpSpPr>
          <p:nvPr/>
        </p:nvGrpSpPr>
        <p:grpSpPr bwMode="auto">
          <a:xfrm>
            <a:off x="3795577" y="2521744"/>
            <a:ext cx="2333625" cy="1455737"/>
            <a:chOff x="1746" y="1969"/>
            <a:chExt cx="1470" cy="917"/>
          </a:xfrm>
        </p:grpSpPr>
        <p:sp>
          <p:nvSpPr>
            <p:cNvPr id="51214" name="Line 6">
              <a:extLst>
                <a:ext uri="{FF2B5EF4-FFF2-40B4-BE49-F238E27FC236}">
                  <a16:creationId xmlns:a16="http://schemas.microsoft.com/office/drawing/2014/main" id="{156D8213-EE31-4382-8355-D3542479F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2251"/>
              <a:ext cx="454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15" name="Rectangle 7">
              <a:extLst>
                <a:ext uri="{FF2B5EF4-FFF2-40B4-BE49-F238E27FC236}">
                  <a16:creationId xmlns:a16="http://schemas.microsoft.com/office/drawing/2014/main" id="{167CEBEC-D701-44F8-A895-6A0185BD4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1969"/>
              <a:ext cx="817" cy="272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16" name="Rectangle 8">
              <a:extLst>
                <a:ext uri="{FF2B5EF4-FFF2-40B4-BE49-F238E27FC236}">
                  <a16:creationId xmlns:a16="http://schemas.microsoft.com/office/drawing/2014/main" id="{A392740B-995C-4ECD-A6AE-05E28DEAF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432"/>
              <a:ext cx="1089" cy="454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连续函数</a:t>
              </a:r>
            </a:p>
          </p:txBody>
        </p:sp>
      </p:grpSp>
      <p:sp>
        <p:nvSpPr>
          <p:cNvPr id="120841" name="Rectangle 9">
            <a:extLst>
              <a:ext uri="{FF2B5EF4-FFF2-40B4-BE49-F238E27FC236}">
                <a16:creationId xmlns:a16="http://schemas.microsoft.com/office/drawing/2014/main" id="{31531055-DFE6-4A96-9205-32DBF3DF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0" y="2414588"/>
            <a:ext cx="1728788" cy="719138"/>
          </a:xfrm>
          <a:prstGeom prst="rect">
            <a:avLst/>
          </a:prstGeom>
          <a:noFill/>
          <a:ln w="28575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FE361200-7F12-4EE9-A777-2C4450CA1C45}"/>
              </a:ext>
            </a:extLst>
          </p:cNvPr>
          <p:cNvGrpSpPr>
            <a:grpSpLocks/>
          </p:cNvGrpSpPr>
          <p:nvPr/>
        </p:nvGrpSpPr>
        <p:grpSpPr bwMode="auto">
          <a:xfrm>
            <a:off x="5616803" y="3201399"/>
            <a:ext cx="4191000" cy="1393825"/>
            <a:chOff x="2925" y="2387"/>
            <a:chExt cx="2640" cy="878"/>
          </a:xfrm>
        </p:grpSpPr>
        <p:sp>
          <p:nvSpPr>
            <p:cNvPr id="51212" name="AutoShape 11">
              <a:extLst>
                <a:ext uri="{FF2B5EF4-FFF2-40B4-BE49-F238E27FC236}">
                  <a16:creationId xmlns:a16="http://schemas.microsoft.com/office/drawing/2014/main" id="{4C40AEF7-136C-47E9-A3E0-C4A765225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87"/>
              <a:ext cx="363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FF"/>
            </a:solidFill>
            <a:ln w="2857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1213" name="Object 12">
              <a:extLst>
                <a:ext uri="{FF2B5EF4-FFF2-40B4-BE49-F238E27FC236}">
                  <a16:creationId xmlns:a16="http://schemas.microsoft.com/office/drawing/2014/main" id="{6C63F02A-301F-4548-B271-531FE0326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5" y="2659"/>
            <a:ext cx="2640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6" imgW="4273426" imgH="965315" progId="Word.Document.8">
                    <p:embed/>
                  </p:oleObj>
                </mc:Choice>
                <mc:Fallback>
                  <p:oleObj name="文档" r:id="rId6" imgW="4273426" imgH="965315" progId="Word.Document.8">
                    <p:embed/>
                    <p:pic>
                      <p:nvPicPr>
                        <p:cNvPr id="51213" name="Object 12">
                          <a:extLst>
                            <a:ext uri="{FF2B5EF4-FFF2-40B4-BE49-F238E27FC236}">
                              <a16:creationId xmlns:a16="http://schemas.microsoft.com/office/drawing/2014/main" id="{6C63F02A-301F-4548-B271-531FE0326F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2659"/>
                          <a:ext cx="2640" cy="6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2857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FD9F1557-81EB-42F0-89D1-3399D886D15B}"/>
              </a:ext>
            </a:extLst>
          </p:cNvPr>
          <p:cNvGrpSpPr>
            <a:grpSpLocks/>
          </p:cNvGrpSpPr>
          <p:nvPr/>
        </p:nvGrpSpPr>
        <p:grpSpPr bwMode="auto">
          <a:xfrm>
            <a:off x="5545365" y="4655549"/>
            <a:ext cx="4179888" cy="1379537"/>
            <a:chOff x="2880" y="3303"/>
            <a:chExt cx="2633" cy="869"/>
          </a:xfrm>
        </p:grpSpPr>
        <p:sp>
          <p:nvSpPr>
            <p:cNvPr id="51210" name="AutoShape 14">
              <a:extLst>
                <a:ext uri="{FF2B5EF4-FFF2-40B4-BE49-F238E27FC236}">
                  <a16:creationId xmlns:a16="http://schemas.microsoft.com/office/drawing/2014/main" id="{86C52279-4A21-4CC3-9F08-2B4962728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3303"/>
              <a:ext cx="363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1211" name="Object 15">
              <a:extLst>
                <a:ext uri="{FF2B5EF4-FFF2-40B4-BE49-F238E27FC236}">
                  <a16:creationId xmlns:a16="http://schemas.microsoft.com/office/drawing/2014/main" id="{A5742167-E0FD-443D-8A2A-5CC1C8D6FD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566"/>
            <a:ext cx="2633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8" imgW="4286396" imgH="965315" progId="Word.Document.8">
                    <p:embed/>
                  </p:oleObj>
                </mc:Choice>
                <mc:Fallback>
                  <p:oleObj name="文档" r:id="rId8" imgW="4286396" imgH="965315" progId="Word.Document.8">
                    <p:embed/>
                    <p:pic>
                      <p:nvPicPr>
                        <p:cNvPr id="51211" name="Object 15">
                          <a:extLst>
                            <a:ext uri="{FF2B5EF4-FFF2-40B4-BE49-F238E27FC236}">
                              <a16:creationId xmlns:a16="http://schemas.microsoft.com/office/drawing/2014/main" id="{A5742167-E0FD-443D-8A2A-5CC1C8D6FD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566"/>
                          <a:ext cx="2633" cy="6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2857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0848" name="Object 16">
            <a:extLst>
              <a:ext uri="{FF2B5EF4-FFF2-40B4-BE49-F238E27FC236}">
                <a16:creationId xmlns:a16="http://schemas.microsoft.com/office/drawing/2014/main" id="{C6E16368-6447-4EF4-B843-1100338E5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2963" y="3427413"/>
          <a:ext cx="7789862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8123164" imgH="1983394" progId="Word.Document.8">
                  <p:embed/>
                </p:oleObj>
              </mc:Choice>
              <mc:Fallback>
                <p:oleObj name="Document" r:id="rId10" imgW="8123164" imgH="1983394" progId="Word.Document.8">
                  <p:embed/>
                  <p:pic>
                    <p:nvPicPr>
                      <p:cNvPr id="120848" name="Object 16">
                        <a:extLst>
                          <a:ext uri="{FF2B5EF4-FFF2-40B4-BE49-F238E27FC236}">
                            <a16:creationId xmlns:a16="http://schemas.microsoft.com/office/drawing/2014/main" id="{C6E16368-6447-4EF4-B843-1100338E5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3427413"/>
                        <a:ext cx="7789862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1" grpId="0" animBg="1"/>
      <p:bldP spid="12084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9C65DC-CBC1-4DE2-88CB-B467E1B27F11}"/>
              </a:ext>
            </a:extLst>
          </p:cNvPr>
          <p:cNvGrpSpPr>
            <a:grpSpLocks/>
          </p:cNvGrpSpPr>
          <p:nvPr/>
        </p:nvGrpSpPr>
        <p:grpSpPr bwMode="auto">
          <a:xfrm>
            <a:off x="824706" y="738892"/>
            <a:ext cx="3252787" cy="863600"/>
            <a:chOff x="84" y="1707"/>
            <a:chExt cx="2049" cy="544"/>
          </a:xfrm>
        </p:grpSpPr>
        <p:sp>
          <p:nvSpPr>
            <p:cNvPr id="52244" name="Rectangle 3">
              <a:extLst>
                <a:ext uri="{FF2B5EF4-FFF2-40B4-BE49-F238E27FC236}">
                  <a16:creationId xmlns:a16="http://schemas.microsoft.com/office/drawing/2014/main" id="{6D633122-0EC0-4EF7-BC74-7E94142A7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" y="1786"/>
              <a:ext cx="87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8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</a:t>
              </a:r>
              <a:endPara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2245" name="Object 4">
              <a:extLst>
                <a:ext uri="{FF2B5EF4-FFF2-40B4-BE49-F238E27FC236}">
                  <a16:creationId xmlns:a16="http://schemas.microsoft.com/office/drawing/2014/main" id="{0978806E-FCB3-4ED9-B7C1-9DB8B4D442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1" y="1707"/>
            <a:ext cx="137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79032" imgH="431613" progId="Equation.DSMT4">
                    <p:embed/>
                  </p:oleObj>
                </mc:Choice>
                <mc:Fallback>
                  <p:oleObj name="Equation" r:id="rId2" imgW="1079032" imgH="431613" progId="Equation.DSMT4">
                    <p:embed/>
                    <p:pic>
                      <p:nvPicPr>
                        <p:cNvPr id="52245" name="Object 4">
                          <a:extLst>
                            <a:ext uri="{FF2B5EF4-FFF2-40B4-BE49-F238E27FC236}">
                              <a16:creationId xmlns:a16="http://schemas.microsoft.com/office/drawing/2014/main" id="{0978806E-FCB3-4ED9-B7C1-9DB8B4D442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" y="1707"/>
                          <a:ext cx="1372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58DE99DE-AE0F-4D9C-BCE5-D48C823A5755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813109"/>
            <a:ext cx="8756650" cy="1274763"/>
            <a:chOff x="340" y="1496"/>
            <a:chExt cx="5516" cy="803"/>
          </a:xfrm>
        </p:grpSpPr>
        <p:graphicFrame>
          <p:nvGraphicFramePr>
            <p:cNvPr id="52236" name="Object 6">
              <a:extLst>
                <a:ext uri="{FF2B5EF4-FFF2-40B4-BE49-F238E27FC236}">
                  <a16:creationId xmlns:a16="http://schemas.microsoft.com/office/drawing/2014/main" id="{D7DB53B7-8D9C-4D13-AFE9-DB05467F1F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9" y="1496"/>
            <a:ext cx="68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33169" imgH="431613" progId="Equation.DSMT4">
                    <p:embed/>
                  </p:oleObj>
                </mc:Choice>
                <mc:Fallback>
                  <p:oleObj name="Equation" r:id="rId4" imgW="533169" imgH="431613" progId="Equation.DSMT4">
                    <p:embed/>
                    <p:pic>
                      <p:nvPicPr>
                        <p:cNvPr id="52236" name="Object 6">
                          <a:extLst>
                            <a:ext uri="{FF2B5EF4-FFF2-40B4-BE49-F238E27FC236}">
                              <a16:creationId xmlns:a16="http://schemas.microsoft.com/office/drawing/2014/main" id="{D7DB53B7-8D9C-4D13-AFE9-DB05467F1F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496"/>
                          <a:ext cx="68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37" name="Group 7">
              <a:extLst>
                <a:ext uri="{FF2B5EF4-FFF2-40B4-BE49-F238E27FC236}">
                  <a16:creationId xmlns:a16="http://schemas.microsoft.com/office/drawing/2014/main" id="{D7A41E76-9CC4-4718-8CA9-445AC15F89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1598"/>
              <a:ext cx="5516" cy="701"/>
              <a:chOff x="340" y="1598"/>
              <a:chExt cx="5516" cy="701"/>
            </a:xfrm>
          </p:grpSpPr>
          <p:sp>
            <p:nvSpPr>
              <p:cNvPr id="52238" name="Rectangle 8">
                <a:extLst>
                  <a:ext uri="{FF2B5EF4-FFF2-40B4-BE49-F238E27FC236}">
                    <a16:creationId xmlns:a16="http://schemas.microsoft.com/office/drawing/2014/main" id="{5D6F5052-6065-47FC-AC28-A90FC0A48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" y="1991"/>
                <a:ext cx="4468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时的极限，等于该函数在点</a:t>
                </a:r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(</a:t>
                </a:r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1,0</a:t>
                </a:r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)</a:t>
                </a: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处的函数值，</a:t>
                </a:r>
              </a:p>
            </p:txBody>
          </p:sp>
          <p:graphicFrame>
            <p:nvGraphicFramePr>
              <p:cNvPr id="52239" name="Object 9">
                <a:extLst>
                  <a:ext uri="{FF2B5EF4-FFF2-40B4-BE49-F238E27FC236}">
                    <a16:creationId xmlns:a16="http://schemas.microsoft.com/office/drawing/2014/main" id="{7037D03A-F185-48A2-A96E-B234299762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1662"/>
              <a:ext cx="408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342751" imgH="203112" progId="Equation.3">
                      <p:embed/>
                    </p:oleObj>
                  </mc:Choice>
                  <mc:Fallback>
                    <p:oleObj name="公式" r:id="rId6" imgW="342751" imgH="203112" progId="Equation.3">
                      <p:embed/>
                      <p:pic>
                        <p:nvPicPr>
                          <p:cNvPr id="52239" name="Object 9">
                            <a:extLst>
                              <a:ext uri="{FF2B5EF4-FFF2-40B4-BE49-F238E27FC236}">
                                <a16:creationId xmlns:a16="http://schemas.microsoft.com/office/drawing/2014/main" id="{7037D03A-F185-48A2-A96E-B234299762A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662"/>
                            <a:ext cx="408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0" name="Object 10">
                <a:extLst>
                  <a:ext uri="{FF2B5EF4-FFF2-40B4-BE49-F238E27FC236}">
                    <a16:creationId xmlns:a16="http://schemas.microsoft.com/office/drawing/2014/main" id="{6E5F380E-3C3A-4FDF-9282-3DCD97199D1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" y="2024"/>
              <a:ext cx="1105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914400" imgH="203200" progId="Equation.DSMT4">
                      <p:embed/>
                    </p:oleObj>
                  </mc:Choice>
                  <mc:Fallback>
                    <p:oleObj name="Equation" r:id="rId8" imgW="914400" imgH="203200" progId="Equation.DSMT4">
                      <p:embed/>
                      <p:pic>
                        <p:nvPicPr>
                          <p:cNvPr id="52240" name="Object 10">
                            <a:extLst>
                              <a:ext uri="{FF2B5EF4-FFF2-40B4-BE49-F238E27FC236}">
                                <a16:creationId xmlns:a16="http://schemas.microsoft.com/office/drawing/2014/main" id="{6E5F380E-3C3A-4FDF-9282-3DCD97199D1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" y="2024"/>
                            <a:ext cx="1105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241" name="Rectangle 11">
                <a:extLst>
                  <a:ext uri="{FF2B5EF4-FFF2-40B4-BE49-F238E27FC236}">
                    <a16:creationId xmlns:a16="http://schemas.microsoft.com/office/drawing/2014/main" id="{A24603CA-9E2F-4CCE-8A66-4CF6C2AAA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" y="1598"/>
                <a:ext cx="1513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解</a:t>
                </a: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   由于函数</a:t>
                </a:r>
              </a:p>
            </p:txBody>
          </p:sp>
          <p:sp>
            <p:nvSpPr>
              <p:cNvPr id="52242" name="Rectangle 12">
                <a:extLst>
                  <a:ext uri="{FF2B5EF4-FFF2-40B4-BE49-F238E27FC236}">
                    <a16:creationId xmlns:a16="http://schemas.microsoft.com/office/drawing/2014/main" id="{F4BBDE6F-366A-4B48-8636-7AEFA4D12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3" y="1598"/>
                <a:ext cx="628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除点</a:t>
                </a:r>
              </a:p>
            </p:txBody>
          </p:sp>
          <p:sp>
            <p:nvSpPr>
              <p:cNvPr id="52243" name="Rectangle 13">
                <a:extLst>
                  <a:ext uri="{FF2B5EF4-FFF2-40B4-BE49-F238E27FC236}">
                    <a16:creationId xmlns:a16="http://schemas.microsoft.com/office/drawing/2014/main" id="{9CD6B0F9-18D6-4A67-81F1-BEB0D0A31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4" y="1598"/>
                <a:ext cx="2397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外皆连续，因此要求当</a:t>
                </a:r>
              </a:p>
            </p:txBody>
          </p:sp>
        </p:grp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7E1A8308-BCA9-492E-AB65-8E1F80EB1F93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4080059"/>
            <a:ext cx="4537075" cy="874713"/>
            <a:chOff x="385" y="2924"/>
            <a:chExt cx="2858" cy="551"/>
          </a:xfrm>
        </p:grpSpPr>
        <p:graphicFrame>
          <p:nvGraphicFramePr>
            <p:cNvPr id="52234" name="Object 15">
              <a:extLst>
                <a:ext uri="{FF2B5EF4-FFF2-40B4-BE49-F238E27FC236}">
                  <a16:creationId xmlns:a16="http://schemas.microsoft.com/office/drawing/2014/main" id="{9063DE74-8AEC-4A49-91EE-ACEE140F8C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5" y="2924"/>
            <a:ext cx="1678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07532" imgH="431613" progId="Equation.DSMT4">
                    <p:embed/>
                  </p:oleObj>
                </mc:Choice>
                <mc:Fallback>
                  <p:oleObj name="Equation" r:id="rId10" imgW="1307532" imgH="431613" progId="Equation.DSMT4">
                    <p:embed/>
                    <p:pic>
                      <p:nvPicPr>
                        <p:cNvPr id="52234" name="Object 15">
                          <a:extLst>
                            <a:ext uri="{FF2B5EF4-FFF2-40B4-BE49-F238E27FC236}">
                              <a16:creationId xmlns:a16="http://schemas.microsoft.com/office/drawing/2014/main" id="{9063DE74-8AEC-4A49-91EE-ACEE140F8C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924"/>
                          <a:ext cx="1678" cy="5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5" name="Rectangle 16">
              <a:extLst>
                <a:ext uri="{FF2B5EF4-FFF2-40B4-BE49-F238E27FC236}">
                  <a16:creationId xmlns:a16="http://schemas.microsoft.com/office/drawing/2014/main" id="{601AE1E3-741A-4785-9C5E-CA77926C0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034"/>
              <a:ext cx="88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因此</a:t>
              </a:r>
            </a:p>
          </p:txBody>
        </p:sp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3FB6537C-11F2-476F-AE21-CF196813DE85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3143434"/>
            <a:ext cx="4968875" cy="1025525"/>
            <a:chOff x="385" y="2334"/>
            <a:chExt cx="3130" cy="646"/>
          </a:xfrm>
        </p:grpSpPr>
        <p:graphicFrame>
          <p:nvGraphicFramePr>
            <p:cNvPr id="52232" name="Object 18">
              <a:extLst>
                <a:ext uri="{FF2B5EF4-FFF2-40B4-BE49-F238E27FC236}">
                  <a16:creationId xmlns:a16="http://schemas.microsoft.com/office/drawing/2014/main" id="{1C6DCE1A-2C00-483F-A445-9755BC5C61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4" y="2334"/>
            <a:ext cx="1881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86811" imgH="545863" progId="Equation.DSMT4">
                    <p:embed/>
                  </p:oleObj>
                </mc:Choice>
                <mc:Fallback>
                  <p:oleObj name="Equation" r:id="rId12" imgW="1586811" imgH="545863" progId="Equation.DSMT4">
                    <p:embed/>
                    <p:pic>
                      <p:nvPicPr>
                        <p:cNvPr id="52232" name="Object 18">
                          <a:extLst>
                            <a:ext uri="{FF2B5EF4-FFF2-40B4-BE49-F238E27FC236}">
                              <a16:creationId xmlns:a16="http://schemas.microsoft.com/office/drawing/2014/main" id="{1C6DCE1A-2C00-483F-A445-9755BC5C61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4" y="2334"/>
                          <a:ext cx="1881" cy="6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3" name="Rectangle 19">
              <a:extLst>
                <a:ext uri="{FF2B5EF4-FFF2-40B4-BE49-F238E27FC236}">
                  <a16:creationId xmlns:a16="http://schemas.microsoft.com/office/drawing/2014/main" id="{1FCA2DE2-C01A-4636-BA6A-B249B1851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415"/>
              <a:ext cx="59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又</a:t>
              </a:r>
            </a:p>
          </p:txBody>
        </p:sp>
      </p:grpSp>
      <p:sp>
        <p:nvSpPr>
          <p:cNvPr id="121877" name="Text Box 21">
            <a:extLst>
              <a:ext uri="{FF2B5EF4-FFF2-40B4-BE49-F238E27FC236}">
                <a16:creationId xmlns:a16="http://schemas.microsoft.com/office/drawing/2014/main" id="{49DDA690-E6A9-454A-B653-21B34774B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1245"/>
            <a:ext cx="98948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多元初等函数在它有定义的区域（含闭区域）内都是连续的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1" name="Object 4">
            <a:extLst>
              <a:ext uri="{FF2B5EF4-FFF2-40B4-BE49-F238E27FC236}">
                <a16:creationId xmlns:a16="http://schemas.microsoft.com/office/drawing/2014/main" id="{D396CC74-CD4B-47F1-91EE-F0654DFDC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228600"/>
          <a:ext cx="28194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200" imgH="469900" progId="Equation.DSMT4">
                  <p:embed/>
                </p:oleObj>
              </mc:Choice>
              <mc:Fallback>
                <p:oleObj name="Equation" r:id="rId6" imgW="1346200" imgH="469900" progId="Equation.DSMT4">
                  <p:embed/>
                  <p:pic>
                    <p:nvPicPr>
                      <p:cNvPr id="53251" name="Object 4">
                        <a:extLst>
                          <a:ext uri="{FF2B5EF4-FFF2-40B4-BE49-F238E27FC236}">
                            <a16:creationId xmlns:a16="http://schemas.microsoft.com/office/drawing/2014/main" id="{D396CC74-CD4B-47F1-91EE-F0654DFDC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228600"/>
                        <a:ext cx="28194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5">
            <a:extLst>
              <a:ext uri="{FF2B5EF4-FFF2-40B4-BE49-F238E27FC236}">
                <a16:creationId xmlns:a16="http://schemas.microsoft.com/office/drawing/2014/main" id="{CA8E4E39-5A58-4605-BF3F-510283C7B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27038"/>
            <a:ext cx="1371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 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求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D3DBD94B-85CC-40B1-A3A8-700AE2C4D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872488"/>
              </p:ext>
            </p:extLst>
          </p:nvPr>
        </p:nvGraphicFramePr>
        <p:xfrm>
          <a:off x="2782888" y="2230438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DSMT4">
                  <p:embed/>
                </p:oleObj>
              </mc:Choice>
              <mc:Fallback>
                <p:oleObj name="Equation" r:id="rId8" imgW="203040" imgH="177480" progId="Equation.DSMT4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3C5EC21E-B0D5-49B4-9DF4-2E4016E57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230438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50CC1E02-BEC8-4D34-BB16-EC806E39CE05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255838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F9B9641-31C1-4712-9137-7302E53BAEC9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860800" y="22209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CAC4C053-6EBF-4823-B9DD-1B844D33C1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883395"/>
              </p:ext>
            </p:extLst>
          </p:nvPr>
        </p:nvGraphicFramePr>
        <p:xfrm>
          <a:off x="4548188" y="2203450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64880" progId="Equation.DSMT4">
                  <p:embed/>
                </p:oleObj>
              </mc:Choice>
              <mc:Fallback>
                <p:oleObj name="Equation" r:id="rId10" imgW="114120" imgH="164880" progId="Equation.DSMT4">
                  <p:embed/>
                  <p:pic>
                    <p:nvPicPr>
                      <p:cNvPr id="21" name="Object 3">
                        <a:extLst>
                          <a:ext uri="{FF2B5EF4-FFF2-40B4-BE49-F238E27FC236}">
                            <a16:creationId xmlns:a16="http://schemas.microsoft.com/office/drawing/2014/main" id="{E76AAE1B-ADFC-46E4-8D99-9AE31E856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2203450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295290BA-E746-4710-9314-742398A54A52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465762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15C04CD1-0FEB-48B4-9958-611104E12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727103"/>
              </p:ext>
            </p:extLst>
          </p:nvPr>
        </p:nvGraphicFramePr>
        <p:xfrm>
          <a:off x="6140450" y="2173288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23" name="Object 3">
                        <a:extLst>
                          <a:ext uri="{FF2B5EF4-FFF2-40B4-BE49-F238E27FC236}">
                            <a16:creationId xmlns:a16="http://schemas.microsoft.com/office/drawing/2014/main" id="{8EF4C3A2-4916-48FD-889C-5C1D96A0D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2173288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1BAC540A-E538-4A29-88BB-DAFDF635F15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011989" y="220345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41D6F718-B472-42F6-933C-0B1EB545DB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810459"/>
              </p:ext>
            </p:extLst>
          </p:nvPr>
        </p:nvGraphicFramePr>
        <p:xfrm>
          <a:off x="7550150" y="1930400"/>
          <a:ext cx="5476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406080" progId="Equation.DSMT4">
                  <p:embed/>
                </p:oleObj>
              </mc:Choice>
              <mc:Fallback>
                <p:oleObj name="Equation" r:id="rId14" imgW="253800" imgH="406080" progId="Equation.DSMT4">
                  <p:embed/>
                  <p:pic>
                    <p:nvPicPr>
                      <p:cNvPr id="25" name="Object 3">
                        <a:extLst>
                          <a:ext uri="{FF2B5EF4-FFF2-40B4-BE49-F238E27FC236}">
                            <a16:creationId xmlns:a16="http://schemas.microsoft.com/office/drawing/2014/main" id="{6CA7998B-EDBC-414C-8911-C7770EB66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1930400"/>
                        <a:ext cx="5476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Object 2">
            <a:extLst>
              <a:ext uri="{FF2B5EF4-FFF2-40B4-BE49-F238E27FC236}">
                <a16:creationId xmlns:a16="http://schemas.microsoft.com/office/drawing/2014/main" id="{94858F6F-8FAB-4D94-9552-25657EFE25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600" y="2368550"/>
          <a:ext cx="27114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400" imgH="457200" progId="Equation.DSMT4">
                  <p:embed/>
                </p:oleObj>
              </mc:Choice>
              <mc:Fallback>
                <p:oleObj name="Equation" r:id="rId2" imgW="1422400" imgH="457200" progId="Equation.DSMT4">
                  <p:embed/>
                  <p:pic>
                    <p:nvPicPr>
                      <p:cNvPr id="122882" name="Object 2">
                        <a:extLst>
                          <a:ext uri="{FF2B5EF4-FFF2-40B4-BE49-F238E27FC236}">
                            <a16:creationId xmlns:a16="http://schemas.microsoft.com/office/drawing/2014/main" id="{94858F6F-8FAB-4D94-9552-25657EFE25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368550"/>
                        <a:ext cx="27114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4">
            <a:extLst>
              <a:ext uri="{FF2B5EF4-FFF2-40B4-BE49-F238E27FC236}">
                <a16:creationId xmlns:a16="http://schemas.microsoft.com/office/drawing/2014/main" id="{D396CC74-CD4B-47F1-91EE-F0654DFDC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228600"/>
          <a:ext cx="28194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200" imgH="469900" progId="Equation.DSMT4">
                  <p:embed/>
                </p:oleObj>
              </mc:Choice>
              <mc:Fallback>
                <p:oleObj name="Equation" r:id="rId4" imgW="1346200" imgH="469900" progId="Equation.DSMT4">
                  <p:embed/>
                  <p:pic>
                    <p:nvPicPr>
                      <p:cNvPr id="53251" name="Object 4">
                        <a:extLst>
                          <a:ext uri="{FF2B5EF4-FFF2-40B4-BE49-F238E27FC236}">
                            <a16:creationId xmlns:a16="http://schemas.microsoft.com/office/drawing/2014/main" id="{D396CC74-CD4B-47F1-91EE-F0654DFDC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228600"/>
                        <a:ext cx="28194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5">
            <a:extLst>
              <a:ext uri="{FF2B5EF4-FFF2-40B4-BE49-F238E27FC236}">
                <a16:creationId xmlns:a16="http://schemas.microsoft.com/office/drawing/2014/main" id="{CA8E4E39-5A58-4605-BF3F-510283C7B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27038"/>
            <a:ext cx="1371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 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求</a:t>
            </a:r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A8AD3020-4C39-45AF-A0C6-FCC92782E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1539875"/>
            <a:ext cx="10112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解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graphicFrame>
        <p:nvGraphicFramePr>
          <p:cNvPr id="122887" name="Object 7">
            <a:extLst>
              <a:ext uri="{FF2B5EF4-FFF2-40B4-BE49-F238E27FC236}">
                <a16:creationId xmlns:a16="http://schemas.microsoft.com/office/drawing/2014/main" id="{93A81628-7FCE-4089-93F2-A6FA149BB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371600"/>
          <a:ext cx="51704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71800" imgH="495300" progId="Equation.DSMT4">
                  <p:embed/>
                </p:oleObj>
              </mc:Choice>
              <mc:Fallback>
                <p:oleObj name="Equation" r:id="rId6" imgW="2971800" imgH="495300" progId="Equation.DSMT4">
                  <p:embed/>
                  <p:pic>
                    <p:nvPicPr>
                      <p:cNvPr id="122887" name="Object 7">
                        <a:extLst>
                          <a:ext uri="{FF2B5EF4-FFF2-40B4-BE49-F238E27FC236}">
                            <a16:creationId xmlns:a16="http://schemas.microsoft.com/office/drawing/2014/main" id="{93A81628-7FCE-4089-93F2-A6FA149BB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1600"/>
                        <a:ext cx="51704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8">
            <a:extLst>
              <a:ext uri="{FF2B5EF4-FFF2-40B4-BE49-F238E27FC236}">
                <a16:creationId xmlns:a16="http://schemas.microsoft.com/office/drawing/2014/main" id="{2583F16C-5A7B-44C6-BD8C-CF7304718812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924425" y="3305175"/>
          <a:ext cx="2808288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4000" imgH="596900" progId="Equation.DSMT4">
                  <p:embed/>
                </p:oleObj>
              </mc:Choice>
              <mc:Fallback>
                <p:oleObj name="Equation" r:id="rId8" imgW="1524000" imgH="596900" progId="Equation.DSMT4">
                  <p:embed/>
                  <p:pic>
                    <p:nvPicPr>
                      <p:cNvPr id="122888" name="Object 8">
                        <a:extLst>
                          <a:ext uri="{FF2B5EF4-FFF2-40B4-BE49-F238E27FC236}">
                            <a16:creationId xmlns:a16="http://schemas.microsoft.com/office/drawing/2014/main" id="{2583F16C-5A7B-44C6-BD8C-CF730471881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305175"/>
                        <a:ext cx="2808288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32452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>
            <a:extLst>
              <a:ext uri="{FF2B5EF4-FFF2-40B4-BE49-F238E27FC236}">
                <a16:creationId xmlns:a16="http://schemas.microsoft.com/office/drawing/2014/main" id="{F0849E85-B688-42AF-900E-D6B0411DA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250"/>
            <a:ext cx="74558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下面为闭区间上连续函数性质的是（）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87043" name="Text Box 3">
            <a:extLst>
              <a:ext uri="{FF2B5EF4-FFF2-40B4-BE49-F238E27FC236}">
                <a16:creationId xmlns:a16="http://schemas.microsoft.com/office/drawing/2014/main" id="{6538ACB5-E80B-462D-9F67-DC9049785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339850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）有界性 ； </a:t>
            </a: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3EC7A47B-FD37-4CF5-852B-4BA8B6CC7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2060575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）最值性 ； </a:t>
            </a: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6F81604A-41BE-4010-9BE9-F805D96D7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2781300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）介值性 ； </a:t>
            </a:r>
          </a:p>
        </p:txBody>
      </p:sp>
      <p:sp>
        <p:nvSpPr>
          <p:cNvPr id="87046" name="Text Box 6">
            <a:extLst>
              <a:ext uri="{FF2B5EF4-FFF2-40B4-BE49-F238E27FC236}">
                <a16:creationId xmlns:a16="http://schemas.microsoft.com/office/drawing/2014/main" id="{F7737506-D7D8-4F15-8A16-963E5556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3573463"/>
            <a:ext cx="35958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）零点存在性 ； </a:t>
            </a:r>
          </a:p>
        </p:txBody>
      </p:sp>
      <p:sp>
        <p:nvSpPr>
          <p:cNvPr id="54279" name="TextBox 10">
            <a:extLst>
              <a:ext uri="{FF2B5EF4-FFF2-40B4-BE49-F238E27FC236}">
                <a16:creationId xmlns:a16="http://schemas.microsoft.com/office/drawing/2014/main" id="{AFF61EB4-B96D-47B2-9990-8C15028E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487363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思考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build="p" autoUpdateAnimBg="0"/>
      <p:bldP spid="87043" grpId="0" build="p" autoUpdateAnimBg="0"/>
      <p:bldP spid="87044" grpId="0" build="p" autoUpdateAnimBg="0"/>
      <p:bldP spid="87045" grpId="0" build="p" autoUpdateAnimBg="0"/>
      <p:bldP spid="87046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E98C2A6-777E-450C-83C9-AF4014C752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1066800"/>
            <a:ext cx="66294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定理：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若 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49" charset="-122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在有界闭域 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上连续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则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88067" name="Object 3">
            <a:extLst>
              <a:ext uri="{FF2B5EF4-FFF2-40B4-BE49-F238E27FC236}">
                <a16:creationId xmlns:a16="http://schemas.microsoft.com/office/drawing/2014/main" id="{D7DAC8CB-B277-4598-8B5E-E51F40B24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8425" y="1854200"/>
          <a:ext cx="181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84182" imgH="374592" progId="Equation.3">
                  <p:embed/>
                </p:oleObj>
              </mc:Choice>
              <mc:Fallback>
                <p:oleObj name="Equation" r:id="rId2" imgW="1784182" imgH="374592" progId="Equation.3">
                  <p:embed/>
                  <p:pic>
                    <p:nvPicPr>
                      <p:cNvPr id="88067" name="Object 3">
                        <a:extLst>
                          <a:ext uri="{FF2B5EF4-FFF2-40B4-BE49-F238E27FC236}">
                            <a16:creationId xmlns:a16="http://schemas.microsoft.com/office/drawing/2014/main" id="{D7DAC8CB-B277-4598-8B5E-E51F40B24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1854200"/>
                        <a:ext cx="181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4">
            <a:extLst>
              <a:ext uri="{FF2B5EF4-FFF2-40B4-BE49-F238E27FC236}">
                <a16:creationId xmlns:a16="http://schemas.microsoft.com/office/drawing/2014/main" id="{48FCBAD7-014B-4F49-9403-476803FF1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4775" y="2449513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759" imgH="374592" progId="Equation.3">
                  <p:embed/>
                </p:oleObj>
              </mc:Choice>
              <mc:Fallback>
                <p:oleObj name="Equation" r:id="rId4" imgW="1358759" imgH="374592" progId="Equation.3">
                  <p:embed/>
                  <p:pic>
                    <p:nvPicPr>
                      <p:cNvPr id="88068" name="Object 4">
                        <a:extLst>
                          <a:ext uri="{FF2B5EF4-FFF2-40B4-BE49-F238E27FC236}">
                            <a16:creationId xmlns:a16="http://schemas.microsoft.com/office/drawing/2014/main" id="{48FCBAD7-014B-4F49-9403-476803FF1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2449513"/>
                        <a:ext cx="1384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>
            <a:extLst>
              <a:ext uri="{FF2B5EF4-FFF2-40B4-BE49-F238E27FC236}">
                <a16:creationId xmlns:a16="http://schemas.microsoft.com/office/drawing/2014/main" id="{59CADF19-BCFD-4491-B880-04A9DD12B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3465513"/>
          <a:ext cx="180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957" imgH="368358" progId="Equation.3">
                  <p:embed/>
                </p:oleObj>
              </mc:Choice>
              <mc:Fallback>
                <p:oleObj name="Equation" r:id="rId6" imgW="1777957" imgH="368358" progId="Equation.3">
                  <p:embed/>
                  <p:pic>
                    <p:nvPicPr>
                      <p:cNvPr id="88069" name="Object 5">
                        <a:extLst>
                          <a:ext uri="{FF2B5EF4-FFF2-40B4-BE49-F238E27FC236}">
                            <a16:creationId xmlns:a16="http://schemas.microsoft.com/office/drawing/2014/main" id="{59CADF19-BCFD-4491-B880-04A9DD12B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465513"/>
                        <a:ext cx="180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Text Box 6">
            <a:extLst>
              <a:ext uri="{FF2B5EF4-FFF2-40B4-BE49-F238E27FC236}">
                <a16:creationId xmlns:a16="http://schemas.microsoft.com/office/drawing/2014/main" id="{2AB31792-CD58-4F71-BBA6-2ABBEE443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4338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*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必在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上一致连续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B32415CC-FD88-4C74-8653-05BAC3455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5013" y="1816100"/>
          <a:ext cx="32877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63824" imgH="444731" progId="Equation.3">
                  <p:embed/>
                </p:oleObj>
              </mc:Choice>
              <mc:Fallback>
                <p:oleObj name="Equation" r:id="rId8" imgW="3263824" imgH="444731" progId="Equation.3">
                  <p:embed/>
                  <p:pic>
                    <p:nvPicPr>
                      <p:cNvPr id="88071" name="Object 7">
                        <a:extLst>
                          <a:ext uri="{FF2B5EF4-FFF2-40B4-BE49-F238E27FC236}">
                            <a16:creationId xmlns:a16="http://schemas.microsoft.com/office/drawing/2014/main" id="{B32415CC-FD88-4C74-8653-05BAC3455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1816100"/>
                        <a:ext cx="32877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2" name="Text Box 8">
            <a:extLst>
              <a:ext uri="{FF2B5EF4-FFF2-40B4-BE49-F238E27FC236}">
                <a16:creationId xmlns:a16="http://schemas.microsoft.com/office/drawing/2014/main" id="{98FFB504-98F1-419E-8022-AFFF6A88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362200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</a:t>
            </a:r>
            <a:r>
              <a:rPr kumimoji="1" lang="zh-CN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上可取得最大值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及最小值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;</a:t>
            </a:r>
          </a:p>
        </p:txBody>
      </p:sp>
      <p:sp>
        <p:nvSpPr>
          <p:cNvPr id="88073" name="Text Box 9">
            <a:extLst>
              <a:ext uri="{FF2B5EF4-FFF2-40B4-BE49-F238E27FC236}">
                <a16:creationId xmlns:a16="http://schemas.microsoft.com/office/drawing/2014/main" id="{0AFEF534-1011-41C4-9CA6-6C45C7CF8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3528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对任意</a:t>
            </a:r>
          </a:p>
        </p:txBody>
      </p:sp>
      <p:graphicFrame>
        <p:nvGraphicFramePr>
          <p:cNvPr id="88074" name="Object 10">
            <a:extLst>
              <a:ext uri="{FF2B5EF4-FFF2-40B4-BE49-F238E27FC236}">
                <a16:creationId xmlns:a16="http://schemas.microsoft.com/office/drawing/2014/main" id="{FC6D13AD-0E69-4B2F-90E5-A674AC5B2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0300" y="3478213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916" imgH="368358" progId="Equation.3">
                  <p:embed/>
                </p:oleObj>
              </mc:Choice>
              <mc:Fallback>
                <p:oleObj name="Equation" r:id="rId10" imgW="1307916" imgH="368358" progId="Equation.3">
                  <p:embed/>
                  <p:pic>
                    <p:nvPicPr>
                      <p:cNvPr id="88074" name="Object 10">
                        <a:extLst>
                          <a:ext uri="{FF2B5EF4-FFF2-40B4-BE49-F238E27FC236}">
                            <a16:creationId xmlns:a16="http://schemas.microsoft.com/office/drawing/2014/main" id="{FC6D13AD-0E69-4B2F-90E5-A674AC5B2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3478213"/>
                        <a:ext cx="133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1">
            <a:extLst>
              <a:ext uri="{FF2B5EF4-FFF2-40B4-BE49-F238E27FC236}">
                <a16:creationId xmlns:a16="http://schemas.microsoft.com/office/drawing/2014/main" id="{03519F3A-5617-41F6-8089-87F3F244C7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0150" y="3408363"/>
          <a:ext cx="1993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68359" imgH="412519" progId="Equation.3">
                  <p:embed/>
                </p:oleObj>
              </mc:Choice>
              <mc:Fallback>
                <p:oleObj name="Equation" r:id="rId12" imgW="1968359" imgH="412519" progId="Equation.3">
                  <p:embed/>
                  <p:pic>
                    <p:nvPicPr>
                      <p:cNvPr id="88075" name="Object 11">
                        <a:extLst>
                          <a:ext uri="{FF2B5EF4-FFF2-40B4-BE49-F238E27FC236}">
                            <a16:creationId xmlns:a16="http://schemas.microsoft.com/office/drawing/2014/main" id="{03519F3A-5617-41F6-8089-87F3F244C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3408363"/>
                        <a:ext cx="1993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6" name="Text Box 12">
            <a:extLst>
              <a:ext uri="{FF2B5EF4-FFF2-40B4-BE49-F238E27FC236}">
                <a16:creationId xmlns:a16="http://schemas.microsoft.com/office/drawing/2014/main" id="{006B3B04-4496-4CA5-95AF-EFC19B064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5" y="1793875"/>
            <a:ext cx="20129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有界性定理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 </a:t>
            </a:r>
          </a:p>
        </p:txBody>
      </p:sp>
      <p:sp>
        <p:nvSpPr>
          <p:cNvPr id="88077" name="Text Box 13">
            <a:extLst>
              <a:ext uri="{FF2B5EF4-FFF2-40B4-BE49-F238E27FC236}">
                <a16:creationId xmlns:a16="http://schemas.microsoft.com/office/drawing/2014/main" id="{172C55E2-FE47-48B6-85F2-75F0A6D56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25" y="2895600"/>
            <a:ext cx="1704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最值定理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 </a:t>
            </a:r>
          </a:p>
        </p:txBody>
      </p:sp>
      <p:sp>
        <p:nvSpPr>
          <p:cNvPr id="88078" name="Text Box 14">
            <a:extLst>
              <a:ext uri="{FF2B5EF4-FFF2-40B4-BE49-F238E27FC236}">
                <a16:creationId xmlns:a16="http://schemas.microsoft.com/office/drawing/2014/main" id="{6C82C507-75E2-4117-9C6E-F4B667AA2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8050" y="3871913"/>
            <a:ext cx="1704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介值定理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 </a:t>
            </a:r>
          </a:p>
        </p:txBody>
      </p:sp>
      <p:sp>
        <p:nvSpPr>
          <p:cNvPr id="88079" name="Text Box 15">
            <a:extLst>
              <a:ext uri="{FF2B5EF4-FFF2-40B4-BE49-F238E27FC236}">
                <a16:creationId xmlns:a16="http://schemas.microsoft.com/office/drawing/2014/main" id="{267F9FFD-3C37-40EC-B48D-E87038AC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95800"/>
            <a:ext cx="2632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一致连续性定理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CCFF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 </a:t>
            </a:r>
          </a:p>
        </p:txBody>
      </p:sp>
      <p:sp>
        <p:nvSpPr>
          <p:cNvPr id="56336" name="Text Box 16">
            <a:extLst>
              <a:ext uri="{FF2B5EF4-FFF2-40B4-BE49-F238E27FC236}">
                <a16:creationId xmlns:a16="http://schemas.microsoft.com/office/drawing/2014/main" id="{43CB28A5-3AE6-400C-B992-635FAB0FC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有界闭域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上多元连续函数有与一元函数类似的如下性质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88081" name="Text Box 17">
            <a:extLst>
              <a:ext uri="{FF2B5EF4-FFF2-40B4-BE49-F238E27FC236}">
                <a16:creationId xmlns:a16="http://schemas.microsoft.com/office/drawing/2014/main" id="{B24F7C48-C85A-4AFB-BB92-1BAB58C50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025" y="5013325"/>
            <a:ext cx="1577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证明略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8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8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build="p" autoUpdateAnimBg="0"/>
      <p:bldP spid="88070" grpId="0" autoUpdateAnimBg="0"/>
      <p:bldP spid="88072" grpId="0" autoUpdateAnimBg="0"/>
      <p:bldP spid="88073" grpId="0" autoUpdateAnimBg="0"/>
      <p:bldP spid="88076" grpId="0" build="p" autoUpdateAnimBg="0"/>
      <p:bldP spid="88077" grpId="0" build="p" autoUpdateAnimBg="0"/>
      <p:bldP spid="88078" grpId="0" build="p" autoUpdateAnimBg="0"/>
      <p:bldP spid="88079" grpId="0" build="p" autoUpdateAnimBg="0"/>
      <p:bldP spid="8808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Object 2">
            <a:extLst>
              <a:ext uri="{FF2B5EF4-FFF2-40B4-BE49-F238E27FC236}">
                <a16:creationId xmlns:a16="http://schemas.microsoft.com/office/drawing/2014/main" id="{AB95A04C-7035-46E2-B9C1-034816BAA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929344"/>
              </p:ext>
            </p:extLst>
          </p:nvPr>
        </p:nvGraphicFramePr>
        <p:xfrm>
          <a:off x="2314603" y="1859988"/>
          <a:ext cx="2197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5507" imgH="660342" progId="Equation.3">
                  <p:embed/>
                </p:oleObj>
              </mc:Choice>
              <mc:Fallback>
                <p:oleObj name="Equation" r:id="rId2" imgW="2165507" imgH="660342" progId="Equation.3">
                  <p:embed/>
                  <p:pic>
                    <p:nvPicPr>
                      <p:cNvPr id="92162" name="Object 2">
                        <a:extLst>
                          <a:ext uri="{FF2B5EF4-FFF2-40B4-BE49-F238E27FC236}">
                            <a16:creationId xmlns:a16="http://schemas.microsoft.com/office/drawing/2014/main" id="{AB95A04C-7035-46E2-B9C1-034816BAA6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603" y="1859988"/>
                        <a:ext cx="2197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3" name="Line 3">
            <a:extLst>
              <a:ext uri="{FF2B5EF4-FFF2-40B4-BE49-F238E27FC236}">
                <a16:creationId xmlns:a16="http://schemas.microsoft.com/office/drawing/2014/main" id="{74EEDC05-398A-44C2-9A2F-4BCE80BB4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628" y="2075888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Line 4">
            <a:extLst>
              <a:ext uri="{FF2B5EF4-FFF2-40B4-BE49-F238E27FC236}">
                <a16:creationId xmlns:a16="http://schemas.microsoft.com/office/drawing/2014/main" id="{44780E63-D028-489B-B82B-FDD1016FC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628" y="2148913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165" name="Object 5">
            <a:extLst>
              <a:ext uri="{FF2B5EF4-FFF2-40B4-BE49-F238E27FC236}">
                <a16:creationId xmlns:a16="http://schemas.microsoft.com/office/drawing/2014/main" id="{89D67AED-E537-4DCD-ADAF-7C6AE51EB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411965"/>
              </p:ext>
            </p:extLst>
          </p:nvPr>
        </p:nvGraphicFramePr>
        <p:xfrm>
          <a:off x="5626128" y="1933013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484" imgH="368358" progId="Equation.3">
                  <p:embed/>
                </p:oleObj>
              </mc:Choice>
              <mc:Fallback>
                <p:oleObj name="Equation" r:id="rId4" imgW="1130484" imgH="368358" progId="Equation.3">
                  <p:embed/>
                  <p:pic>
                    <p:nvPicPr>
                      <p:cNvPr id="92165" name="Object 5">
                        <a:extLst>
                          <a:ext uri="{FF2B5EF4-FFF2-40B4-BE49-F238E27FC236}">
                            <a16:creationId xmlns:a16="http://schemas.microsoft.com/office/drawing/2014/main" id="{89D67AED-E537-4DCD-ADAF-7C6AE51EB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28" y="1933013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>
            <a:extLst>
              <a:ext uri="{FF2B5EF4-FFF2-40B4-BE49-F238E27FC236}">
                <a16:creationId xmlns:a16="http://schemas.microsoft.com/office/drawing/2014/main" id="{D86F4F32-6D08-4DBB-99BD-85C14F5CA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736320"/>
              </p:ext>
            </p:extLst>
          </p:nvPr>
        </p:nvGraphicFramePr>
        <p:xfrm>
          <a:off x="6994553" y="1933013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2572" imgH="368358" progId="Equation.3">
                  <p:embed/>
                </p:oleObj>
              </mc:Choice>
              <mc:Fallback>
                <p:oleObj name="Equation" r:id="rId6" imgW="1022572" imgH="368358" progId="Equation.3">
                  <p:embed/>
                  <p:pic>
                    <p:nvPicPr>
                      <p:cNvPr id="92166" name="Object 6">
                        <a:extLst>
                          <a:ext uri="{FF2B5EF4-FFF2-40B4-BE49-F238E27FC236}">
                            <a16:creationId xmlns:a16="http://schemas.microsoft.com/office/drawing/2014/main" id="{D86F4F32-6D08-4DBB-99BD-85C14F5CA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53" y="1933013"/>
                        <a:ext cx="1054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>
            <a:extLst>
              <a:ext uri="{FF2B5EF4-FFF2-40B4-BE49-F238E27FC236}">
                <a16:creationId xmlns:a16="http://schemas.microsoft.com/office/drawing/2014/main" id="{61801933-8F70-45D7-81B3-C8D83E9A3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495609"/>
              </p:ext>
            </p:extLst>
          </p:nvPr>
        </p:nvGraphicFramePr>
        <p:xfrm>
          <a:off x="8147078" y="1859988"/>
          <a:ext cx="2527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1695" imgH="431742" progId="Equation.3">
                  <p:embed/>
                </p:oleObj>
              </mc:Choice>
              <mc:Fallback>
                <p:oleObj name="Equation" r:id="rId8" imgW="2501695" imgH="431742" progId="Equation.3">
                  <p:embed/>
                  <p:pic>
                    <p:nvPicPr>
                      <p:cNvPr id="92167" name="Object 7">
                        <a:extLst>
                          <a:ext uri="{FF2B5EF4-FFF2-40B4-BE49-F238E27FC236}">
                            <a16:creationId xmlns:a16="http://schemas.microsoft.com/office/drawing/2014/main" id="{61801933-8F70-45D7-81B3-C8D83E9A3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7078" y="1859988"/>
                        <a:ext cx="2527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Text Box 8">
            <a:extLst>
              <a:ext uri="{FF2B5EF4-FFF2-40B4-BE49-F238E27FC236}">
                <a16:creationId xmlns:a16="http://schemas.microsoft.com/office/drawing/2014/main" id="{21C7B410-D62B-4CA0-967E-3E94ECDD7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28" y="2364813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有</a:t>
            </a:r>
          </a:p>
        </p:txBody>
      </p:sp>
      <p:graphicFrame>
        <p:nvGraphicFramePr>
          <p:cNvPr id="92169" name="Object 9">
            <a:extLst>
              <a:ext uri="{FF2B5EF4-FFF2-40B4-BE49-F238E27FC236}">
                <a16:creationId xmlns:a16="http://schemas.microsoft.com/office/drawing/2014/main" id="{C71C52E5-A514-4E96-8763-CA4B1C370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922850"/>
              </p:ext>
            </p:extLst>
          </p:nvPr>
        </p:nvGraphicFramePr>
        <p:xfrm>
          <a:off x="6202391" y="2436251"/>
          <a:ext cx="20050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75104" imgH="444731" progId="Equation.3">
                  <p:embed/>
                </p:oleObj>
              </mc:Choice>
              <mc:Fallback>
                <p:oleObj name="Equation" r:id="rId10" imgW="1975104" imgH="444731" progId="Equation.3">
                  <p:embed/>
                  <p:pic>
                    <p:nvPicPr>
                      <p:cNvPr id="92169" name="Object 9">
                        <a:extLst>
                          <a:ext uri="{FF2B5EF4-FFF2-40B4-BE49-F238E27FC236}">
                            <a16:creationId xmlns:a16="http://schemas.microsoft.com/office/drawing/2014/main" id="{C71C52E5-A514-4E96-8763-CA4B1C370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91" y="2436251"/>
                        <a:ext cx="20050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Rectangle 10">
            <a:extLst>
              <a:ext uri="{FF2B5EF4-FFF2-40B4-BE49-F238E27FC236}">
                <a16:creationId xmlns:a16="http://schemas.microsoft.com/office/drawing/2014/main" id="{07230637-851E-4FFA-9A1E-D848E06C35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74853" y="1383738"/>
            <a:ext cx="3135313" cy="5334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多元函数的极限</a:t>
            </a:r>
          </a:p>
        </p:txBody>
      </p:sp>
      <p:sp>
        <p:nvSpPr>
          <p:cNvPr id="92171" name="Text Box 11">
            <a:extLst>
              <a:ext uri="{FF2B5EF4-FFF2-40B4-BE49-F238E27FC236}">
                <a16:creationId xmlns:a16="http://schemas.microsoft.com/office/drawing/2014/main" id="{5D331D02-4B25-496B-80E6-C8B7B069A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53" y="2796613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多元函数的连续性</a:t>
            </a:r>
          </a:p>
        </p:txBody>
      </p:sp>
      <p:sp>
        <p:nvSpPr>
          <p:cNvPr id="92172" name="Text Box 12">
            <a:extLst>
              <a:ext uri="{FF2B5EF4-FFF2-40B4-BE49-F238E27FC236}">
                <a16:creationId xmlns:a16="http://schemas.microsoft.com/office/drawing/2014/main" id="{D09BE268-0160-40E1-BDE8-9F1C21A9A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41" y="3372876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函数</a:t>
            </a:r>
          </a:p>
        </p:txBody>
      </p:sp>
      <p:graphicFrame>
        <p:nvGraphicFramePr>
          <p:cNvPr id="92173" name="Object 13">
            <a:extLst>
              <a:ext uri="{FF2B5EF4-FFF2-40B4-BE49-F238E27FC236}">
                <a16:creationId xmlns:a16="http://schemas.microsoft.com/office/drawing/2014/main" id="{F7DD6A16-6FA4-4A04-B188-25F1861A1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21025"/>
              </p:ext>
            </p:extLst>
          </p:nvPr>
        </p:nvGraphicFramePr>
        <p:xfrm>
          <a:off x="3610003" y="3444313"/>
          <a:ext cx="2409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75105" imgH="444731" progId="Equation.3">
                  <p:embed/>
                </p:oleObj>
              </mc:Choice>
              <mc:Fallback>
                <p:oleObj name="Equation" r:id="rId12" imgW="2375105" imgH="444731" progId="Equation.3">
                  <p:embed/>
                  <p:pic>
                    <p:nvPicPr>
                      <p:cNvPr id="92173" name="Object 13">
                        <a:extLst>
                          <a:ext uri="{FF2B5EF4-FFF2-40B4-BE49-F238E27FC236}">
                            <a16:creationId xmlns:a16="http://schemas.microsoft.com/office/drawing/2014/main" id="{F7DD6A16-6FA4-4A04-B188-25F1861A13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0003" y="3444313"/>
                        <a:ext cx="2409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4" name="Line 14">
            <a:extLst>
              <a:ext uri="{FF2B5EF4-FFF2-40B4-BE49-F238E27FC236}">
                <a16:creationId xmlns:a16="http://schemas.microsoft.com/office/drawing/2014/main" id="{0F531DC6-B22B-4AC9-83DC-49A5F0C05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5416" y="3660213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75" name="Line 15">
            <a:extLst>
              <a:ext uri="{FF2B5EF4-FFF2-40B4-BE49-F238E27FC236}">
                <a16:creationId xmlns:a16="http://schemas.microsoft.com/office/drawing/2014/main" id="{9D3B9CA9-8963-4BD8-AC79-27B245C11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5416" y="3733238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176" name="Object 16">
            <a:extLst>
              <a:ext uri="{FF2B5EF4-FFF2-40B4-BE49-F238E27FC236}">
                <a16:creationId xmlns:a16="http://schemas.microsoft.com/office/drawing/2014/main" id="{053986A9-1202-4B27-B31F-9BC084076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269699"/>
              </p:ext>
            </p:extLst>
          </p:nvPr>
        </p:nvGraphicFramePr>
        <p:xfrm>
          <a:off x="7283478" y="3372876"/>
          <a:ext cx="2841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362" imgH="641119" progId="Equation.3">
                  <p:embed/>
                </p:oleObj>
              </mc:Choice>
              <mc:Fallback>
                <p:oleObj name="Equation" r:id="rId14" imgW="2768362" imgH="641119" progId="Equation.3">
                  <p:embed/>
                  <p:pic>
                    <p:nvPicPr>
                      <p:cNvPr id="92176" name="Object 16">
                        <a:extLst>
                          <a:ext uri="{FF2B5EF4-FFF2-40B4-BE49-F238E27FC236}">
                            <a16:creationId xmlns:a16="http://schemas.microsoft.com/office/drawing/2014/main" id="{053986A9-1202-4B27-B31F-9BC084076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78" y="3372876"/>
                        <a:ext cx="28416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7" name="Text Box 17">
            <a:extLst>
              <a:ext uri="{FF2B5EF4-FFF2-40B4-BE49-F238E27FC236}">
                <a16:creationId xmlns:a16="http://schemas.microsoft.com/office/drawing/2014/main" id="{71BBB9AA-06E5-43B8-BD19-01E939A7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41" y="3949138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有界闭域上的多元连续函数的性质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92178" name="Text Box 18">
            <a:extLst>
              <a:ext uri="{FF2B5EF4-FFF2-40B4-BE49-F238E27FC236}">
                <a16:creationId xmlns:a16="http://schemas.microsoft.com/office/drawing/2014/main" id="{C83BD90F-8995-4413-A9DA-279B2D507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303" y="4525401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有界定理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</p:txBody>
      </p:sp>
      <p:sp>
        <p:nvSpPr>
          <p:cNvPr id="92179" name="Text Box 19">
            <a:extLst>
              <a:ext uri="{FF2B5EF4-FFF2-40B4-BE49-F238E27FC236}">
                <a16:creationId xmlns:a16="http://schemas.microsoft.com/office/drawing/2014/main" id="{0BF3F3AD-63D6-4D53-96ED-CDA501A49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966" y="4525401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最值定理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 </a:t>
            </a:r>
          </a:p>
        </p:txBody>
      </p:sp>
      <p:sp>
        <p:nvSpPr>
          <p:cNvPr id="92180" name="Text Box 20">
            <a:extLst>
              <a:ext uri="{FF2B5EF4-FFF2-40B4-BE49-F238E27FC236}">
                <a16:creationId xmlns:a16="http://schemas.microsoft.com/office/drawing/2014/main" id="{5D32D11C-6DA1-446E-B5AC-93B2D3FE3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53" y="4525401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介值定理</a:t>
            </a:r>
          </a:p>
        </p:txBody>
      </p:sp>
      <p:sp>
        <p:nvSpPr>
          <p:cNvPr id="92181" name="Text Box 21">
            <a:extLst>
              <a:ext uri="{FF2B5EF4-FFF2-40B4-BE49-F238E27FC236}">
                <a16:creationId xmlns:a16="http://schemas.microsoft.com/office/drawing/2014/main" id="{0BE6CA1A-A5CC-45D6-BBBF-CF3883B2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41" y="5100076"/>
            <a:ext cx="640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3)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一切多元初等函数在定义区域内连续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EA3052FB-4F0A-4DE1-BFC3-9AE90DFB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20663"/>
            <a:ext cx="19050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kern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内容小结</a:t>
            </a:r>
            <a:endParaRPr lang="zh-CN" altLang="en-US" sz="3200" b="1" kern="0" dirty="0">
              <a:solidFill>
                <a:schemeClr val="accent1">
                  <a:lumMod val="5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8" grpId="0" autoUpdateAnimBg="0"/>
      <p:bldP spid="92171" grpId="0" autoUpdateAnimBg="0"/>
      <p:bldP spid="92172" grpId="0" autoUpdateAnimBg="0"/>
      <p:bldP spid="92177" grpId="0" autoUpdateAnimBg="0"/>
      <p:bldP spid="92178" grpId="0" autoUpdateAnimBg="0"/>
      <p:bldP spid="92179" grpId="0" autoUpdateAnimBg="0"/>
      <p:bldP spid="92180" grpId="0" autoUpdateAnimBg="0"/>
      <p:bldP spid="92181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23487C"/>
      </a:accent1>
      <a:accent2>
        <a:srgbClr val="A5A5A5"/>
      </a:accent2>
      <a:accent3>
        <a:srgbClr val="23487C"/>
      </a:accent3>
      <a:accent4>
        <a:srgbClr val="A5A5A5"/>
      </a:accent4>
      <a:accent5>
        <a:srgbClr val="A2C8A3"/>
      </a:accent5>
      <a:accent6>
        <a:srgbClr val="92D050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1062</Words>
  <Application>Microsoft Office PowerPoint</Application>
  <PresentationFormat>宽屏</PresentationFormat>
  <Paragraphs>212</Paragraphs>
  <Slides>31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31</vt:i4>
      </vt:variant>
    </vt:vector>
  </HeadingPairs>
  <TitlesOfParts>
    <vt:vector size="53" baseType="lpstr">
      <vt:lpstr>等线</vt:lpstr>
      <vt:lpstr>等线 Light</vt:lpstr>
      <vt:lpstr>华文琥珀</vt:lpstr>
      <vt:lpstr>华文行楷</vt:lpstr>
      <vt:lpstr>楷体_GB2312</vt:lpstr>
      <vt:lpstr>宋体</vt:lpstr>
      <vt:lpstr>Microsoft Yahei</vt:lpstr>
      <vt:lpstr>Arial</vt:lpstr>
      <vt:lpstr>Calibri</vt:lpstr>
      <vt:lpstr>Impact</vt:lpstr>
      <vt:lpstr>Times New Roman</vt:lpstr>
      <vt:lpstr>Verdana</vt:lpstr>
      <vt:lpstr>Office 主题​​</vt:lpstr>
      <vt:lpstr>默认设计模板</vt:lpstr>
      <vt:lpstr>1_Office 主题​​</vt:lpstr>
      <vt:lpstr>Equation</vt:lpstr>
      <vt:lpstr>BMP 图象</vt:lpstr>
      <vt:lpstr>公式</vt:lpstr>
      <vt:lpstr>MathType 6.0 Equation</vt:lpstr>
      <vt:lpstr>Microsoft 公式 3.0</vt:lpstr>
      <vt:lpstr>文档</vt:lpstr>
      <vt:lpstr>Document</vt:lpstr>
      <vt:lpstr>PowerPoint 演示文稿</vt:lpstr>
      <vt:lpstr>PowerPoint 演示文稿</vt:lpstr>
      <vt:lpstr>PowerPoint 演示文稿</vt:lpstr>
      <vt:lpstr>PowerPoint 演示文稿</vt:lpstr>
      <vt:lpstr>例2. 设</vt:lpstr>
      <vt:lpstr>PowerPoint 演示文稿</vt:lpstr>
      <vt:lpstr>PowerPoint 演示文稿</vt:lpstr>
      <vt:lpstr>例5  求</vt:lpstr>
      <vt:lpstr>PowerPoint 演示文稿</vt:lpstr>
      <vt:lpstr>PowerPoint 演示文稿</vt:lpstr>
      <vt:lpstr>例5  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一元函数连续性</vt:lpstr>
      <vt:lpstr>四、 多元函数的连续性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定理：若 f (P) 在有界闭域 D 上连续, 则</vt:lpstr>
      <vt:lpstr>1. 多元函数的极限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 li</dc:creator>
  <cp:lastModifiedBy>玥儿 小</cp:lastModifiedBy>
  <cp:revision>30</cp:revision>
  <dcterms:created xsi:type="dcterms:W3CDTF">2020-03-22T06:17:37Z</dcterms:created>
  <dcterms:modified xsi:type="dcterms:W3CDTF">2025-02-26T01:10:17Z</dcterms:modified>
</cp:coreProperties>
</file>