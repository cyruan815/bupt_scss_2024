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92" r:id="rId3"/>
    <p:sldId id="593" r:id="rId4"/>
    <p:sldId id="594" r:id="rId5"/>
    <p:sldId id="637" r:id="rId6"/>
    <p:sldId id="660" r:id="rId7"/>
    <p:sldId id="668" r:id="rId8"/>
    <p:sldId id="664" r:id="rId9"/>
    <p:sldId id="663" r:id="rId10"/>
    <p:sldId id="662" r:id="rId11"/>
    <p:sldId id="661" r:id="rId12"/>
    <p:sldId id="669" r:id="rId13"/>
    <p:sldId id="66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7667B-A98C-5891-F27A-F291E8026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3C6589-9C5D-7BC6-0959-2090F7A3E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E2F813-301A-1E33-E20A-62C8BE1D4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74A9-DBC6-41ED-8B96-3BE66E897CED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4A08C3-7BAE-0045-5448-4A0B6D12D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2AB54B-1A20-F5F4-5753-A1A6AABF6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3CD67-58D1-40D0-AE87-B4CD00A2AF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761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282E7B-74E6-5229-C9F5-1FD0D7998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D7CA15-404E-85FF-2AC0-E0690ABD4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75868B-EB88-FFF3-8A56-8DEFCEBED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74A9-DBC6-41ED-8B96-3BE66E897CED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ABCB0F-F552-AC8A-F67E-685D63280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A48482-F173-88A5-8839-F20558D8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3CD67-58D1-40D0-AE87-B4CD00A2AF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963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6B0176-C926-6F4F-7558-EFAC328D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40D201-6AE1-2850-7926-731D2B63B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BB9640-80FC-ACDE-3D22-7E234B191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74A9-DBC6-41ED-8B96-3BE66E897CED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CBFF6D-F2EB-4F0D-EE3C-A09690A9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E749D8-0119-B375-8CA6-E4F048F3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3CD67-58D1-40D0-AE87-B4CD00A2AF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344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7464B2-D5AA-00C2-1FDA-971E86611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49F410-6342-B7F9-FC82-48C3C952D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A30568-9A3B-3331-E40F-A180F4FE8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17A199-4925-EAE7-0E29-3AB7EE49B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74A9-DBC6-41ED-8B96-3BE66E897CED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84A3D6-7446-DEAE-2611-F9F2ACE82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741566-FDFF-978C-AF81-D5B1A1A95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3CD67-58D1-40D0-AE87-B4CD00A2AF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731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F0CA57-88E9-AE0F-2E8B-533376352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00FB9A-38D4-D43A-8B78-14BEE5ED4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C62505-9517-A8B6-7BC4-E4D4777A4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6B6A4C-EA2C-BBA0-A541-AC29204ED1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CF81025-3F58-F677-D581-B8E257DE17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15EE0ED-6588-53B0-32EF-EAACBAC86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74A9-DBC6-41ED-8B96-3BE66E897CED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8FA8E16-1424-E543-9ADA-1693A2FAA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86C8A6-9F22-4BA1-345F-6D01BBAE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3CD67-58D1-40D0-AE87-B4CD00A2AF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501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0C5695-43D7-C95E-2AC1-AF57A1BCE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CB34D31-A3C4-7B82-6541-AA9E85148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74A9-DBC6-41ED-8B96-3BE66E897CED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878C0CF-0029-E363-E147-2A2C08E8D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49F8BD-A182-FAD2-AE82-9AC472A6F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3CD67-58D1-40D0-AE87-B4CD00A2AF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192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8A68385-9C56-5D60-DBA6-509FBDFBF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74A9-DBC6-41ED-8B96-3BE66E897CED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EA4CB0-B77E-7DEE-3D57-9E582170B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34ACD0-351C-F981-CC33-09E9F6F9E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3CD67-58D1-40D0-AE87-B4CD00A2AF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295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740BA6-5840-3C34-8BF5-E8D961D0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C6FB58-1532-C419-0752-D6938E540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F4746D-3C61-49AD-17E8-E8A191B9D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6DD104-5C94-B4A3-30F7-668C65B84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74A9-DBC6-41ED-8B96-3BE66E897CED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09622E-6694-0C02-9C85-FD6BDC343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CBFD7A-8886-5B32-F6AC-2A1EF60FE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3CD67-58D1-40D0-AE87-B4CD00A2AF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649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2191B-E441-DB50-0587-759EB6BFF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1656CA-1113-C044-94A2-CB3A04CBB9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C2E3AE-14CE-7033-AA0A-DB898A45E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9CF17E-5F1B-390E-1F54-BB3D448E0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74A9-DBC6-41ED-8B96-3BE66E897CED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FD6A3C-37B6-33BD-1314-5FC92CFD0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95453D-A31B-C7F2-735D-B7C0B6BB3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3CD67-58D1-40D0-AE87-B4CD00A2AF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325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2F6FF4-F547-BF5B-113D-CF9E565AD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53FAC4-11C2-392B-3C82-11DFC3DB9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94AB3F-0A93-BCA9-8F17-0EDD2696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74A9-DBC6-41ED-8B96-3BE66E897CED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D531EF-86CE-2B8D-4246-70F1202D1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359EC0-B49B-4817-5328-635A54D10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3CD67-58D1-40D0-AE87-B4CD00A2AF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3071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3E7D35C-C8EA-151E-7736-40DE85403B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08BE94-79AC-C93D-FCDC-91CB07EFF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92B004-0117-6743-EB93-AF060ADB8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74A9-DBC6-41ED-8B96-3BE66E897CED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0B45A6-EEEB-AA86-CCA6-A8F47041C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EE55A1-F569-DF0C-3F94-3F289038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3CD67-58D1-40D0-AE87-B4CD00A2AF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732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ACCB764-1FD2-0C6A-FA04-183D76209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D05988-B852-003C-F86A-1287CBB21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C2E65A-78D7-1560-BB56-E5EAE466A2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E74A9-DBC6-41ED-8B96-3BE66E897CED}" type="datetimeFigureOut">
              <a:rPr lang="zh-CN" altLang="en-US" smtClean="0"/>
              <a:t>2025/3/16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E45CEC-62FA-C0F1-40E0-B43D81F3F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2ABC88-4B8B-D008-6AB5-BAB83EC389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3CD67-58D1-40D0-AE87-B4CD00A2AF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318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8.emf"/><Relationship Id="rId7" Type="http://schemas.openxmlformats.org/officeDocument/2006/relationships/image" Target="../media/image10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9.e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832CE7-1DB9-9732-F1EF-92020957D1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E15E1A-EF8F-3AF0-4D45-7532A1A3EF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975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标题 1">
            <a:extLst>
              <a:ext uri="{FF2B5EF4-FFF2-40B4-BE49-F238E27FC236}">
                <a16:creationId xmlns:a16="http://schemas.microsoft.com/office/drawing/2014/main" id="{93237E1A-B595-08E9-89A6-C92EAF347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664" y="233309"/>
            <a:ext cx="6294568" cy="49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30000"/>
              </a:lnSpc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bg1"/>
                </a:solidFill>
              </a:rPr>
              <a:t>4､</a:t>
            </a:r>
            <a:r>
              <a:rPr lang="zh-CN" altLang="en-US">
                <a:solidFill>
                  <a:schemeClr val="bg1"/>
                </a:solidFill>
              </a:rPr>
              <a:t>一元向量值函数及其导数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D13A277-49DA-9491-2A4C-6B4EBDC8F363}"/>
              </a:ext>
            </a:extLst>
          </p:cNvPr>
          <p:cNvGrpSpPr>
            <a:grpSpLocks/>
          </p:cNvGrpSpPr>
          <p:nvPr/>
        </p:nvGrpSpPr>
        <p:grpSpPr bwMode="auto">
          <a:xfrm>
            <a:off x="725937" y="1085599"/>
            <a:ext cx="10532212" cy="2361653"/>
            <a:chOff x="723900" y="1085850"/>
            <a:chExt cx="10534650" cy="2362200"/>
          </a:xfrm>
        </p:grpSpPr>
        <p:graphicFrame>
          <p:nvGraphicFramePr>
            <p:cNvPr id="210953" name="对象 1">
              <a:extLst>
                <a:ext uri="{FF2B5EF4-FFF2-40B4-BE49-F238E27FC236}">
                  <a16:creationId xmlns:a16="http://schemas.microsoft.com/office/drawing/2014/main" id="{BE78D8E4-0ED1-60B5-463E-489D2948D1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3900" y="1085850"/>
            <a:ext cx="10534650" cy="2362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5274360" imgH="1189080" progId="Word.Document.12">
                    <p:embed/>
                  </p:oleObj>
                </mc:Choice>
                <mc:Fallback>
                  <p:oleObj r:id="rId2" imgW="5274360" imgH="1189080" progId="Word.Document.12">
                    <p:embed/>
                    <p:pic>
                      <p:nvPicPr>
                        <p:cNvPr id="210953" name="对象 1">
                          <a:extLst>
                            <a:ext uri="{FF2B5EF4-FFF2-40B4-BE49-F238E27FC236}">
                              <a16:creationId xmlns:a16="http://schemas.microsoft.com/office/drawing/2014/main" id="{BE78D8E4-0ED1-60B5-463E-489D2948D12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900" y="1085850"/>
                          <a:ext cx="10534650" cy="2362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DAEEDEC-16C7-4C15-7732-0DE0F2A543A6}"/>
                </a:ext>
              </a:extLst>
            </p:cNvPr>
            <p:cNvSpPr/>
            <p:nvPr/>
          </p:nvSpPr>
          <p:spPr>
            <a:xfrm>
              <a:off x="5994400" y="1717675"/>
              <a:ext cx="290513" cy="1317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2568DB5-7268-3E3E-A912-62C17BFC1D78}"/>
                </a:ext>
              </a:extLst>
            </p:cNvPr>
            <p:cNvSpPr/>
            <p:nvPr/>
          </p:nvSpPr>
          <p:spPr>
            <a:xfrm>
              <a:off x="6488113" y="1674813"/>
              <a:ext cx="290512" cy="1301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86F5ECC-009E-735D-112C-6FB7673002B4}"/>
                </a:ext>
              </a:extLst>
            </p:cNvPr>
            <p:cNvSpPr/>
            <p:nvPr/>
          </p:nvSpPr>
          <p:spPr>
            <a:xfrm>
              <a:off x="3860800" y="2324100"/>
              <a:ext cx="290513" cy="1317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AD43B9D-A809-015B-628C-722F72D68823}"/>
              </a:ext>
            </a:extLst>
          </p:cNvPr>
          <p:cNvGrpSpPr>
            <a:grpSpLocks/>
          </p:cNvGrpSpPr>
          <p:nvPr/>
        </p:nvGrpSpPr>
        <p:grpSpPr bwMode="auto">
          <a:xfrm>
            <a:off x="727525" y="2974286"/>
            <a:ext cx="10521102" cy="1568087"/>
            <a:chOff x="725488" y="2974975"/>
            <a:chExt cx="10523537" cy="1568450"/>
          </a:xfrm>
        </p:grpSpPr>
        <p:graphicFrame>
          <p:nvGraphicFramePr>
            <p:cNvPr id="210950" name="对象 2">
              <a:extLst>
                <a:ext uri="{FF2B5EF4-FFF2-40B4-BE49-F238E27FC236}">
                  <a16:creationId xmlns:a16="http://schemas.microsoft.com/office/drawing/2014/main" id="{F78317F5-07BE-4AE7-5D68-14EDC7CE36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5488" y="2974975"/>
            <a:ext cx="10523537" cy="156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5274360" imgH="792000" progId="Word.Document.12">
                    <p:embed/>
                  </p:oleObj>
                </mc:Choice>
                <mc:Fallback>
                  <p:oleObj r:id="rId4" imgW="5274360" imgH="792000" progId="Word.Document.12">
                    <p:embed/>
                    <p:pic>
                      <p:nvPicPr>
                        <p:cNvPr id="210950" name="对象 2">
                          <a:extLst>
                            <a:ext uri="{FF2B5EF4-FFF2-40B4-BE49-F238E27FC236}">
                              <a16:creationId xmlns:a16="http://schemas.microsoft.com/office/drawing/2014/main" id="{F78317F5-07BE-4AE7-5D68-14EDC7CE36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5488" y="2974975"/>
                          <a:ext cx="10523537" cy="156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DDEB99E-D8FF-29D5-B542-CDCEC1222B39}"/>
                </a:ext>
              </a:extLst>
            </p:cNvPr>
            <p:cNvSpPr/>
            <p:nvPr/>
          </p:nvSpPr>
          <p:spPr>
            <a:xfrm>
              <a:off x="4006850" y="2989263"/>
              <a:ext cx="290513" cy="1301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BA25DB0-DE7E-6885-D295-E6A5EBDF5845}"/>
                </a:ext>
              </a:extLst>
            </p:cNvPr>
            <p:cNvSpPr/>
            <p:nvPr/>
          </p:nvSpPr>
          <p:spPr>
            <a:xfrm>
              <a:off x="3570288" y="3559175"/>
              <a:ext cx="290512" cy="1317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</p:grpSp>
      <p:pic>
        <p:nvPicPr>
          <p:cNvPr id="210949" name="图片 4">
            <a:extLst>
              <a:ext uri="{FF2B5EF4-FFF2-40B4-BE49-F238E27FC236}">
                <a16:creationId xmlns:a16="http://schemas.microsoft.com/office/drawing/2014/main" id="{EE563E75-1796-0B4F-1F0E-9B3AF7747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011" y="4343982"/>
            <a:ext cx="6672305" cy="1656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标题 1">
            <a:extLst>
              <a:ext uri="{FF2B5EF4-FFF2-40B4-BE49-F238E27FC236}">
                <a16:creationId xmlns:a16="http://schemas.microsoft.com/office/drawing/2014/main" id="{4C097B6E-3B59-31B2-7514-57EFCFF35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664" y="233309"/>
            <a:ext cx="6294568" cy="49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30000"/>
              </a:lnSpc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bg1"/>
                </a:solidFill>
              </a:rPr>
              <a:t>4､</a:t>
            </a:r>
            <a:r>
              <a:rPr lang="zh-CN" altLang="en-US">
                <a:solidFill>
                  <a:schemeClr val="bg1"/>
                </a:solidFill>
              </a:rPr>
              <a:t>一元向量值函数及其导数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4989703-4D0A-9316-8976-6CA83D49D37B}"/>
              </a:ext>
            </a:extLst>
          </p:cNvPr>
          <p:cNvGrpSpPr>
            <a:grpSpLocks/>
          </p:cNvGrpSpPr>
          <p:nvPr/>
        </p:nvGrpSpPr>
        <p:grpSpPr bwMode="auto">
          <a:xfrm>
            <a:off x="722763" y="1074489"/>
            <a:ext cx="10525863" cy="1566499"/>
            <a:chOff x="720000" y="1074738"/>
            <a:chExt cx="10529025" cy="1566862"/>
          </a:xfrm>
        </p:grpSpPr>
        <p:graphicFrame>
          <p:nvGraphicFramePr>
            <p:cNvPr id="211988" name="对象 1">
              <a:extLst>
                <a:ext uri="{FF2B5EF4-FFF2-40B4-BE49-F238E27FC236}">
                  <a16:creationId xmlns:a16="http://schemas.microsoft.com/office/drawing/2014/main" id="{37EC728D-DFA3-C872-E363-7202D20BA7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5488" y="1074738"/>
            <a:ext cx="10523537" cy="1566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5274360" imgH="792000" progId="Word.Document.12">
                    <p:embed/>
                  </p:oleObj>
                </mc:Choice>
                <mc:Fallback>
                  <p:oleObj r:id="rId2" imgW="5274360" imgH="792000" progId="Word.Document.12">
                    <p:embed/>
                    <p:pic>
                      <p:nvPicPr>
                        <p:cNvPr id="211988" name="对象 1">
                          <a:extLst>
                            <a:ext uri="{FF2B5EF4-FFF2-40B4-BE49-F238E27FC236}">
                              <a16:creationId xmlns:a16="http://schemas.microsoft.com/office/drawing/2014/main" id="{37EC728D-DFA3-C872-E363-7202D20BA7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5488" y="1074738"/>
                          <a:ext cx="10523537" cy="15668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D29A0AC-6D4A-68B3-D572-3FF0490086AB}"/>
                </a:ext>
              </a:extLst>
            </p:cNvPr>
            <p:cNvSpPr/>
            <p:nvPr/>
          </p:nvSpPr>
          <p:spPr>
            <a:xfrm>
              <a:off x="720000" y="1643063"/>
              <a:ext cx="290533" cy="1301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74DAE64-88B6-B18B-D320-BC026775CCE0}"/>
                </a:ext>
              </a:extLst>
            </p:cNvPr>
            <p:cNvSpPr/>
            <p:nvPr/>
          </p:nvSpPr>
          <p:spPr>
            <a:xfrm>
              <a:off x="1199458" y="1584325"/>
              <a:ext cx="290533" cy="1301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D9195DA-399B-C3A6-2624-4D0516B97849}"/>
              </a:ext>
            </a:extLst>
          </p:cNvPr>
          <p:cNvGrpSpPr>
            <a:grpSpLocks/>
          </p:cNvGrpSpPr>
          <p:nvPr/>
        </p:nvGrpSpPr>
        <p:grpSpPr bwMode="auto">
          <a:xfrm>
            <a:off x="722763" y="2353719"/>
            <a:ext cx="10546497" cy="1583958"/>
            <a:chOff x="720000" y="2354400"/>
            <a:chExt cx="10549506" cy="1584776"/>
          </a:xfrm>
        </p:grpSpPr>
        <p:graphicFrame>
          <p:nvGraphicFramePr>
            <p:cNvPr id="211983" name="对象 2">
              <a:extLst>
                <a:ext uri="{FF2B5EF4-FFF2-40B4-BE49-F238E27FC236}">
                  <a16:creationId xmlns:a16="http://schemas.microsoft.com/office/drawing/2014/main" id="{EBFD9573-4768-B48E-12E3-9C6088B3E9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0000" y="2354400"/>
            <a:ext cx="10549506" cy="15847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5274360" imgH="792000" progId="Word.Document.12">
                    <p:embed/>
                  </p:oleObj>
                </mc:Choice>
                <mc:Fallback>
                  <p:oleObj r:id="rId4" imgW="5274360" imgH="792000" progId="Word.Document.12">
                    <p:embed/>
                    <p:pic>
                      <p:nvPicPr>
                        <p:cNvPr id="211983" name="对象 2">
                          <a:extLst>
                            <a:ext uri="{FF2B5EF4-FFF2-40B4-BE49-F238E27FC236}">
                              <a16:creationId xmlns:a16="http://schemas.microsoft.com/office/drawing/2014/main" id="{EBFD9573-4768-B48E-12E3-9C6088B3E98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000" y="2354400"/>
                          <a:ext cx="10549506" cy="15847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29C9E3B-CC64-2CB7-EC43-13A5597545D6}"/>
                </a:ext>
              </a:extLst>
            </p:cNvPr>
            <p:cNvSpPr/>
            <p:nvPr/>
          </p:nvSpPr>
          <p:spPr>
            <a:xfrm>
              <a:off x="3144244" y="2354400"/>
              <a:ext cx="290528" cy="130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1B76978-DA1F-46C6-BCB1-AF4E9ECB1B0A}"/>
                </a:ext>
              </a:extLst>
            </p:cNvPr>
            <p:cNvSpPr/>
            <p:nvPr/>
          </p:nvSpPr>
          <p:spPr>
            <a:xfrm>
              <a:off x="8688092" y="2354400"/>
              <a:ext cx="290528" cy="130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57EB901-315F-AD23-55F4-7C0715BA5D18}"/>
                </a:ext>
              </a:extLst>
            </p:cNvPr>
            <p:cNvSpPr/>
            <p:nvPr/>
          </p:nvSpPr>
          <p:spPr>
            <a:xfrm>
              <a:off x="9675570" y="2354400"/>
              <a:ext cx="290528" cy="130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0AFEC6C-3CE7-EFF9-06D0-1B5C39C5FEFD}"/>
                </a:ext>
              </a:extLst>
            </p:cNvPr>
            <p:cNvSpPr/>
            <p:nvPr/>
          </p:nvSpPr>
          <p:spPr>
            <a:xfrm>
              <a:off x="2264721" y="3000696"/>
              <a:ext cx="290528" cy="130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EC02534-D281-D2E2-0FC1-702779C62506}"/>
              </a:ext>
            </a:extLst>
          </p:cNvPr>
          <p:cNvGrpSpPr>
            <a:grpSpLocks/>
          </p:cNvGrpSpPr>
          <p:nvPr/>
        </p:nvGrpSpPr>
        <p:grpSpPr bwMode="auto">
          <a:xfrm>
            <a:off x="722763" y="3604378"/>
            <a:ext cx="10546497" cy="791979"/>
            <a:chOff x="720000" y="3780000"/>
            <a:chExt cx="10549506" cy="792748"/>
          </a:xfrm>
        </p:grpSpPr>
        <p:graphicFrame>
          <p:nvGraphicFramePr>
            <p:cNvPr id="211981" name="对象 3">
              <a:extLst>
                <a:ext uri="{FF2B5EF4-FFF2-40B4-BE49-F238E27FC236}">
                  <a16:creationId xmlns:a16="http://schemas.microsoft.com/office/drawing/2014/main" id="{657B1B8E-FB32-D7FB-5AAF-9849E83A1E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0000" y="3780000"/>
            <a:ext cx="10549506" cy="7927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5274360" imgH="396360" progId="Word.Document.12">
                    <p:embed/>
                  </p:oleObj>
                </mc:Choice>
                <mc:Fallback>
                  <p:oleObj r:id="rId6" imgW="5274360" imgH="396360" progId="Word.Document.12">
                    <p:embed/>
                    <p:pic>
                      <p:nvPicPr>
                        <p:cNvPr id="211981" name="对象 3">
                          <a:extLst>
                            <a:ext uri="{FF2B5EF4-FFF2-40B4-BE49-F238E27FC236}">
                              <a16:creationId xmlns:a16="http://schemas.microsoft.com/office/drawing/2014/main" id="{657B1B8E-FB32-D7FB-5AAF-9849E83A1E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000" y="3780000"/>
                          <a:ext cx="10549506" cy="7927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E46B60B-A64B-C20D-D5C6-34E6C3ADED3F}"/>
                </a:ext>
              </a:extLst>
            </p:cNvPr>
            <p:cNvSpPr/>
            <p:nvPr/>
          </p:nvSpPr>
          <p:spPr>
            <a:xfrm>
              <a:off x="2264721" y="3884853"/>
              <a:ext cx="290528" cy="1302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27B7FC9-0A62-CC78-F116-55DC00D46B42}"/>
              </a:ext>
            </a:extLst>
          </p:cNvPr>
          <p:cNvGrpSpPr>
            <a:grpSpLocks/>
          </p:cNvGrpSpPr>
          <p:nvPr/>
        </p:nvGrpSpPr>
        <p:grpSpPr bwMode="auto">
          <a:xfrm>
            <a:off x="695783" y="4448734"/>
            <a:ext cx="10573477" cy="1583958"/>
            <a:chOff x="693653" y="4449600"/>
            <a:chExt cx="10575853" cy="1584776"/>
          </a:xfrm>
        </p:grpSpPr>
        <p:graphicFrame>
          <p:nvGraphicFramePr>
            <p:cNvPr id="211976" name="对象 4">
              <a:extLst>
                <a:ext uri="{FF2B5EF4-FFF2-40B4-BE49-F238E27FC236}">
                  <a16:creationId xmlns:a16="http://schemas.microsoft.com/office/drawing/2014/main" id="{FBBCDFC6-FF0D-11CB-444C-7554572077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0000" y="4449600"/>
            <a:ext cx="10549506" cy="15847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5274360" imgH="792000" progId="Word.Document.12">
                    <p:embed/>
                  </p:oleObj>
                </mc:Choice>
                <mc:Fallback>
                  <p:oleObj r:id="rId8" imgW="5274360" imgH="792000" progId="Word.Document.12">
                    <p:embed/>
                    <p:pic>
                      <p:nvPicPr>
                        <p:cNvPr id="211976" name="对象 4">
                          <a:extLst>
                            <a:ext uri="{FF2B5EF4-FFF2-40B4-BE49-F238E27FC236}">
                              <a16:creationId xmlns:a16="http://schemas.microsoft.com/office/drawing/2014/main" id="{FBBCDFC6-FF0D-11CB-444C-7554572077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000" y="4449600"/>
                          <a:ext cx="10549506" cy="15847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F29E8A7-32D6-B2E9-D836-A7B0CA4E52FF}"/>
                </a:ext>
              </a:extLst>
            </p:cNvPr>
            <p:cNvSpPr/>
            <p:nvPr/>
          </p:nvSpPr>
          <p:spPr>
            <a:xfrm>
              <a:off x="3143148" y="4457539"/>
              <a:ext cx="290511" cy="130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26ABEC5-6510-8CA0-52D0-C77B72E2023D}"/>
                </a:ext>
              </a:extLst>
            </p:cNvPr>
            <p:cNvSpPr/>
            <p:nvPr/>
          </p:nvSpPr>
          <p:spPr>
            <a:xfrm>
              <a:off x="6614988" y="4457539"/>
              <a:ext cx="290510" cy="130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ED8FCC3-57B2-07AC-C073-5C2E6A0C9531}"/>
                </a:ext>
              </a:extLst>
            </p:cNvPr>
            <p:cNvSpPr/>
            <p:nvPr/>
          </p:nvSpPr>
          <p:spPr>
            <a:xfrm>
              <a:off x="3944831" y="5051433"/>
              <a:ext cx="290510" cy="130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BA08E3F-6946-AD9E-F7C5-25E0F137CF5B}"/>
                </a:ext>
              </a:extLst>
            </p:cNvPr>
            <p:cNvSpPr/>
            <p:nvPr/>
          </p:nvSpPr>
          <p:spPr>
            <a:xfrm>
              <a:off x="693653" y="5021263"/>
              <a:ext cx="290510" cy="131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</p:grpSp>
      <p:sp>
        <p:nvSpPr>
          <p:cNvPr id="22" name="Freeform 3">
            <a:extLst>
              <a:ext uri="{FF2B5EF4-FFF2-40B4-BE49-F238E27FC236}">
                <a16:creationId xmlns:a16="http://schemas.microsoft.com/office/drawing/2014/main" id="{47FFC8CB-4107-A01A-BB30-573D6C057123}"/>
              </a:ext>
            </a:extLst>
          </p:cNvPr>
          <p:cNvSpPr/>
          <p:nvPr/>
        </p:nvSpPr>
        <p:spPr>
          <a:xfrm>
            <a:off x="-40648" y="6675480"/>
            <a:ext cx="7776951" cy="180933"/>
          </a:xfrm>
          <a:custGeom>
            <a:avLst/>
            <a:gdLst>
              <a:gd name="connsiteX0" fmla="*/ 0 w 9144000"/>
              <a:gd name="connsiteY0" fmla="*/ 376428 h 376428"/>
              <a:gd name="connsiteX1" fmla="*/ 9144000 w 9144000"/>
              <a:gd name="connsiteY1" fmla="*/ 376428 h 376428"/>
              <a:gd name="connsiteX2" fmla="*/ 9144000 w 9144000"/>
              <a:gd name="connsiteY2" fmla="*/ 0 h 376428"/>
              <a:gd name="connsiteX3" fmla="*/ 0 w 9144000"/>
              <a:gd name="connsiteY3" fmla="*/ 0 h 376428"/>
              <a:gd name="connsiteX4" fmla="*/ 0 w 9144000"/>
              <a:gd name="connsiteY4" fmla="*/ 376428 h 37642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76428">
                <a:moveTo>
                  <a:pt x="0" y="376428"/>
                </a:moveTo>
                <a:lnTo>
                  <a:pt x="9144000" y="376428"/>
                </a:lnTo>
                <a:lnTo>
                  <a:pt x="9144000" y="0"/>
                </a:lnTo>
                <a:lnTo>
                  <a:pt x="0" y="0"/>
                </a:lnTo>
                <a:lnTo>
                  <a:pt x="0" y="376428"/>
                </a:lnTo>
              </a:path>
            </a:pathLst>
          </a:custGeom>
          <a:solidFill>
            <a:srgbClr val="3B3F6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9" tIns="60944" rIns="121889" bIns="60944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标题 1">
            <a:extLst>
              <a:ext uri="{FF2B5EF4-FFF2-40B4-BE49-F238E27FC236}">
                <a16:creationId xmlns:a16="http://schemas.microsoft.com/office/drawing/2014/main" id="{0938968C-7854-24FE-203A-1F3C58B54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664" y="233309"/>
            <a:ext cx="6294568" cy="49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30000"/>
              </a:lnSpc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bg1"/>
                </a:solidFill>
              </a:rPr>
              <a:t>4､</a:t>
            </a:r>
            <a:r>
              <a:rPr lang="zh-CN" altLang="en-US">
                <a:solidFill>
                  <a:schemeClr val="bg1"/>
                </a:solidFill>
              </a:rPr>
              <a:t>一元向量值函数及其导数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288D213-C75D-209B-615A-21506AF82AC0}"/>
              </a:ext>
            </a:extLst>
          </p:cNvPr>
          <p:cNvGrpSpPr>
            <a:grpSpLocks/>
          </p:cNvGrpSpPr>
          <p:nvPr/>
        </p:nvGrpSpPr>
        <p:grpSpPr bwMode="auto">
          <a:xfrm>
            <a:off x="722763" y="1079250"/>
            <a:ext cx="10546497" cy="793566"/>
            <a:chOff x="720000" y="1080000"/>
            <a:chExt cx="10549506" cy="792748"/>
          </a:xfrm>
        </p:grpSpPr>
        <p:graphicFrame>
          <p:nvGraphicFramePr>
            <p:cNvPr id="213021" name="对象 1">
              <a:extLst>
                <a:ext uri="{FF2B5EF4-FFF2-40B4-BE49-F238E27FC236}">
                  <a16:creationId xmlns:a16="http://schemas.microsoft.com/office/drawing/2014/main" id="{02A63D2D-8C9F-A9B1-60B3-F6EF2C9E98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0000" y="1080000"/>
            <a:ext cx="10549506" cy="7927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5274360" imgH="396360" progId="Word.Document.12">
                    <p:embed/>
                  </p:oleObj>
                </mc:Choice>
                <mc:Fallback>
                  <p:oleObj r:id="rId2" imgW="5274360" imgH="396360" progId="Word.Document.12">
                    <p:embed/>
                    <p:pic>
                      <p:nvPicPr>
                        <p:cNvPr id="213021" name="对象 1">
                          <a:extLst>
                            <a:ext uri="{FF2B5EF4-FFF2-40B4-BE49-F238E27FC236}">
                              <a16:creationId xmlns:a16="http://schemas.microsoft.com/office/drawing/2014/main" id="{02A63D2D-8C9F-A9B1-60B3-F6EF2C9E98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000" y="1080000"/>
                          <a:ext cx="10549506" cy="7927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575DD41-1FD2-0271-F597-AE5227370441}"/>
                </a:ext>
              </a:extLst>
            </p:cNvPr>
            <p:cNvSpPr/>
            <p:nvPr/>
          </p:nvSpPr>
          <p:spPr>
            <a:xfrm>
              <a:off x="3164882" y="1203669"/>
              <a:ext cx="288941" cy="1300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F48B34B-1EF4-AFA1-11D9-610655954B89}"/>
              </a:ext>
            </a:extLst>
          </p:cNvPr>
          <p:cNvGrpSpPr>
            <a:grpSpLocks/>
          </p:cNvGrpSpPr>
          <p:nvPr/>
        </p:nvGrpSpPr>
        <p:grpSpPr bwMode="auto">
          <a:xfrm>
            <a:off x="3573253" y="1777589"/>
            <a:ext cx="4001162" cy="909427"/>
            <a:chOff x="720000" y="1734862"/>
            <a:chExt cx="4002058" cy="909730"/>
          </a:xfrm>
        </p:grpSpPr>
        <p:graphicFrame>
          <p:nvGraphicFramePr>
            <p:cNvPr id="213017" name="对象 2">
              <a:extLst>
                <a:ext uri="{FF2B5EF4-FFF2-40B4-BE49-F238E27FC236}">
                  <a16:creationId xmlns:a16="http://schemas.microsoft.com/office/drawing/2014/main" id="{15FEBD9D-56CC-FACE-8604-65808A90EF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0000" y="1749600"/>
            <a:ext cx="4002058" cy="8949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000880" imgH="447480" progId="Word.Document.12">
                    <p:embed/>
                  </p:oleObj>
                </mc:Choice>
                <mc:Fallback>
                  <p:oleObj r:id="rId4" imgW="2000880" imgH="447480" progId="Word.Document.12">
                    <p:embed/>
                    <p:pic>
                      <p:nvPicPr>
                        <p:cNvPr id="213017" name="对象 2">
                          <a:extLst>
                            <a:ext uri="{FF2B5EF4-FFF2-40B4-BE49-F238E27FC236}">
                              <a16:creationId xmlns:a16="http://schemas.microsoft.com/office/drawing/2014/main" id="{15FEBD9D-56CC-FACE-8604-65808A90EF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000" y="1749600"/>
                          <a:ext cx="4002058" cy="8949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5A38375-6733-D2AE-7EE8-142C869E4870}"/>
                </a:ext>
              </a:extLst>
            </p:cNvPr>
            <p:cNvSpPr/>
            <p:nvPr/>
          </p:nvSpPr>
          <p:spPr>
            <a:xfrm>
              <a:off x="1378808" y="1807894"/>
              <a:ext cx="290510" cy="1301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46D43CE-54B1-58BD-A7F3-84DFDCD263C1}"/>
                </a:ext>
              </a:extLst>
            </p:cNvPr>
            <p:cNvSpPr/>
            <p:nvPr/>
          </p:nvSpPr>
          <p:spPr>
            <a:xfrm>
              <a:off x="2409087" y="1734862"/>
              <a:ext cx="290511" cy="1301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DBACDCF-1F5F-663B-9445-2763EB814DDD}"/>
                </a:ext>
              </a:extLst>
            </p:cNvPr>
            <p:cNvSpPr/>
            <p:nvPr/>
          </p:nvSpPr>
          <p:spPr>
            <a:xfrm>
              <a:off x="3890214" y="1734862"/>
              <a:ext cx="290510" cy="1301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</p:grpSp>
      <p:sp>
        <p:nvSpPr>
          <p:cNvPr id="42" name="矩形 41">
            <a:extLst>
              <a:ext uri="{FF2B5EF4-FFF2-40B4-BE49-F238E27FC236}">
                <a16:creationId xmlns:a16="http://schemas.microsoft.com/office/drawing/2014/main" id="{6CD5C8EE-EF7A-BF24-2917-3D1C1D033B19}"/>
              </a:ext>
            </a:extLst>
          </p:cNvPr>
          <p:cNvSpPr/>
          <p:nvPr/>
        </p:nvSpPr>
        <p:spPr>
          <a:xfrm>
            <a:off x="-40648" y="6410429"/>
            <a:ext cx="7878527" cy="1571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C206CF6-A1AA-4374-2A50-133C334E8E28}"/>
              </a:ext>
            </a:extLst>
          </p:cNvPr>
          <p:cNvGrpSpPr>
            <a:grpSpLocks/>
          </p:cNvGrpSpPr>
          <p:nvPr/>
        </p:nvGrpSpPr>
        <p:grpSpPr bwMode="auto">
          <a:xfrm>
            <a:off x="727525" y="2801289"/>
            <a:ext cx="10521102" cy="1972805"/>
            <a:chOff x="725488" y="2801938"/>
            <a:chExt cx="10523537" cy="1973262"/>
          </a:xfrm>
        </p:grpSpPr>
        <p:grpSp>
          <p:nvGrpSpPr>
            <p:cNvPr id="213010" name="组合 19">
              <a:extLst>
                <a:ext uri="{FF2B5EF4-FFF2-40B4-BE49-F238E27FC236}">
                  <a16:creationId xmlns:a16="http://schemas.microsoft.com/office/drawing/2014/main" id="{2E6A6DB6-0DE1-7880-5558-437680B703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5488" y="2801938"/>
              <a:ext cx="10523537" cy="1973262"/>
              <a:chOff x="725488" y="2801938"/>
              <a:chExt cx="10523537" cy="1973262"/>
            </a:xfrm>
          </p:grpSpPr>
          <p:graphicFrame>
            <p:nvGraphicFramePr>
              <p:cNvPr id="213012" name="对象 3">
                <a:extLst>
                  <a:ext uri="{FF2B5EF4-FFF2-40B4-BE49-F238E27FC236}">
                    <a16:creationId xmlns:a16="http://schemas.microsoft.com/office/drawing/2014/main" id="{EF32C956-4807-1522-6862-0526E0F3198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25488" y="2801938"/>
              <a:ext cx="10523537" cy="19732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" imgW="5274360" imgH="990720" progId="Word.Document.12">
                      <p:embed/>
                    </p:oleObj>
                  </mc:Choice>
                  <mc:Fallback>
                    <p:oleObj r:id="rId6" imgW="5274360" imgH="990720" progId="Word.Document.12">
                      <p:embed/>
                      <p:pic>
                        <p:nvPicPr>
                          <p:cNvPr id="213012" name="对象 3">
                            <a:extLst>
                              <a:ext uri="{FF2B5EF4-FFF2-40B4-BE49-F238E27FC236}">
                                <a16:creationId xmlns:a16="http://schemas.microsoft.com/office/drawing/2014/main" id="{EF32C956-4807-1522-6862-0526E0F3198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5488" y="2801938"/>
                            <a:ext cx="10523537" cy="19732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D2E0BE45-F1EE-3C00-BD97-1EF91B5645D3}"/>
                  </a:ext>
                </a:extLst>
              </p:cNvPr>
              <p:cNvSpPr/>
              <p:nvPr/>
            </p:nvSpPr>
            <p:spPr>
              <a:xfrm>
                <a:off x="5427663" y="2949575"/>
                <a:ext cx="290512" cy="1317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buFont typeface="Arial" panose="020B060402020202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B16B4DD2-9580-36B1-71DA-B5F8C8E92876}"/>
                  </a:ext>
                </a:extLst>
              </p:cNvPr>
              <p:cNvSpPr/>
              <p:nvPr/>
            </p:nvSpPr>
            <p:spPr>
              <a:xfrm>
                <a:off x="5849938" y="2906713"/>
                <a:ext cx="288925" cy="1301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buFont typeface="Arial" panose="020B060402020202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CBB6D9DE-F970-2913-C764-86A2383E29B7}"/>
                  </a:ext>
                </a:extLst>
              </p:cNvPr>
              <p:cNvSpPr/>
              <p:nvPr/>
            </p:nvSpPr>
            <p:spPr>
              <a:xfrm>
                <a:off x="10412413" y="2878138"/>
                <a:ext cx="234950" cy="1444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buFont typeface="Arial" panose="020B060402020202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D15BD7C8-26CA-33B7-FCD0-CC548377D950}"/>
                  </a:ext>
                </a:extLst>
              </p:cNvPr>
              <p:cNvSpPr/>
              <p:nvPr/>
            </p:nvSpPr>
            <p:spPr>
              <a:xfrm>
                <a:off x="1233488" y="3495675"/>
                <a:ext cx="290512" cy="1317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buFont typeface="Arial" panose="020B0604020202020204" pitchFamily="34" charset="0"/>
                  <a:buNone/>
                  <a:defRPr/>
                </a:pPr>
                <a:endParaRPr lang="zh-CN" altLang="en-US" noProof="1"/>
              </a:p>
            </p:txBody>
          </p:sp>
        </p:grp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1179180-2D32-2CA1-27A6-FF38D639753B}"/>
                </a:ext>
              </a:extLst>
            </p:cNvPr>
            <p:cNvSpPr/>
            <p:nvPr/>
          </p:nvSpPr>
          <p:spPr>
            <a:xfrm>
              <a:off x="10553700" y="2878138"/>
              <a:ext cx="215900" cy="1444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CE75EC10-6615-09A5-1684-B519EDBE321E}"/>
              </a:ext>
            </a:extLst>
          </p:cNvPr>
          <p:cNvGrpSpPr>
            <a:grpSpLocks/>
          </p:cNvGrpSpPr>
          <p:nvPr/>
        </p:nvGrpSpPr>
        <p:grpSpPr bwMode="auto">
          <a:xfrm>
            <a:off x="722763" y="4370963"/>
            <a:ext cx="10546497" cy="1598243"/>
            <a:chOff x="720000" y="4371433"/>
            <a:chExt cx="10549506" cy="1599116"/>
          </a:xfrm>
        </p:grpSpPr>
        <p:grpSp>
          <p:nvGrpSpPr>
            <p:cNvPr id="213000" name="组合 33">
              <a:extLst>
                <a:ext uri="{FF2B5EF4-FFF2-40B4-BE49-F238E27FC236}">
                  <a16:creationId xmlns:a16="http://schemas.microsoft.com/office/drawing/2014/main" id="{67B9B45E-B25F-D800-A001-99A1817294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000" y="4371433"/>
              <a:ext cx="10549506" cy="1599116"/>
              <a:chOff x="720000" y="4637430"/>
              <a:chExt cx="10549506" cy="1599116"/>
            </a:xfrm>
          </p:grpSpPr>
          <p:grpSp>
            <p:nvGrpSpPr>
              <p:cNvPr id="213002" name="组合 30">
                <a:extLst>
                  <a:ext uri="{FF2B5EF4-FFF2-40B4-BE49-F238E27FC236}">
                    <a16:creationId xmlns:a16="http://schemas.microsoft.com/office/drawing/2014/main" id="{D7B52A19-4850-ADD7-BD4B-D46F411ED9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0000" y="4637430"/>
                <a:ext cx="10549506" cy="1599116"/>
                <a:chOff x="720000" y="4637430"/>
                <a:chExt cx="10549506" cy="1599116"/>
              </a:xfrm>
            </p:grpSpPr>
            <p:graphicFrame>
              <p:nvGraphicFramePr>
                <p:cNvPr id="213005" name="对象 4">
                  <a:extLst>
                    <a:ext uri="{FF2B5EF4-FFF2-40B4-BE49-F238E27FC236}">
                      <a16:creationId xmlns:a16="http://schemas.microsoft.com/office/drawing/2014/main" id="{68C93E6B-7357-8C5B-E453-9884FF5040F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720000" y="4651770"/>
                <a:ext cx="10549506" cy="15847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8" imgW="5274360" imgH="792000" progId="Word.Document.12">
                        <p:embed/>
                      </p:oleObj>
                    </mc:Choice>
                    <mc:Fallback>
                      <p:oleObj r:id="rId8" imgW="5274360" imgH="792000" progId="Word.Document.12">
                        <p:embed/>
                        <p:pic>
                          <p:nvPicPr>
                            <p:cNvPr id="213005" name="对象 4">
                              <a:extLst>
                                <a:ext uri="{FF2B5EF4-FFF2-40B4-BE49-F238E27FC236}">
                                  <a16:creationId xmlns:a16="http://schemas.microsoft.com/office/drawing/2014/main" id="{68C93E6B-7357-8C5B-E453-9884FF5040FA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20000" y="4651770"/>
                              <a:ext cx="10549506" cy="15847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B9A33B68-345B-7BDB-26C8-C9BFC892A9D8}"/>
                    </a:ext>
                  </a:extLst>
                </p:cNvPr>
                <p:cNvSpPr/>
                <p:nvPr/>
              </p:nvSpPr>
              <p:spPr>
                <a:xfrm>
                  <a:off x="3106141" y="4789878"/>
                  <a:ext cx="290528" cy="1302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buFont typeface="Arial" panose="020B060402020202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94A5C449-D88D-F88A-36CF-BF782D5EBCB9}"/>
                    </a:ext>
                  </a:extLst>
                </p:cNvPr>
                <p:cNvSpPr/>
                <p:nvPr/>
              </p:nvSpPr>
              <p:spPr>
                <a:xfrm>
                  <a:off x="3661796" y="4637430"/>
                  <a:ext cx="290528" cy="1302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buFont typeface="Arial" panose="020B060402020202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BD1CB316-A1F5-E95E-4A50-FF47401ECCC0}"/>
                    </a:ext>
                  </a:extLst>
                </p:cNvPr>
                <p:cNvSpPr/>
                <p:nvPr/>
              </p:nvSpPr>
              <p:spPr>
                <a:xfrm>
                  <a:off x="7165597" y="4651722"/>
                  <a:ext cx="290529" cy="1302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buFont typeface="Arial" panose="020B060402020202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AF66340C-9518-362B-894B-CA1D39A77963}"/>
                    </a:ext>
                  </a:extLst>
                </p:cNvPr>
                <p:cNvSpPr/>
                <p:nvPr/>
              </p:nvSpPr>
              <p:spPr>
                <a:xfrm>
                  <a:off x="3096616" y="4710478"/>
                  <a:ext cx="290528" cy="1302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buFont typeface="Arial" panose="020B0604020202020204" pitchFamily="34" charset="0"/>
                    <a:buNone/>
                    <a:defRPr/>
                  </a:pPr>
                  <a:endParaRPr lang="zh-CN" altLang="en-US" noProof="1"/>
                </a:p>
              </p:txBody>
            </p:sp>
          </p:grp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A9AEC67-A346-DA2A-40E5-F617EB6AB039}"/>
                  </a:ext>
                </a:extLst>
              </p:cNvPr>
              <p:cNvSpPr/>
              <p:nvPr/>
            </p:nvSpPr>
            <p:spPr>
              <a:xfrm>
                <a:off x="1302644" y="5331386"/>
                <a:ext cx="288941" cy="13180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buFont typeface="Arial" panose="020B0604020202020204" pitchFamily="34" charset="0"/>
                  <a:buNone/>
                  <a:defRPr/>
                </a:pPr>
                <a:endParaRPr lang="zh-CN" altLang="en-US" noProof="1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F2E3CDF9-E986-3816-B088-7D4CEC483CFC}"/>
                  </a:ext>
                </a:extLst>
              </p:cNvPr>
              <p:cNvSpPr/>
              <p:nvPr/>
            </p:nvSpPr>
            <p:spPr>
              <a:xfrm>
                <a:off x="3029937" y="5352030"/>
                <a:ext cx="288941" cy="130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buFont typeface="Arial" panose="020B0604020202020204" pitchFamily="34" charset="0"/>
                  <a:buNone/>
                  <a:defRPr/>
                </a:pPr>
                <a:endParaRPr lang="zh-CN" altLang="en-US" noProof="1"/>
              </a:p>
            </p:txBody>
          </p:sp>
        </p:grp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ACF97F3-D3A8-280F-2FA7-6431C9B3B732}"/>
                </a:ext>
              </a:extLst>
            </p:cNvPr>
            <p:cNvSpPr/>
            <p:nvPr/>
          </p:nvSpPr>
          <p:spPr>
            <a:xfrm>
              <a:off x="1516968" y="4997105"/>
              <a:ext cx="215912" cy="1445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018" name="组合 42">
            <a:extLst>
              <a:ext uri="{FF2B5EF4-FFF2-40B4-BE49-F238E27FC236}">
                <a16:creationId xmlns:a16="http://schemas.microsoft.com/office/drawing/2014/main" id="{464BCAA6-BB78-7253-A852-A2B1B87A93D4}"/>
              </a:ext>
            </a:extLst>
          </p:cNvPr>
          <p:cNvGrpSpPr>
            <a:grpSpLocks/>
          </p:cNvGrpSpPr>
          <p:nvPr/>
        </p:nvGrpSpPr>
        <p:grpSpPr bwMode="auto">
          <a:xfrm>
            <a:off x="8912367" y="4540786"/>
            <a:ext cx="2063272" cy="1396677"/>
            <a:chOff x="8969829" y="5239657"/>
            <a:chExt cx="2064661" cy="1397017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1979F320-6F13-FC04-FE51-2FCE2517F13C}"/>
                </a:ext>
              </a:extLst>
            </p:cNvPr>
            <p:cNvSpPr/>
            <p:nvPr/>
          </p:nvSpPr>
          <p:spPr>
            <a:xfrm>
              <a:off x="10653322" y="5617487"/>
              <a:ext cx="381168" cy="101918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3C353480-8DB3-1CAB-6AB7-6B0014000725}"/>
                </a:ext>
              </a:extLst>
            </p:cNvPr>
            <p:cNvSpPr/>
            <p:nvPr/>
          </p:nvSpPr>
          <p:spPr>
            <a:xfrm>
              <a:off x="10122863" y="6052467"/>
              <a:ext cx="371639" cy="58420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9C9D6820-EAB9-0631-3B46-795A8CA6BB3E}"/>
                </a:ext>
              </a:extLst>
            </p:cNvPr>
            <p:cNvSpPr/>
            <p:nvPr/>
          </p:nvSpPr>
          <p:spPr>
            <a:xfrm>
              <a:off x="9608286" y="5239657"/>
              <a:ext cx="381168" cy="139701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577110B4-AEC6-95B9-B65F-889B193E505F}"/>
                </a:ext>
              </a:extLst>
            </p:cNvPr>
            <p:cNvSpPr/>
            <p:nvPr/>
          </p:nvSpPr>
          <p:spPr>
            <a:xfrm>
              <a:off x="8969829" y="6196931"/>
              <a:ext cx="454225" cy="43974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noProof="1"/>
            </a:p>
          </p:txBody>
        </p:sp>
      </p:grpSp>
      <p:sp>
        <p:nvSpPr>
          <p:cNvPr id="214019" name="标题 1">
            <a:extLst>
              <a:ext uri="{FF2B5EF4-FFF2-40B4-BE49-F238E27FC236}">
                <a16:creationId xmlns:a16="http://schemas.microsoft.com/office/drawing/2014/main" id="{4F3ECAE4-0ABD-7015-6E4E-B666794FD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664" y="233309"/>
            <a:ext cx="6294568" cy="49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30000"/>
              </a:lnSpc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bg1"/>
                </a:solidFill>
              </a:rPr>
              <a:t>4､</a:t>
            </a:r>
            <a:r>
              <a:rPr lang="zh-CN" altLang="en-US">
                <a:solidFill>
                  <a:schemeClr val="bg1"/>
                </a:solidFill>
              </a:rPr>
              <a:t>一元向量值函数及其导数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19B34A6-902C-1492-CFCC-2A2248DCC5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937" y="1718865"/>
          <a:ext cx="10532212" cy="780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274360" imgH="396720" progId="Word.Document.12">
                  <p:embed/>
                </p:oleObj>
              </mc:Choice>
              <mc:Fallback>
                <p:oleObj r:id="rId2" imgW="5274360" imgH="396720" progId="Word.Document.12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19B34A6-902C-1492-CFCC-2A2248DCC5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937" y="1718865"/>
                        <a:ext cx="10532212" cy="7808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B040BD5-1724-5C35-A173-043CFB1F1B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937" y="2761611"/>
          <a:ext cx="10532212" cy="780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274360" imgH="396720" progId="Word.Document.12">
                  <p:embed/>
                </p:oleObj>
              </mc:Choice>
              <mc:Fallback>
                <p:oleObj name="Document" r:id="rId4" imgW="5274360" imgH="396720" progId="Word.Document.12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B040BD5-1724-5C35-A173-043CFB1F1B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937" y="2761611"/>
                        <a:ext cx="10532212" cy="7808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4022" name="图片 2">
            <a:extLst>
              <a:ext uri="{FF2B5EF4-FFF2-40B4-BE49-F238E27FC236}">
                <a16:creationId xmlns:a16="http://schemas.microsoft.com/office/drawing/2014/main" id="{D9CE6963-DE76-D09C-27BE-ED410D584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695" y="3924979"/>
            <a:ext cx="5918417" cy="1314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42" name="图片 4">
            <a:extLst>
              <a:ext uri="{FF2B5EF4-FFF2-40B4-BE49-F238E27FC236}">
                <a16:creationId xmlns:a16="http://schemas.microsoft.com/office/drawing/2014/main" id="{0B29659D-E91F-6222-A4B7-526F42A47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201" y="1241138"/>
            <a:ext cx="8419738" cy="378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43" name="标题 1">
            <a:extLst>
              <a:ext uri="{FF2B5EF4-FFF2-40B4-BE49-F238E27FC236}">
                <a16:creationId xmlns:a16="http://schemas.microsoft.com/office/drawing/2014/main" id="{85C62C4A-EB78-5E54-CEE3-D6DD2264C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664" y="233309"/>
            <a:ext cx="6294568" cy="49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30000"/>
              </a:lnSpc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bg1"/>
                </a:solidFill>
              </a:rPr>
              <a:t>多元向量值函数及其导数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066" name="图片 2">
            <a:extLst>
              <a:ext uri="{FF2B5EF4-FFF2-40B4-BE49-F238E27FC236}">
                <a16:creationId xmlns:a16="http://schemas.microsoft.com/office/drawing/2014/main" id="{4C040680-C7B7-B03C-71F4-7482194CB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45" y="1125277"/>
            <a:ext cx="8284832" cy="4334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6067" name="标题 1">
            <a:extLst>
              <a:ext uri="{FF2B5EF4-FFF2-40B4-BE49-F238E27FC236}">
                <a16:creationId xmlns:a16="http://schemas.microsoft.com/office/drawing/2014/main" id="{35992C37-62FA-407F-3063-A5EC54777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664" y="233309"/>
            <a:ext cx="6294568" cy="49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30000"/>
              </a:lnSpc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bg1"/>
                </a:solidFill>
              </a:rPr>
              <a:t>多元向量值函数及其导数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090" name="图片 4">
            <a:extLst>
              <a:ext uri="{FF2B5EF4-FFF2-40B4-BE49-F238E27FC236}">
                <a16:creationId xmlns:a16="http://schemas.microsoft.com/office/drawing/2014/main" id="{E8F1AF29-8FFC-49D3-288A-386BA51B4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33" y="777695"/>
            <a:ext cx="8391171" cy="5864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7091" name="标题 1">
            <a:extLst>
              <a:ext uri="{FF2B5EF4-FFF2-40B4-BE49-F238E27FC236}">
                <a16:creationId xmlns:a16="http://schemas.microsoft.com/office/drawing/2014/main" id="{8DD3ACBE-230C-2837-9BD5-C8D5A7617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664" y="233309"/>
            <a:ext cx="6294568" cy="49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30000"/>
              </a:lnSpc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bg1"/>
                </a:solidFill>
              </a:rPr>
              <a:t>多元向量值函数及其导数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114" name="图片 4">
            <a:extLst>
              <a:ext uri="{FF2B5EF4-FFF2-40B4-BE49-F238E27FC236}">
                <a16:creationId xmlns:a16="http://schemas.microsoft.com/office/drawing/2014/main" id="{7CC4E103-580A-CA82-ECDE-276C4D720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66" y="761824"/>
            <a:ext cx="8076918" cy="5591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8115" name="标题 1">
            <a:extLst>
              <a:ext uri="{FF2B5EF4-FFF2-40B4-BE49-F238E27FC236}">
                <a16:creationId xmlns:a16="http://schemas.microsoft.com/office/drawing/2014/main" id="{4A33877F-BB65-4574-2E90-D0E5E9B19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664" y="233309"/>
            <a:ext cx="6294568" cy="49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30000"/>
              </a:lnSpc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bg1"/>
                </a:solidFill>
              </a:rPr>
              <a:t>多元向量值函数及其导数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138" name="图片 8">
            <a:extLst>
              <a:ext uri="{FF2B5EF4-FFF2-40B4-BE49-F238E27FC236}">
                <a16:creationId xmlns:a16="http://schemas.microsoft.com/office/drawing/2014/main" id="{4D32199A-78C3-925E-229A-E63B0660E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09" y="777695"/>
            <a:ext cx="8191191" cy="5983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9139" name="标题 1">
            <a:extLst>
              <a:ext uri="{FF2B5EF4-FFF2-40B4-BE49-F238E27FC236}">
                <a16:creationId xmlns:a16="http://schemas.microsoft.com/office/drawing/2014/main" id="{1CC0EE83-E011-345F-CB63-38C4BCFA9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664" y="233309"/>
            <a:ext cx="6294568" cy="49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30000"/>
              </a:lnSpc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bg1"/>
                </a:solidFill>
              </a:rPr>
              <a:t>多元向量值函数及其导数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2" name="图片 8">
            <a:extLst>
              <a:ext uri="{FF2B5EF4-FFF2-40B4-BE49-F238E27FC236}">
                <a16:creationId xmlns:a16="http://schemas.microsoft.com/office/drawing/2014/main" id="{03CDAEC5-0058-3860-BD54-C8290ECD3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61" y="1356999"/>
            <a:ext cx="7867417" cy="3647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3" name="标题 1">
            <a:extLst>
              <a:ext uri="{FF2B5EF4-FFF2-40B4-BE49-F238E27FC236}">
                <a16:creationId xmlns:a16="http://schemas.microsoft.com/office/drawing/2014/main" id="{4FE437D0-06EE-6E8A-2068-49D3A11AA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664" y="233309"/>
            <a:ext cx="6294568" cy="49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30000"/>
              </a:lnSpc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bg1"/>
                </a:solidFill>
              </a:rPr>
              <a:t>多元向量值函数及其导数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186" name="图片 2">
            <a:extLst>
              <a:ext uri="{FF2B5EF4-FFF2-40B4-BE49-F238E27FC236}">
                <a16:creationId xmlns:a16="http://schemas.microsoft.com/office/drawing/2014/main" id="{1711C90A-50C0-804E-2C7E-C6B57C932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471" y="831658"/>
            <a:ext cx="8562580" cy="501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1187" name="标题 1">
            <a:extLst>
              <a:ext uri="{FF2B5EF4-FFF2-40B4-BE49-F238E27FC236}">
                <a16:creationId xmlns:a16="http://schemas.microsoft.com/office/drawing/2014/main" id="{D14E5A6F-2DE1-652B-19A0-F67E450E3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664" y="233309"/>
            <a:ext cx="6294568" cy="49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30000"/>
              </a:lnSpc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bg1"/>
                </a:solidFill>
              </a:rPr>
              <a:t>多元向量值函数及其导数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210" name="图片 2">
            <a:extLst>
              <a:ext uri="{FF2B5EF4-FFF2-40B4-BE49-F238E27FC236}">
                <a16:creationId xmlns:a16="http://schemas.microsoft.com/office/drawing/2014/main" id="{738549FB-754B-9C2E-33F6-D60AA8361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86" y="825309"/>
            <a:ext cx="9213305" cy="5477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2211" name="标题 1">
            <a:extLst>
              <a:ext uri="{FF2B5EF4-FFF2-40B4-BE49-F238E27FC236}">
                <a16:creationId xmlns:a16="http://schemas.microsoft.com/office/drawing/2014/main" id="{89E3D695-08A9-46EC-0805-27A997DF8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664" y="233309"/>
            <a:ext cx="6294568" cy="49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30000"/>
              </a:lnSpc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30000"/>
              </a:lnSpc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09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bg1"/>
                </a:solidFill>
              </a:rPr>
              <a:t>多元向量值函数及其导数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84</Words>
  <Application>Microsoft Office PowerPoint</Application>
  <PresentationFormat>宽屏</PresentationFormat>
  <Paragraphs>12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等线</vt:lpstr>
      <vt:lpstr>等线 Light</vt:lpstr>
      <vt:lpstr>Arial</vt:lpstr>
      <vt:lpstr>Office 主题​​</vt:lpstr>
      <vt:lpstr>Microsoft Word Document</vt:lpstr>
      <vt:lpstr>Microsoft Word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玥儿 小</dc:creator>
  <cp:lastModifiedBy>玥儿 小</cp:lastModifiedBy>
  <cp:revision>1</cp:revision>
  <dcterms:created xsi:type="dcterms:W3CDTF">2025-03-16T12:54:41Z</dcterms:created>
  <dcterms:modified xsi:type="dcterms:W3CDTF">2025-03-16T13:00:45Z</dcterms:modified>
</cp:coreProperties>
</file>