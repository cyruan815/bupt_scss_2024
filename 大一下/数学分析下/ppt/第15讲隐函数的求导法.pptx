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</p:sldMasterIdLst>
  <p:notesMasterIdLst>
    <p:notesMasterId r:id="rId38"/>
  </p:notesMasterIdLst>
  <p:sldIdLst>
    <p:sldId id="325" r:id="rId3"/>
    <p:sldId id="326" r:id="rId4"/>
    <p:sldId id="327" r:id="rId5"/>
    <p:sldId id="329" r:id="rId6"/>
    <p:sldId id="358" r:id="rId7"/>
    <p:sldId id="330" r:id="rId8"/>
    <p:sldId id="357" r:id="rId9"/>
    <p:sldId id="331" r:id="rId10"/>
    <p:sldId id="414" r:id="rId11"/>
    <p:sldId id="415" r:id="rId12"/>
    <p:sldId id="437" r:id="rId13"/>
    <p:sldId id="335" r:id="rId14"/>
    <p:sldId id="336" r:id="rId15"/>
    <p:sldId id="337" r:id="rId16"/>
    <p:sldId id="332" r:id="rId17"/>
    <p:sldId id="359" r:id="rId18"/>
    <p:sldId id="333" r:id="rId19"/>
    <p:sldId id="334" r:id="rId20"/>
    <p:sldId id="354" r:id="rId21"/>
    <p:sldId id="338" r:id="rId22"/>
    <p:sldId id="438" r:id="rId23"/>
    <p:sldId id="441" r:id="rId24"/>
    <p:sldId id="439" r:id="rId25"/>
    <p:sldId id="440" r:id="rId26"/>
    <p:sldId id="339" r:id="rId27"/>
    <p:sldId id="340" r:id="rId28"/>
    <p:sldId id="341" r:id="rId29"/>
    <p:sldId id="342" r:id="rId30"/>
    <p:sldId id="343" r:id="rId31"/>
    <p:sldId id="353" r:id="rId32"/>
    <p:sldId id="344" r:id="rId33"/>
    <p:sldId id="345" r:id="rId34"/>
    <p:sldId id="355" r:id="rId35"/>
    <p:sldId id="346" r:id="rId36"/>
    <p:sldId id="347" r:id="rId37"/>
  </p:sldIdLst>
  <p:sldSz cx="12192000" cy="6858000"/>
  <p:notesSz cx="6858000" cy="9144000"/>
  <p:custShowLst>
    <p:custShow name="复习" id="0">
      <p:sldLst/>
    </p:custShow>
  </p:custShow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48">
          <p15:clr>
            <a:srgbClr val="A4A3A4"/>
          </p15:clr>
        </p15:guide>
        <p15:guide id="2" pos="2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6666FF"/>
    <a:srgbClr val="669900"/>
    <a:srgbClr val="CCFF33"/>
    <a:srgbClr val="FF99FF"/>
    <a:srgbClr val="B2B2B2"/>
    <a:srgbClr val="DFE7B7"/>
    <a:srgbClr val="B4E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2422" autoAdjust="0"/>
  </p:normalViewPr>
  <p:slideViewPr>
    <p:cSldViewPr>
      <p:cViewPr varScale="1">
        <p:scale>
          <a:sx n="85" d="100"/>
          <a:sy n="85" d="100"/>
        </p:scale>
        <p:origin x="276" y="60"/>
      </p:cViewPr>
      <p:guideLst>
        <p:guide orient="horz" pos="1248"/>
        <p:guide pos="2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54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3T06:00:50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32 865,'-4'-2'3587,"-7"-4"-1168,-31-12 1967,38 16-4330,0 1 0,1 0 0,-1 1 0,0-1 0,0 1 0,1-1 0,-1 1 0,0 0 0,0 0 0,0 1 0,1-1 0,-1 1 0,0 0 0,1 0 0,-1 0 0,1 1 0,-1-1 0,1 1 0,-1 0-56,-14 9 43,13-9-33,5-2-95,4 1-97,85-13-7734,-79 11 5134,22-7 1405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3T06:00:51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39 111 3876,'-2'-7'3891,"-35"-96"4795,65 178-9439,-26-71 187,-2-4-282,0 0-439,0 0-822,0 0-1046,3 0-272,14 0 48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3T06:00:51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 4004,'-90'25'3811,"15"-16"-191,10-20-129,6-7-3107,25 13-287,34 5-450,-23 7-544,23-7-864,39 25-1538,-12-19 32,2-3-193,-4-10 1122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3T06:00:5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229 118 2018,'-74'-46'8148,"38"11"-6570,6 15-1231,25 17-299,5 3-26,0 0-44,0 0 1,0 0 42,-4 1 1,-21-2-22,7-9-22,13 7-15,-17 10-267,20-4 250,-4 13-31,5-13-22,1-3-48,0 0-53,0 0-149,0 0-332,0 0-608,0 0-1111,0 0-400,0 0 262,0 0 1494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D4C8A20-224F-4CF0-9E93-B5A0E4CEF0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仿宋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D6B25AD-09B0-4E98-99B9-D00E1063F74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仿宋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F8C982A-88B1-4B44-8E2D-6223D24F234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102252C1-F437-4E88-9CDF-1777488E957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2FB677FF-4866-4D5F-A7F2-45DD146EFB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仿宋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C3F8679E-4A62-4A2E-8DA3-E87E04FF09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仿宋_GB2312" pitchFamily="49" charset="-122"/>
              </a:defRPr>
            </a:lvl1pPr>
          </a:lstStyle>
          <a:p>
            <a:pPr>
              <a:defRPr/>
            </a:pPr>
            <a:fld id="{A5AF6AA9-5AEA-482D-9F4D-1E2DA89009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D740AD7A-2448-4C78-9015-86ABBD6160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7522B33-1846-4343-99CE-B20B59C3D253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2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3E61ACF-B4D1-4B6F-BB06-D40E04C764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9603A9F-A96E-4051-B716-3DBD6663B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52D256D-9CED-4465-B553-0D22CECEA7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DA92643-3BD2-472D-9A2D-CB2E9398D3BE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3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9B260EF-4061-4E66-A806-3EE1142314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BD7E6A89-9C51-435B-9B31-0C7532F2A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D2746D04-049F-4AC3-A03C-2DA6A7D232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D9B9029-BE35-4E77-8486-BEB43B4B2D70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4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319BDA6-467B-4C04-91A1-16E42B7612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1E8B1A1-BD4D-4217-AC5A-81CC648D1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A8B997C1-C1D8-4D1C-B81A-1DE8435E81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5CB886-C7ED-4915-92CC-BC1BBAFC21DD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8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4030E50-B753-4C7B-BDD3-CFF0DEEF7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22519DE-40D9-448F-AF15-8FCFF5424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6657F5AC-5936-4DFF-A90F-285ABD381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78CAED08-F084-49BD-AF95-55E3E888C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0A3AFB64-9D8F-4CC4-8EF6-443861B85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03E8D8-786B-45FB-A1B9-4E604C3EAF1D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A8F2D679-0BAD-47E1-BF67-AEF61655B0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DE61EF2-7873-45EF-A8FF-F2CED1903703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F6669A3-8B5B-4B5D-9756-14222B4133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09C6A04E-4E09-4753-A44A-C218C5A4D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A63F1720-906A-47B3-AAA4-35AED76358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2331C9B-750A-4117-871C-C2E1BE4EC806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9100256-8C84-4D4F-8A12-A62155140F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B31E382-24B2-41F5-8077-B848CAAE7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F7F79D6-AE70-4E71-BEE5-958057EF0D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48BD10-875B-4C80-A66E-3F68394C2FA9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25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6D9701F-1D35-4085-9A73-727CC8D020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2EE6C926-876F-4929-B024-B0017EC12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运行时</a:t>
            </a:r>
            <a:r>
              <a:rPr lang="en-US" altLang="zh-CN"/>
              <a:t>, </a:t>
            </a:r>
            <a:r>
              <a:rPr lang="zh-CN" altLang="en-US"/>
              <a:t>点击按钮“雅可比”</a:t>
            </a:r>
            <a:r>
              <a:rPr lang="en-US" altLang="zh-CN"/>
              <a:t>, </a:t>
            </a:r>
            <a:r>
              <a:rPr lang="zh-CN" altLang="en-US"/>
              <a:t>可显示雅可比的简介</a:t>
            </a:r>
            <a:r>
              <a:rPr lang="en-US" altLang="zh-CN"/>
              <a:t>, </a:t>
            </a:r>
            <a:r>
              <a:rPr lang="zh-CN" altLang="en-US"/>
              <a:t>并自动返回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20A093D8-90A3-4BB1-801E-A004419AC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BDB43B4-07BB-4423-90D5-3E7801D95ECD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26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3FB36EEA-3DBF-4B44-AC68-DD337BE65A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9C744CB-016A-4810-9C04-023E57FDC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A85B2930-F18F-4A59-B674-14D02050EB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C27F36A-B7D3-4527-B035-1B51DFA2DC03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27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A2AAB65A-DED5-47A2-A7D4-6EBF0E09FD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71BF44E-FBD6-4C89-AAAA-1DEEDC1DD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C387B134-B629-44BB-B268-4753D40B7D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EA02DB-4DF7-4FCC-B33F-BADC703A9CDC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28</a:t>
            </a:fld>
            <a:endParaRPr lang="en-US" altLang="zh-CN">
              <a:ea typeface="仿宋_GB2312" pitchFamily="49" charset="-122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7A3DD51-D7EB-4A8D-A317-15EDDCFC8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4452E636-301D-444C-A532-5B46427A1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运行时</a:t>
            </a:r>
            <a:r>
              <a:rPr lang="en-US" altLang="zh-CN"/>
              <a:t>, </a:t>
            </a:r>
            <a:r>
              <a:rPr lang="zh-CN" altLang="en-US"/>
              <a:t>点击按钮 “公式”</a:t>
            </a:r>
            <a:r>
              <a:rPr lang="en-US" altLang="zh-CN"/>
              <a:t>,</a:t>
            </a:r>
            <a:r>
              <a:rPr lang="zh-CN" altLang="en-US"/>
              <a:t>可显示二阶线性方程组解的公式</a:t>
            </a:r>
            <a:r>
              <a:rPr lang="en-US" altLang="zh-CN"/>
              <a:t>, </a:t>
            </a:r>
            <a:r>
              <a:rPr lang="zh-CN" altLang="en-US"/>
              <a:t>演示结束自动返回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28F1D0-31AA-4F01-B0F8-10A868D642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7D823E-099D-4BC5-BCD5-9BA79328A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117405-FB51-4BB1-B57B-B792365679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FF15A-7356-40C8-97B9-7B6B3755E5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8097240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984D5F-CA38-44CD-8367-7D17FBD2E7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B11AAE-C04A-4ED8-8041-DB341B90CE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BFF8A2-2A4E-479B-921C-8D90573BA6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985D0-BDE1-43FC-9927-8C2AC1CF95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044043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872737-C77E-4D0E-AA21-7CAFA9A82F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510ECD-FBE2-4C8B-8B72-0D07C631FB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756419-45CB-4FC7-B165-4FAA924C4C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A68F3-B231-4233-A7E2-EA32D5DBAD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6419895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F433EA-3FED-44DD-B856-5447168745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4DA74F-0FAB-4DCC-9E0B-C009F20CF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3F9E99-8EE5-403C-A06D-5F1D3E951C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E1716-9577-4208-B6C1-3AADBB0C5C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009961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B0180B7-87BB-40F6-BA93-9B5DF666A4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3FACFF9-0BD7-4F77-B3BB-21A0EF7D77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9030642-EF3F-418D-9DAC-034148810D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7B1BFB-45B4-40FC-8532-8DDFE5AD4C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8188559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5FAA2A8-F451-4201-BFFF-04EF93451F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683668-CADC-412E-AC36-47864BB330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F720E73-2C47-456A-BE2D-7170BF3A82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DDB2F-5A69-42BE-B3AB-938BCE4ADB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142078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A007FD-4AE4-4681-B065-7B73B20F2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6F79BE3-20D3-4C07-B72B-3DF11198B5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BC0E80-8724-4160-A55C-A4F5785C08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C473B3-C796-4DCA-9D43-1D7F22CE8A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65052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1A449-9B84-417E-A527-E774CB95D8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6C23B2-2708-4EFF-B554-6A261987ED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4904DA-9C3A-4B51-BA9F-B975DB8765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7B95C-C215-40EB-8DE4-7C7E0832C3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525142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4A9CB-ED0E-46EB-9CBA-A713538D2E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38A78C-AE1B-438F-BE18-B505D86979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834B1F-21B7-4EBE-9652-76A3FDEB2B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6FD65-5008-49BF-BE05-98412377C9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0126452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A53214-1A59-41DF-9935-DD1FAD6B97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C9DD72-4711-48D0-9827-D924A01202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01E3DD-A4B7-42D0-AB63-36F6506174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16446-6193-462D-AF80-56B1808CC8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9563999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DB1598-E46A-463D-ADA2-8AA748F3A4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456F88-53D6-406C-9FB3-1467D80EE6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F35A0E-F548-4C32-BEA4-183505AB6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0E2B0-4EFD-4F4A-B8A9-368F3B2FE1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8775958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A9FD9-F407-40F4-AFCC-23A678B6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31B8D-68ED-4BAE-B168-BEDBE9BD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C13558-AA9D-42FE-B952-3951C914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3F37DF-FE6B-46D8-B516-B3C625909D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2915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8078C-DEBC-4841-8BA2-F3135680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13794F-DA49-4B40-8C96-620A87E0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5B813-B38D-4486-9B00-4AE24249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EA86D-3CF7-45DE-A800-14799E2E0D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4842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8A13C6-2EF9-4CE1-A65C-5D5AC996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8A7AFA-7F81-4C23-AD0B-9D93853D1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8023A2-D36D-4C02-BC4F-FE6C6B87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11510-9CCC-476D-9860-DB05D66B19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7602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766B02C-8D7B-4B13-BC65-C3932933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C34CDFD-323F-4253-9008-3674BEB9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AEFDBFD-CFE4-4884-9B35-2239B1A6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C0F0D-184C-41F9-82CA-CF38B4B2AF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459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B6E6BADB-7503-413F-962E-D26C3D4D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933E115-E2D3-436B-9621-57AFD6B17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5EB50482-3856-4A1C-A108-F9C4885C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0590B-0EC9-4670-9D35-F75C791EB2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4639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AFA0FD-9410-4E84-98E7-531B298B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A512271-07F1-4168-8C8A-F1446A06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95BF503-3592-44CD-94C7-12EF32C9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ABE2BD-13FE-41DA-847D-A7EF3C6A6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724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0CF4795-F718-4FA0-8638-9AD5A561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2B3C5768-F6AB-4FF8-A9D7-751310CC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73C7417-4628-4DC3-8C57-4C7ACE50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7F8BB-34F7-4A86-8158-B3BD03D93E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35013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327B868-4E98-4397-98F7-9DE173D0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4B6B96C-060D-436F-88FF-0C729AECB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5990D3D-58A2-4B48-A34C-441B937D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D1FB5-6B63-4632-A1BE-B356677038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9967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F208111-A355-4511-98E8-415956EA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D0E1E87-2A19-44BD-AB4A-4A4C2A9E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5C4E4BF-0CEA-40ED-8486-DA2AD832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33EFB-F322-4EF3-B3E8-D06067E856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9586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E15026-9EB2-43C0-87B2-4252A83B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8955B-CDC9-43E5-861A-4DB10769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9E85B-DF44-454D-9EA0-5649E2D2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4381A-578C-4AA3-B614-0A3784E11E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6133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D6577-D099-46F0-BD9C-EF33F549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0C696C-E83A-4949-9ECE-92649C62F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C40B2B-6545-47B3-980D-CB674A8A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5F3B0-FBC3-4F25-B35F-E639BB0D25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5007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0F2275-76FD-4FD6-85F1-9719A2DD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1FD331-C99E-47CE-83F4-AFA7F926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E04E37-9C2A-4663-92EB-2168E92C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D0CA578-682C-4A36-AC3F-8ACA8B4703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1929012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E257DEE-A781-419F-B0D1-8A93DAA14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CED4577-C6E4-4DC5-A1F2-551249D4D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68468841-0C5D-44EB-A03F-A0B1852626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00FBD56F-0D8D-4FE7-BC77-E245D5CDE5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35E8B09A-554E-45B9-BA6F-DE1459827A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F1F94A8-244B-4C14-86B0-CC313BB786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wipe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9E0FD266-83A7-4D17-B14B-BD96AA561C5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CFD5BCAA-4A73-40C4-9475-FBCED5B2DA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A459B-C5A3-4D45-9871-F7E43939C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183D86-CF3F-4A52-B27D-5C1F2EA16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43B65-EBBA-412D-A07C-B4A567332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4128F66-3AD6-48D1-97F2-46676AE713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358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wmf"/><Relationship Id="rId18" Type="http://schemas.openxmlformats.org/officeDocument/2006/relationships/oleObject" Target="../embeddings/oleObject8.bin"/><Relationship Id="rId26" Type="http://schemas.openxmlformats.org/officeDocument/2006/relationships/image" Target="../media/image14.e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9.bin"/><Relationship Id="rId34" Type="http://schemas.openxmlformats.org/officeDocument/2006/relationships/image" Target="../media/image17.png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11.bin"/><Relationship Id="rId33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7.bin"/><Relationship Id="rId20" Type="http://schemas.openxmlformats.org/officeDocument/2006/relationships/image" Target="../media/image1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emf"/><Relationship Id="rId11" Type="http://schemas.openxmlformats.org/officeDocument/2006/relationships/image" Target="../media/image6.jpeg"/><Relationship Id="rId24" Type="http://schemas.openxmlformats.org/officeDocument/2006/relationships/image" Target="../media/image13.emf"/><Relationship Id="rId32" Type="http://schemas.openxmlformats.org/officeDocument/2006/relationships/image" Target="../media/image16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0.bin"/><Relationship Id="rId36" Type="http://schemas.openxmlformats.org/officeDocument/2006/relationships/image" Target="../media/image18.png"/><Relationship Id="rId10" Type="http://schemas.openxmlformats.org/officeDocument/2006/relationships/image" Target="../media/image5.emf"/><Relationship Id="rId19" Type="http://schemas.openxmlformats.org/officeDocument/2006/relationships/image" Target="../media/image10.wmf"/><Relationship Id="rId31" Type="http://schemas.openxmlformats.org/officeDocument/2006/relationships/customXml" Target="../ink/ink2.xml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12.wmf"/><Relationship Id="rId27" Type="http://schemas.openxmlformats.org/officeDocument/2006/relationships/customXml" Target="../ink/ink1.xml"/><Relationship Id="rId30" Type="http://schemas.openxmlformats.org/officeDocument/2006/relationships/image" Target="../media/image15.png"/><Relationship Id="rId35" Type="http://schemas.openxmlformats.org/officeDocument/2006/relationships/customXml" Target="../ink/ink4.xml"/><Relationship Id="rId8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2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19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9.emf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24.emf"/><Relationship Id="rId21" Type="http://schemas.openxmlformats.org/officeDocument/2006/relationships/image" Target="../media/image33.emf"/><Relationship Id="rId7" Type="http://schemas.openxmlformats.org/officeDocument/2006/relationships/image" Target="../media/image26.e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1.e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8.emf"/><Relationship Id="rId5" Type="http://schemas.openxmlformats.org/officeDocument/2006/relationships/image" Target="../media/image25.emf"/><Relationship Id="rId15" Type="http://schemas.openxmlformats.org/officeDocument/2006/relationships/image" Target="../media/image30.e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2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7.emf"/><Relationship Id="rId14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2.e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9.emf"/><Relationship Id="rId17" Type="http://schemas.openxmlformats.org/officeDocument/2006/relationships/oleObject" Target="../embeddings/oleObject40.bin"/><Relationship Id="rId25" Type="http://schemas.openxmlformats.org/officeDocument/2006/relationships/image" Target="../media/image46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emf"/><Relationship Id="rId20" Type="http://schemas.openxmlformats.org/officeDocument/2006/relationships/image" Target="../media/image4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e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5.e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10" Type="http://schemas.openxmlformats.org/officeDocument/2006/relationships/image" Target="../media/image38.e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0.emf"/><Relationship Id="rId22" Type="http://schemas.openxmlformats.org/officeDocument/2006/relationships/image" Target="../media/image4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7" Type="http://schemas.openxmlformats.org/officeDocument/2006/relationships/image" Target="../media/image49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8.emf"/><Relationship Id="rId4" Type="http://schemas.openxmlformats.org/officeDocument/2006/relationships/oleObject" Target="../embeddings/oleObject4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5.emf"/><Relationship Id="rId18" Type="http://schemas.openxmlformats.org/officeDocument/2006/relationships/oleObject" Target="../embeddings/oleObject55.bin"/><Relationship Id="rId26" Type="http://schemas.openxmlformats.org/officeDocument/2006/relationships/oleObject" Target="../embeddings/oleObject59.bin"/><Relationship Id="rId3" Type="http://schemas.openxmlformats.org/officeDocument/2006/relationships/image" Target="../media/image50.emf"/><Relationship Id="rId21" Type="http://schemas.openxmlformats.org/officeDocument/2006/relationships/image" Target="../media/image59.emf"/><Relationship Id="rId7" Type="http://schemas.openxmlformats.org/officeDocument/2006/relationships/image" Target="../media/image52.e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57.emf"/><Relationship Id="rId25" Type="http://schemas.openxmlformats.org/officeDocument/2006/relationships/image" Target="../media/image61.emf"/><Relationship Id="rId2" Type="http://schemas.openxmlformats.org/officeDocument/2006/relationships/oleObject" Target="../embeddings/oleObject47.bin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29" Type="http://schemas.openxmlformats.org/officeDocument/2006/relationships/image" Target="../media/image63.emf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4.emf"/><Relationship Id="rId24" Type="http://schemas.openxmlformats.org/officeDocument/2006/relationships/oleObject" Target="../embeddings/oleObject58.bin"/><Relationship Id="rId5" Type="http://schemas.openxmlformats.org/officeDocument/2006/relationships/image" Target="../media/image51.emf"/><Relationship Id="rId15" Type="http://schemas.openxmlformats.org/officeDocument/2006/relationships/image" Target="../media/image56.emf"/><Relationship Id="rId23" Type="http://schemas.openxmlformats.org/officeDocument/2006/relationships/image" Target="../media/image60.emf"/><Relationship Id="rId28" Type="http://schemas.openxmlformats.org/officeDocument/2006/relationships/oleObject" Target="../embeddings/oleObject60.bin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58.e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3.emf"/><Relationship Id="rId14" Type="http://schemas.openxmlformats.org/officeDocument/2006/relationships/oleObject" Target="../embeddings/oleObject53.bin"/><Relationship Id="rId22" Type="http://schemas.openxmlformats.org/officeDocument/2006/relationships/oleObject" Target="../embeddings/oleObject57.bin"/><Relationship Id="rId27" Type="http://schemas.openxmlformats.org/officeDocument/2006/relationships/image" Target="../media/image62.emf"/><Relationship Id="rId30" Type="http://schemas.openxmlformats.org/officeDocument/2006/relationships/image" Target="../media/image6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8.emf"/><Relationship Id="rId4" Type="http://schemas.openxmlformats.org/officeDocument/2006/relationships/image" Target="../media/image65.emf"/><Relationship Id="rId9" Type="http://schemas.openxmlformats.org/officeDocument/2006/relationships/oleObject" Target="../embeddings/oleObject6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76.e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3.emf"/><Relationship Id="rId17" Type="http://schemas.openxmlformats.org/officeDocument/2006/relationships/oleObject" Target="../embeddings/oleObject72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e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72.emf"/><Relationship Id="rId19" Type="http://schemas.openxmlformats.org/officeDocument/2006/relationships/image" Target="../media/image77.e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5.e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80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4.emf"/><Relationship Id="rId20" Type="http://schemas.openxmlformats.org/officeDocument/2006/relationships/image" Target="../media/image8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81.e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8.e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90.wmf"/><Relationship Id="rId18" Type="http://schemas.openxmlformats.org/officeDocument/2006/relationships/oleObject" Target="../embeddings/oleObject88.bin"/><Relationship Id="rId3" Type="http://schemas.openxmlformats.org/officeDocument/2006/relationships/tags" Target="../tags/tag3.xml"/><Relationship Id="rId21" Type="http://schemas.openxmlformats.org/officeDocument/2006/relationships/image" Target="../media/image94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92.wmf"/><Relationship Id="rId2" Type="http://schemas.openxmlformats.org/officeDocument/2006/relationships/tags" Target="../tags/tag2.xml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1" Type="http://schemas.openxmlformats.org/officeDocument/2006/relationships/tags" Target="../tags/tag1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9.wmf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91.wmf"/><Relationship Id="rId23" Type="http://schemas.openxmlformats.org/officeDocument/2006/relationships/image" Target="../media/image95.w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93.wmf"/><Relationship Id="rId4" Type="http://schemas.openxmlformats.org/officeDocument/2006/relationships/tags" Target="../tags/tag4.xml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101.emf"/><Relationship Id="rId3" Type="http://schemas.openxmlformats.org/officeDocument/2006/relationships/image" Target="../media/image96.wmf"/><Relationship Id="rId7" Type="http://schemas.openxmlformats.org/officeDocument/2006/relationships/image" Target="../media/image98.emf"/><Relationship Id="rId12" Type="http://schemas.openxmlformats.org/officeDocument/2006/relationships/oleObject" Target="../embeddings/oleObject96.bin"/><Relationship Id="rId17" Type="http://schemas.openxmlformats.org/officeDocument/2006/relationships/image" Target="../media/image103.wmf"/><Relationship Id="rId2" Type="http://schemas.openxmlformats.org/officeDocument/2006/relationships/oleObject" Target="../embeddings/oleObject91.bin"/><Relationship Id="rId16" Type="http://schemas.openxmlformats.org/officeDocument/2006/relationships/oleObject" Target="../embeddings/oleObject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100.emf"/><Relationship Id="rId5" Type="http://schemas.openxmlformats.org/officeDocument/2006/relationships/image" Target="../media/image97.emf"/><Relationship Id="rId15" Type="http://schemas.openxmlformats.org/officeDocument/2006/relationships/image" Target="../media/image102.emf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92.bin"/><Relationship Id="rId9" Type="http://schemas.openxmlformats.org/officeDocument/2006/relationships/image" Target="../media/image99.emf"/><Relationship Id="rId14" Type="http://schemas.openxmlformats.org/officeDocument/2006/relationships/oleObject" Target="../embeddings/oleObject97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wmf"/><Relationship Id="rId18" Type="http://schemas.openxmlformats.org/officeDocument/2006/relationships/oleObject" Target="../embeddings/oleObject104.bin"/><Relationship Id="rId26" Type="http://schemas.openxmlformats.org/officeDocument/2006/relationships/oleObject" Target="../embeddings/oleObject108.bin"/><Relationship Id="rId3" Type="http://schemas.openxmlformats.org/officeDocument/2006/relationships/image" Target="../media/image96.wmf"/><Relationship Id="rId21" Type="http://schemas.openxmlformats.org/officeDocument/2006/relationships/image" Target="../media/image110.emf"/><Relationship Id="rId34" Type="http://schemas.openxmlformats.org/officeDocument/2006/relationships/oleObject" Target="../embeddings/oleObject112.bin"/><Relationship Id="rId7" Type="http://schemas.openxmlformats.org/officeDocument/2006/relationships/image" Target="../media/image98.e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108.emf"/><Relationship Id="rId25" Type="http://schemas.openxmlformats.org/officeDocument/2006/relationships/image" Target="../media/image112.emf"/><Relationship Id="rId33" Type="http://schemas.openxmlformats.org/officeDocument/2006/relationships/image" Target="../media/image116.emf"/><Relationship Id="rId2" Type="http://schemas.openxmlformats.org/officeDocument/2006/relationships/oleObject" Target="../embeddings/oleObject91.bin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5.bin"/><Relationship Id="rId29" Type="http://schemas.openxmlformats.org/officeDocument/2006/relationships/image" Target="../media/image11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105.emf"/><Relationship Id="rId24" Type="http://schemas.openxmlformats.org/officeDocument/2006/relationships/oleObject" Target="../embeddings/oleObject107.bin"/><Relationship Id="rId32" Type="http://schemas.openxmlformats.org/officeDocument/2006/relationships/oleObject" Target="../embeddings/oleObject111.bin"/><Relationship Id="rId5" Type="http://schemas.openxmlformats.org/officeDocument/2006/relationships/image" Target="../media/image97.emf"/><Relationship Id="rId15" Type="http://schemas.openxmlformats.org/officeDocument/2006/relationships/image" Target="../media/image107.emf"/><Relationship Id="rId23" Type="http://schemas.openxmlformats.org/officeDocument/2006/relationships/image" Target="../media/image111.emf"/><Relationship Id="rId28" Type="http://schemas.openxmlformats.org/officeDocument/2006/relationships/oleObject" Target="../embeddings/oleObject109.bin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109.emf"/><Relationship Id="rId31" Type="http://schemas.openxmlformats.org/officeDocument/2006/relationships/image" Target="../media/image115.emf"/><Relationship Id="rId4" Type="http://schemas.openxmlformats.org/officeDocument/2006/relationships/oleObject" Target="../embeddings/oleObject92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102.bin"/><Relationship Id="rId22" Type="http://schemas.openxmlformats.org/officeDocument/2006/relationships/oleObject" Target="../embeddings/oleObject106.bin"/><Relationship Id="rId27" Type="http://schemas.openxmlformats.org/officeDocument/2006/relationships/image" Target="../media/image113.emf"/><Relationship Id="rId30" Type="http://schemas.openxmlformats.org/officeDocument/2006/relationships/oleObject" Target="../embeddings/oleObject110.bin"/><Relationship Id="rId35" Type="http://schemas.openxmlformats.org/officeDocument/2006/relationships/image" Target="../media/image117.emf"/><Relationship Id="rId8" Type="http://schemas.openxmlformats.org/officeDocument/2006/relationships/oleObject" Target="../embeddings/oleObject99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6.e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18.bin"/><Relationship Id="rId3" Type="http://schemas.openxmlformats.org/officeDocument/2006/relationships/image" Target="../media/image111.emf"/><Relationship Id="rId21" Type="http://schemas.openxmlformats.org/officeDocument/2006/relationships/image" Target="../media/image120.emf"/><Relationship Id="rId34" Type="http://schemas.openxmlformats.org/officeDocument/2006/relationships/oleObject" Target="../embeddings/oleObject122.bin"/><Relationship Id="rId7" Type="http://schemas.openxmlformats.org/officeDocument/2006/relationships/image" Target="../media/image113.e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18.emf"/><Relationship Id="rId25" Type="http://schemas.openxmlformats.org/officeDocument/2006/relationships/image" Target="../media/image122.emf"/><Relationship Id="rId33" Type="http://schemas.openxmlformats.org/officeDocument/2006/relationships/image" Target="../media/image126.e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29" Type="http://schemas.openxmlformats.org/officeDocument/2006/relationships/image" Target="../media/image12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15.emf"/><Relationship Id="rId24" Type="http://schemas.openxmlformats.org/officeDocument/2006/relationships/oleObject" Target="../embeddings/oleObject117.bin"/><Relationship Id="rId32" Type="http://schemas.openxmlformats.org/officeDocument/2006/relationships/oleObject" Target="../embeddings/oleObject121.bin"/><Relationship Id="rId5" Type="http://schemas.openxmlformats.org/officeDocument/2006/relationships/image" Target="../media/image112.emf"/><Relationship Id="rId15" Type="http://schemas.openxmlformats.org/officeDocument/2006/relationships/image" Target="../media/image117.emf"/><Relationship Id="rId23" Type="http://schemas.openxmlformats.org/officeDocument/2006/relationships/image" Target="../media/image121.emf"/><Relationship Id="rId28" Type="http://schemas.openxmlformats.org/officeDocument/2006/relationships/oleObject" Target="../embeddings/oleObject119.bin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19.emf"/><Relationship Id="rId31" Type="http://schemas.openxmlformats.org/officeDocument/2006/relationships/image" Target="../media/image125.e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14.e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image" Target="../media/image123.emf"/><Relationship Id="rId30" Type="http://schemas.openxmlformats.org/officeDocument/2006/relationships/oleObject" Target="../embeddings/oleObject120.bin"/><Relationship Id="rId35" Type="http://schemas.openxmlformats.org/officeDocument/2006/relationships/image" Target="../media/image127.emf"/><Relationship Id="rId8" Type="http://schemas.openxmlformats.org/officeDocument/2006/relationships/oleObject" Target="../embeddings/oleObject10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33.emf"/><Relationship Id="rId18" Type="http://schemas.openxmlformats.org/officeDocument/2006/relationships/oleObject" Target="../embeddings/oleObject131.bin"/><Relationship Id="rId3" Type="http://schemas.openxmlformats.org/officeDocument/2006/relationships/image" Target="../media/image128.emf"/><Relationship Id="rId21" Type="http://schemas.openxmlformats.org/officeDocument/2006/relationships/image" Target="../media/image137.emf"/><Relationship Id="rId7" Type="http://schemas.openxmlformats.org/officeDocument/2006/relationships/image" Target="../media/image130.e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35.emf"/><Relationship Id="rId25" Type="http://schemas.openxmlformats.org/officeDocument/2006/relationships/image" Target="../media/image139.emf"/><Relationship Id="rId2" Type="http://schemas.openxmlformats.org/officeDocument/2006/relationships/oleObject" Target="../embeddings/oleObject123.bin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32.emf"/><Relationship Id="rId24" Type="http://schemas.openxmlformats.org/officeDocument/2006/relationships/oleObject" Target="../embeddings/oleObject134.bin"/><Relationship Id="rId5" Type="http://schemas.openxmlformats.org/officeDocument/2006/relationships/image" Target="../media/image129.emf"/><Relationship Id="rId15" Type="http://schemas.openxmlformats.org/officeDocument/2006/relationships/image" Target="../media/image134.emf"/><Relationship Id="rId23" Type="http://schemas.openxmlformats.org/officeDocument/2006/relationships/image" Target="../media/image138.emf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36.e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31.emf"/><Relationship Id="rId14" Type="http://schemas.openxmlformats.org/officeDocument/2006/relationships/oleObject" Target="../embeddings/oleObject129.bin"/><Relationship Id="rId22" Type="http://schemas.openxmlformats.org/officeDocument/2006/relationships/oleObject" Target="../embeddings/oleObject13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45.emf"/><Relationship Id="rId18" Type="http://schemas.openxmlformats.org/officeDocument/2006/relationships/oleObject" Target="../embeddings/oleObject143.bin"/><Relationship Id="rId3" Type="http://schemas.openxmlformats.org/officeDocument/2006/relationships/image" Target="../media/image140.emf"/><Relationship Id="rId21" Type="http://schemas.openxmlformats.org/officeDocument/2006/relationships/image" Target="../media/image149.emf"/><Relationship Id="rId7" Type="http://schemas.openxmlformats.org/officeDocument/2006/relationships/image" Target="../media/image142.emf"/><Relationship Id="rId12" Type="http://schemas.openxmlformats.org/officeDocument/2006/relationships/oleObject" Target="../embeddings/oleObject140.bin"/><Relationship Id="rId17" Type="http://schemas.openxmlformats.org/officeDocument/2006/relationships/image" Target="../media/image147.emf"/><Relationship Id="rId2" Type="http://schemas.openxmlformats.org/officeDocument/2006/relationships/oleObject" Target="../embeddings/oleObject135.bin"/><Relationship Id="rId16" Type="http://schemas.openxmlformats.org/officeDocument/2006/relationships/oleObject" Target="../embeddings/oleObject142.bin"/><Relationship Id="rId20" Type="http://schemas.openxmlformats.org/officeDocument/2006/relationships/oleObject" Target="../embeddings/oleObject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44.emf"/><Relationship Id="rId5" Type="http://schemas.openxmlformats.org/officeDocument/2006/relationships/image" Target="../media/image141.emf"/><Relationship Id="rId15" Type="http://schemas.openxmlformats.org/officeDocument/2006/relationships/image" Target="../media/image146.emf"/><Relationship Id="rId23" Type="http://schemas.openxmlformats.org/officeDocument/2006/relationships/image" Target="../media/image150.emf"/><Relationship Id="rId10" Type="http://schemas.openxmlformats.org/officeDocument/2006/relationships/oleObject" Target="../embeddings/oleObject139.bin"/><Relationship Id="rId19" Type="http://schemas.openxmlformats.org/officeDocument/2006/relationships/image" Target="../media/image148.emf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43.emf"/><Relationship Id="rId14" Type="http://schemas.openxmlformats.org/officeDocument/2006/relationships/oleObject" Target="../embeddings/oleObject141.bin"/><Relationship Id="rId22" Type="http://schemas.openxmlformats.org/officeDocument/2006/relationships/oleObject" Target="../embeddings/oleObject9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56.emf"/><Relationship Id="rId18" Type="http://schemas.openxmlformats.org/officeDocument/2006/relationships/oleObject" Target="../embeddings/oleObject151.bin"/><Relationship Id="rId3" Type="http://schemas.openxmlformats.org/officeDocument/2006/relationships/image" Target="../media/image151.emf"/><Relationship Id="rId21" Type="http://schemas.openxmlformats.org/officeDocument/2006/relationships/image" Target="../media/image160.emf"/><Relationship Id="rId7" Type="http://schemas.openxmlformats.org/officeDocument/2006/relationships/image" Target="../media/image153.e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58.e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55.emf"/><Relationship Id="rId5" Type="http://schemas.openxmlformats.org/officeDocument/2006/relationships/image" Target="../media/image152.emf"/><Relationship Id="rId15" Type="http://schemas.openxmlformats.org/officeDocument/2006/relationships/image" Target="../media/image157.emf"/><Relationship Id="rId23" Type="http://schemas.openxmlformats.org/officeDocument/2006/relationships/image" Target="../media/image161.emf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59.e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54.emf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9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7" Type="http://schemas.openxmlformats.org/officeDocument/2006/relationships/image" Target="../media/image103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8.bin"/><Relationship Id="rId5" Type="http://schemas.openxmlformats.org/officeDocument/2006/relationships/image" Target="../media/image102.emf"/><Relationship Id="rId4" Type="http://schemas.openxmlformats.org/officeDocument/2006/relationships/oleObject" Target="../embeddings/oleObject9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image" Target="../media/image167.wmf"/><Relationship Id="rId18" Type="http://schemas.openxmlformats.org/officeDocument/2006/relationships/oleObject" Target="../embeddings/oleObject161.bin"/><Relationship Id="rId3" Type="http://schemas.openxmlformats.org/officeDocument/2006/relationships/image" Target="../media/image162.wmf"/><Relationship Id="rId7" Type="http://schemas.openxmlformats.org/officeDocument/2006/relationships/image" Target="../media/image164.emf"/><Relationship Id="rId12" Type="http://schemas.openxmlformats.org/officeDocument/2006/relationships/oleObject" Target="../embeddings/oleObject158.bin"/><Relationship Id="rId17" Type="http://schemas.openxmlformats.org/officeDocument/2006/relationships/image" Target="../media/image169.wmf"/><Relationship Id="rId2" Type="http://schemas.openxmlformats.org/officeDocument/2006/relationships/oleObject" Target="../embeddings/oleObject153.bin"/><Relationship Id="rId16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66.wmf"/><Relationship Id="rId5" Type="http://schemas.openxmlformats.org/officeDocument/2006/relationships/image" Target="../media/image163.wmf"/><Relationship Id="rId15" Type="http://schemas.openxmlformats.org/officeDocument/2006/relationships/image" Target="../media/image168.wmf"/><Relationship Id="rId10" Type="http://schemas.openxmlformats.org/officeDocument/2006/relationships/oleObject" Target="../embeddings/oleObject157.bin"/><Relationship Id="rId19" Type="http://schemas.openxmlformats.org/officeDocument/2006/relationships/image" Target="../media/image170.wmf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65.wmf"/><Relationship Id="rId14" Type="http://schemas.openxmlformats.org/officeDocument/2006/relationships/oleObject" Target="../embeddings/oleObject15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7" Type="http://schemas.openxmlformats.org/officeDocument/2006/relationships/image" Target="../media/image164.emf"/><Relationship Id="rId2" Type="http://schemas.openxmlformats.org/officeDocument/2006/relationships/oleObject" Target="../embeddings/oleObject1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5.bin"/><Relationship Id="rId5" Type="http://schemas.openxmlformats.org/officeDocument/2006/relationships/image" Target="../media/image163.wmf"/><Relationship Id="rId4" Type="http://schemas.openxmlformats.org/officeDocument/2006/relationships/oleObject" Target="../embeddings/oleObject15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70.wmf"/><Relationship Id="rId3" Type="http://schemas.openxmlformats.org/officeDocument/2006/relationships/image" Target="../media/image165.wmf"/><Relationship Id="rId7" Type="http://schemas.openxmlformats.org/officeDocument/2006/relationships/image" Target="../media/image167.wmf"/><Relationship Id="rId12" Type="http://schemas.openxmlformats.org/officeDocument/2006/relationships/oleObject" Target="../embeddings/oleObject161.bin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69.wmf"/><Relationship Id="rId5" Type="http://schemas.openxmlformats.org/officeDocument/2006/relationships/image" Target="../media/image166.w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6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emf"/><Relationship Id="rId5" Type="http://schemas.openxmlformats.org/officeDocument/2006/relationships/oleObject" Target="../embeddings/oleObject163.bin"/><Relationship Id="rId4" Type="http://schemas.openxmlformats.org/officeDocument/2006/relationships/image" Target="../media/image171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emf"/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81.emf"/><Relationship Id="rId3" Type="http://schemas.openxmlformats.org/officeDocument/2006/relationships/oleObject" Target="../embeddings/oleObject165.bin"/><Relationship Id="rId21" Type="http://schemas.openxmlformats.org/officeDocument/2006/relationships/oleObject" Target="../embeddings/oleObject174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78.emf"/><Relationship Id="rId17" Type="http://schemas.openxmlformats.org/officeDocument/2006/relationships/oleObject" Target="../embeddings/oleObject172.bin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80.emf"/><Relationship Id="rId20" Type="http://schemas.openxmlformats.org/officeDocument/2006/relationships/image" Target="../media/image18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emf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10" Type="http://schemas.openxmlformats.org/officeDocument/2006/relationships/image" Target="../media/image177.emf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74.e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79.emf"/><Relationship Id="rId22" Type="http://schemas.openxmlformats.org/officeDocument/2006/relationships/image" Target="../media/image18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13" Type="http://schemas.openxmlformats.org/officeDocument/2006/relationships/oleObject" Target="../embeddings/oleObject180.bin"/><Relationship Id="rId18" Type="http://schemas.openxmlformats.org/officeDocument/2006/relationships/image" Target="../media/image191.emf"/><Relationship Id="rId26" Type="http://schemas.openxmlformats.org/officeDocument/2006/relationships/image" Target="../media/image195.emf"/><Relationship Id="rId3" Type="http://schemas.openxmlformats.org/officeDocument/2006/relationships/oleObject" Target="../embeddings/oleObject175.bin"/><Relationship Id="rId21" Type="http://schemas.openxmlformats.org/officeDocument/2006/relationships/oleObject" Target="../embeddings/oleObject184.bin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88.emf"/><Relationship Id="rId17" Type="http://schemas.openxmlformats.org/officeDocument/2006/relationships/oleObject" Target="../embeddings/oleObject182.bin"/><Relationship Id="rId25" Type="http://schemas.openxmlformats.org/officeDocument/2006/relationships/oleObject" Target="../embeddings/oleObject186.bin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90.emf"/><Relationship Id="rId20" Type="http://schemas.openxmlformats.org/officeDocument/2006/relationships/image" Target="../media/image19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emf"/><Relationship Id="rId11" Type="http://schemas.openxmlformats.org/officeDocument/2006/relationships/oleObject" Target="../embeddings/oleObject179.bin"/><Relationship Id="rId24" Type="http://schemas.openxmlformats.org/officeDocument/2006/relationships/image" Target="../media/image194.emf"/><Relationship Id="rId5" Type="http://schemas.openxmlformats.org/officeDocument/2006/relationships/oleObject" Target="../embeddings/oleObject176.bin"/><Relationship Id="rId15" Type="http://schemas.openxmlformats.org/officeDocument/2006/relationships/oleObject" Target="../embeddings/oleObject181.bin"/><Relationship Id="rId23" Type="http://schemas.openxmlformats.org/officeDocument/2006/relationships/oleObject" Target="../embeddings/oleObject185.bin"/><Relationship Id="rId10" Type="http://schemas.openxmlformats.org/officeDocument/2006/relationships/image" Target="../media/image187.emf"/><Relationship Id="rId19" Type="http://schemas.openxmlformats.org/officeDocument/2006/relationships/oleObject" Target="../embeddings/oleObject183.bin"/><Relationship Id="rId4" Type="http://schemas.openxmlformats.org/officeDocument/2006/relationships/image" Target="../media/image184.e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89.emf"/><Relationship Id="rId22" Type="http://schemas.openxmlformats.org/officeDocument/2006/relationships/image" Target="../media/image193.e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2.bin"/><Relationship Id="rId18" Type="http://schemas.openxmlformats.org/officeDocument/2006/relationships/image" Target="../media/image203.emf"/><Relationship Id="rId26" Type="http://schemas.openxmlformats.org/officeDocument/2006/relationships/image" Target="../media/image207.emf"/><Relationship Id="rId21" Type="http://schemas.openxmlformats.org/officeDocument/2006/relationships/oleObject" Target="../embeddings/oleObject196.bin"/><Relationship Id="rId34" Type="http://schemas.openxmlformats.org/officeDocument/2006/relationships/image" Target="../media/image211.emf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200.emf"/><Relationship Id="rId17" Type="http://schemas.openxmlformats.org/officeDocument/2006/relationships/oleObject" Target="../embeddings/oleObject194.bin"/><Relationship Id="rId25" Type="http://schemas.openxmlformats.org/officeDocument/2006/relationships/oleObject" Target="../embeddings/oleObject198.bin"/><Relationship Id="rId33" Type="http://schemas.openxmlformats.org/officeDocument/2006/relationships/oleObject" Target="../embeddings/oleObject202.bin"/><Relationship Id="rId38" Type="http://schemas.openxmlformats.org/officeDocument/2006/relationships/image" Target="../media/image213.e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02.emf"/><Relationship Id="rId20" Type="http://schemas.openxmlformats.org/officeDocument/2006/relationships/image" Target="../media/image204.emf"/><Relationship Id="rId29" Type="http://schemas.openxmlformats.org/officeDocument/2006/relationships/oleObject" Target="../embeddings/oleObject20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emf"/><Relationship Id="rId11" Type="http://schemas.openxmlformats.org/officeDocument/2006/relationships/oleObject" Target="../embeddings/oleObject191.bin"/><Relationship Id="rId24" Type="http://schemas.openxmlformats.org/officeDocument/2006/relationships/image" Target="../media/image206.emf"/><Relationship Id="rId32" Type="http://schemas.openxmlformats.org/officeDocument/2006/relationships/image" Target="../media/image210.emf"/><Relationship Id="rId37" Type="http://schemas.openxmlformats.org/officeDocument/2006/relationships/oleObject" Target="../embeddings/oleObject204.bin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93.bin"/><Relationship Id="rId23" Type="http://schemas.openxmlformats.org/officeDocument/2006/relationships/oleObject" Target="../embeddings/oleObject197.bin"/><Relationship Id="rId28" Type="http://schemas.openxmlformats.org/officeDocument/2006/relationships/image" Target="../media/image208.emf"/><Relationship Id="rId36" Type="http://schemas.openxmlformats.org/officeDocument/2006/relationships/image" Target="../media/image212.emf"/><Relationship Id="rId10" Type="http://schemas.openxmlformats.org/officeDocument/2006/relationships/image" Target="../media/image199.emf"/><Relationship Id="rId19" Type="http://schemas.openxmlformats.org/officeDocument/2006/relationships/oleObject" Target="../embeddings/oleObject195.bin"/><Relationship Id="rId31" Type="http://schemas.openxmlformats.org/officeDocument/2006/relationships/oleObject" Target="../embeddings/oleObject201.bin"/><Relationship Id="rId4" Type="http://schemas.openxmlformats.org/officeDocument/2006/relationships/image" Target="../media/image196.emf"/><Relationship Id="rId9" Type="http://schemas.openxmlformats.org/officeDocument/2006/relationships/oleObject" Target="../embeddings/oleObject190.bin"/><Relationship Id="rId14" Type="http://schemas.openxmlformats.org/officeDocument/2006/relationships/image" Target="../media/image201.emf"/><Relationship Id="rId22" Type="http://schemas.openxmlformats.org/officeDocument/2006/relationships/image" Target="../media/image205.emf"/><Relationship Id="rId27" Type="http://schemas.openxmlformats.org/officeDocument/2006/relationships/oleObject" Target="../embeddings/oleObject199.bin"/><Relationship Id="rId30" Type="http://schemas.openxmlformats.org/officeDocument/2006/relationships/image" Target="../media/image209.emf"/><Relationship Id="rId35" Type="http://schemas.openxmlformats.org/officeDocument/2006/relationships/oleObject" Target="../embeddings/oleObject203.bin"/><Relationship Id="rId8" Type="http://schemas.openxmlformats.org/officeDocument/2006/relationships/image" Target="../media/image198.emf"/><Relationship Id="rId3" Type="http://schemas.openxmlformats.org/officeDocument/2006/relationships/oleObject" Target="../embeddings/oleObject18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3" Type="http://schemas.openxmlformats.org/officeDocument/2006/relationships/image" Target="../media/image214.emf"/><Relationship Id="rId7" Type="http://schemas.openxmlformats.org/officeDocument/2006/relationships/image" Target="../media/image216.emf"/><Relationship Id="rId2" Type="http://schemas.openxmlformats.org/officeDocument/2006/relationships/oleObject" Target="../embeddings/oleObject2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7.bin"/><Relationship Id="rId5" Type="http://schemas.openxmlformats.org/officeDocument/2006/relationships/image" Target="../media/image215.emf"/><Relationship Id="rId4" Type="http://schemas.openxmlformats.org/officeDocument/2006/relationships/oleObject" Target="../embeddings/oleObject206.bin"/><Relationship Id="rId9" Type="http://schemas.openxmlformats.org/officeDocument/2006/relationships/image" Target="../media/image217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23.emf"/><Relationship Id="rId3" Type="http://schemas.openxmlformats.org/officeDocument/2006/relationships/tags" Target="../tags/tag7.xml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20.emf"/><Relationship Id="rId17" Type="http://schemas.openxmlformats.org/officeDocument/2006/relationships/oleObject" Target="../embeddings/oleObject214.bin"/><Relationship Id="rId2" Type="http://schemas.openxmlformats.org/officeDocument/2006/relationships/tags" Target="../tags/tag6.xml"/><Relationship Id="rId16" Type="http://schemas.openxmlformats.org/officeDocument/2006/relationships/image" Target="../media/image222.emf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211.bin"/><Relationship Id="rId5" Type="http://schemas.openxmlformats.org/officeDocument/2006/relationships/tags" Target="../tags/tag9.xml"/><Relationship Id="rId15" Type="http://schemas.openxmlformats.org/officeDocument/2006/relationships/oleObject" Target="../embeddings/oleObject213.bin"/><Relationship Id="rId10" Type="http://schemas.openxmlformats.org/officeDocument/2006/relationships/image" Target="../media/image219.wmf"/><Relationship Id="rId4" Type="http://schemas.openxmlformats.org/officeDocument/2006/relationships/tags" Target="../tags/tag8.xml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21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13" Type="http://schemas.openxmlformats.org/officeDocument/2006/relationships/image" Target="../media/image229.emf"/><Relationship Id="rId18" Type="http://schemas.openxmlformats.org/officeDocument/2006/relationships/oleObject" Target="../embeddings/oleObject222.bin"/><Relationship Id="rId26" Type="http://schemas.openxmlformats.org/officeDocument/2006/relationships/oleObject" Target="../embeddings/oleObject226.bin"/><Relationship Id="rId3" Type="http://schemas.openxmlformats.org/officeDocument/2006/relationships/image" Target="../media/image224.emf"/><Relationship Id="rId21" Type="http://schemas.openxmlformats.org/officeDocument/2006/relationships/image" Target="../media/image233.emf"/><Relationship Id="rId7" Type="http://schemas.openxmlformats.org/officeDocument/2006/relationships/image" Target="../media/image226.emf"/><Relationship Id="rId12" Type="http://schemas.openxmlformats.org/officeDocument/2006/relationships/oleObject" Target="../embeddings/oleObject219.bin"/><Relationship Id="rId17" Type="http://schemas.openxmlformats.org/officeDocument/2006/relationships/image" Target="../media/image231.emf"/><Relationship Id="rId25" Type="http://schemas.openxmlformats.org/officeDocument/2006/relationships/image" Target="../media/image235.emf"/><Relationship Id="rId2" Type="http://schemas.openxmlformats.org/officeDocument/2006/relationships/oleObject" Target="../embeddings/oleObject209.bin"/><Relationship Id="rId16" Type="http://schemas.openxmlformats.org/officeDocument/2006/relationships/oleObject" Target="../embeddings/oleObject221.bin"/><Relationship Id="rId20" Type="http://schemas.openxmlformats.org/officeDocument/2006/relationships/oleObject" Target="../embeddings/oleObject223.bin"/><Relationship Id="rId29" Type="http://schemas.openxmlformats.org/officeDocument/2006/relationships/image" Target="../media/image23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228.emf"/><Relationship Id="rId24" Type="http://schemas.openxmlformats.org/officeDocument/2006/relationships/oleObject" Target="../embeddings/oleObject225.bin"/><Relationship Id="rId5" Type="http://schemas.openxmlformats.org/officeDocument/2006/relationships/image" Target="../media/image225.emf"/><Relationship Id="rId15" Type="http://schemas.openxmlformats.org/officeDocument/2006/relationships/image" Target="../media/image230.emf"/><Relationship Id="rId23" Type="http://schemas.openxmlformats.org/officeDocument/2006/relationships/image" Target="../media/image234.emf"/><Relationship Id="rId28" Type="http://schemas.openxmlformats.org/officeDocument/2006/relationships/oleObject" Target="../embeddings/oleObject227.bin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232.emf"/><Relationship Id="rId31" Type="http://schemas.openxmlformats.org/officeDocument/2006/relationships/image" Target="../media/image238.emf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227.emf"/><Relationship Id="rId14" Type="http://schemas.openxmlformats.org/officeDocument/2006/relationships/oleObject" Target="../embeddings/oleObject220.bin"/><Relationship Id="rId22" Type="http://schemas.openxmlformats.org/officeDocument/2006/relationships/oleObject" Target="../embeddings/oleObject224.bin"/><Relationship Id="rId27" Type="http://schemas.openxmlformats.org/officeDocument/2006/relationships/image" Target="../media/image236.emf"/><Relationship Id="rId30" Type="http://schemas.openxmlformats.org/officeDocument/2006/relationships/oleObject" Target="../embeddings/oleObject22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emf"/><Relationship Id="rId2" Type="http://schemas.openxmlformats.org/officeDocument/2006/relationships/oleObject" Target="../embeddings/oleObject22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0.emf"/><Relationship Id="rId4" Type="http://schemas.openxmlformats.org/officeDocument/2006/relationships/oleObject" Target="../embeddings/oleObject230.bin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6.emf"/><Relationship Id="rId18" Type="http://schemas.openxmlformats.org/officeDocument/2006/relationships/oleObject" Target="../embeddings/oleObject238.bin"/><Relationship Id="rId26" Type="http://schemas.openxmlformats.org/officeDocument/2006/relationships/oleObject" Target="../embeddings/oleObject242.bin"/><Relationship Id="rId3" Type="http://schemas.openxmlformats.org/officeDocument/2006/relationships/image" Target="../media/image241.emf"/><Relationship Id="rId21" Type="http://schemas.openxmlformats.org/officeDocument/2006/relationships/image" Target="../media/image250.emf"/><Relationship Id="rId34" Type="http://schemas.openxmlformats.org/officeDocument/2006/relationships/oleObject" Target="../embeddings/oleObject245.bin"/><Relationship Id="rId7" Type="http://schemas.openxmlformats.org/officeDocument/2006/relationships/image" Target="../media/image243.e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48.emf"/><Relationship Id="rId25" Type="http://schemas.openxmlformats.org/officeDocument/2006/relationships/image" Target="../media/image252.emf"/><Relationship Id="rId33" Type="http://schemas.openxmlformats.org/officeDocument/2006/relationships/image" Target="../media/image256.emf"/><Relationship Id="rId2" Type="http://schemas.openxmlformats.org/officeDocument/2006/relationships/oleObject" Target="../embeddings/oleObject229.bin"/><Relationship Id="rId16" Type="http://schemas.openxmlformats.org/officeDocument/2006/relationships/oleObject" Target="../embeddings/oleObject237.bin"/><Relationship Id="rId20" Type="http://schemas.openxmlformats.org/officeDocument/2006/relationships/oleObject" Target="../embeddings/oleObject239.bin"/><Relationship Id="rId29" Type="http://schemas.openxmlformats.org/officeDocument/2006/relationships/image" Target="../media/image25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45.emf"/><Relationship Id="rId24" Type="http://schemas.openxmlformats.org/officeDocument/2006/relationships/oleObject" Target="../embeddings/oleObject241.bin"/><Relationship Id="rId32" Type="http://schemas.openxmlformats.org/officeDocument/2006/relationships/oleObject" Target="../embeddings/oleObject244.bin"/><Relationship Id="rId5" Type="http://schemas.openxmlformats.org/officeDocument/2006/relationships/image" Target="../media/image242.emf"/><Relationship Id="rId15" Type="http://schemas.openxmlformats.org/officeDocument/2006/relationships/image" Target="../media/image247.emf"/><Relationship Id="rId23" Type="http://schemas.openxmlformats.org/officeDocument/2006/relationships/image" Target="../media/image251.emf"/><Relationship Id="rId28" Type="http://schemas.openxmlformats.org/officeDocument/2006/relationships/oleObject" Target="../embeddings/oleObject243.bin"/><Relationship Id="rId10" Type="http://schemas.openxmlformats.org/officeDocument/2006/relationships/oleObject" Target="../embeddings/oleObject234.bin"/><Relationship Id="rId19" Type="http://schemas.openxmlformats.org/officeDocument/2006/relationships/image" Target="../media/image249.emf"/><Relationship Id="rId31" Type="http://schemas.openxmlformats.org/officeDocument/2006/relationships/image" Target="../media/image255.emf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44.emf"/><Relationship Id="rId14" Type="http://schemas.openxmlformats.org/officeDocument/2006/relationships/oleObject" Target="../embeddings/oleObject236.bin"/><Relationship Id="rId22" Type="http://schemas.openxmlformats.org/officeDocument/2006/relationships/oleObject" Target="../embeddings/oleObject240.bin"/><Relationship Id="rId27" Type="http://schemas.openxmlformats.org/officeDocument/2006/relationships/image" Target="../media/image253.emf"/><Relationship Id="rId30" Type="http://schemas.openxmlformats.org/officeDocument/2006/relationships/oleObject" Target="../embeddings/oleObject230.bin"/><Relationship Id="rId35" Type="http://schemas.openxmlformats.org/officeDocument/2006/relationships/image" Target="../media/image257.emf"/><Relationship Id="rId8" Type="http://schemas.openxmlformats.org/officeDocument/2006/relationships/oleObject" Target="../embeddings/oleObject23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9.bin"/><Relationship Id="rId13" Type="http://schemas.openxmlformats.org/officeDocument/2006/relationships/image" Target="../media/image263.emf"/><Relationship Id="rId18" Type="http://schemas.openxmlformats.org/officeDocument/2006/relationships/oleObject" Target="../embeddings/oleObject254.bin"/><Relationship Id="rId3" Type="http://schemas.openxmlformats.org/officeDocument/2006/relationships/image" Target="../media/image258.emf"/><Relationship Id="rId21" Type="http://schemas.openxmlformats.org/officeDocument/2006/relationships/image" Target="../media/image267.emf"/><Relationship Id="rId7" Type="http://schemas.openxmlformats.org/officeDocument/2006/relationships/image" Target="../media/image260.emf"/><Relationship Id="rId12" Type="http://schemas.openxmlformats.org/officeDocument/2006/relationships/oleObject" Target="../embeddings/oleObject251.bin"/><Relationship Id="rId17" Type="http://schemas.openxmlformats.org/officeDocument/2006/relationships/image" Target="../media/image265.emf"/><Relationship Id="rId2" Type="http://schemas.openxmlformats.org/officeDocument/2006/relationships/oleObject" Target="../embeddings/oleObject246.bin"/><Relationship Id="rId16" Type="http://schemas.openxmlformats.org/officeDocument/2006/relationships/oleObject" Target="../embeddings/oleObject253.bin"/><Relationship Id="rId20" Type="http://schemas.openxmlformats.org/officeDocument/2006/relationships/oleObject" Target="../embeddings/oleObject2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8.bin"/><Relationship Id="rId11" Type="http://schemas.openxmlformats.org/officeDocument/2006/relationships/image" Target="../media/image262.emf"/><Relationship Id="rId5" Type="http://schemas.openxmlformats.org/officeDocument/2006/relationships/image" Target="../media/image259.emf"/><Relationship Id="rId15" Type="http://schemas.openxmlformats.org/officeDocument/2006/relationships/image" Target="../media/image264.emf"/><Relationship Id="rId23" Type="http://schemas.openxmlformats.org/officeDocument/2006/relationships/image" Target="../media/image268.emf"/><Relationship Id="rId10" Type="http://schemas.openxmlformats.org/officeDocument/2006/relationships/oleObject" Target="../embeddings/oleObject250.bin"/><Relationship Id="rId19" Type="http://schemas.openxmlformats.org/officeDocument/2006/relationships/image" Target="../media/image266.emf"/><Relationship Id="rId4" Type="http://schemas.openxmlformats.org/officeDocument/2006/relationships/oleObject" Target="../embeddings/oleObject247.bin"/><Relationship Id="rId9" Type="http://schemas.openxmlformats.org/officeDocument/2006/relationships/image" Target="../media/image261.emf"/><Relationship Id="rId14" Type="http://schemas.openxmlformats.org/officeDocument/2006/relationships/oleObject" Target="../embeddings/oleObject252.bin"/><Relationship Id="rId22" Type="http://schemas.openxmlformats.org/officeDocument/2006/relationships/oleObject" Target="../embeddings/oleObject256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>
            <a:extLst>
              <a:ext uri="{FF2B5EF4-FFF2-40B4-BE49-F238E27FC236}">
                <a16:creationId xmlns:a16="http://schemas.microsoft.com/office/drawing/2014/main" id="{93377DB5-7889-4B47-BCBB-C5A268F47D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2200" y="304800"/>
            <a:ext cx="2078038" cy="762000"/>
          </a:xfrm>
          <a:noFill/>
        </p:spPr>
        <p:txBody>
          <a:bodyPr/>
          <a:lstStyle/>
          <a:p>
            <a:pPr algn="l" eaLnBrk="1" hangingPunct="1"/>
            <a:r>
              <a:rPr lang="zh-CN" altLang="en-US" sz="4800">
                <a:solidFill>
                  <a:srgbClr val="00206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第六节</a:t>
            </a:r>
          </a:p>
        </p:txBody>
      </p:sp>
      <p:sp>
        <p:nvSpPr>
          <p:cNvPr id="101381" name="Text Box 5">
            <a:extLst>
              <a:ext uri="{FF2B5EF4-FFF2-40B4-BE49-F238E27FC236}">
                <a16:creationId xmlns:a16="http://schemas.microsoft.com/office/drawing/2014/main" id="{56A4F6C1-A177-4857-9D8A-460D6D9D3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2133600"/>
            <a:ext cx="6553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solidFill>
                  <a:srgbClr val="00206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一、一个方程的情形</a:t>
            </a:r>
          </a:p>
        </p:txBody>
      </p:sp>
      <p:sp>
        <p:nvSpPr>
          <p:cNvPr id="101382" name="Text Box 6">
            <a:hlinkClick r:id="rId2" action="ppaction://hlinksldjump"/>
            <a:extLst>
              <a:ext uri="{FF2B5EF4-FFF2-40B4-BE49-F238E27FC236}">
                <a16:creationId xmlns:a16="http://schemas.microsoft.com/office/drawing/2014/main" id="{F0FB6712-CD0B-4A94-BA9D-9D5A7D418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050" y="3200400"/>
            <a:ext cx="5187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solidFill>
                  <a:srgbClr val="00206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二、方程组的情形</a:t>
            </a:r>
          </a:p>
        </p:txBody>
      </p:sp>
      <p:sp>
        <p:nvSpPr>
          <p:cNvPr id="3077" name="Text Box 7">
            <a:extLst>
              <a:ext uri="{FF2B5EF4-FFF2-40B4-BE49-F238E27FC236}">
                <a16:creationId xmlns:a16="http://schemas.microsoft.com/office/drawing/2014/main" id="{B8164165-01FF-41DF-B0D1-0E0C269B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242888"/>
            <a:ext cx="54165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4800">
                <a:solidFill>
                  <a:srgbClr val="00206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隐函数的求导公式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 autoUpdateAnimBg="0"/>
      <p:bldP spid="101382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>
            <a:extLst>
              <a:ext uri="{FF2B5EF4-FFF2-40B4-BE49-F238E27FC236}">
                <a16:creationId xmlns:a16="http://schemas.microsoft.com/office/drawing/2014/main" id="{19E33A82-BC8F-4902-978A-CAE19AF88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185988"/>
            <a:ext cx="8353425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600" b="1">
                <a:latin typeface="宋体" panose="02010600030101010101" pitchFamily="2" charset="-122"/>
              </a:rPr>
              <a:t>    </a:t>
            </a:r>
            <a:r>
              <a:rPr kumimoji="1" lang="zh-CN" altLang="en-US" sz="2600" b="1">
                <a:latin typeface="宋体" panose="02010600030101010101" pitchFamily="2" charset="-122"/>
              </a:rPr>
              <a:t>问题：</a:t>
            </a:r>
            <a:r>
              <a:rPr kumimoji="1" lang="en-US" altLang="zh-CN" sz="2600" b="1">
                <a:latin typeface="宋体" panose="02010600030101010101" pitchFamily="2" charset="-122"/>
              </a:rPr>
              <a:t>1.</a:t>
            </a:r>
            <a:r>
              <a:rPr kumimoji="1" lang="zh-CN" altLang="en-US" sz="2600" b="1">
                <a:latin typeface="宋体" panose="02010600030101010101" pitchFamily="2" charset="-122"/>
              </a:rPr>
              <a:t>方程（组）满足何条件才能确定隐函数；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89D9F35C-B932-4C3B-9C51-DDAFCA414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260350"/>
            <a:ext cx="10944225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600" b="1">
                <a:latin typeface="宋体" panose="02010600030101010101" pitchFamily="2" charset="-122"/>
              </a:rPr>
              <a:t>    </a:t>
            </a:r>
            <a:r>
              <a:rPr kumimoji="1" lang="zh-CN" altLang="en-US" sz="2600" b="1">
                <a:latin typeface="宋体" panose="02010600030101010101" pitchFamily="2" charset="-122"/>
              </a:rPr>
              <a:t>前面讨论了</a:t>
            </a:r>
            <a:r>
              <a:rPr kumimoji="1" lang="zh-CN" altLang="en-US" sz="2600" b="1">
                <a:solidFill>
                  <a:srgbClr val="CC0000"/>
                </a:solidFill>
                <a:latin typeface="宋体" panose="02010600030101010101" pitchFamily="2" charset="-122"/>
              </a:rPr>
              <a:t>如果</a:t>
            </a:r>
            <a:r>
              <a:rPr kumimoji="1" lang="zh-CN" altLang="en-US" sz="2600" b="1">
                <a:latin typeface="宋体" panose="02010600030101010101" pitchFamily="2" charset="-122"/>
              </a:rPr>
              <a:t>一个二元方程确定了一个隐函数，可以不对这个隐函数显式化而直接求其导数的问题．</a:t>
            </a:r>
          </a:p>
        </p:txBody>
      </p:sp>
      <p:sp>
        <p:nvSpPr>
          <p:cNvPr id="102404" name="Text Box 4">
            <a:extLst>
              <a:ext uri="{FF2B5EF4-FFF2-40B4-BE49-F238E27FC236}">
                <a16:creationId xmlns:a16="http://schemas.microsoft.com/office/drawing/2014/main" id="{31C56229-0A44-4C22-8D64-3506948A4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2933700"/>
            <a:ext cx="8893175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600" b="1">
                <a:latin typeface="宋体" panose="02010600030101010101" pitchFamily="2" charset="-122"/>
              </a:rPr>
              <a:t>        2. </a:t>
            </a:r>
            <a:r>
              <a:rPr kumimoji="1" lang="zh-CN" altLang="en-US" sz="2600" b="1">
                <a:latin typeface="宋体" panose="02010600030101010101" pitchFamily="2" charset="-122"/>
              </a:rPr>
              <a:t>方程（组）确定的隐函数如何求导（偏导）</a:t>
            </a:r>
            <a:r>
              <a:rPr kumimoji="1" lang="en-US" altLang="zh-CN" sz="2600" b="1">
                <a:latin typeface="宋体" panose="02010600030101010101" pitchFamily="2" charset="-122"/>
              </a:rPr>
              <a:t>.</a:t>
            </a:r>
          </a:p>
        </p:txBody>
      </p:sp>
      <p:pic>
        <p:nvPicPr>
          <p:cNvPr id="4101" name="Picture 5" descr="0017">
            <a:extLst>
              <a:ext uri="{FF2B5EF4-FFF2-40B4-BE49-F238E27FC236}">
                <a16:creationId xmlns:a16="http://schemas.microsoft.com/office/drawing/2014/main" id="{8EB5BD0C-BAE5-4350-90F3-7A5C3FD5F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3676650"/>
            <a:ext cx="2432050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/>
      <p:bldP spid="10240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1621CA78-7EB3-46D9-A256-D168A64D4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123825"/>
            <a:ext cx="446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一、一个方程时的情形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AEFF4879-5B54-4709-9A7E-3992B6D6C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796925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１．一个二元方程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53585C2-6E67-42A5-A689-2F874A2BE22D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1335088"/>
            <a:ext cx="10239375" cy="955675"/>
            <a:chOff x="216" y="902"/>
            <a:chExt cx="5794" cy="602"/>
          </a:xfrm>
        </p:grpSpPr>
        <p:sp>
          <p:nvSpPr>
            <p:cNvPr id="6167" name="Text Box 5">
              <a:extLst>
                <a:ext uri="{FF2B5EF4-FFF2-40B4-BE49-F238E27FC236}">
                  <a16:creationId xmlns:a16="http://schemas.microsoft.com/office/drawing/2014/main" id="{2C9619C7-EEA9-44D6-BD94-010F47A51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913"/>
              <a:ext cx="5262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任何一个二元方程在任何条件下都可以确定一个隐函数吗？考虑方程                    在点（</a:t>
              </a:r>
              <a:r>
                <a:rPr kumimoji="1" lang="en-US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1,0</a:t>
              </a: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）附近的情况，在点（</a:t>
              </a:r>
              <a:r>
                <a:rPr kumimoji="1" lang="en-US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0,1</a:t>
              </a: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）附近呢？</a:t>
              </a:r>
            </a:p>
          </p:txBody>
        </p:sp>
        <p:graphicFrame>
          <p:nvGraphicFramePr>
            <p:cNvPr id="6168" name="Object 6">
              <a:extLst>
                <a:ext uri="{FF2B5EF4-FFF2-40B4-BE49-F238E27FC236}">
                  <a16:creationId xmlns:a16="http://schemas.microsoft.com/office/drawing/2014/main" id="{663FDB79-CD77-4867-A8B2-8266136359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07" y="1172"/>
            <a:ext cx="102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23600" imgH="228600" progId="Equation.DSMT4">
                    <p:embed/>
                  </p:oleObj>
                </mc:Choice>
                <mc:Fallback>
                  <p:oleObj name="Equation" r:id="rId3" imgW="72360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7" y="1172"/>
                          <a:ext cx="1024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9" name="Text Box 7">
              <a:extLst>
                <a:ext uri="{FF2B5EF4-FFF2-40B4-BE49-F238E27FC236}">
                  <a16:creationId xmlns:a16="http://schemas.microsoft.com/office/drawing/2014/main" id="{B7478334-5EC7-4A3C-8601-F689A5E08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" y="902"/>
              <a:ext cx="7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讨论：</a:t>
              </a:r>
            </a:p>
          </p:txBody>
        </p:sp>
      </p:grpSp>
      <p:sp>
        <p:nvSpPr>
          <p:cNvPr id="104459" name="Text Box 11">
            <a:extLst>
              <a:ext uri="{FF2B5EF4-FFF2-40B4-BE49-F238E27FC236}">
                <a16:creationId xmlns:a16="http://schemas.microsoft.com/office/drawing/2014/main" id="{BDC630BA-8871-4FF6-9E0A-7A5E83887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2922588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答：</a:t>
            </a:r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0C47E7E6-B5D2-446D-A3C7-888CE74B60C5}"/>
              </a:ext>
            </a:extLst>
          </p:cNvPr>
          <p:cNvGrpSpPr>
            <a:grpSpLocks/>
          </p:cNvGrpSpPr>
          <p:nvPr/>
        </p:nvGrpSpPr>
        <p:grpSpPr bwMode="auto">
          <a:xfrm>
            <a:off x="1111250" y="2924175"/>
            <a:ext cx="7451725" cy="1531938"/>
            <a:chOff x="-287" y="2538"/>
            <a:chExt cx="4694" cy="965"/>
          </a:xfrm>
        </p:grpSpPr>
        <p:sp>
          <p:nvSpPr>
            <p:cNvPr id="6163" name="Text Box 13">
              <a:extLst>
                <a:ext uri="{FF2B5EF4-FFF2-40B4-BE49-F238E27FC236}">
                  <a16:creationId xmlns:a16="http://schemas.microsoft.com/office/drawing/2014/main" id="{C61D4BDA-8B70-4690-9D7B-3BEA9B94B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87" y="2538"/>
              <a:ext cx="4694" cy="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方程    </a:t>
              </a: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             </a:t>
              </a:r>
              <a:r>
                <a:rPr kumimoji="1" lang="zh-CN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  在点</a:t>
              </a: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（</a:t>
              </a:r>
              <a:r>
                <a:rPr kumimoji="1" lang="en-US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1,0</a:t>
              </a: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）</a:t>
              </a:r>
              <a:r>
                <a:rPr kumimoji="1" lang="zh-CN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附近，对于任意的</a:t>
              </a:r>
              <a:r>
                <a:rPr kumimoji="1" lang="en-US" altLang="zh-CN" sz="26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x</a:t>
              </a:r>
              <a:r>
                <a:rPr kumimoji="1" lang="en-US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  <a:r>
                <a:rPr kumimoji="1" lang="zh-CN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，都有</a:t>
              </a:r>
              <a:r>
                <a:rPr kumimoji="1" lang="en-US" altLang="zh-CN" sz="26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y</a:t>
              </a:r>
              <a:r>
                <a:rPr kumimoji="1" lang="zh-CN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的两个值</a:t>
              </a: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                     </a:t>
              </a:r>
              <a:r>
                <a:rPr kumimoji="1" lang="zh-CN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与之对应，因此，在点</a:t>
              </a:r>
              <a:endParaRPr kumimoji="1" lang="zh-CN" altLang="en-US" sz="26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（</a:t>
              </a:r>
              <a:r>
                <a:rPr kumimoji="1" lang="en-US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1,0</a:t>
              </a: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）</a:t>
              </a:r>
              <a:r>
                <a:rPr kumimoji="1" lang="zh-CN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附近该方程不能确定一个函数 </a:t>
              </a:r>
              <a:r>
                <a:rPr kumimoji="1" lang="zh-CN" altLang="en-US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                </a:t>
              </a:r>
              <a:r>
                <a:rPr kumimoji="1" lang="zh-CN" altLang="zh-CN" sz="2600" b="1">
                  <a:latin typeface="Times New Roman" panose="02020603050405020304" pitchFamily="18" charset="0"/>
                  <a:ea typeface="楷体_GB2312"/>
                  <a:cs typeface="楷体_GB2312"/>
                </a:rPr>
                <a:t>．</a:t>
              </a:r>
              <a:endParaRPr kumimoji="1" lang="zh-CN" altLang="en-US" sz="26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graphicFrame>
          <p:nvGraphicFramePr>
            <p:cNvPr id="6164" name="Object 14">
              <a:extLst>
                <a:ext uri="{FF2B5EF4-FFF2-40B4-BE49-F238E27FC236}">
                  <a16:creationId xmlns:a16="http://schemas.microsoft.com/office/drawing/2014/main" id="{D72FC5DD-E6C1-40EB-9166-DB2F74EE50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" y="2554"/>
            <a:ext cx="1023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23600" imgH="228600" progId="Equation.DSMT4">
                    <p:embed/>
                  </p:oleObj>
                </mc:Choice>
                <mc:Fallback>
                  <p:oleObj name="Equation" r:id="rId5" imgW="723600" imgH="2286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" y="2554"/>
                          <a:ext cx="1023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5" name="Object 15">
              <a:extLst>
                <a:ext uri="{FF2B5EF4-FFF2-40B4-BE49-F238E27FC236}">
                  <a16:creationId xmlns:a16="http://schemas.microsoft.com/office/drawing/2014/main" id="{F4B36155-7693-4DC4-9DF8-89BA8D60E4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6" y="2820"/>
            <a:ext cx="1101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863280" imgH="266400" progId="Equation.DSMT4">
                    <p:embed/>
                  </p:oleObj>
                </mc:Choice>
                <mc:Fallback>
                  <p:oleObj name="Equation" r:id="rId7" imgW="863280" imgH="2664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6" y="2820"/>
                          <a:ext cx="1101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6" name="Object 16">
              <a:extLst>
                <a:ext uri="{FF2B5EF4-FFF2-40B4-BE49-F238E27FC236}">
                  <a16:creationId xmlns:a16="http://schemas.microsoft.com/office/drawing/2014/main" id="{CBB6A2BD-DAFC-48CA-AED0-CF908A3B6F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9" y="3160"/>
            <a:ext cx="823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22080" imgH="203040" progId="Equation.DSMT4">
                    <p:embed/>
                  </p:oleObj>
                </mc:Choice>
                <mc:Fallback>
                  <p:oleObj name="Equation" r:id="rId9" imgW="622080" imgH="20304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9" y="3160"/>
                          <a:ext cx="823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BF76D37B-4319-44AB-8F91-DCCAC57C7BA5}"/>
              </a:ext>
            </a:extLst>
          </p:cNvPr>
          <p:cNvGrpSpPr>
            <a:grpSpLocks/>
          </p:cNvGrpSpPr>
          <p:nvPr/>
        </p:nvGrpSpPr>
        <p:grpSpPr bwMode="auto">
          <a:xfrm>
            <a:off x="8545513" y="2755900"/>
            <a:ext cx="2735262" cy="2592388"/>
            <a:chOff x="3312" y="8336"/>
            <a:chExt cx="2700" cy="2674"/>
          </a:xfrm>
        </p:grpSpPr>
        <p:pic>
          <p:nvPicPr>
            <p:cNvPr id="6156" name="Picture 18" descr="untitledq13">
              <a:extLst>
                <a:ext uri="{FF2B5EF4-FFF2-40B4-BE49-F238E27FC236}">
                  <a16:creationId xmlns:a16="http://schemas.microsoft.com/office/drawing/2014/main" id="{EECF3E82-7BEF-46A1-961A-6638FC66D5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06" t="7307" r="4787" b="12851"/>
            <a:stretch>
              <a:fillRect/>
            </a:stretch>
          </p:blipFill>
          <p:spPr bwMode="auto">
            <a:xfrm>
              <a:off x="3312" y="8460"/>
              <a:ext cx="2610" cy="2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6157" name="Object 19">
              <a:extLst>
                <a:ext uri="{FF2B5EF4-FFF2-40B4-BE49-F238E27FC236}">
                  <a16:creationId xmlns:a16="http://schemas.microsoft.com/office/drawing/2014/main" id="{BF9085A3-7BE6-44D3-A5C6-A517232525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1" y="8336"/>
            <a:ext cx="22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569" imgH="215619" progId="Equation.DSMT4">
                    <p:embed/>
                  </p:oleObj>
                </mc:Choice>
                <mc:Fallback>
                  <p:oleObj name="Equation" r:id="rId12" imgW="177569" imgH="215619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1" y="8336"/>
                          <a:ext cx="221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8" name="Object 20">
              <a:extLst>
                <a:ext uri="{FF2B5EF4-FFF2-40B4-BE49-F238E27FC236}">
                  <a16:creationId xmlns:a16="http://schemas.microsoft.com/office/drawing/2014/main" id="{EF32C7D4-17A8-4526-94F3-4D79C9DE5D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72" y="9766"/>
            <a:ext cx="210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02" imgH="177569" progId="Equation.DSMT4">
                    <p:embed/>
                  </p:oleObj>
                </mc:Choice>
                <mc:Fallback>
                  <p:oleObj name="Equation" r:id="rId14" imgW="152202" imgH="177569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" y="9766"/>
                          <a:ext cx="210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9" name="Object 21">
              <a:extLst>
                <a:ext uri="{FF2B5EF4-FFF2-40B4-BE49-F238E27FC236}">
                  <a16:creationId xmlns:a16="http://schemas.microsoft.com/office/drawing/2014/main" id="{C56A2E6B-BAC5-403E-80F6-4BB0A3B478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85" y="9766"/>
            <a:ext cx="227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14" imgH="177492" progId="Equation.DSMT4">
                    <p:embed/>
                  </p:oleObj>
                </mc:Choice>
                <mc:Fallback>
                  <p:oleObj name="Equation" r:id="rId16" imgW="164814" imgH="177492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5" y="9766"/>
                          <a:ext cx="227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0" name="Object 22">
              <a:extLst>
                <a:ext uri="{FF2B5EF4-FFF2-40B4-BE49-F238E27FC236}">
                  <a16:creationId xmlns:a16="http://schemas.microsoft.com/office/drawing/2014/main" id="{C82D04AC-D246-4B05-90BB-920136D8D5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9792"/>
            <a:ext cx="204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4814" imgH="177492" progId="Equation.DSMT4">
                    <p:embed/>
                  </p:oleObj>
                </mc:Choice>
                <mc:Fallback>
                  <p:oleObj name="Equation" r:id="rId18" imgW="164814" imgH="177492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9792"/>
                          <a:ext cx="204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1" name="Object 23">
              <a:extLst>
                <a:ext uri="{FF2B5EF4-FFF2-40B4-BE49-F238E27FC236}">
                  <a16:creationId xmlns:a16="http://schemas.microsoft.com/office/drawing/2014/main" id="{9D3890F7-87D8-41F3-9BA8-A03D448582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2" y="9792"/>
            <a:ext cx="204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4814" imgH="177492" progId="Equation.DSMT4">
                    <p:embed/>
                  </p:oleObj>
                </mc:Choice>
                <mc:Fallback>
                  <p:oleObj name="Equation" r:id="rId18" imgW="164814" imgH="177492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2" y="9792"/>
                          <a:ext cx="204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2" name="Object 24">
              <a:extLst>
                <a:ext uri="{FF2B5EF4-FFF2-40B4-BE49-F238E27FC236}">
                  <a16:creationId xmlns:a16="http://schemas.microsoft.com/office/drawing/2014/main" id="{7DC4E3A9-58A5-4A66-BAAB-AB9FE9A827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0" y="9790"/>
            <a:ext cx="27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66353" imgH="215619" progId="Equation.DSMT4">
                    <p:embed/>
                  </p:oleObj>
                </mc:Choice>
                <mc:Fallback>
                  <p:oleObj name="Equation" r:id="rId21" imgW="266353" imgH="215619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" y="9790"/>
                          <a:ext cx="272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2" name="Group 3">
            <a:extLst>
              <a:ext uri="{FF2B5EF4-FFF2-40B4-BE49-F238E27FC236}">
                <a16:creationId xmlns:a16="http://schemas.microsoft.com/office/drawing/2014/main" id="{D574B7A2-94C9-48F5-901F-A74644020852}"/>
              </a:ext>
            </a:extLst>
          </p:cNvPr>
          <p:cNvGrpSpPr>
            <a:grpSpLocks/>
          </p:cNvGrpSpPr>
          <p:nvPr/>
        </p:nvGrpSpPr>
        <p:grpSpPr bwMode="auto">
          <a:xfrm>
            <a:off x="1083263" y="4845479"/>
            <a:ext cx="8280400" cy="1520825"/>
            <a:chOff x="386" y="191"/>
            <a:chExt cx="5216" cy="958"/>
          </a:xfrm>
        </p:grpSpPr>
        <p:sp>
          <p:nvSpPr>
            <p:cNvPr id="6153" name="Text Box 4">
              <a:extLst>
                <a:ext uri="{FF2B5EF4-FFF2-40B4-BE49-F238E27FC236}">
                  <a16:creationId xmlns:a16="http://schemas.microsoft.com/office/drawing/2014/main" id="{32A745A9-9BDE-4F3A-8B49-7DAA8D8CB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" y="191"/>
              <a:ext cx="5216" cy="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kumimoji="1" lang="zh-CN" altLang="en-US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但在点</a:t>
              </a:r>
              <a:r>
                <a:rPr kumimoji="1" lang="en-US" altLang="zh-CN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(0,1)</a:t>
              </a:r>
              <a:r>
                <a:rPr kumimoji="1" lang="zh-CN" altLang="en-US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附近就不同了，在这点附近，对于任意的</a:t>
              </a:r>
              <a:r>
                <a:rPr kumimoji="1" lang="en-US" altLang="zh-CN" sz="26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x</a:t>
              </a:r>
              <a:r>
                <a:rPr kumimoji="1" lang="en-US" altLang="zh-CN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   </a:t>
              </a:r>
              <a:r>
                <a:rPr kumimoji="1" lang="zh-CN" altLang="en-US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都有</a:t>
              </a:r>
              <a:r>
                <a:rPr kumimoji="1" lang="en-US" altLang="zh-CN" sz="26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y</a:t>
              </a:r>
              <a:r>
                <a:rPr kumimoji="1" lang="zh-CN" altLang="en-US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的唯一的一个值                    与之对应</a:t>
              </a:r>
              <a:r>
                <a:rPr kumimoji="1" lang="zh-CN" altLang="zh-CN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．因此，在点</a:t>
              </a:r>
              <a:r>
                <a:rPr kumimoji="1" lang="zh-CN" altLang="en-US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（</a:t>
              </a:r>
              <a:r>
                <a:rPr kumimoji="1" lang="en-US" altLang="zh-CN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0,1</a:t>
              </a:r>
              <a:r>
                <a:rPr kumimoji="1" lang="zh-CN" altLang="en-US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）</a:t>
              </a:r>
              <a:r>
                <a:rPr kumimoji="1" lang="zh-CN" altLang="zh-CN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附近该方程能确定一个函数 </a:t>
              </a:r>
              <a:r>
                <a:rPr kumimoji="1" lang="zh-CN" altLang="en-US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              </a:t>
              </a:r>
              <a:r>
                <a:rPr kumimoji="1" lang="zh-CN" altLang="zh-CN" sz="26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．</a:t>
              </a:r>
              <a:endParaRPr kumimoji="1" lang="zh-CN" altLang="en-US" sz="2600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graphicFrame>
          <p:nvGraphicFramePr>
            <p:cNvPr id="6154" name="Object 5">
              <a:extLst>
                <a:ext uri="{FF2B5EF4-FFF2-40B4-BE49-F238E27FC236}">
                  <a16:creationId xmlns:a16="http://schemas.microsoft.com/office/drawing/2014/main" id="{20934111-456C-4012-A282-FBF5E196F3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1" y="491"/>
            <a:ext cx="1004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774360" imgH="266400" progId="Equation.DSMT4">
                    <p:embed/>
                  </p:oleObj>
                </mc:Choice>
                <mc:Fallback>
                  <p:oleObj name="Equation" r:id="rId23" imgW="774360" imgH="266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1" y="491"/>
                          <a:ext cx="1004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6">
              <a:extLst>
                <a:ext uri="{FF2B5EF4-FFF2-40B4-BE49-F238E27FC236}">
                  <a16:creationId xmlns:a16="http://schemas.microsoft.com/office/drawing/2014/main" id="{A5924B38-C072-4FB1-8E5C-AF5B415D36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4908408"/>
                </p:ext>
              </p:extLst>
            </p:nvPr>
          </p:nvGraphicFramePr>
          <p:xfrm>
            <a:off x="3654" y="847"/>
            <a:ext cx="808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622080" imgH="203040" progId="Equation.DSMT4">
                    <p:embed/>
                  </p:oleObj>
                </mc:Choice>
                <mc:Fallback>
                  <p:oleObj name="Equation" r:id="rId25" imgW="622080" imgH="2030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4" y="847"/>
                          <a:ext cx="808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9984D49B-38D4-4693-A00C-6909D9AFEDA2}"/>
                  </a:ext>
                </a:extLst>
              </p14:cNvPr>
              <p14:cNvContentPartPr/>
              <p14:nvPr/>
            </p14:nvContentPartPr>
            <p14:xfrm>
              <a:off x="3770577" y="5483551"/>
              <a:ext cx="55800" cy="118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9984D49B-38D4-4693-A00C-6909D9AFEDA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761937" y="5474551"/>
                <a:ext cx="734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C9C566D1-D413-415C-8B10-849E28943F7F}"/>
                  </a:ext>
                </a:extLst>
              </p14:cNvPr>
              <p14:cNvContentPartPr/>
              <p14:nvPr/>
            </p14:nvContentPartPr>
            <p14:xfrm>
              <a:off x="3791097" y="5150191"/>
              <a:ext cx="18360" cy="403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C9C566D1-D413-415C-8B10-849E28943F7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82097" y="5141551"/>
                <a:ext cx="360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EFD4F78D-442F-4BD2-B274-93D65773F398}"/>
                  </a:ext>
                </a:extLst>
              </p14:cNvPr>
              <p14:cNvContentPartPr/>
              <p14:nvPr/>
            </p14:nvContentPartPr>
            <p14:xfrm>
              <a:off x="2286297" y="5286631"/>
              <a:ext cx="124920" cy="151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EFD4F78D-442F-4BD2-B274-93D65773F39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277297" y="5277991"/>
                <a:ext cx="1425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280F1453-6CC9-4662-BEAC-1199C2DE6148}"/>
                  </a:ext>
                </a:extLst>
              </p14:cNvPr>
              <p14:cNvContentPartPr/>
              <p14:nvPr/>
            </p14:nvContentPartPr>
            <p14:xfrm>
              <a:off x="1613817" y="5006191"/>
              <a:ext cx="82440" cy="424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280F1453-6CC9-4662-BEAC-1199C2DE614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605177" y="4997551"/>
                <a:ext cx="100080" cy="6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>
            <a:extLst>
              <a:ext uri="{FF2B5EF4-FFF2-40B4-BE49-F238E27FC236}">
                <a16:creationId xmlns:a16="http://schemas.microsoft.com/office/drawing/2014/main" id="{5DF974CA-E9C9-4920-A029-05B53EBB6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20796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70C0"/>
                </a:solidFill>
                <a:latin typeface="楷体_GB2312"/>
                <a:ea typeface="楷体_GB2312"/>
                <a:cs typeface="楷体_GB2312"/>
              </a:rPr>
              <a:t>定理</a:t>
            </a:r>
            <a:r>
              <a:rPr kumimoji="1" lang="en-US" altLang="zh-CN" sz="2800" b="1">
                <a:solidFill>
                  <a:srgbClr val="0070C0"/>
                </a:solidFill>
                <a:latin typeface="楷体_GB2312"/>
                <a:ea typeface="楷体_GB2312"/>
                <a:cs typeface="楷体_GB2312"/>
              </a:rPr>
              <a:t>1.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 </a:t>
            </a: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设函数</a:t>
            </a:r>
          </a:p>
        </p:txBody>
      </p:sp>
      <p:graphicFrame>
        <p:nvGraphicFramePr>
          <p:cNvPr id="108547" name="Object 3">
            <a:extLst>
              <a:ext uri="{FF2B5EF4-FFF2-40B4-BE49-F238E27FC236}">
                <a16:creationId xmlns:a16="http://schemas.microsoft.com/office/drawing/2014/main" id="{C00C50D1-BC22-477B-9EDA-D89052458C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9238" y="285750"/>
          <a:ext cx="110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2092" imgH="387581" progId="Equation.3">
                  <p:embed/>
                </p:oleObj>
              </mc:Choice>
              <mc:Fallback>
                <p:oleObj name="Equation" r:id="rId3" imgW="1092092" imgH="38758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285750"/>
                        <a:ext cx="1104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8" name="Object 4">
            <a:extLst>
              <a:ext uri="{FF2B5EF4-FFF2-40B4-BE49-F238E27FC236}">
                <a16:creationId xmlns:a16="http://schemas.microsoft.com/office/drawing/2014/main" id="{3E4B6CE9-16A4-4B99-8522-03D0266DC6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8575" y="1497013"/>
          <a:ext cx="21828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732" imgH="425508" progId="Equation.3">
                  <p:embed/>
                </p:oleObj>
              </mc:Choice>
              <mc:Fallback>
                <p:oleObj name="Equation" r:id="rId5" imgW="2171732" imgH="42550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1497013"/>
                        <a:ext cx="21828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9" name="Text Box 5">
            <a:extLst>
              <a:ext uri="{FF2B5EF4-FFF2-40B4-BE49-F238E27FC236}">
                <a16:creationId xmlns:a16="http://schemas.microsoft.com/office/drawing/2014/main" id="{7BC651C3-1F51-4ABC-AABA-26F9BA0A3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80035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则方程</a:t>
            </a:r>
          </a:p>
        </p:txBody>
      </p:sp>
      <p:graphicFrame>
        <p:nvGraphicFramePr>
          <p:cNvPr id="108550" name="Object 6">
            <a:extLst>
              <a:ext uri="{FF2B5EF4-FFF2-40B4-BE49-F238E27FC236}">
                <a16:creationId xmlns:a16="http://schemas.microsoft.com/office/drawing/2014/main" id="{DF53ED76-29FD-4A6E-AB16-206EB7E360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2871788"/>
          <a:ext cx="27051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43459" imgH="457200" progId="Equation.3">
                  <p:embed/>
                </p:oleObj>
              </mc:Choice>
              <mc:Fallback>
                <p:oleObj name="Equation" r:id="rId7" imgW="2743459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871788"/>
                        <a:ext cx="270510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1" name="Text Box 7">
            <a:extLst>
              <a:ext uri="{FF2B5EF4-FFF2-40B4-BE49-F238E27FC236}">
                <a16:creationId xmlns:a16="http://schemas.microsoft.com/office/drawing/2014/main" id="{6CE75D4A-AC16-4BF7-B21E-D96DF74C6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486150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单值连续函数        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,</a:t>
            </a:r>
          </a:p>
        </p:txBody>
      </p:sp>
      <p:graphicFrame>
        <p:nvGraphicFramePr>
          <p:cNvPr id="108552" name="Object 8">
            <a:extLst>
              <a:ext uri="{FF2B5EF4-FFF2-40B4-BE49-F238E27FC236}">
                <a16:creationId xmlns:a16="http://schemas.microsoft.com/office/drawing/2014/main" id="{8362E42F-7B3C-4220-AF02-C95E33E8FD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3548063"/>
          <a:ext cx="1790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7957" imgH="425508" progId="Equation.3">
                  <p:embed/>
                </p:oleObj>
              </mc:Choice>
              <mc:Fallback>
                <p:oleObj name="Equation" r:id="rId9" imgW="1777957" imgH="42550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548063"/>
                        <a:ext cx="1790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3" name="Text Box 9">
            <a:extLst>
              <a:ext uri="{FF2B5EF4-FFF2-40B4-BE49-F238E27FC236}">
                <a16:creationId xmlns:a16="http://schemas.microsoft.com/office/drawing/2014/main" id="{53C9DD45-49DF-4845-BF4D-F51610730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471863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并有连续</a:t>
            </a:r>
          </a:p>
        </p:txBody>
      </p:sp>
      <p:graphicFrame>
        <p:nvGraphicFramePr>
          <p:cNvPr id="108554" name="Object 10">
            <a:extLst>
              <a:ext uri="{FF2B5EF4-FFF2-40B4-BE49-F238E27FC236}">
                <a16:creationId xmlns:a16="http://schemas.microsoft.com/office/drawing/2014/main" id="{80785B96-DD78-4D6D-B607-C7ADC5AF48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1125" y="4297363"/>
          <a:ext cx="14970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85868" imgH="990773" progId="Equation.3">
                  <p:embed/>
                </p:oleObj>
              </mc:Choice>
              <mc:Fallback>
                <p:oleObj name="Equation" r:id="rId11" imgW="1485868" imgH="99077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25" y="4297363"/>
                        <a:ext cx="14970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5" name="Text Box 11">
            <a:extLst>
              <a:ext uri="{FF2B5EF4-FFF2-40B4-BE49-F238E27FC236}">
                <a16:creationId xmlns:a16="http://schemas.microsoft.com/office/drawing/2014/main" id="{9861C634-B41B-4C72-BD99-5CC7F5957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462463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(</a:t>
            </a: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隐函数求导公式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)</a:t>
            </a:r>
          </a:p>
        </p:txBody>
      </p:sp>
      <p:sp>
        <p:nvSpPr>
          <p:cNvPr id="108556" name="Text Box 12">
            <a:extLst>
              <a:ext uri="{FF2B5EF4-FFF2-40B4-BE49-F238E27FC236}">
                <a16:creationId xmlns:a16="http://schemas.microsoft.com/office/drawing/2014/main" id="{5FBBA042-C5BF-4EA8-A3A2-EF20AD2AC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836613"/>
            <a:ext cx="576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①</a:t>
            </a:r>
          </a:p>
        </p:txBody>
      </p:sp>
      <p:sp>
        <p:nvSpPr>
          <p:cNvPr id="108557" name="Text Box 13">
            <a:extLst>
              <a:ext uri="{FF2B5EF4-FFF2-40B4-BE49-F238E27FC236}">
                <a16:creationId xmlns:a16="http://schemas.microsoft.com/office/drawing/2014/main" id="{6691778E-ECB9-422D-AFF4-2A613AEB0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5" y="280035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的</a:t>
            </a:r>
            <a:r>
              <a:rPr kumimoji="1"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某邻域内</a:t>
            </a: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可唯一确定一个</a:t>
            </a:r>
          </a:p>
        </p:txBody>
      </p:sp>
      <p:graphicFrame>
        <p:nvGraphicFramePr>
          <p:cNvPr id="108558" name="Object 14">
            <a:extLst>
              <a:ext uri="{FF2B5EF4-FFF2-40B4-BE49-F238E27FC236}">
                <a16:creationId xmlns:a16="http://schemas.microsoft.com/office/drawing/2014/main" id="{DB5BE995-EE0D-4987-8833-6DEE80901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2205038"/>
          <a:ext cx="22082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97154" imgH="482658" progId="Equation.3">
                  <p:embed/>
                </p:oleObj>
              </mc:Choice>
              <mc:Fallback>
                <p:oleObj name="Equation" r:id="rId13" imgW="2197154" imgH="48265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205038"/>
                        <a:ext cx="220821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9" name="Text Box 15">
            <a:extLst>
              <a:ext uri="{FF2B5EF4-FFF2-40B4-BE49-F238E27FC236}">
                <a16:creationId xmlns:a16="http://schemas.microsoft.com/office/drawing/2014/main" id="{F9904E5E-43F3-4B54-A7B4-29EC3156B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41287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②</a:t>
            </a:r>
          </a:p>
        </p:txBody>
      </p:sp>
      <p:sp>
        <p:nvSpPr>
          <p:cNvPr id="108560" name="Text Box 16">
            <a:extLst>
              <a:ext uri="{FF2B5EF4-FFF2-40B4-BE49-F238E27FC236}">
                <a16:creationId xmlns:a16="http://schemas.microsoft.com/office/drawing/2014/main" id="{FFFF6C98-045B-4A59-AEEB-6E819493F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06057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③</a:t>
            </a:r>
          </a:p>
        </p:txBody>
      </p:sp>
      <p:sp>
        <p:nvSpPr>
          <p:cNvPr id="108561" name="Text Box 17">
            <a:extLst>
              <a:ext uri="{FF2B5EF4-FFF2-40B4-BE49-F238E27FC236}">
                <a16:creationId xmlns:a16="http://schemas.microsoft.com/office/drawing/2014/main" id="{BE2428C8-3CD3-4B7C-A66D-8AA973A72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486150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满足条件</a:t>
            </a:r>
          </a:p>
        </p:txBody>
      </p:sp>
      <p:sp>
        <p:nvSpPr>
          <p:cNvPr id="108569" name="Text Box 25">
            <a:extLst>
              <a:ext uri="{FF2B5EF4-FFF2-40B4-BE49-F238E27FC236}">
                <a16:creationId xmlns:a16="http://schemas.microsoft.com/office/drawing/2014/main" id="{28251766-79FF-403A-95CE-C18168C9F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01955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导数</a:t>
            </a:r>
          </a:p>
        </p:txBody>
      </p:sp>
      <p:graphicFrame>
        <p:nvGraphicFramePr>
          <p:cNvPr id="108573" name="Object 29">
            <a:extLst>
              <a:ext uri="{FF2B5EF4-FFF2-40B4-BE49-F238E27FC236}">
                <a16:creationId xmlns:a16="http://schemas.microsoft.com/office/drawing/2014/main" id="{4CB8B49F-F5BC-4FE0-A7C4-AE5A0C0D3B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3592513"/>
          <a:ext cx="13303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11286" imgH="216131" progId="Equation.3">
                  <p:embed/>
                </p:oleObj>
              </mc:Choice>
              <mc:Fallback>
                <p:oleObj name="公式" r:id="rId15" imgW="711286" imgH="216131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3592513"/>
                        <a:ext cx="133032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74" name="Object 30">
            <a:extLst>
              <a:ext uri="{FF2B5EF4-FFF2-40B4-BE49-F238E27FC236}">
                <a16:creationId xmlns:a16="http://schemas.microsoft.com/office/drawing/2014/main" id="{636643AB-24E0-48E9-B24F-3B3436DED9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3" y="908050"/>
          <a:ext cx="12954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15828" imgH="425508" progId="Equation.3">
                  <p:embed/>
                </p:oleObj>
              </mc:Choice>
              <mc:Fallback>
                <p:oleObj name="Equation" r:id="rId17" imgW="1415828" imgH="425508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908050"/>
                        <a:ext cx="12954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75" name="Text Box 31">
            <a:extLst>
              <a:ext uri="{FF2B5EF4-FFF2-40B4-BE49-F238E27FC236}">
                <a16:creationId xmlns:a16="http://schemas.microsoft.com/office/drawing/2014/main" id="{16A9E7D4-518F-4B93-B763-E8867B7AD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83661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在点</a:t>
            </a:r>
          </a:p>
        </p:txBody>
      </p:sp>
      <p:sp>
        <p:nvSpPr>
          <p:cNvPr id="108576" name="Text Box 32">
            <a:extLst>
              <a:ext uri="{FF2B5EF4-FFF2-40B4-BE49-F238E27FC236}">
                <a16:creationId xmlns:a16="http://schemas.microsoft.com/office/drawing/2014/main" id="{420952D5-230A-41DA-A15B-9DDA05891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675" y="822325"/>
            <a:ext cx="5634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的某一邻域内具有连续偏导数；</a:t>
            </a:r>
          </a:p>
        </p:txBody>
      </p:sp>
      <p:sp>
        <p:nvSpPr>
          <p:cNvPr id="108577" name="Text Box 33">
            <a:extLst>
              <a:ext uri="{FF2B5EF4-FFF2-40B4-BE49-F238E27FC236}">
                <a16:creationId xmlns:a16="http://schemas.microsoft.com/office/drawing/2014/main" id="{874CF30C-9122-48C1-98B3-09142745E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204788"/>
            <a:ext cx="1150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满足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8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8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6" grpId="0"/>
      <p:bldP spid="108549" grpId="0"/>
      <p:bldP spid="108551" grpId="0"/>
      <p:bldP spid="108553" grpId="0"/>
      <p:bldP spid="108555" grpId="0"/>
      <p:bldP spid="108556" grpId="0"/>
      <p:bldP spid="108557" grpId="0"/>
      <p:bldP spid="108559" grpId="0"/>
      <p:bldP spid="108560" grpId="0"/>
      <p:bldP spid="108561" grpId="0"/>
      <p:bldP spid="108569" grpId="0"/>
      <p:bldP spid="108575" grpId="0"/>
      <p:bldP spid="108576" grpId="0"/>
      <p:bldP spid="10857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4">
            <a:extLst>
              <a:ext uri="{FF2B5EF4-FFF2-40B4-BE49-F238E27FC236}">
                <a16:creationId xmlns:a16="http://schemas.microsoft.com/office/drawing/2014/main" id="{D23A85C0-1906-47A0-A493-6704CB71CF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774031"/>
              </p:ext>
            </p:extLst>
          </p:nvPr>
        </p:nvGraphicFramePr>
        <p:xfrm>
          <a:off x="3287688" y="116632"/>
          <a:ext cx="37147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457200" progId="Equation.DSMT4">
                  <p:embed/>
                </p:oleObj>
              </mc:Choice>
              <mc:Fallback>
                <p:oleObj name="Equation" r:id="rId2" imgW="1790640" imgH="457200" progId="Equation.DSMT4">
                  <p:embed/>
                  <p:pic>
                    <p:nvPicPr>
                      <p:cNvPr id="10260" name="Object 14">
                        <a:extLst>
                          <a:ext uri="{FF2B5EF4-FFF2-40B4-BE49-F238E27FC236}">
                            <a16:creationId xmlns:a16="http://schemas.microsoft.com/office/drawing/2014/main" id="{73058CB4-E3D7-4AD3-8C81-72B08E899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116632"/>
                        <a:ext cx="37147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6935946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EF97FAA-B98F-4F6D-877C-5A52B2B4CA01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4570413"/>
            <a:ext cx="8496300" cy="944562"/>
            <a:chOff x="204" y="2879"/>
            <a:chExt cx="5352" cy="595"/>
          </a:xfrm>
        </p:grpSpPr>
        <p:sp>
          <p:nvSpPr>
            <p:cNvPr id="10264" name="Text Box 3">
              <a:extLst>
                <a:ext uri="{FF2B5EF4-FFF2-40B4-BE49-F238E27FC236}">
                  <a16:creationId xmlns:a16="http://schemas.microsoft.com/office/drawing/2014/main" id="{644B76A8-EC44-4258-9B61-6962FFD59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879"/>
              <a:ext cx="5352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600" b="1">
                  <a:latin typeface="Times New Roman" panose="02020603050405020304" pitchFamily="18" charset="0"/>
                </a:rPr>
                <a:t>由于                       及                 连续，因此存在             的一个邻域，在这个邻域内                    ，</a:t>
              </a:r>
            </a:p>
          </p:txBody>
        </p:sp>
        <p:graphicFrame>
          <p:nvGraphicFramePr>
            <p:cNvPr id="10265" name="Object 4">
              <a:extLst>
                <a:ext uri="{FF2B5EF4-FFF2-40B4-BE49-F238E27FC236}">
                  <a16:creationId xmlns:a16="http://schemas.microsoft.com/office/drawing/2014/main" id="{D0987F01-4D9B-42AD-B8BB-5C449B25A7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5" y="2905"/>
            <a:ext cx="1197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14400" imgH="241200" progId="Equation.DSMT4">
                    <p:embed/>
                  </p:oleObj>
                </mc:Choice>
                <mc:Fallback>
                  <p:oleObj name="Equation" r:id="rId2" imgW="914400" imgH="2412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" y="2905"/>
                          <a:ext cx="1197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6" name="Object 5">
              <a:extLst>
                <a:ext uri="{FF2B5EF4-FFF2-40B4-BE49-F238E27FC236}">
                  <a16:creationId xmlns:a16="http://schemas.microsoft.com/office/drawing/2014/main" id="{0DA8B9FF-8995-4BDC-895E-D11D4104AE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1" y="2893"/>
            <a:ext cx="88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241200" progId="Equation.DSMT4">
                    <p:embed/>
                  </p:oleObj>
                </mc:Choice>
                <mc:Fallback>
                  <p:oleObj name="Equation" r:id="rId4" imgW="672840" imgH="241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1" y="2893"/>
                          <a:ext cx="88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7" name="Object 6">
              <a:extLst>
                <a:ext uri="{FF2B5EF4-FFF2-40B4-BE49-F238E27FC236}">
                  <a16:creationId xmlns:a16="http://schemas.microsoft.com/office/drawing/2014/main" id="{3BC9CCF2-F32E-4893-85DD-15DD5F651D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3" y="2895"/>
            <a:ext cx="664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07960" imgH="228600" progId="Equation.DSMT4">
                    <p:embed/>
                  </p:oleObj>
                </mc:Choice>
                <mc:Fallback>
                  <p:oleObj name="Equation" r:id="rId6" imgW="50796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3" y="2895"/>
                          <a:ext cx="664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8" name="Object 7">
              <a:extLst>
                <a:ext uri="{FF2B5EF4-FFF2-40B4-BE49-F238E27FC236}">
                  <a16:creationId xmlns:a16="http://schemas.microsoft.com/office/drawing/2014/main" id="{335534CE-90E2-4A24-9B4E-E75E574511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86" y="3158"/>
            <a:ext cx="1047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99920" imgH="241200" progId="Equation.DSMT4">
                    <p:embed/>
                  </p:oleObj>
                </mc:Choice>
                <mc:Fallback>
                  <p:oleObj name="Equation" r:id="rId8" imgW="799920" imgH="241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6" y="3158"/>
                          <a:ext cx="1047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A61F9595-0B3F-4D8C-961C-C0EC056E5F1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5013325"/>
            <a:ext cx="8280400" cy="1368425"/>
            <a:chOff x="295" y="3158"/>
            <a:chExt cx="5216" cy="862"/>
          </a:xfrm>
        </p:grpSpPr>
        <p:sp>
          <p:nvSpPr>
            <p:cNvPr id="10261" name="Line 9">
              <a:extLst>
                <a:ext uri="{FF2B5EF4-FFF2-40B4-BE49-F238E27FC236}">
                  <a16:creationId xmlns:a16="http://schemas.microsoft.com/office/drawing/2014/main" id="{16DB9098-1EE6-4F33-B8E1-2A0E99D1B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3158"/>
              <a:ext cx="15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2" name="Line 10">
              <a:extLst>
                <a:ext uri="{FF2B5EF4-FFF2-40B4-BE49-F238E27FC236}">
                  <a16:creationId xmlns:a16="http://schemas.microsoft.com/office/drawing/2014/main" id="{5139EE4A-8FA3-4774-9CFF-5BDE6400E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3430"/>
              <a:ext cx="331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3" name="AutoShape 11">
              <a:extLst>
                <a:ext uri="{FF2B5EF4-FFF2-40B4-BE49-F238E27FC236}">
                  <a16:creationId xmlns:a16="http://schemas.microsoft.com/office/drawing/2014/main" id="{2EAFE86A-3903-41FA-A9DE-AD59BAF35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339"/>
              <a:ext cx="1316" cy="681"/>
            </a:xfrm>
            <a:prstGeom prst="wedgeRectCallout">
              <a:avLst>
                <a:gd name="adj1" fmla="val -54560"/>
                <a:gd name="adj2" fmla="val -77315"/>
              </a:avLst>
            </a:prstGeom>
            <a:solidFill>
              <a:schemeClr val="accent1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这个结论是由哪个条件保证的呢？</a:t>
              </a:r>
            </a:p>
          </p:txBody>
        </p:sp>
      </p:grpSp>
      <p:grpSp>
        <p:nvGrpSpPr>
          <p:cNvPr id="10244" name="Group 12">
            <a:extLst>
              <a:ext uri="{FF2B5EF4-FFF2-40B4-BE49-F238E27FC236}">
                <a16:creationId xmlns:a16="http://schemas.microsoft.com/office/drawing/2014/main" id="{E9E3DA55-B298-498A-9345-EEFE33A9F4F4}"/>
              </a:ext>
            </a:extLst>
          </p:cNvPr>
          <p:cNvGrpSpPr>
            <a:grpSpLocks/>
          </p:cNvGrpSpPr>
          <p:nvPr/>
        </p:nvGrpSpPr>
        <p:grpSpPr bwMode="auto">
          <a:xfrm>
            <a:off x="766763" y="188913"/>
            <a:ext cx="10801350" cy="1917700"/>
            <a:chOff x="-477" y="119"/>
            <a:chExt cx="6804" cy="1208"/>
          </a:xfrm>
        </p:grpSpPr>
        <p:sp>
          <p:nvSpPr>
            <p:cNvPr id="10259" name="Text Box 13">
              <a:extLst>
                <a:ext uri="{FF2B5EF4-FFF2-40B4-BE49-F238E27FC236}">
                  <a16:creationId xmlns:a16="http://schemas.microsoft.com/office/drawing/2014/main" id="{53397954-5029-440F-AF1C-69D3739BF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77" y="119"/>
              <a:ext cx="6804" cy="1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kumimoji="1" lang="zh-CN" altLang="en-US" sz="2600" b="1">
                  <a:latin typeface="Times New Roman" panose="02020603050405020304" pitchFamily="18" charset="0"/>
                </a:rPr>
                <a:t>关于隐函数存在性的证明省略，我们仅在隐函数存在的前提下，借助多元复合函数求导的链式法则来说明</a:t>
              </a: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endParaRPr kumimoji="1" lang="zh-CN" altLang="en-US" sz="2600" b="1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kumimoji="1" lang="zh-CN" altLang="en-US" sz="2600" b="1">
                  <a:latin typeface="Times New Roman" panose="02020603050405020304" pitchFamily="18" charset="0"/>
                </a:rPr>
                <a:t>的正确性．</a:t>
              </a:r>
            </a:p>
          </p:txBody>
        </p:sp>
        <p:graphicFrame>
          <p:nvGraphicFramePr>
            <p:cNvPr id="10260" name="Object 14">
              <a:extLst>
                <a:ext uri="{FF2B5EF4-FFF2-40B4-BE49-F238E27FC236}">
                  <a16:creationId xmlns:a16="http://schemas.microsoft.com/office/drawing/2014/main" id="{73058CB4-E3D7-4AD3-8C81-72B08E8996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0" y="681"/>
            <a:ext cx="2340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90640" imgH="457200" progId="Equation.DSMT4">
                    <p:embed/>
                  </p:oleObj>
                </mc:Choice>
                <mc:Fallback>
                  <p:oleObj name="Equation" r:id="rId10" imgW="1790640" imgH="4572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0" y="681"/>
                          <a:ext cx="2340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2F3F97ED-F296-4FE8-BE6C-8CF0A18EE686}"/>
              </a:ext>
            </a:extLst>
          </p:cNvPr>
          <p:cNvGrpSpPr>
            <a:grpSpLocks/>
          </p:cNvGrpSpPr>
          <p:nvPr/>
        </p:nvGrpSpPr>
        <p:grpSpPr bwMode="auto">
          <a:xfrm>
            <a:off x="765175" y="2205038"/>
            <a:ext cx="10947400" cy="898525"/>
            <a:chOff x="-383" y="1389"/>
            <a:chExt cx="5939" cy="566"/>
          </a:xfrm>
        </p:grpSpPr>
        <p:sp>
          <p:nvSpPr>
            <p:cNvPr id="10255" name="Text Box 16">
              <a:extLst>
                <a:ext uri="{FF2B5EF4-FFF2-40B4-BE49-F238E27FC236}">
                  <a16:creationId xmlns:a16="http://schemas.microsoft.com/office/drawing/2014/main" id="{B60D1420-85A8-4501-97CF-E9627A01D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83" y="1389"/>
              <a:ext cx="593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600" b="1">
                  <a:latin typeface="Times New Roman" panose="02020603050405020304" pitchFamily="18" charset="0"/>
                </a:rPr>
                <a:t>      </a:t>
              </a:r>
              <a:r>
                <a:rPr kumimoji="1" lang="zh-CN" altLang="en-US" sz="2600" b="1">
                  <a:latin typeface="Times New Roman" panose="02020603050405020304" pitchFamily="18" charset="0"/>
                </a:rPr>
                <a:t>将由方程                      所确定的隐函数                 代入该方程中，得</a:t>
              </a:r>
            </a:p>
          </p:txBody>
        </p:sp>
        <p:graphicFrame>
          <p:nvGraphicFramePr>
            <p:cNvPr id="10256" name="Object 17">
              <a:extLst>
                <a:ext uri="{FF2B5EF4-FFF2-40B4-BE49-F238E27FC236}">
                  <a16:creationId xmlns:a16="http://schemas.microsoft.com/office/drawing/2014/main" id="{B2081635-0FC5-4D9D-A8BE-701B778A2E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53" y="1415"/>
            <a:ext cx="81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22080" imgH="203040" progId="Equation.DSMT4">
                    <p:embed/>
                  </p:oleObj>
                </mc:Choice>
                <mc:Fallback>
                  <p:oleObj name="Equation" r:id="rId12" imgW="622080" imgH="20304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3" y="1415"/>
                          <a:ext cx="81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7" name="Object 18">
              <a:extLst>
                <a:ext uri="{FF2B5EF4-FFF2-40B4-BE49-F238E27FC236}">
                  <a16:creationId xmlns:a16="http://schemas.microsoft.com/office/drawing/2014/main" id="{9206BDAA-EBE1-4146-9830-3D0F29ED6E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7" y="1428"/>
            <a:ext cx="980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49160" imgH="203040" progId="Equation.DSMT4">
                    <p:embed/>
                  </p:oleObj>
                </mc:Choice>
                <mc:Fallback>
                  <p:oleObj name="Equation" r:id="rId14" imgW="749160" imgH="20304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" y="1428"/>
                          <a:ext cx="980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8" name="Object 19">
              <a:extLst>
                <a:ext uri="{FF2B5EF4-FFF2-40B4-BE49-F238E27FC236}">
                  <a16:creationId xmlns:a16="http://schemas.microsoft.com/office/drawing/2014/main" id="{E130738E-306C-49A3-83DA-F8D0F869E3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4" y="1689"/>
            <a:ext cx="1329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015920" imgH="203040" progId="Equation.DSMT4">
                    <p:embed/>
                  </p:oleObj>
                </mc:Choice>
                <mc:Fallback>
                  <p:oleObj name="Equation" r:id="rId16" imgW="1015920" imgH="20304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4" y="1689"/>
                          <a:ext cx="1329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612" name="Text Box 20">
            <a:extLst>
              <a:ext uri="{FF2B5EF4-FFF2-40B4-BE49-F238E27FC236}">
                <a16:creationId xmlns:a16="http://schemas.microsoft.com/office/drawing/2014/main" id="{9A101B71-4124-4B48-80E1-5881A2A36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3130550"/>
            <a:ext cx="74168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600" b="1">
                <a:latin typeface="Times New Roman" panose="02020603050405020304" pitchFamily="18" charset="0"/>
              </a:rPr>
              <a:t>将方程的两端分别对</a:t>
            </a:r>
            <a:r>
              <a:rPr kumimoji="1" lang="en-US" altLang="zh-CN" sz="2600" b="1" i="1">
                <a:latin typeface="Times New Roman" panose="02020603050405020304" pitchFamily="18" charset="0"/>
              </a:rPr>
              <a:t>x</a:t>
            </a:r>
            <a:r>
              <a:rPr kumimoji="1" lang="zh-CN" altLang="en-US" sz="2600" b="1">
                <a:latin typeface="Times New Roman" panose="02020603050405020304" pitchFamily="18" charset="0"/>
              </a:rPr>
              <a:t>求导，左端利用链式法则得</a:t>
            </a:r>
          </a:p>
        </p:txBody>
      </p:sp>
      <p:graphicFrame>
        <p:nvGraphicFramePr>
          <p:cNvPr id="110613" name="Object 21">
            <a:extLst>
              <a:ext uri="{FF2B5EF4-FFF2-40B4-BE49-F238E27FC236}">
                <a16:creationId xmlns:a16="http://schemas.microsoft.com/office/drawing/2014/main" id="{2930FB1F-7840-422D-9204-C361378A8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5" y="3635375"/>
          <a:ext cx="232251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7440" imgH="431640" progId="Equation.DSMT4">
                  <p:embed/>
                </p:oleObj>
              </mc:Choice>
              <mc:Fallback>
                <p:oleObj name="Equation" r:id="rId18" imgW="1117440" imgH="4316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3635375"/>
                        <a:ext cx="2322513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2">
            <a:extLst>
              <a:ext uri="{FF2B5EF4-FFF2-40B4-BE49-F238E27FC236}">
                <a16:creationId xmlns:a16="http://schemas.microsoft.com/office/drawing/2014/main" id="{984B6925-44DB-437C-9693-A6F8F1CB8856}"/>
              </a:ext>
            </a:extLst>
          </p:cNvPr>
          <p:cNvGrpSpPr>
            <a:grpSpLocks/>
          </p:cNvGrpSpPr>
          <p:nvPr/>
        </p:nvGrpSpPr>
        <p:grpSpPr bwMode="auto">
          <a:xfrm>
            <a:off x="1809750" y="5661025"/>
            <a:ext cx="5827713" cy="949325"/>
            <a:chOff x="180" y="3566"/>
            <a:chExt cx="3671" cy="598"/>
          </a:xfrm>
        </p:grpSpPr>
        <p:sp>
          <p:nvSpPr>
            <p:cNvPr id="10253" name="Text Box 23">
              <a:extLst>
                <a:ext uri="{FF2B5EF4-FFF2-40B4-BE49-F238E27FC236}">
                  <a16:creationId xmlns:a16="http://schemas.microsoft.com/office/drawing/2014/main" id="{ED27ADBA-15BE-43C7-A34D-AA9035DC2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" y="3657"/>
              <a:ext cx="86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600" b="1">
                  <a:latin typeface="Times New Roman" panose="02020603050405020304" pitchFamily="18" charset="0"/>
                </a:rPr>
                <a:t>于是得</a:t>
              </a:r>
            </a:p>
          </p:txBody>
        </p:sp>
        <p:graphicFrame>
          <p:nvGraphicFramePr>
            <p:cNvPr id="10254" name="Object 24">
              <a:extLst>
                <a:ext uri="{FF2B5EF4-FFF2-40B4-BE49-F238E27FC236}">
                  <a16:creationId xmlns:a16="http://schemas.microsoft.com/office/drawing/2014/main" id="{ACB16641-B20C-45D6-B666-5B9E961831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1" y="3566"/>
            <a:ext cx="2340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90640" imgH="457200" progId="Equation.DSMT4">
                    <p:embed/>
                  </p:oleObj>
                </mc:Choice>
                <mc:Fallback>
                  <p:oleObj name="Equation" r:id="rId20" imgW="1790640" imgH="4572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1" y="3566"/>
                          <a:ext cx="2340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6908BEE1-6C51-43E2-82AE-93B378615B34}"/>
              </a:ext>
            </a:extLst>
          </p:cNvPr>
          <p:cNvGrpSpPr>
            <a:grpSpLocks/>
          </p:cNvGrpSpPr>
          <p:nvPr/>
        </p:nvGrpSpPr>
        <p:grpSpPr bwMode="auto">
          <a:xfrm>
            <a:off x="2495550" y="4508500"/>
            <a:ext cx="7945438" cy="1873250"/>
            <a:chOff x="612" y="2840"/>
            <a:chExt cx="5005" cy="1180"/>
          </a:xfrm>
        </p:grpSpPr>
        <p:sp>
          <p:nvSpPr>
            <p:cNvPr id="10250" name="Rectangle 26">
              <a:extLst>
                <a:ext uri="{FF2B5EF4-FFF2-40B4-BE49-F238E27FC236}">
                  <a16:creationId xmlns:a16="http://schemas.microsoft.com/office/drawing/2014/main" id="{184D7205-C439-4820-8233-C9EB9B821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840"/>
              <a:ext cx="2676" cy="363"/>
            </a:xfrm>
            <a:prstGeom prst="rect">
              <a:avLst/>
            </a:prstGeom>
            <a:noFill/>
            <a:ln w="28575" algn="ctr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0251" name="Line 27">
              <a:extLst>
                <a:ext uri="{FF2B5EF4-FFF2-40B4-BE49-F238E27FC236}">
                  <a16:creationId xmlns:a16="http://schemas.microsoft.com/office/drawing/2014/main" id="{497E6D88-317A-48CA-8E39-A107D8DC5F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88" y="3067"/>
              <a:ext cx="907" cy="45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Rectangle 28">
              <a:extLst>
                <a:ext uri="{FF2B5EF4-FFF2-40B4-BE49-F238E27FC236}">
                  <a16:creationId xmlns:a16="http://schemas.microsoft.com/office/drawing/2014/main" id="{3C8BC943-2D22-482B-838C-B008C0526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385"/>
              <a:ext cx="1422" cy="635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hlink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200" b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看到定理条件中偏导数连续的意义了吗？</a:t>
              </a: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5FA15FCA-FB46-469B-B6AE-0F601351B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160308"/>
              </p:ext>
            </p:extLst>
          </p:nvPr>
        </p:nvGraphicFramePr>
        <p:xfrm>
          <a:off x="1487488" y="1340768"/>
          <a:ext cx="9271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659" imgH="1034935" progId="Equation.DSMT4">
                  <p:embed/>
                </p:oleObj>
              </mc:Choice>
              <mc:Fallback>
                <p:oleObj name="Equation" r:id="rId2" imgW="914659" imgH="1034935" progId="Equation.DSMT4">
                  <p:embed/>
                  <p:pic>
                    <p:nvPicPr>
                      <p:cNvPr id="111619" name="Object 3">
                        <a:extLst>
                          <a:ext uri="{FF2B5EF4-FFF2-40B4-BE49-F238E27FC236}">
                            <a16:creationId xmlns:a16="http://schemas.microsoft.com/office/drawing/2014/main" id="{3EE3BC84-9B76-45F4-A7A4-6DCE9863C5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1340768"/>
                        <a:ext cx="9271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4">
            <a:extLst>
              <a:ext uri="{FF2B5EF4-FFF2-40B4-BE49-F238E27FC236}">
                <a16:creationId xmlns:a16="http://schemas.microsoft.com/office/drawing/2014/main" id="{037B9BEF-C022-4772-BBFB-F748F31AE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403052"/>
              </p:ext>
            </p:extLst>
          </p:nvPr>
        </p:nvGraphicFramePr>
        <p:xfrm>
          <a:off x="3287688" y="116632"/>
          <a:ext cx="37147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457200" progId="Equation.DSMT4">
                  <p:embed/>
                </p:oleObj>
              </mc:Choice>
              <mc:Fallback>
                <p:oleObj name="Equation" r:id="rId4" imgW="1790640" imgH="457200" progId="Equation.DSMT4">
                  <p:embed/>
                  <p:pic>
                    <p:nvPicPr>
                      <p:cNvPr id="2" name="Object 14">
                        <a:extLst>
                          <a:ext uri="{FF2B5EF4-FFF2-40B4-BE49-F238E27FC236}">
                            <a16:creationId xmlns:a16="http://schemas.microsoft.com/office/drawing/2014/main" id="{D23A85C0-1906-47A0-A493-6704CB71CF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116632"/>
                        <a:ext cx="37147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904005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AE6B63FB-E717-4E87-BED0-1DB64633F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613" y="369888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若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(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y 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的二阶偏导数也都连续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,</a:t>
            </a:r>
          </a:p>
        </p:txBody>
      </p:sp>
      <p:graphicFrame>
        <p:nvGraphicFramePr>
          <p:cNvPr id="111619" name="Object 3">
            <a:extLst>
              <a:ext uri="{FF2B5EF4-FFF2-40B4-BE49-F238E27FC236}">
                <a16:creationId xmlns:a16="http://schemas.microsoft.com/office/drawing/2014/main" id="{3EE3BC84-9B76-45F4-A7A4-6DCE9863C5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1950" y="1216025"/>
          <a:ext cx="9271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659" imgH="1034935" progId="Equation.DSMT4">
                  <p:embed/>
                </p:oleObj>
              </mc:Choice>
              <mc:Fallback>
                <p:oleObj name="Equation" r:id="rId3" imgW="914659" imgH="103493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1216025"/>
                        <a:ext cx="9271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4">
            <a:extLst>
              <a:ext uri="{FF2B5EF4-FFF2-40B4-BE49-F238E27FC236}">
                <a16:creationId xmlns:a16="http://schemas.microsoft.com/office/drawing/2014/main" id="{066FCCD6-14A8-4701-A27A-8E651BAD13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2350" y="2511425"/>
          <a:ext cx="2768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9685" imgH="1092085" progId="Equation.3">
                  <p:embed/>
                </p:oleObj>
              </mc:Choice>
              <mc:Fallback>
                <p:oleObj name="Equation" r:id="rId5" imgW="2749685" imgH="10920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2511425"/>
                        <a:ext cx="27686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5">
            <a:extLst>
              <a:ext uri="{FF2B5EF4-FFF2-40B4-BE49-F238E27FC236}">
                <a16:creationId xmlns:a16="http://schemas.microsoft.com/office/drawing/2014/main" id="{868B43BA-476D-454B-B24C-9BA7F5D0A8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2350" y="3762375"/>
          <a:ext cx="49784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59291" imgH="1180927" progId="Equation.3">
                  <p:embed/>
                </p:oleObj>
              </mc:Choice>
              <mc:Fallback>
                <p:oleObj name="Equation" r:id="rId7" imgW="4959291" imgH="118092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3762375"/>
                        <a:ext cx="49784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6">
            <a:extLst>
              <a:ext uri="{FF2B5EF4-FFF2-40B4-BE49-F238E27FC236}">
                <a16:creationId xmlns:a16="http://schemas.microsoft.com/office/drawing/2014/main" id="{F5AE5EE8-9FEA-40AB-8FE9-B1DAF8B91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63213" y="609600"/>
          <a:ext cx="7366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738" imgH="990773" progId="Equation.3">
                  <p:embed/>
                </p:oleObj>
              </mc:Choice>
              <mc:Fallback>
                <p:oleObj name="Equation" r:id="rId9" imgW="723738" imgH="99077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3213" y="609600"/>
                        <a:ext cx="7366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3" name="Object 7">
            <a:extLst>
              <a:ext uri="{FF2B5EF4-FFF2-40B4-BE49-F238E27FC236}">
                <a16:creationId xmlns:a16="http://schemas.microsoft.com/office/drawing/2014/main" id="{E60F91ED-7980-4588-8410-C093BD9347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6550" y="1322388"/>
          <a:ext cx="17145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01692" imgH="990773" progId="Equation.3">
                  <p:embed/>
                </p:oleObj>
              </mc:Choice>
              <mc:Fallback>
                <p:oleObj name="Equation" r:id="rId11" imgW="1701692" imgH="99077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50" y="1322388"/>
                        <a:ext cx="17145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4" name="Object 8">
            <a:extLst>
              <a:ext uri="{FF2B5EF4-FFF2-40B4-BE49-F238E27FC236}">
                <a16:creationId xmlns:a16="http://schemas.microsoft.com/office/drawing/2014/main" id="{CF8C8098-325C-411E-A33E-B7967AA83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7950" y="2511425"/>
          <a:ext cx="3530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11296" imgH="1092085" progId="Equation.3">
                  <p:embed/>
                </p:oleObj>
              </mc:Choice>
              <mc:Fallback>
                <p:oleObj name="Equation" r:id="rId13" imgW="3511296" imgH="10920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2511425"/>
                        <a:ext cx="35306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5" name="Rectangle 9">
            <a:extLst>
              <a:ext uri="{FF2B5EF4-FFF2-40B4-BE49-F238E27FC236}">
                <a16:creationId xmlns:a16="http://schemas.microsoft.com/office/drawing/2014/main" id="{681FD707-62A1-4F73-9E55-1C14CB38C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94613" y="355600"/>
            <a:ext cx="2514600" cy="609600"/>
          </a:xfrm>
        </p:spPr>
        <p:txBody>
          <a:bodyPr/>
          <a:lstStyle/>
          <a:p>
            <a:pPr algn="l" eaLnBrk="1" hangingPunct="1"/>
            <a:r>
              <a:rPr lang="zh-CN" altLang="en-US" sz="2800">
                <a:ea typeface="楷体_GB2312"/>
                <a:cs typeface="楷体_GB2312"/>
              </a:rPr>
              <a:t>二阶导数 </a:t>
            </a:r>
            <a:r>
              <a:rPr lang="en-US" altLang="zh-CN" sz="2800">
                <a:ea typeface="楷体_GB2312"/>
                <a:cs typeface="楷体_GB2312"/>
              </a:rPr>
              <a:t>:</a:t>
            </a:r>
          </a:p>
        </p:txBody>
      </p:sp>
      <p:graphicFrame>
        <p:nvGraphicFramePr>
          <p:cNvPr id="111626" name="Object 10">
            <a:extLst>
              <a:ext uri="{FF2B5EF4-FFF2-40B4-BE49-F238E27FC236}">
                <a16:creationId xmlns:a16="http://schemas.microsoft.com/office/drawing/2014/main" id="{67E7D283-062F-4B0B-AD06-F45D4E16F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8750" y="1317625"/>
          <a:ext cx="14097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7151" imgH="990773" progId="Equation.3">
                  <p:embed/>
                </p:oleObj>
              </mc:Choice>
              <mc:Fallback>
                <p:oleObj name="Equation" r:id="rId15" imgW="1397151" imgH="99077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1317625"/>
                        <a:ext cx="14097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7" name="Rectangle 11">
            <a:extLst>
              <a:ext uri="{FF2B5EF4-FFF2-40B4-BE49-F238E27FC236}">
                <a16:creationId xmlns:a16="http://schemas.microsoft.com/office/drawing/2014/main" id="{0C0FF879-1DF7-4ED4-849E-CAFC4D1C2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5413" y="533400"/>
            <a:ext cx="1066800" cy="2438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5A4D0B32-0DE4-4037-B057-A8F629DD1556}"/>
              </a:ext>
            </a:extLst>
          </p:cNvPr>
          <p:cNvGrpSpPr>
            <a:grpSpLocks/>
          </p:cNvGrpSpPr>
          <p:nvPr/>
        </p:nvGrpSpPr>
        <p:grpSpPr bwMode="auto">
          <a:xfrm>
            <a:off x="10590213" y="1600200"/>
            <a:ext cx="460375" cy="230188"/>
            <a:chOff x="5040" y="1056"/>
            <a:chExt cx="340" cy="126"/>
          </a:xfrm>
        </p:grpSpPr>
        <p:sp>
          <p:nvSpPr>
            <p:cNvPr id="11293" name="Line 13">
              <a:extLst>
                <a:ext uri="{FF2B5EF4-FFF2-40B4-BE49-F238E27FC236}">
                  <a16:creationId xmlns:a16="http://schemas.microsoft.com/office/drawing/2014/main" id="{B2A476E5-F756-4A35-816B-C55645F765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0" y="1056"/>
              <a:ext cx="170" cy="12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4" name="Line 14">
              <a:extLst>
                <a:ext uri="{FF2B5EF4-FFF2-40B4-BE49-F238E27FC236}">
                  <a16:creationId xmlns:a16="http://schemas.microsoft.com/office/drawing/2014/main" id="{D67B79DC-6A21-4558-A328-68A66071F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0" y="1056"/>
              <a:ext cx="170" cy="12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582CDDAA-B835-4957-8EFA-B2849337863B}"/>
              </a:ext>
            </a:extLst>
          </p:cNvPr>
          <p:cNvGrpSpPr>
            <a:grpSpLocks/>
          </p:cNvGrpSpPr>
          <p:nvPr/>
        </p:nvGrpSpPr>
        <p:grpSpPr bwMode="auto">
          <a:xfrm>
            <a:off x="10469563" y="1870075"/>
            <a:ext cx="698500" cy="317500"/>
            <a:chOff x="4984" y="1192"/>
            <a:chExt cx="440" cy="200"/>
          </a:xfrm>
        </p:grpSpPr>
        <p:graphicFrame>
          <p:nvGraphicFramePr>
            <p:cNvPr id="11291" name="Object 16">
              <a:extLst>
                <a:ext uri="{FF2B5EF4-FFF2-40B4-BE49-F238E27FC236}">
                  <a16:creationId xmlns:a16="http://schemas.microsoft.com/office/drawing/2014/main" id="{3A23720C-709B-4FA0-A13B-F1C7B2398D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4" y="119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15824" imgH="228600" progId="Equation.3">
                    <p:embed/>
                  </p:oleObj>
                </mc:Choice>
                <mc:Fallback>
                  <p:oleObj name="Equation" r:id="rId17" imgW="215824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4" y="119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2" name="Object 17">
              <a:extLst>
                <a:ext uri="{FF2B5EF4-FFF2-40B4-BE49-F238E27FC236}">
                  <a16:creationId xmlns:a16="http://schemas.microsoft.com/office/drawing/2014/main" id="{5908B968-10AB-4F42-9625-739964D7C2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72" y="119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28795" imgH="304973" progId="Equation.3">
                    <p:embed/>
                  </p:oleObj>
                </mc:Choice>
                <mc:Fallback>
                  <p:oleObj name="Equation" r:id="rId19" imgW="228795" imgH="304973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2" y="119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1634" name="Line 18">
            <a:extLst>
              <a:ext uri="{FF2B5EF4-FFF2-40B4-BE49-F238E27FC236}">
                <a16:creationId xmlns:a16="http://schemas.microsoft.com/office/drawing/2014/main" id="{7A005CA5-34EC-4D71-A93C-A3ED17F0A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47413" y="2209800"/>
            <a:ext cx="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1635" name="Object 19">
            <a:extLst>
              <a:ext uri="{FF2B5EF4-FFF2-40B4-BE49-F238E27FC236}">
                <a16:creationId xmlns:a16="http://schemas.microsoft.com/office/drawing/2014/main" id="{D43DFCFB-49A9-433C-A862-DDF961CA0D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71213" y="2654300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5824" imgH="228600" progId="Equation.3">
                  <p:embed/>
                </p:oleObj>
              </mc:Choice>
              <mc:Fallback>
                <p:oleObj name="Equation" r:id="rId21" imgW="215824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1213" y="2654300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6" name="Object 20">
            <a:extLst>
              <a:ext uri="{FF2B5EF4-FFF2-40B4-BE49-F238E27FC236}">
                <a16:creationId xmlns:a16="http://schemas.microsoft.com/office/drawing/2014/main" id="{FDE36F56-5375-4221-B119-745F7F80FC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9150" y="1335088"/>
          <a:ext cx="457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44619" imgH="914400" progId="Equation.3">
                  <p:embed/>
                </p:oleObj>
              </mc:Choice>
              <mc:Fallback>
                <p:oleObj name="Equation" r:id="rId23" imgW="444619" imgH="914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0" y="1335088"/>
                        <a:ext cx="457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7" name="Text Box 21">
            <a:extLst>
              <a:ext uri="{FF2B5EF4-FFF2-40B4-BE49-F238E27FC236}">
                <a16:creationId xmlns:a16="http://schemas.microsoft.com/office/drawing/2014/main" id="{DAFEDA1F-F9D4-4B33-80DD-92E00CC69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650" y="357188"/>
            <a:ext cx="125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则还有</a:t>
            </a:r>
          </a:p>
        </p:txBody>
      </p:sp>
      <p:pic>
        <p:nvPicPr>
          <p:cNvPr id="11289" name="Picture 29">
            <a:extLst>
              <a:ext uri="{FF2B5EF4-FFF2-40B4-BE49-F238E27FC236}">
                <a16:creationId xmlns:a16="http://schemas.microsoft.com/office/drawing/2014/main" id="{270E9621-582D-4B54-88A1-CCC5F1BEB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292600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46" name="AutoShape 30">
            <a:extLst>
              <a:ext uri="{FF2B5EF4-FFF2-40B4-BE49-F238E27FC236}">
                <a16:creationId xmlns:a16="http://schemas.microsoft.com/office/drawing/2014/main" id="{46B53E62-671E-407A-B69A-AC5FC3C96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222250"/>
            <a:ext cx="504825" cy="620713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>
              <a:latin typeface="Arial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5" grpId="0" autoUpdateAnimBg="0"/>
      <p:bldP spid="111627" grpId="0" animBg="1"/>
      <p:bldP spid="11163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70" name="Object 10">
            <a:extLst>
              <a:ext uri="{FF2B5EF4-FFF2-40B4-BE49-F238E27FC236}">
                <a16:creationId xmlns:a16="http://schemas.microsoft.com/office/drawing/2014/main" id="{41794739-B2A8-4DDA-B5FA-8A99FD40D7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5" y="692150"/>
          <a:ext cx="5219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81859" imgH="838027" progId="Equation.3">
                  <p:embed/>
                </p:oleObj>
              </mc:Choice>
              <mc:Fallback>
                <p:oleObj name="Equation" r:id="rId2" imgW="5181859" imgH="838027" progId="Equation.3">
                  <p:embed/>
                  <p:pic>
                    <p:nvPicPr>
                      <p:cNvPr id="399370" name="Object 10">
                        <a:extLst>
                          <a:ext uri="{FF2B5EF4-FFF2-40B4-BE49-F238E27FC236}">
                            <a16:creationId xmlns:a16="http://schemas.microsoft.com/office/drawing/2014/main" id="{41794739-B2A8-4DDA-B5FA-8A99FD40D7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5" y="692150"/>
                        <a:ext cx="52197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71" name="Object 11">
            <a:extLst>
              <a:ext uri="{FF2B5EF4-FFF2-40B4-BE49-F238E27FC236}">
                <a16:creationId xmlns:a16="http://schemas.microsoft.com/office/drawing/2014/main" id="{2B7AB8B3-D4B9-43C9-990E-68A228F26E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9275" y="1530350"/>
          <a:ext cx="2654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09607" imgH="469669" progId="Equation.3">
                  <p:embed/>
                </p:oleObj>
              </mc:Choice>
              <mc:Fallback>
                <p:oleObj name="Equation" r:id="rId4" imgW="2609607" imgH="469669" progId="Equation.3">
                  <p:embed/>
                  <p:pic>
                    <p:nvPicPr>
                      <p:cNvPr id="399371" name="Object 11">
                        <a:extLst>
                          <a:ext uri="{FF2B5EF4-FFF2-40B4-BE49-F238E27FC236}">
                            <a16:creationId xmlns:a16="http://schemas.microsoft.com/office/drawing/2014/main" id="{2B7AB8B3-D4B9-43C9-990E-68A228F26E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530350"/>
                        <a:ext cx="2654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72" name="Text Box 12">
            <a:extLst>
              <a:ext uri="{FF2B5EF4-FFF2-40B4-BE49-F238E27FC236}">
                <a16:creationId xmlns:a16="http://schemas.microsoft.com/office/drawing/2014/main" id="{A0A3C892-2E29-4020-A992-3A7668AB2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4525" y="1530350"/>
            <a:ext cx="3609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称为函数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等值线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 </a:t>
            </a:r>
          </a:p>
        </p:txBody>
      </p:sp>
      <p:graphicFrame>
        <p:nvGraphicFramePr>
          <p:cNvPr id="45061" name="Object 42">
            <a:extLst>
              <a:ext uri="{FF2B5EF4-FFF2-40B4-BE49-F238E27FC236}">
                <a16:creationId xmlns:a16="http://schemas.microsoft.com/office/drawing/2014/main" id="{CDC21C08-4D10-4E81-860D-9B0830E3F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5825" y="882650"/>
          <a:ext cx="298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46314" imgH="400050" progId="Equation.3">
                  <p:embed/>
                </p:oleObj>
              </mc:Choice>
              <mc:Fallback>
                <p:oleObj name="Equation" r:id="rId6" imgW="2946314" imgH="400050" progId="Equation.3">
                  <p:embed/>
                  <p:pic>
                    <p:nvPicPr>
                      <p:cNvPr id="45061" name="Object 42">
                        <a:extLst>
                          <a:ext uri="{FF2B5EF4-FFF2-40B4-BE49-F238E27FC236}">
                            <a16:creationId xmlns:a16="http://schemas.microsoft.com/office/drawing/2014/main" id="{CDC21C08-4D10-4E81-860D-9B0830E3F5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825" y="882650"/>
                        <a:ext cx="2984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Text Box 44">
            <a:extLst>
              <a:ext uri="{FF2B5EF4-FFF2-40B4-BE49-F238E27FC236}">
                <a16:creationId xmlns:a16="http://schemas.microsoft.com/office/drawing/2014/main" id="{6D2D62FE-8993-4653-A0DE-9DBCF488A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02" y="194446"/>
            <a:ext cx="38651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补充：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梯度的几何意义</a:t>
            </a:r>
          </a:p>
        </p:txBody>
      </p:sp>
      <p:sp>
        <p:nvSpPr>
          <p:cNvPr id="45063" name="Rectangle 2">
            <a:extLst>
              <a:ext uri="{FF2B5EF4-FFF2-40B4-BE49-F238E27FC236}">
                <a16:creationId xmlns:a16="http://schemas.microsoft.com/office/drawing/2014/main" id="{61ECF80D-0F3E-4F92-93C0-B51CFD9C4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033588"/>
            <a:ext cx="7129463" cy="43195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Oval 3">
            <a:extLst>
              <a:ext uri="{FF2B5EF4-FFF2-40B4-BE49-F238E27FC236}">
                <a16:creationId xmlns:a16="http://schemas.microsoft.com/office/drawing/2014/main" id="{2C125C83-CA5E-43D1-B853-31C495BD4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4984750"/>
            <a:ext cx="5616575" cy="1038225"/>
          </a:xfrm>
          <a:prstGeom prst="ellips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Oval 4">
            <a:extLst>
              <a:ext uri="{FF2B5EF4-FFF2-40B4-BE49-F238E27FC236}">
                <a16:creationId xmlns:a16="http://schemas.microsoft.com/office/drawing/2014/main" id="{CDE8BEE7-4B06-4FE9-9699-EBF87A111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4984750"/>
            <a:ext cx="5608637" cy="1038225"/>
          </a:xfrm>
          <a:prstGeom prst="ellipse">
            <a:avLst/>
          </a:prstGeom>
          <a:solidFill>
            <a:srgbClr val="00CC0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4EDDBE98-A32E-4F75-9600-D811505BE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838" y="5129213"/>
            <a:ext cx="3671887" cy="719137"/>
          </a:xfrm>
          <a:prstGeom prst="ellips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Oval 6">
            <a:extLst>
              <a:ext uri="{FF2B5EF4-FFF2-40B4-BE49-F238E27FC236}">
                <a16:creationId xmlns:a16="http://schemas.microsoft.com/office/drawing/2014/main" id="{DF05B9E5-D446-4805-A8D1-342C7E2EE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838" y="5129213"/>
            <a:ext cx="3671887" cy="719137"/>
          </a:xfrm>
          <a:prstGeom prst="ellipse">
            <a:avLst/>
          </a:prstGeom>
          <a:solidFill>
            <a:srgbClr val="99FF33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Oval 7">
            <a:extLst>
              <a:ext uri="{FF2B5EF4-FFF2-40B4-BE49-F238E27FC236}">
                <a16:creationId xmlns:a16="http://schemas.microsoft.com/office/drawing/2014/main" id="{37E14738-18E4-4788-BBFD-296F42F92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5273675"/>
            <a:ext cx="2376488" cy="400050"/>
          </a:xfrm>
          <a:prstGeom prst="ellips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Oval 8">
            <a:extLst>
              <a:ext uri="{FF2B5EF4-FFF2-40B4-BE49-F238E27FC236}">
                <a16:creationId xmlns:a16="http://schemas.microsoft.com/office/drawing/2014/main" id="{66110938-A326-4936-9C41-7FE502EF7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5273675"/>
            <a:ext cx="2376488" cy="400050"/>
          </a:xfrm>
          <a:prstGeom prst="ellipse">
            <a:avLst/>
          </a:prstGeom>
          <a:solidFill>
            <a:srgbClr val="FFCC99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9FE64AA9-C500-4680-86E4-C32A2F84C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5913" y="4265613"/>
            <a:ext cx="0" cy="1277937"/>
          </a:xfrm>
          <a:prstGeom prst="line">
            <a:avLst/>
          </a:prstGeom>
          <a:noFill/>
          <a:ln w="28575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Line 10">
            <a:extLst>
              <a:ext uri="{FF2B5EF4-FFF2-40B4-BE49-F238E27FC236}">
                <a16:creationId xmlns:a16="http://schemas.microsoft.com/office/drawing/2014/main" id="{6768115E-7628-4A05-A9E5-93AEA229A2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5" y="3905250"/>
            <a:ext cx="0" cy="1598613"/>
          </a:xfrm>
          <a:prstGeom prst="line">
            <a:avLst/>
          </a:prstGeom>
          <a:noFill/>
          <a:ln w="28575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11">
            <a:extLst>
              <a:ext uri="{FF2B5EF4-FFF2-40B4-BE49-F238E27FC236}">
                <a16:creationId xmlns:a16="http://schemas.microsoft.com/office/drawing/2014/main" id="{EDB4CC76-FCE9-4357-A251-57A1BA8E7C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4838" y="3905250"/>
            <a:ext cx="0" cy="1655763"/>
          </a:xfrm>
          <a:prstGeom prst="line">
            <a:avLst/>
          </a:prstGeom>
          <a:noFill/>
          <a:ln w="28575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id="{F5FD517A-1204-4FE8-87A1-7EF28E2DE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0725" y="3549650"/>
            <a:ext cx="0" cy="1917700"/>
          </a:xfrm>
          <a:prstGeom prst="line">
            <a:avLst/>
          </a:prstGeom>
          <a:noFill/>
          <a:ln w="28575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Line 13">
            <a:extLst>
              <a:ext uri="{FF2B5EF4-FFF2-40B4-BE49-F238E27FC236}">
                <a16:creationId xmlns:a16="http://schemas.microsoft.com/office/drawing/2014/main" id="{70A38520-5349-4796-9D96-12B6E0F082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2175" y="3544888"/>
            <a:ext cx="0" cy="2016125"/>
          </a:xfrm>
          <a:prstGeom prst="line">
            <a:avLst/>
          </a:prstGeom>
          <a:noFill/>
          <a:ln w="28575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Line 14">
            <a:extLst>
              <a:ext uri="{FF2B5EF4-FFF2-40B4-BE49-F238E27FC236}">
                <a16:creationId xmlns:a16="http://schemas.microsoft.com/office/drawing/2014/main" id="{7B9FDCFB-8B09-4C3E-BA5E-AA973246B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0963" y="3184525"/>
            <a:ext cx="0" cy="2317750"/>
          </a:xfrm>
          <a:prstGeom prst="line">
            <a:avLst/>
          </a:prstGeom>
          <a:noFill/>
          <a:ln w="28575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Line 16">
            <a:extLst>
              <a:ext uri="{FF2B5EF4-FFF2-40B4-BE49-F238E27FC236}">
                <a16:creationId xmlns:a16="http://schemas.microsoft.com/office/drawing/2014/main" id="{FD71149A-8888-4E95-8972-FA4A0CC2A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2538" y="3213100"/>
            <a:ext cx="0" cy="2289175"/>
          </a:xfrm>
          <a:prstGeom prst="line">
            <a:avLst/>
          </a:prstGeom>
          <a:noFill/>
          <a:ln w="28575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Line 17">
            <a:extLst>
              <a:ext uri="{FF2B5EF4-FFF2-40B4-BE49-F238E27FC236}">
                <a16:creationId xmlns:a16="http://schemas.microsoft.com/office/drawing/2014/main" id="{398D7113-3424-4641-9C45-2CCAF6F4D8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1100" y="3184525"/>
            <a:ext cx="14398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Line 18">
            <a:extLst>
              <a:ext uri="{FF2B5EF4-FFF2-40B4-BE49-F238E27FC236}">
                <a16:creationId xmlns:a16="http://schemas.microsoft.com/office/drawing/2014/main" id="{1C3F237C-06F0-4754-8BB2-C69C475E30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1700" y="3544888"/>
            <a:ext cx="2438400" cy="47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Line 19">
            <a:extLst>
              <a:ext uri="{FF2B5EF4-FFF2-40B4-BE49-F238E27FC236}">
                <a16:creationId xmlns:a16="http://schemas.microsoft.com/office/drawing/2014/main" id="{7C10948D-5FC4-41CA-8FD4-3F00F0DCF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5913" y="4265613"/>
            <a:ext cx="56356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Oval 20">
            <a:extLst>
              <a:ext uri="{FF2B5EF4-FFF2-40B4-BE49-F238E27FC236}">
                <a16:creationId xmlns:a16="http://schemas.microsoft.com/office/drawing/2014/main" id="{E84E26EE-9FC1-4E33-9892-FB4CDA1A3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5416550"/>
            <a:ext cx="1368425" cy="144463"/>
          </a:xfrm>
          <a:prstGeom prst="ellips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Oval 21">
            <a:extLst>
              <a:ext uri="{FF2B5EF4-FFF2-40B4-BE49-F238E27FC236}">
                <a16:creationId xmlns:a16="http://schemas.microsoft.com/office/drawing/2014/main" id="{899F02A4-E295-47A6-84C0-8557639CD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5400675"/>
            <a:ext cx="1368425" cy="160338"/>
          </a:xfrm>
          <a:prstGeom prst="ellipse">
            <a:avLst/>
          </a:prstGeom>
          <a:solidFill>
            <a:srgbClr val="FF990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82" name="Freeform 22">
            <a:extLst>
              <a:ext uri="{FF2B5EF4-FFF2-40B4-BE49-F238E27FC236}">
                <a16:creationId xmlns:a16="http://schemas.microsoft.com/office/drawing/2014/main" id="{C895F57F-8D65-46C4-ABC7-2AADD1872763}"/>
              </a:ext>
            </a:extLst>
          </p:cNvPr>
          <p:cNvSpPr>
            <a:spLocks/>
          </p:cNvSpPr>
          <p:nvPr/>
        </p:nvSpPr>
        <p:spPr bwMode="auto">
          <a:xfrm>
            <a:off x="2713038" y="2752725"/>
            <a:ext cx="6096000" cy="1677988"/>
          </a:xfrm>
          <a:custGeom>
            <a:avLst/>
            <a:gdLst>
              <a:gd name="T0" fmla="*/ 0 w 3840"/>
              <a:gd name="T1" fmla="*/ 2147483646 h 1057"/>
              <a:gd name="T2" fmla="*/ 2147483646 w 3840"/>
              <a:gd name="T3" fmla="*/ 2147483646 h 1057"/>
              <a:gd name="T4" fmla="*/ 2147483646 w 3840"/>
              <a:gd name="T5" fmla="*/ 2147483646 h 1057"/>
              <a:gd name="T6" fmla="*/ 2147483646 w 3840"/>
              <a:gd name="T7" fmla="*/ 2147483646 h 1057"/>
              <a:gd name="T8" fmla="*/ 2147483646 w 3840"/>
              <a:gd name="T9" fmla="*/ 2147483646 h 1057"/>
              <a:gd name="T10" fmla="*/ 2147483646 w 3840"/>
              <a:gd name="T11" fmla="*/ 2147483646 h 1057"/>
              <a:gd name="T12" fmla="*/ 2147483646 w 3840"/>
              <a:gd name="T13" fmla="*/ 2147483646 h 10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840"/>
              <a:gd name="T22" fmla="*/ 0 h 1057"/>
              <a:gd name="T23" fmla="*/ 3840 w 3840"/>
              <a:gd name="T24" fmla="*/ 1057 h 10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840" h="1057">
                <a:moveTo>
                  <a:pt x="0" y="1057"/>
                </a:moveTo>
                <a:cubicBezTo>
                  <a:pt x="83" y="956"/>
                  <a:pt x="335" y="637"/>
                  <a:pt x="499" y="461"/>
                </a:cubicBezTo>
                <a:cubicBezTo>
                  <a:pt x="663" y="286"/>
                  <a:pt x="771" y="17"/>
                  <a:pt x="986" y="8"/>
                </a:cubicBezTo>
                <a:cubicBezTo>
                  <a:pt x="1201" y="0"/>
                  <a:pt x="1542" y="298"/>
                  <a:pt x="1787" y="411"/>
                </a:cubicBezTo>
                <a:cubicBezTo>
                  <a:pt x="2032" y="524"/>
                  <a:pt x="2289" y="628"/>
                  <a:pt x="2459" y="688"/>
                </a:cubicBezTo>
                <a:cubicBezTo>
                  <a:pt x="2629" y="748"/>
                  <a:pt x="2578" y="719"/>
                  <a:pt x="2808" y="768"/>
                </a:cubicBezTo>
                <a:cubicBezTo>
                  <a:pt x="3038" y="817"/>
                  <a:pt x="3625" y="938"/>
                  <a:pt x="3840" y="982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Line 23">
            <a:extLst>
              <a:ext uri="{FF2B5EF4-FFF2-40B4-BE49-F238E27FC236}">
                <a16:creationId xmlns:a16="http://schemas.microsoft.com/office/drawing/2014/main" id="{01B8D543-55B7-48D9-85A9-13C56226F7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2488" y="4265613"/>
            <a:ext cx="0" cy="1279525"/>
          </a:xfrm>
          <a:prstGeom prst="line">
            <a:avLst/>
          </a:prstGeom>
          <a:noFill/>
          <a:ln w="28575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84" name="Text Box 24">
            <a:extLst>
              <a:ext uri="{FF2B5EF4-FFF2-40B4-BE49-F238E27FC236}">
                <a16:creationId xmlns:a16="http://schemas.microsoft.com/office/drawing/2014/main" id="{D1123983-291F-41B5-96A5-0DD2C54A4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863" y="2051050"/>
            <a:ext cx="91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山</a:t>
            </a:r>
          </a:p>
        </p:txBody>
      </p:sp>
      <p:sp>
        <p:nvSpPr>
          <p:cNvPr id="52" name="Line 25">
            <a:extLst>
              <a:ext uri="{FF2B5EF4-FFF2-40B4-BE49-F238E27FC236}">
                <a16:creationId xmlns:a16="http://schemas.microsoft.com/office/drawing/2014/main" id="{48979F56-DEFA-4B95-AC3D-0C61E65A0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4838" y="3905250"/>
            <a:ext cx="36004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Line 27">
            <a:extLst>
              <a:ext uri="{FF2B5EF4-FFF2-40B4-BE49-F238E27FC236}">
                <a16:creationId xmlns:a16="http://schemas.microsoft.com/office/drawing/2014/main" id="{D4DF8133-FE36-466E-839D-145B1F4358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1413" y="4265613"/>
            <a:ext cx="503237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Line 28">
            <a:extLst>
              <a:ext uri="{FF2B5EF4-FFF2-40B4-BE49-F238E27FC236}">
                <a16:creationId xmlns:a16="http://schemas.microsoft.com/office/drawing/2014/main" id="{D071964A-4473-4869-91AB-5C929FB5F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1188" y="3905250"/>
            <a:ext cx="2303462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Line 29">
            <a:extLst>
              <a:ext uri="{FF2B5EF4-FFF2-40B4-BE49-F238E27FC236}">
                <a16:creationId xmlns:a16="http://schemas.microsoft.com/office/drawing/2014/main" id="{962AB156-D219-4C93-8552-27210354A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3544888"/>
            <a:ext cx="3240087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Line 30">
            <a:extLst>
              <a:ext uri="{FF2B5EF4-FFF2-40B4-BE49-F238E27FC236}">
                <a16:creationId xmlns:a16="http://schemas.microsoft.com/office/drawing/2014/main" id="{26DDE314-BB41-4C5D-806B-7F8B35468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8" y="3184525"/>
            <a:ext cx="3960812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AutoShape 31">
            <a:extLst>
              <a:ext uri="{FF2B5EF4-FFF2-40B4-BE49-F238E27FC236}">
                <a16:creationId xmlns:a16="http://schemas.microsoft.com/office/drawing/2014/main" id="{AF7ADE34-BCB0-4719-BB5F-D06847988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2850" y="3905250"/>
            <a:ext cx="144463" cy="360363"/>
          </a:xfrm>
          <a:prstGeom prst="upDownArrow">
            <a:avLst>
              <a:gd name="adj1" fmla="val 50000"/>
              <a:gd name="adj2" fmla="val 498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" name="AutoShape 32">
            <a:extLst>
              <a:ext uri="{FF2B5EF4-FFF2-40B4-BE49-F238E27FC236}">
                <a16:creationId xmlns:a16="http://schemas.microsoft.com/office/drawing/2014/main" id="{CB16CF6C-4056-427A-AE23-500B70655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5513" y="3544888"/>
            <a:ext cx="144462" cy="360362"/>
          </a:xfrm>
          <a:prstGeom prst="upDownArrow">
            <a:avLst>
              <a:gd name="adj1" fmla="val 50000"/>
              <a:gd name="adj2" fmla="val 498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AutoShape 33">
            <a:extLst>
              <a:ext uri="{FF2B5EF4-FFF2-40B4-BE49-F238E27FC236}">
                <a16:creationId xmlns:a16="http://schemas.microsoft.com/office/drawing/2014/main" id="{9A1FEFE1-3774-4656-8857-45F74AE92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3" y="3184525"/>
            <a:ext cx="144462" cy="360363"/>
          </a:xfrm>
          <a:prstGeom prst="upDownArrow">
            <a:avLst>
              <a:gd name="adj1" fmla="val 50000"/>
              <a:gd name="adj2" fmla="val 498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Text Box 34">
            <a:extLst>
              <a:ext uri="{FF2B5EF4-FFF2-40B4-BE49-F238E27FC236}">
                <a16:creationId xmlns:a16="http://schemas.microsoft.com/office/drawing/2014/main" id="{82672317-4002-44EB-92F2-CB26F1C07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5150" y="3148013"/>
            <a:ext cx="503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</a:p>
        </p:txBody>
      </p:sp>
      <p:sp>
        <p:nvSpPr>
          <p:cNvPr id="61" name="Text Box 35">
            <a:extLst>
              <a:ext uri="{FF2B5EF4-FFF2-40B4-BE49-F238E27FC236}">
                <a16:creationId xmlns:a16="http://schemas.microsoft.com/office/drawing/2014/main" id="{A0CB9F2E-D3D5-4ED4-B9BB-8B3D531CD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75" y="3868738"/>
            <a:ext cx="503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</a:p>
        </p:txBody>
      </p:sp>
      <p:sp>
        <p:nvSpPr>
          <p:cNvPr id="62" name="Text Box 36">
            <a:extLst>
              <a:ext uri="{FF2B5EF4-FFF2-40B4-BE49-F238E27FC236}">
                <a16:creationId xmlns:a16="http://schemas.microsoft.com/office/drawing/2014/main" id="{D6884903-EBFC-4D36-AFD7-EEF14E7DA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6950" y="3508375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</a:p>
        </p:txBody>
      </p:sp>
      <p:sp>
        <p:nvSpPr>
          <p:cNvPr id="63" name="AutoShape 38">
            <a:extLst>
              <a:ext uri="{FF2B5EF4-FFF2-40B4-BE49-F238E27FC236}">
                <a16:creationId xmlns:a16="http://schemas.microsoft.com/office/drawing/2014/main" id="{60BB80B0-F6C1-413A-A468-E40C380CB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1050" y="1671638"/>
            <a:ext cx="1979613" cy="720725"/>
          </a:xfrm>
          <a:prstGeom prst="wedgeEllipseCallout">
            <a:avLst>
              <a:gd name="adj1" fmla="val -56977"/>
              <a:gd name="adj2" fmla="val 183481"/>
            </a:avLst>
          </a:prstGeom>
          <a:solidFill>
            <a:srgbClr val="FFCC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等高距</a:t>
            </a:r>
          </a:p>
        </p:txBody>
      </p:sp>
      <p:sp>
        <p:nvSpPr>
          <p:cNvPr id="64" name="AutoShape 39">
            <a:extLst>
              <a:ext uri="{FF2B5EF4-FFF2-40B4-BE49-F238E27FC236}">
                <a16:creationId xmlns:a16="http://schemas.microsoft.com/office/drawing/2014/main" id="{6238890B-91F1-4369-991A-1FE618577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6137275"/>
            <a:ext cx="2016125" cy="720725"/>
          </a:xfrm>
          <a:prstGeom prst="wedgeEllipseCallout">
            <a:avLst>
              <a:gd name="adj1" fmla="val -123306"/>
              <a:gd name="adj2" fmla="val -121144"/>
            </a:avLst>
          </a:prstGeom>
          <a:solidFill>
            <a:srgbClr val="FFCC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等高线</a:t>
            </a:r>
          </a:p>
        </p:txBody>
      </p:sp>
      <p:sp>
        <p:nvSpPr>
          <p:cNvPr id="65" name="AutoShape 37">
            <a:extLst>
              <a:ext uri="{FF2B5EF4-FFF2-40B4-BE49-F238E27FC236}">
                <a16:creationId xmlns:a16="http://schemas.microsoft.com/office/drawing/2014/main" id="{2BE10B1A-9451-43AF-AE2E-2DFD831C5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205038"/>
            <a:ext cx="1873250" cy="720725"/>
          </a:xfrm>
          <a:prstGeom prst="wedgeEllipseCallout">
            <a:avLst>
              <a:gd name="adj1" fmla="val 94153"/>
              <a:gd name="adj2" fmla="val 136125"/>
            </a:avLst>
          </a:prstGeom>
          <a:solidFill>
            <a:srgbClr val="FFCC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等高面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72" grpId="0" build="p" autoUpdateAnimBg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7" grpId="0" animBg="1"/>
      <p:bldP spid="48" grpId="0" animBg="1"/>
      <p:bldP spid="57" grpId="0" animBg="1"/>
      <p:bldP spid="58" grpId="0" animBg="1"/>
      <p:bldP spid="59" grpId="0" animBg="1"/>
      <p:bldP spid="60" grpId="0"/>
      <p:bldP spid="61" grpId="0"/>
      <p:bldP spid="62" grpId="0"/>
      <p:bldP spid="63" grpId="0" animBg="1"/>
      <p:bldP spid="64" grpId="0" animBg="1"/>
      <p:bldP spid="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>
            <a:extLst>
              <a:ext uri="{FF2B5EF4-FFF2-40B4-BE49-F238E27FC236}">
                <a16:creationId xmlns:a16="http://schemas.microsoft.com/office/drawing/2014/main" id="{D4E3BCB6-7ABC-44CB-B9B1-D8665D64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18AE09-F16D-4026-9082-D3B37346CD0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灯片编号占位符 3">
            <a:extLst>
              <a:ext uri="{FF2B5EF4-FFF2-40B4-BE49-F238E27FC236}">
                <a16:creationId xmlns:a16="http://schemas.microsoft.com/office/drawing/2014/main" id="{E9204A02-7BBA-453B-BE66-37123A280BBB}"/>
              </a:ext>
            </a:extLst>
          </p:cNvPr>
          <p:cNvSpPr txBox="1">
            <a:spLocks/>
          </p:cNvSpPr>
          <p:nvPr/>
        </p:nvSpPr>
        <p:spPr bwMode="auto">
          <a:xfrm>
            <a:off x="807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2711D8-5F74-4EC3-8D46-E947C5B8DC1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6F072181-DD0B-4667-ABE8-89F5545E0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188913"/>
          <a:ext cx="3505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67197" imgH="469669" progId="Equation.3">
                  <p:embed/>
                </p:oleObj>
              </mc:Choice>
              <mc:Fallback>
                <p:oleObj name="Equation" r:id="rId2" imgW="3467197" imgH="469669" progId="Equation.3">
                  <p:embed/>
                  <p:pic>
                    <p:nvPicPr>
                      <p:cNvPr id="4" name="Object 13">
                        <a:extLst>
                          <a:ext uri="{FF2B5EF4-FFF2-40B4-BE49-F238E27FC236}">
                            <a16:creationId xmlns:a16="http://schemas.microsoft.com/office/drawing/2014/main" id="{6F072181-DD0B-4667-ABE8-89F5545E0D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88913"/>
                        <a:ext cx="3505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>
            <a:extLst>
              <a:ext uri="{FF2B5EF4-FFF2-40B4-BE49-F238E27FC236}">
                <a16:creationId xmlns:a16="http://schemas.microsoft.com/office/drawing/2014/main" id="{EFC387FD-943E-41E9-B5BF-1CF680B4B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781300"/>
            <a:ext cx="37703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</a:t>
            </a:r>
            <a:r>
              <a:rPr kumimoji="1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上点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处的法向量为 </a:t>
            </a:r>
          </a:p>
        </p:txBody>
      </p:sp>
      <p:graphicFrame>
        <p:nvGraphicFramePr>
          <p:cNvPr id="6" name="Object 15">
            <a:extLst>
              <a:ext uri="{FF2B5EF4-FFF2-40B4-BE49-F238E27FC236}">
                <a16:creationId xmlns:a16="http://schemas.microsoft.com/office/drawing/2014/main" id="{3931901F-1261-473F-BA54-3FBF2A6294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8" y="3609975"/>
          <a:ext cx="1549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05063" imgH="469669" progId="Equation.3">
                  <p:embed/>
                </p:oleObj>
              </mc:Choice>
              <mc:Fallback>
                <p:oleObj name="Equation" r:id="rId4" imgW="1505063" imgH="469669" progId="Equation.3">
                  <p:embed/>
                  <p:pic>
                    <p:nvPicPr>
                      <p:cNvPr id="6" name="Object 15">
                        <a:extLst>
                          <a:ext uri="{FF2B5EF4-FFF2-40B4-BE49-F238E27FC236}">
                            <a16:creationId xmlns:a16="http://schemas.microsoft.com/office/drawing/2014/main" id="{3931901F-1261-473F-BA54-3FBF2A6294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3609975"/>
                        <a:ext cx="1549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86CAEE92-919E-4767-8F28-3F36FF3E6B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8" y="3500438"/>
          <a:ext cx="17256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60443" imgH="209377" progId="Equation.3">
                  <p:embed/>
                </p:oleObj>
              </mc:Choice>
              <mc:Fallback>
                <p:oleObj name="公式" r:id="rId6" imgW="660443" imgH="209377" progId="Equation.3">
                  <p:embed/>
                  <p:pic>
                    <p:nvPicPr>
                      <p:cNvPr id="7" name="Object 16">
                        <a:extLst>
                          <a:ext uri="{FF2B5EF4-FFF2-40B4-BE49-F238E27FC236}">
                            <a16:creationId xmlns:a16="http://schemas.microsoft.com/office/drawing/2014/main" id="{86CAEE92-919E-4767-8F28-3F36FF3E6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3500438"/>
                        <a:ext cx="17256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17">
            <a:extLst>
              <a:ext uri="{FF2B5EF4-FFF2-40B4-BE49-F238E27FC236}">
                <a16:creationId xmlns:a16="http://schemas.microsoft.com/office/drawing/2014/main" id="{0A21D882-83A7-4D75-B67D-C5F306F52D34}"/>
              </a:ext>
            </a:extLst>
          </p:cNvPr>
          <p:cNvSpPr>
            <a:spLocks/>
          </p:cNvSpPr>
          <p:nvPr/>
        </p:nvSpPr>
        <p:spPr bwMode="auto">
          <a:xfrm>
            <a:off x="8208963" y="1314450"/>
            <a:ext cx="762000" cy="762000"/>
          </a:xfrm>
          <a:custGeom>
            <a:avLst/>
            <a:gdLst>
              <a:gd name="T0" fmla="*/ 0 w 480"/>
              <a:gd name="T1" fmla="*/ 0 h 480"/>
              <a:gd name="T2" fmla="*/ 2147483646 w 480"/>
              <a:gd name="T3" fmla="*/ 2147483646 h 480"/>
              <a:gd name="T4" fmla="*/ 2147483646 w 480"/>
              <a:gd name="T5" fmla="*/ 2147483646 h 480"/>
              <a:gd name="T6" fmla="*/ 0 60000 65536"/>
              <a:gd name="T7" fmla="*/ 0 60000 65536"/>
              <a:gd name="T8" fmla="*/ 0 60000 65536"/>
              <a:gd name="T9" fmla="*/ 0 w 480"/>
              <a:gd name="T10" fmla="*/ 0 h 480"/>
              <a:gd name="T11" fmla="*/ 480 w 48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480">
                <a:moveTo>
                  <a:pt x="0" y="0"/>
                </a:moveTo>
                <a:cubicBezTo>
                  <a:pt x="128" y="32"/>
                  <a:pt x="256" y="64"/>
                  <a:pt x="336" y="144"/>
                </a:cubicBezTo>
                <a:cubicBezTo>
                  <a:pt x="416" y="224"/>
                  <a:pt x="448" y="352"/>
                  <a:pt x="480" y="48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Freeform 18">
            <a:extLst>
              <a:ext uri="{FF2B5EF4-FFF2-40B4-BE49-F238E27FC236}">
                <a16:creationId xmlns:a16="http://schemas.microsoft.com/office/drawing/2014/main" id="{26EEAAFC-6411-44AF-A0BC-7B69588BABE8}"/>
              </a:ext>
            </a:extLst>
          </p:cNvPr>
          <p:cNvSpPr>
            <a:spLocks/>
          </p:cNvSpPr>
          <p:nvPr/>
        </p:nvSpPr>
        <p:spPr bwMode="auto">
          <a:xfrm>
            <a:off x="8361363" y="1085850"/>
            <a:ext cx="838200" cy="990600"/>
          </a:xfrm>
          <a:custGeom>
            <a:avLst/>
            <a:gdLst>
              <a:gd name="T0" fmla="*/ 0 w 480"/>
              <a:gd name="T1" fmla="*/ 0 h 480"/>
              <a:gd name="T2" fmla="*/ 2147483646 w 480"/>
              <a:gd name="T3" fmla="*/ 2147483646 h 480"/>
              <a:gd name="T4" fmla="*/ 2147483646 w 480"/>
              <a:gd name="T5" fmla="*/ 2147483646 h 480"/>
              <a:gd name="T6" fmla="*/ 0 60000 65536"/>
              <a:gd name="T7" fmla="*/ 0 60000 65536"/>
              <a:gd name="T8" fmla="*/ 0 60000 65536"/>
              <a:gd name="T9" fmla="*/ 0 w 480"/>
              <a:gd name="T10" fmla="*/ 0 h 480"/>
              <a:gd name="T11" fmla="*/ 480 w 48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480">
                <a:moveTo>
                  <a:pt x="0" y="0"/>
                </a:moveTo>
                <a:cubicBezTo>
                  <a:pt x="128" y="32"/>
                  <a:pt x="256" y="64"/>
                  <a:pt x="336" y="144"/>
                </a:cubicBezTo>
                <a:cubicBezTo>
                  <a:pt x="416" y="224"/>
                  <a:pt x="448" y="352"/>
                  <a:pt x="480" y="48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7561343B-FC1B-4F49-BB8E-8D6CE0C53B9C}"/>
              </a:ext>
            </a:extLst>
          </p:cNvPr>
          <p:cNvSpPr>
            <a:spLocks/>
          </p:cNvSpPr>
          <p:nvPr/>
        </p:nvSpPr>
        <p:spPr bwMode="auto">
          <a:xfrm>
            <a:off x="8824913" y="628650"/>
            <a:ext cx="984250" cy="1295400"/>
          </a:xfrm>
          <a:custGeom>
            <a:avLst/>
            <a:gdLst>
              <a:gd name="T0" fmla="*/ 0 w 480"/>
              <a:gd name="T1" fmla="*/ 0 h 480"/>
              <a:gd name="T2" fmla="*/ 2147483646 w 480"/>
              <a:gd name="T3" fmla="*/ 2147483646 h 480"/>
              <a:gd name="T4" fmla="*/ 2147483646 w 480"/>
              <a:gd name="T5" fmla="*/ 2147483646 h 480"/>
              <a:gd name="T6" fmla="*/ 0 60000 65536"/>
              <a:gd name="T7" fmla="*/ 0 60000 65536"/>
              <a:gd name="T8" fmla="*/ 0 60000 65536"/>
              <a:gd name="T9" fmla="*/ 0 w 480"/>
              <a:gd name="T10" fmla="*/ 0 h 480"/>
              <a:gd name="T11" fmla="*/ 480 w 48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480">
                <a:moveTo>
                  <a:pt x="0" y="0"/>
                </a:moveTo>
                <a:cubicBezTo>
                  <a:pt x="128" y="32"/>
                  <a:pt x="256" y="64"/>
                  <a:pt x="336" y="144"/>
                </a:cubicBezTo>
                <a:cubicBezTo>
                  <a:pt x="416" y="224"/>
                  <a:pt x="448" y="352"/>
                  <a:pt x="480" y="48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Group 20">
            <a:extLst>
              <a:ext uri="{FF2B5EF4-FFF2-40B4-BE49-F238E27FC236}">
                <a16:creationId xmlns:a16="http://schemas.microsoft.com/office/drawing/2014/main" id="{9884FD21-18DC-453B-A783-2DA77ADCA0EA}"/>
              </a:ext>
            </a:extLst>
          </p:cNvPr>
          <p:cNvGrpSpPr>
            <a:grpSpLocks/>
          </p:cNvGrpSpPr>
          <p:nvPr/>
        </p:nvGrpSpPr>
        <p:grpSpPr bwMode="auto">
          <a:xfrm>
            <a:off x="7751763" y="476250"/>
            <a:ext cx="2362200" cy="2057400"/>
            <a:chOff x="4032" y="1248"/>
            <a:chExt cx="1488" cy="1296"/>
          </a:xfrm>
        </p:grpSpPr>
        <p:sp>
          <p:nvSpPr>
            <p:cNvPr id="46106" name="Line 21">
              <a:extLst>
                <a:ext uri="{FF2B5EF4-FFF2-40B4-BE49-F238E27FC236}">
                  <a16:creationId xmlns:a16="http://schemas.microsoft.com/office/drawing/2014/main" id="{7E9A46B5-18FE-42AA-9373-B50BDF113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344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07" name="Line 22">
              <a:extLst>
                <a:ext uri="{FF2B5EF4-FFF2-40B4-BE49-F238E27FC236}">
                  <a16:creationId xmlns:a16="http://schemas.microsoft.com/office/drawing/2014/main" id="{52F6B68D-E69B-41D7-B736-AE4716283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248"/>
              <a:ext cx="0" cy="10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6108" name="Object 23">
              <a:extLst>
                <a:ext uri="{FF2B5EF4-FFF2-40B4-BE49-F238E27FC236}">
                  <a16:creationId xmlns:a16="http://schemas.microsoft.com/office/drawing/2014/main" id="{840CD856-F0E9-47FC-BF84-1AAD4A98F7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239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1207" imgH="203142" progId="Equation.3">
                    <p:embed/>
                  </p:oleObj>
                </mc:Choice>
                <mc:Fallback>
                  <p:oleObj name="Equation" r:id="rId8" imgW="171207" imgH="203142" progId="Equation.3">
                    <p:embed/>
                    <p:pic>
                      <p:nvPicPr>
                        <p:cNvPr id="46108" name="Object 23">
                          <a:extLst>
                            <a:ext uri="{FF2B5EF4-FFF2-40B4-BE49-F238E27FC236}">
                              <a16:creationId xmlns:a16="http://schemas.microsoft.com/office/drawing/2014/main" id="{840CD856-F0E9-47FC-BF84-1AAD4A98F7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39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109" name="Object 24">
              <a:extLst>
                <a:ext uri="{FF2B5EF4-FFF2-40B4-BE49-F238E27FC236}">
                  <a16:creationId xmlns:a16="http://schemas.microsoft.com/office/drawing/2014/main" id="{D8E4D73F-C5C6-4452-9688-65B0A75C1B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12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3373" imgH="279515" progId="Equation.3">
                    <p:embed/>
                  </p:oleObj>
                </mc:Choice>
                <mc:Fallback>
                  <p:oleObj name="Equation" r:id="rId10" imgW="203373" imgH="279515" progId="Equation.3">
                    <p:embed/>
                    <p:pic>
                      <p:nvPicPr>
                        <p:cNvPr id="46109" name="Object 24">
                          <a:extLst>
                            <a:ext uri="{FF2B5EF4-FFF2-40B4-BE49-F238E27FC236}">
                              <a16:creationId xmlns:a16="http://schemas.microsoft.com/office/drawing/2014/main" id="{D8E4D73F-C5C6-4452-9688-65B0A75C1B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2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110" name="Object 25">
              <a:extLst>
                <a:ext uri="{FF2B5EF4-FFF2-40B4-BE49-F238E27FC236}">
                  <a16:creationId xmlns:a16="http://schemas.microsoft.com/office/drawing/2014/main" id="{D1717B52-A15C-40FE-80E1-8E7171E15F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6" y="239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403" imgH="203142" progId="Equation.3">
                    <p:embed/>
                  </p:oleObj>
                </mc:Choice>
                <mc:Fallback>
                  <p:oleObj name="Equation" r:id="rId12" imgW="190403" imgH="203142" progId="Equation.3">
                    <p:embed/>
                    <p:pic>
                      <p:nvPicPr>
                        <p:cNvPr id="46110" name="Object 25">
                          <a:extLst>
                            <a:ext uri="{FF2B5EF4-FFF2-40B4-BE49-F238E27FC236}">
                              <a16:creationId xmlns:a16="http://schemas.microsoft.com/office/drawing/2014/main" id="{D1717B52-A15C-40FE-80E1-8E7171E15F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239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26">
            <a:extLst>
              <a:ext uri="{FF2B5EF4-FFF2-40B4-BE49-F238E27FC236}">
                <a16:creationId xmlns:a16="http://schemas.microsoft.com/office/drawing/2014/main" id="{C6BAE5AF-8324-4619-A723-0EE229195D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6563" y="1695450"/>
          <a:ext cx="91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76268" imgH="400050" progId="Equation.3">
                  <p:embed/>
                </p:oleObj>
              </mc:Choice>
              <mc:Fallback>
                <p:oleObj name="Equation" r:id="rId14" imgW="876268" imgH="400050" progId="Equation.3">
                  <p:embed/>
                  <p:pic>
                    <p:nvPicPr>
                      <p:cNvPr id="17" name="Object 26">
                        <a:extLst>
                          <a:ext uri="{FF2B5EF4-FFF2-40B4-BE49-F238E27FC236}">
                            <a16:creationId xmlns:a16="http://schemas.microsoft.com/office/drawing/2014/main" id="{C6BAE5AF-8324-4619-A723-0EE229195D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6563" y="1695450"/>
                        <a:ext cx="914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>
            <a:extLst>
              <a:ext uri="{FF2B5EF4-FFF2-40B4-BE49-F238E27FC236}">
                <a16:creationId xmlns:a16="http://schemas.microsoft.com/office/drawing/2014/main" id="{7BD7A045-E974-4E30-9057-A4A4FADF3E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5163" y="869950"/>
          <a:ext cx="952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14659" imgH="400050" progId="Equation.3">
                  <p:embed/>
                </p:oleObj>
              </mc:Choice>
              <mc:Fallback>
                <p:oleObj name="Equation" r:id="rId16" imgW="914659" imgH="400050" progId="Equation.3">
                  <p:embed/>
                  <p:pic>
                    <p:nvPicPr>
                      <p:cNvPr id="18" name="Object 27">
                        <a:extLst>
                          <a:ext uri="{FF2B5EF4-FFF2-40B4-BE49-F238E27FC236}">
                            <a16:creationId xmlns:a16="http://schemas.microsoft.com/office/drawing/2014/main" id="{7BD7A045-E974-4E30-9057-A4A4FADF3E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5163" y="869950"/>
                        <a:ext cx="952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8">
            <a:extLst>
              <a:ext uri="{FF2B5EF4-FFF2-40B4-BE49-F238E27FC236}">
                <a16:creationId xmlns:a16="http://schemas.microsoft.com/office/drawing/2014/main" id="{539127C2-0D0B-47D8-A0B8-55D778DA2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45563" y="488950"/>
          <a:ext cx="93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95463" imgH="400050" progId="Equation.3">
                  <p:embed/>
                </p:oleObj>
              </mc:Choice>
              <mc:Fallback>
                <p:oleObj name="Equation" r:id="rId18" imgW="895463" imgH="400050" progId="Equation.3">
                  <p:embed/>
                  <p:pic>
                    <p:nvPicPr>
                      <p:cNvPr id="19" name="Object 28">
                        <a:extLst>
                          <a:ext uri="{FF2B5EF4-FFF2-40B4-BE49-F238E27FC236}">
                            <a16:creationId xmlns:a16="http://schemas.microsoft.com/office/drawing/2014/main" id="{539127C2-0D0B-47D8-A0B8-55D778DA2C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5563" y="488950"/>
                        <a:ext cx="939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9">
            <a:extLst>
              <a:ext uri="{FF2B5EF4-FFF2-40B4-BE49-F238E27FC236}">
                <a16:creationId xmlns:a16="http://schemas.microsoft.com/office/drawing/2014/main" id="{66EA3C33-05FE-4CFC-9A8C-FDD0E68405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1463" y="2533650"/>
          <a:ext cx="2374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36714" imgH="400050" progId="Equation.3">
                  <p:embed/>
                </p:oleObj>
              </mc:Choice>
              <mc:Fallback>
                <p:oleObj name="Equation" r:id="rId20" imgW="2336714" imgH="400050" progId="Equation.3">
                  <p:embed/>
                  <p:pic>
                    <p:nvPicPr>
                      <p:cNvPr id="20" name="Object 29">
                        <a:extLst>
                          <a:ext uri="{FF2B5EF4-FFF2-40B4-BE49-F238E27FC236}">
                            <a16:creationId xmlns:a16="http://schemas.microsoft.com/office/drawing/2014/main" id="{66EA3C33-05FE-4CFC-9A8C-FDD0E68405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1463" y="2533650"/>
                        <a:ext cx="2374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30">
            <a:extLst>
              <a:ext uri="{FF2B5EF4-FFF2-40B4-BE49-F238E27FC236}">
                <a16:creationId xmlns:a16="http://schemas.microsoft.com/office/drawing/2014/main" id="{C6E7B760-2922-4C14-BA8E-531E4B454D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88438" y="1238250"/>
            <a:ext cx="492125" cy="319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" name="Group 31">
            <a:extLst>
              <a:ext uri="{FF2B5EF4-FFF2-40B4-BE49-F238E27FC236}">
                <a16:creationId xmlns:a16="http://schemas.microsoft.com/office/drawing/2014/main" id="{9A006B42-339F-4B29-B31A-5C78A2770348}"/>
              </a:ext>
            </a:extLst>
          </p:cNvPr>
          <p:cNvGrpSpPr>
            <a:grpSpLocks/>
          </p:cNvGrpSpPr>
          <p:nvPr/>
        </p:nvGrpSpPr>
        <p:grpSpPr bwMode="auto">
          <a:xfrm>
            <a:off x="9047163" y="1466850"/>
            <a:ext cx="336550" cy="304800"/>
            <a:chOff x="4848" y="1872"/>
            <a:chExt cx="212" cy="192"/>
          </a:xfrm>
        </p:grpSpPr>
        <p:sp>
          <p:nvSpPr>
            <p:cNvPr id="46104" name="Oval 32">
              <a:extLst>
                <a:ext uri="{FF2B5EF4-FFF2-40B4-BE49-F238E27FC236}">
                  <a16:creationId xmlns:a16="http://schemas.microsoft.com/office/drawing/2014/main" id="{0374E0E9-F320-49E3-B161-E262A9F60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920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6105" name="Object 33">
              <a:extLst>
                <a:ext uri="{FF2B5EF4-FFF2-40B4-BE49-F238E27FC236}">
                  <a16:creationId xmlns:a16="http://schemas.microsoft.com/office/drawing/2014/main" id="{1D77D5FA-B55E-48CA-B8F3-FB92D63B23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84" y="1872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41246" imgH="266527" progId="Equation.3">
                    <p:embed/>
                  </p:oleObj>
                </mc:Choice>
                <mc:Fallback>
                  <p:oleObj name="Equation" r:id="rId22" imgW="241246" imgH="266527" progId="Equation.3">
                    <p:embed/>
                    <p:pic>
                      <p:nvPicPr>
                        <p:cNvPr id="46105" name="Object 33">
                          <a:extLst>
                            <a:ext uri="{FF2B5EF4-FFF2-40B4-BE49-F238E27FC236}">
                              <a16:creationId xmlns:a16="http://schemas.microsoft.com/office/drawing/2014/main" id="{1D77D5FA-B55E-48CA-B8F3-FB92D63B23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4" y="1872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375" name="Object 13">
            <a:extLst>
              <a:ext uri="{FF2B5EF4-FFF2-40B4-BE49-F238E27FC236}">
                <a16:creationId xmlns:a16="http://schemas.microsoft.com/office/drawing/2014/main" id="{42E5CC8D-3B08-45B7-A799-8556A81B8B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4200" y="2781300"/>
          <a:ext cx="1549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05063" imgH="469669" progId="Equation.3">
                  <p:embed/>
                </p:oleObj>
              </mc:Choice>
              <mc:Fallback>
                <p:oleObj name="Equation" r:id="rId24" imgW="1505063" imgH="469669" progId="Equation.3">
                  <p:embed/>
                  <p:pic>
                    <p:nvPicPr>
                      <p:cNvPr id="399375" name="Object 13">
                        <a:extLst>
                          <a:ext uri="{FF2B5EF4-FFF2-40B4-BE49-F238E27FC236}">
                            <a16:creationId xmlns:a16="http://schemas.microsoft.com/office/drawing/2014/main" id="{42E5CC8D-3B08-45B7-A799-8556A81B8B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2781300"/>
                        <a:ext cx="1549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71" name="Object 11">
            <a:extLst>
              <a:ext uri="{FF2B5EF4-FFF2-40B4-BE49-F238E27FC236}">
                <a16:creationId xmlns:a16="http://schemas.microsoft.com/office/drawing/2014/main" id="{56445F04-E99B-4CD0-AB36-161464BB8C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981075"/>
          <a:ext cx="2228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964984" imgH="190673" progId="Equation.3">
                  <p:embed/>
                </p:oleObj>
              </mc:Choice>
              <mc:Fallback>
                <p:oleObj name="公式" r:id="rId26" imgW="964984" imgH="190673" progId="Equation.3">
                  <p:embed/>
                  <p:pic>
                    <p:nvPicPr>
                      <p:cNvPr id="399371" name="Object 11">
                        <a:extLst>
                          <a:ext uri="{FF2B5EF4-FFF2-40B4-BE49-F238E27FC236}">
                            <a16:creationId xmlns:a16="http://schemas.microsoft.com/office/drawing/2014/main" id="{56445F04-E99B-4CD0-AB36-161464BB8C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981075"/>
                        <a:ext cx="22288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4">
            <a:extLst>
              <a:ext uri="{FF2B5EF4-FFF2-40B4-BE49-F238E27FC236}">
                <a16:creationId xmlns:a16="http://schemas.microsoft.com/office/drawing/2014/main" id="{FFDFFEFE-F025-4AA8-B25F-DCCEC7F8C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1916113"/>
            <a:ext cx="3770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</a:t>
            </a:r>
            <a:r>
              <a:rPr kumimoji="1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上点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处的切向量为 </a:t>
            </a:r>
          </a:p>
        </p:txBody>
      </p:sp>
      <p:graphicFrame>
        <p:nvGraphicFramePr>
          <p:cNvPr id="27" name="Object 15">
            <a:extLst>
              <a:ext uri="{FF2B5EF4-FFF2-40B4-BE49-F238E27FC236}">
                <a16:creationId xmlns:a16="http://schemas.microsoft.com/office/drawing/2014/main" id="{3AA3B1DD-BDE4-4D4F-83D0-5C0C650D61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8" y="1844675"/>
          <a:ext cx="16414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685865" imgH="209377" progId="Equation.3">
                  <p:embed/>
                </p:oleObj>
              </mc:Choice>
              <mc:Fallback>
                <p:oleObj name="公式" r:id="rId28" imgW="685865" imgH="209377" progId="Equation.3">
                  <p:embed/>
                  <p:pic>
                    <p:nvPicPr>
                      <p:cNvPr id="27" name="Object 15">
                        <a:extLst>
                          <a:ext uri="{FF2B5EF4-FFF2-40B4-BE49-F238E27FC236}">
                            <a16:creationId xmlns:a16="http://schemas.microsoft.com/office/drawing/2014/main" id="{3AA3B1DD-BDE4-4D4F-83D0-5C0C650D61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1844675"/>
                        <a:ext cx="164147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102" name="Picture 23" descr="xiaoxuesheng">
            <a:extLst>
              <a:ext uri="{FF2B5EF4-FFF2-40B4-BE49-F238E27FC236}">
                <a16:creationId xmlns:a16="http://schemas.microsoft.com/office/drawing/2014/main" id="{BDD59B6C-9F1E-431E-A75D-B5CFAE5B7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950" y="4221163"/>
            <a:ext cx="1455738" cy="20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AutoShape 15">
            <a:extLst>
              <a:ext uri="{FF2B5EF4-FFF2-40B4-BE49-F238E27FC236}">
                <a16:creationId xmlns:a16="http://schemas.microsoft.com/office/drawing/2014/main" id="{0F1D9133-15A3-4134-BC59-8B0E3675B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076700"/>
            <a:ext cx="5149850" cy="2205038"/>
          </a:xfrm>
          <a:prstGeom prst="cloudCallout">
            <a:avLst>
              <a:gd name="adj1" fmla="val 77519"/>
              <a:gd name="adj2" fmla="val 894"/>
            </a:avLst>
          </a:prstGeom>
          <a:solidFill>
            <a:srgbClr val="FFFF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函数在一点的梯度垂直于该点等值线，并且指向函数增大的方向</a:t>
            </a:r>
            <a:endParaRPr kumimoji="1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9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99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>
            <a:extLst>
              <a:ext uri="{FF2B5EF4-FFF2-40B4-BE49-F238E27FC236}">
                <a16:creationId xmlns:a16="http://schemas.microsoft.com/office/drawing/2014/main" id="{B0854D10-0BBC-4431-9C0B-14FD2372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106ADD-148E-487B-954E-FFCE654C7072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7107" name="组合 103">
            <a:extLst>
              <a:ext uri="{FF2B5EF4-FFF2-40B4-BE49-F238E27FC236}">
                <a16:creationId xmlns:a16="http://schemas.microsoft.com/office/drawing/2014/main" id="{C6E085E3-6AEF-4B05-9BD8-FCCEBF3448A2}"/>
              </a:ext>
            </a:extLst>
          </p:cNvPr>
          <p:cNvGrpSpPr>
            <a:grpSpLocks/>
          </p:cNvGrpSpPr>
          <p:nvPr/>
        </p:nvGrpSpPr>
        <p:grpSpPr bwMode="auto">
          <a:xfrm>
            <a:off x="1819275" y="3098800"/>
            <a:ext cx="3857625" cy="2476500"/>
            <a:chOff x="1332964" y="2603792"/>
            <a:chExt cx="1340175" cy="2477034"/>
          </a:xfrm>
        </p:grpSpPr>
        <p:sp>
          <p:nvSpPr>
            <p:cNvPr id="47117" name="任意多边形 25">
              <a:extLst>
                <a:ext uri="{FF2B5EF4-FFF2-40B4-BE49-F238E27FC236}">
                  <a16:creationId xmlns:a16="http://schemas.microsoft.com/office/drawing/2014/main" id="{DFCFA056-E45D-41FD-8F1E-31A14CB8D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578" y="3817928"/>
              <a:ext cx="1035791" cy="523171"/>
            </a:xfrm>
            <a:custGeom>
              <a:avLst/>
              <a:gdLst>
                <a:gd name="T0" fmla="*/ 0 w 3056164"/>
                <a:gd name="T1" fmla="*/ 196129 h 549728"/>
                <a:gd name="T2" fmla="*/ 53 w 3056164"/>
                <a:gd name="T3" fmla="*/ 171867 h 549728"/>
                <a:gd name="T4" fmla="*/ 93 w 3056164"/>
                <a:gd name="T5" fmla="*/ 390237 h 549728"/>
                <a:gd name="T6" fmla="*/ 139 w 3056164"/>
                <a:gd name="T7" fmla="*/ 62680 h 549728"/>
                <a:gd name="T8" fmla="*/ 141 w 3056164"/>
                <a:gd name="T9" fmla="*/ 14154 h 5497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56164"/>
                <a:gd name="T16" fmla="*/ 0 h 549728"/>
                <a:gd name="T17" fmla="*/ 3056164 w 3056164"/>
                <a:gd name="T18" fmla="*/ 549728 h 5497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56164" h="549728">
                  <a:moveTo>
                    <a:pt x="0" y="263978"/>
                  </a:moveTo>
                  <a:cubicBezTo>
                    <a:pt x="386443" y="225878"/>
                    <a:pt x="772886" y="187778"/>
                    <a:pt x="1094014" y="231321"/>
                  </a:cubicBezTo>
                  <a:cubicBezTo>
                    <a:pt x="1415142" y="274864"/>
                    <a:pt x="1627414" y="549728"/>
                    <a:pt x="1926771" y="525235"/>
                  </a:cubicBezTo>
                  <a:cubicBezTo>
                    <a:pt x="2226128" y="500742"/>
                    <a:pt x="2724150" y="168728"/>
                    <a:pt x="2890157" y="84364"/>
                  </a:cubicBezTo>
                  <a:cubicBezTo>
                    <a:pt x="3056164" y="0"/>
                    <a:pt x="2989489" y="9525"/>
                    <a:pt x="2922814" y="19050"/>
                  </a:cubicBez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18" name="任意多边形 26">
              <a:extLst>
                <a:ext uri="{FF2B5EF4-FFF2-40B4-BE49-F238E27FC236}">
                  <a16:creationId xmlns:a16="http://schemas.microsoft.com/office/drawing/2014/main" id="{6B342A03-EC03-4BE9-9710-F80F7EB3F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964" y="2749717"/>
              <a:ext cx="960245" cy="1128322"/>
            </a:xfrm>
            <a:custGeom>
              <a:avLst/>
              <a:gdLst>
                <a:gd name="T0" fmla="*/ 0 w 2922814"/>
                <a:gd name="T1" fmla="*/ 152715 h 1175657"/>
                <a:gd name="T2" fmla="*/ 28 w 2922814"/>
                <a:gd name="T3" fmla="*/ 37492 h 1175657"/>
                <a:gd name="T4" fmla="*/ 73 w 2922814"/>
                <a:gd name="T5" fmla="*/ 196608 h 1175657"/>
                <a:gd name="T6" fmla="*/ 121 w 2922814"/>
                <a:gd name="T7" fmla="*/ 32005 h 1175657"/>
                <a:gd name="T8" fmla="*/ 136 w 2922814"/>
                <a:gd name="T9" fmla="*/ 4572 h 11756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22814"/>
                <a:gd name="T16" fmla="*/ 0 h 1175657"/>
                <a:gd name="T17" fmla="*/ 2922814 w 2922814"/>
                <a:gd name="T18" fmla="*/ 1175657 h 11756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22814" h="1175657">
                  <a:moveTo>
                    <a:pt x="0" y="908957"/>
                  </a:moveTo>
                  <a:cubicBezTo>
                    <a:pt x="171450" y="544285"/>
                    <a:pt x="342900" y="179614"/>
                    <a:pt x="604157" y="223157"/>
                  </a:cubicBezTo>
                  <a:cubicBezTo>
                    <a:pt x="865414" y="266700"/>
                    <a:pt x="1235528" y="1175657"/>
                    <a:pt x="1567542" y="1170214"/>
                  </a:cubicBezTo>
                  <a:cubicBezTo>
                    <a:pt x="1899556" y="1164771"/>
                    <a:pt x="2370363" y="381000"/>
                    <a:pt x="2596242" y="190500"/>
                  </a:cubicBezTo>
                  <a:cubicBezTo>
                    <a:pt x="2822121" y="0"/>
                    <a:pt x="2872467" y="13607"/>
                    <a:pt x="2922814" y="27214"/>
                  </a:cubicBez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19" name="任意多边形 27">
              <a:extLst>
                <a:ext uri="{FF2B5EF4-FFF2-40B4-BE49-F238E27FC236}">
                  <a16:creationId xmlns:a16="http://schemas.microsoft.com/office/drawing/2014/main" id="{C756358C-D331-446F-AE48-6906D7656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384" y="4240542"/>
              <a:ext cx="1088755" cy="696668"/>
            </a:xfrm>
            <a:custGeom>
              <a:avLst/>
              <a:gdLst>
                <a:gd name="T0" fmla="*/ 0 w 2824843"/>
                <a:gd name="T1" fmla="*/ 4444 h 1632857"/>
                <a:gd name="T2" fmla="*/ 46 w 2824843"/>
                <a:gd name="T3" fmla="*/ 611 h 1632857"/>
                <a:gd name="T4" fmla="*/ 97 w 2824843"/>
                <a:gd name="T5" fmla="*/ 4888 h 1632857"/>
                <a:gd name="T6" fmla="*/ 190 w 2824843"/>
                <a:gd name="T7" fmla="*/ 4610 h 1632857"/>
                <a:gd name="T8" fmla="*/ 239 w 2824843"/>
                <a:gd name="T9" fmla="*/ 1833 h 1632857"/>
                <a:gd name="T10" fmla="*/ 267 w 2824843"/>
                <a:gd name="T11" fmla="*/ 0 h 1632857"/>
                <a:gd name="T12" fmla="*/ 267 w 2824843"/>
                <a:gd name="T13" fmla="*/ 0 h 16328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24843"/>
                <a:gd name="T22" fmla="*/ 0 h 1632857"/>
                <a:gd name="T23" fmla="*/ 2824843 w 2824843"/>
                <a:gd name="T24" fmla="*/ 1632857 h 16328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24843" h="1632857">
                  <a:moveTo>
                    <a:pt x="0" y="1306286"/>
                  </a:moveTo>
                  <a:cubicBezTo>
                    <a:pt x="159203" y="732064"/>
                    <a:pt x="318407" y="157843"/>
                    <a:pt x="489857" y="179614"/>
                  </a:cubicBezTo>
                  <a:cubicBezTo>
                    <a:pt x="661307" y="201385"/>
                    <a:pt x="775607" y="1240971"/>
                    <a:pt x="1028700" y="1436914"/>
                  </a:cubicBezTo>
                  <a:cubicBezTo>
                    <a:pt x="1281793" y="1632857"/>
                    <a:pt x="1758043" y="1504949"/>
                    <a:pt x="2008414" y="1355271"/>
                  </a:cubicBezTo>
                  <a:cubicBezTo>
                    <a:pt x="2258785" y="1205593"/>
                    <a:pt x="2394858" y="764721"/>
                    <a:pt x="2530929" y="538843"/>
                  </a:cubicBezTo>
                  <a:cubicBezTo>
                    <a:pt x="2667000" y="312965"/>
                    <a:pt x="2824843" y="0"/>
                    <a:pt x="2824843" y="0"/>
                  </a:cubicBez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7120" name="直接箭头连接符 29">
              <a:extLst>
                <a:ext uri="{FF2B5EF4-FFF2-40B4-BE49-F238E27FC236}">
                  <a16:creationId xmlns:a16="http://schemas.microsoft.com/office/drawing/2014/main" id="{A65ABE45-A959-40EE-9BAC-B74431BC4C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776832" y="2854005"/>
              <a:ext cx="117384" cy="2226821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21" name="直接箭头连接符 31">
              <a:extLst>
                <a:ext uri="{FF2B5EF4-FFF2-40B4-BE49-F238E27FC236}">
                  <a16:creationId xmlns:a16="http://schemas.microsoft.com/office/drawing/2014/main" id="{6E491622-D1F1-462A-8960-3CBF67FEFE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41348" y="2603792"/>
              <a:ext cx="127706" cy="2477034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22" name="TextBox 32">
              <a:extLst>
                <a:ext uri="{FF2B5EF4-FFF2-40B4-BE49-F238E27FC236}">
                  <a16:creationId xmlns:a16="http://schemas.microsoft.com/office/drawing/2014/main" id="{7D970FBB-8843-4595-8DB2-ACB3A0F70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8688" y="3193815"/>
              <a:ext cx="28803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23" name="TextBox 33">
              <a:extLst>
                <a:ext uri="{FF2B5EF4-FFF2-40B4-BE49-F238E27FC236}">
                  <a16:creationId xmlns:a16="http://schemas.microsoft.com/office/drawing/2014/main" id="{1FA1938D-DB71-4B4B-AF64-0AECAFD44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679" y="3746071"/>
              <a:ext cx="28803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5" name="Rectangle 2">
            <a:extLst>
              <a:ext uri="{FF2B5EF4-FFF2-40B4-BE49-F238E27FC236}">
                <a16:creationId xmlns:a16="http://schemas.microsoft.com/office/drawing/2014/main" id="{5D009B92-3AA3-44DC-A053-85A8221C23CD}"/>
              </a:ext>
            </a:extLst>
          </p:cNvPr>
          <p:cNvSpPr txBox="1">
            <a:spLocks noChangeArrowheads="1"/>
          </p:cNvSpPr>
          <p:nvPr/>
        </p:nvSpPr>
        <p:spPr>
          <a:xfrm>
            <a:off x="117475" y="673100"/>
            <a:ext cx="1981200" cy="6096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9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楷体_GB2312" pitchFamily="49" charset="-122"/>
                <a:cs typeface="+mn-cs"/>
              </a:rPr>
              <a:t>练习题</a:t>
            </a:r>
            <a:r>
              <a:rPr kumimoji="1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楷体_GB2312" pitchFamily="49" charset="-122"/>
                <a:cs typeface="+mn-cs"/>
              </a:rPr>
              <a:t>  </a:t>
            </a:r>
            <a:r>
              <a:rPr kumimoji="1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楷体_GB2312" pitchFamily="49" charset="-122"/>
                <a:cs typeface="+mn-cs"/>
              </a:rPr>
              <a:t>1. </a:t>
            </a:r>
            <a:endParaRPr kumimoji="1" lang="en-US" altLang="zh-CN" sz="2500" b="1" i="0" u="none" strike="noStrike" kern="0" cap="none" spc="0" normalizeH="0" baseline="0" noProof="0" dirty="0">
              <a:ln>
                <a:noFill/>
              </a:ln>
              <a:solidFill>
                <a:srgbClr val="3B812F"/>
              </a:solidFill>
              <a:effectLst/>
              <a:uLnTx/>
              <a:uFillTx/>
              <a:latin typeface="Garamond"/>
              <a:ea typeface="楷体_GB2312" pitchFamily="49" charset="-122"/>
              <a:cs typeface="+mn-cs"/>
            </a:endParaRPr>
          </a:p>
        </p:txBody>
      </p:sp>
      <p:sp>
        <p:nvSpPr>
          <p:cNvPr id="26633" name="Rectangle 5">
            <a:extLst>
              <a:ext uri="{FF2B5EF4-FFF2-40B4-BE49-F238E27FC236}">
                <a16:creationId xmlns:a16="http://schemas.microsoft.com/office/drawing/2014/main" id="{A1BE775F-E117-4253-BDFE-37A469582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75" y="1295400"/>
            <a:ext cx="73437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</a:rPr>
              <a:t>则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  <a:sym typeface="Wingdings" pitchFamily="2" charset="2"/>
              </a:rPr>
              <a:t>（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  <a:sym typeface="Wingdings" pitchFamily="2" charset="2"/>
              </a:rPr>
              <a:t>1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  <a:sym typeface="Wingdings" pitchFamily="2" charset="2"/>
              </a:rPr>
              <a:t>）哪条路径更陡峭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itchFamily="2" charset="-122"/>
              <a:sym typeface="Wingdings" pitchFamily="2" charset="2"/>
            </a:endParaRPr>
          </a:p>
        </p:txBody>
      </p:sp>
      <p:sp>
        <p:nvSpPr>
          <p:cNvPr id="26634" name="Rectangle 5">
            <a:extLst>
              <a:ext uri="{FF2B5EF4-FFF2-40B4-BE49-F238E27FC236}">
                <a16:creationId xmlns:a16="http://schemas.microsoft.com/office/drawing/2014/main" id="{D91AA8F6-076F-4668-95F4-09AA0EB59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765175"/>
            <a:ext cx="734536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如图为一座小山的等高线图，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B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为两条路径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itchFamily="2" charset="-122"/>
            </a:endParaRPr>
          </a:p>
        </p:txBody>
      </p:sp>
      <p:graphicFrame>
        <p:nvGraphicFramePr>
          <p:cNvPr id="40" name="Object 21">
            <a:extLst>
              <a:ext uri="{FF2B5EF4-FFF2-40B4-BE49-F238E27FC236}">
                <a16:creationId xmlns:a16="http://schemas.microsoft.com/office/drawing/2014/main" id="{272AE44C-BF17-4C09-BA8A-081421336E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511999"/>
              </p:ext>
            </p:extLst>
          </p:nvPr>
        </p:nvGraphicFramePr>
        <p:xfrm>
          <a:off x="6277747" y="3492880"/>
          <a:ext cx="14970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07914" imgH="165215" progId="Equation.3">
                  <p:embed/>
                </p:oleObj>
              </mc:Choice>
              <mc:Fallback>
                <p:oleObj name="公式" r:id="rId3" imgW="507914" imgH="165215" progId="Equation.3">
                  <p:embed/>
                  <p:pic>
                    <p:nvPicPr>
                      <p:cNvPr id="40" name="Object 21">
                        <a:extLst>
                          <a:ext uri="{FF2B5EF4-FFF2-40B4-BE49-F238E27FC236}">
                            <a16:creationId xmlns:a16="http://schemas.microsoft.com/office/drawing/2014/main" id="{272AE44C-BF17-4C09-BA8A-081421336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7747" y="3492880"/>
                        <a:ext cx="14970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5">
            <a:extLst>
              <a:ext uri="{FF2B5EF4-FFF2-40B4-BE49-F238E27FC236}">
                <a16:creationId xmlns:a16="http://schemas.microsoft.com/office/drawing/2014/main" id="{84C0B59A-B9C0-478A-879C-089B8FFE3F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59751"/>
              </p:ext>
            </p:extLst>
          </p:nvPr>
        </p:nvGraphicFramePr>
        <p:xfrm>
          <a:off x="8584384" y="3462718"/>
          <a:ext cx="18272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14139" imgH="165215" progId="Equation.3">
                  <p:embed/>
                </p:oleObj>
              </mc:Choice>
              <mc:Fallback>
                <p:oleObj name="公式" r:id="rId5" imgW="514139" imgH="165215" progId="Equation.3">
                  <p:embed/>
                  <p:pic>
                    <p:nvPicPr>
                      <p:cNvPr id="41" name="Object 5">
                        <a:extLst>
                          <a:ext uri="{FF2B5EF4-FFF2-40B4-BE49-F238E27FC236}">
                            <a16:creationId xmlns:a16="http://schemas.microsoft.com/office/drawing/2014/main" id="{84C0B59A-B9C0-478A-879C-089B8FFE3F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4384" y="3462718"/>
                        <a:ext cx="18272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6">
            <a:extLst>
              <a:ext uri="{FF2B5EF4-FFF2-40B4-BE49-F238E27FC236}">
                <a16:creationId xmlns:a16="http://schemas.microsoft.com/office/drawing/2014/main" id="{382860F9-B765-4463-BA06-97F7E5617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953929"/>
              </p:ext>
            </p:extLst>
          </p:nvPr>
        </p:nvGraphicFramePr>
        <p:xfrm>
          <a:off x="6165034" y="4542218"/>
          <a:ext cx="164623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07914" imgH="165215" progId="Equation.3">
                  <p:embed/>
                </p:oleObj>
              </mc:Choice>
              <mc:Fallback>
                <p:oleObj name="公式" r:id="rId7" imgW="507914" imgH="165215" progId="Equation.3">
                  <p:embed/>
                  <p:pic>
                    <p:nvPicPr>
                      <p:cNvPr id="42" name="Object 6">
                        <a:extLst>
                          <a:ext uri="{FF2B5EF4-FFF2-40B4-BE49-F238E27FC236}">
                            <a16:creationId xmlns:a16="http://schemas.microsoft.com/office/drawing/2014/main" id="{382860F9-B765-4463-BA06-97F7E56173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034" y="4542218"/>
                        <a:ext cx="1646238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7">
            <a:extLst>
              <a:ext uri="{FF2B5EF4-FFF2-40B4-BE49-F238E27FC236}">
                <a16:creationId xmlns:a16="http://schemas.microsoft.com/office/drawing/2014/main" id="{594DF268-D9C6-485B-967E-A2748C29F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297174"/>
              </p:ext>
            </p:extLst>
          </p:nvPr>
        </p:nvGraphicFramePr>
        <p:xfrm>
          <a:off x="8730434" y="4448555"/>
          <a:ext cx="157956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33335" imgH="165215" progId="Equation.3">
                  <p:embed/>
                </p:oleObj>
              </mc:Choice>
              <mc:Fallback>
                <p:oleObj name="公式" r:id="rId9" imgW="533335" imgH="165215" progId="Equation.3">
                  <p:embed/>
                  <p:pic>
                    <p:nvPicPr>
                      <p:cNvPr id="43" name="Object 7">
                        <a:extLst>
                          <a:ext uri="{FF2B5EF4-FFF2-40B4-BE49-F238E27FC236}">
                            <a16:creationId xmlns:a16="http://schemas.microsoft.com/office/drawing/2014/main" id="{594DF268-D9C6-485B-967E-A2748C29F1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0434" y="4448555"/>
                        <a:ext cx="157956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矩形 104">
            <a:extLst>
              <a:ext uri="{FF2B5EF4-FFF2-40B4-BE49-F238E27FC236}">
                <a16:creationId xmlns:a16="http://schemas.microsoft.com/office/drawing/2014/main" id="{76CEE4DA-80E1-4CC8-B320-F317D6E60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2420938"/>
            <a:ext cx="43132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  <a:sym typeface="Wingdings" pitchFamily="2" charset="2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  <a:sym typeface="Wingdings" pitchFamily="2" charset="2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  <a:sym typeface="Wingdings" pitchFamily="2" charset="2"/>
              </a:rPr>
              <a:t>）哪条路径可能有溪流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itchFamily="2" charset="-122"/>
            </a:endParaRPr>
          </a:p>
        </p:txBody>
      </p:sp>
      <p:sp>
        <p:nvSpPr>
          <p:cNvPr id="26637" name="矩形 105">
            <a:extLst>
              <a:ext uri="{FF2B5EF4-FFF2-40B4-BE49-F238E27FC236}">
                <a16:creationId xmlns:a16="http://schemas.microsoft.com/office/drawing/2014/main" id="{3E9DF79D-1350-4416-A132-573371309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1844675"/>
            <a:ext cx="71294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  <a:sym typeface="Wingdings" pitchFamily="2" charset="2"/>
              </a:rPr>
              <a:t>（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  <a:sym typeface="Wingdings" pitchFamily="2" charset="2"/>
              </a:rPr>
              <a:t>2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  <a:sym typeface="Wingdings" pitchFamily="2" charset="2"/>
              </a:rPr>
              <a:t>）哪条路上可以更好地看周围乡村景色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025A104-789F-4A2C-9804-846291947A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612775"/>
            <a:ext cx="1295400" cy="5334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ea typeface="楷体_GB2312"/>
                <a:cs typeface="楷体_GB2312"/>
              </a:rPr>
              <a:t>定理</a:t>
            </a:r>
            <a:r>
              <a:rPr lang="en-US" altLang="zh-CN" sz="2800" b="1">
                <a:ea typeface="楷体_GB2312"/>
                <a:cs typeface="楷体_GB2312"/>
              </a:rPr>
              <a:t>2 .</a:t>
            </a:r>
            <a:endParaRPr lang="en-US" altLang="zh-CN" sz="2800">
              <a:ea typeface="楷体_GB2312"/>
              <a:cs typeface="楷体_GB2312"/>
            </a:endParaRP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1D324653-8109-4B23-A191-6A3408B59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612775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若函数 </a:t>
            </a:r>
          </a:p>
        </p:txBody>
      </p:sp>
      <p:graphicFrame>
        <p:nvGraphicFramePr>
          <p:cNvPr id="116740" name="Object 4">
            <a:extLst>
              <a:ext uri="{FF2B5EF4-FFF2-40B4-BE49-F238E27FC236}">
                <a16:creationId xmlns:a16="http://schemas.microsoft.com/office/drawing/2014/main" id="{1D83F112-ABF7-4BD3-8D2F-52C25BE17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143000"/>
          <a:ext cx="17573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73418" imgH="425508" progId="Equation.3">
                  <p:embed/>
                </p:oleObj>
              </mc:Choice>
              <mc:Fallback>
                <p:oleObj name="Equation" r:id="rId3" imgW="1873418" imgH="42550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143000"/>
                        <a:ext cx="175736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43F08F7E-974D-43E6-9842-34923D0576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1300" y="730250"/>
          <a:ext cx="140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7151" imgH="387581" progId="Equation.3">
                  <p:embed/>
                </p:oleObj>
              </mc:Choice>
              <mc:Fallback>
                <p:oleObj name="Equation" r:id="rId5" imgW="1397151" imgH="38758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730250"/>
                        <a:ext cx="1409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2" name="Object 6">
            <a:extLst>
              <a:ext uri="{FF2B5EF4-FFF2-40B4-BE49-F238E27FC236}">
                <a16:creationId xmlns:a16="http://schemas.microsoft.com/office/drawing/2014/main" id="{CC3C7768-C27A-438E-AA9F-B2FCC385B6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7588" y="4662488"/>
          <a:ext cx="352901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11296" imgH="990773" progId="Equation.3">
                  <p:embed/>
                </p:oleObj>
              </mc:Choice>
              <mc:Fallback>
                <p:oleObj name="Equation" r:id="rId7" imgW="3511296" imgH="99077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588" y="4662488"/>
                        <a:ext cx="3529012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3" name="Text Box 7">
            <a:extLst>
              <a:ext uri="{FF2B5EF4-FFF2-40B4-BE49-F238E27FC236}">
                <a16:creationId xmlns:a16="http://schemas.microsoft.com/office/drawing/2014/main" id="{1F191CBF-D7BB-4382-8813-793948E51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081088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的某邻域内具有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连续偏导数 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</a:p>
        </p:txBody>
      </p:sp>
      <p:sp>
        <p:nvSpPr>
          <p:cNvPr id="116744" name="Text Box 8">
            <a:extLst>
              <a:ext uri="{FF2B5EF4-FFF2-40B4-BE49-F238E27FC236}">
                <a16:creationId xmlns:a16="http://schemas.microsoft.com/office/drawing/2014/main" id="{CE7DA66E-3746-4221-BA97-22B02CA51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2940050"/>
            <a:ext cx="1458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则方程</a:t>
            </a:r>
          </a:p>
        </p:txBody>
      </p:sp>
      <p:graphicFrame>
        <p:nvGraphicFramePr>
          <p:cNvPr id="116745" name="Object 9">
            <a:extLst>
              <a:ext uri="{FF2B5EF4-FFF2-40B4-BE49-F238E27FC236}">
                <a16:creationId xmlns:a16="http://schemas.microsoft.com/office/drawing/2014/main" id="{A0E5AD37-AD97-406C-9530-71AAA7DB20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3036888"/>
          <a:ext cx="1954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42938" imgH="387581" progId="Equation.3">
                  <p:embed/>
                </p:oleObj>
              </mc:Choice>
              <mc:Fallback>
                <p:oleObj name="Equation" r:id="rId9" imgW="1942938" imgH="38758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036888"/>
                        <a:ext cx="1954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6" name="Text Box 10">
            <a:extLst>
              <a:ext uri="{FF2B5EF4-FFF2-40B4-BE49-F238E27FC236}">
                <a16:creationId xmlns:a16="http://schemas.microsoft.com/office/drawing/2014/main" id="{D16E8925-921B-40EA-BCA8-70ECF10C5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9241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在点</a:t>
            </a:r>
          </a:p>
        </p:txBody>
      </p:sp>
      <p:graphicFrame>
        <p:nvGraphicFramePr>
          <p:cNvPr id="116747" name="Object 11">
            <a:extLst>
              <a:ext uri="{FF2B5EF4-FFF2-40B4-BE49-F238E27FC236}">
                <a16:creationId xmlns:a16="http://schemas.microsoft.com/office/drawing/2014/main" id="{AC6366E0-6572-46C0-BA57-D23C836545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998788"/>
          <a:ext cx="1193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81327" imgH="425508" progId="Equation.3">
                  <p:embed/>
                </p:oleObj>
              </mc:Choice>
              <mc:Fallback>
                <p:oleObj name="Equation" r:id="rId11" imgW="1181327" imgH="42550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998788"/>
                        <a:ext cx="1193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8" name="Text Box 12">
            <a:extLst>
              <a:ext uri="{FF2B5EF4-FFF2-40B4-BE49-F238E27FC236}">
                <a16:creationId xmlns:a16="http://schemas.microsoft.com/office/drawing/2014/main" id="{D0B83D12-ACB3-4201-8D26-6958FFDBC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12908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并有连续偏导数</a:t>
            </a:r>
          </a:p>
        </p:txBody>
      </p:sp>
      <p:graphicFrame>
        <p:nvGraphicFramePr>
          <p:cNvPr id="116749" name="Object 13">
            <a:extLst>
              <a:ext uri="{FF2B5EF4-FFF2-40B4-BE49-F238E27FC236}">
                <a16:creationId xmlns:a16="http://schemas.microsoft.com/office/drawing/2014/main" id="{7C418911-28A7-4892-AC13-8E772FC055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3581400"/>
          <a:ext cx="22971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5870" imgH="425508" progId="Equation.3">
                  <p:embed/>
                </p:oleObj>
              </mc:Choice>
              <mc:Fallback>
                <p:oleObj name="Equation" r:id="rId13" imgW="2285870" imgH="42550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3581400"/>
                        <a:ext cx="22971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50" name="Text Box 14">
            <a:extLst>
              <a:ext uri="{FF2B5EF4-FFF2-40B4-BE49-F238E27FC236}">
                <a16:creationId xmlns:a16="http://schemas.microsoft.com/office/drawing/2014/main" id="{C302E30A-FC71-4E30-97EA-6F34A2962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5194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定一个单值连续函数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z = f 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 , y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) , </a:t>
            </a:r>
          </a:p>
        </p:txBody>
      </p:sp>
      <p:sp>
        <p:nvSpPr>
          <p:cNvPr id="116751" name="Text Box 15">
            <a:extLst>
              <a:ext uri="{FF2B5EF4-FFF2-40B4-BE49-F238E27FC236}">
                <a16:creationId xmlns:a16="http://schemas.microsoft.com/office/drawing/2014/main" id="{200EE2BB-9400-4539-ADD9-6F196549A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729288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定理证明从略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仅就求导公式推导如下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</p:txBody>
      </p:sp>
      <p:sp>
        <p:nvSpPr>
          <p:cNvPr id="116752" name="Text Box 16">
            <a:extLst>
              <a:ext uri="{FF2B5EF4-FFF2-40B4-BE49-F238E27FC236}">
                <a16:creationId xmlns:a16="http://schemas.microsoft.com/office/drawing/2014/main" id="{4E43E12B-905E-41E4-9857-12637EDC8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53377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满足</a:t>
            </a:r>
          </a:p>
        </p:txBody>
      </p:sp>
      <p:graphicFrame>
        <p:nvGraphicFramePr>
          <p:cNvPr id="116753" name="Object 17">
            <a:extLst>
              <a:ext uri="{FF2B5EF4-FFF2-40B4-BE49-F238E27FC236}">
                <a16:creationId xmlns:a16="http://schemas.microsoft.com/office/drawing/2014/main" id="{2A641673-8F46-4728-BEDF-9CC8933D11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1703388"/>
          <a:ext cx="23574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20891" imgH="425508" progId="Equation.3">
                  <p:embed/>
                </p:oleObj>
              </mc:Choice>
              <mc:Fallback>
                <p:oleObj name="Equation" r:id="rId15" imgW="2520891" imgH="42550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703388"/>
                        <a:ext cx="23574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4" name="Object 18">
            <a:extLst>
              <a:ext uri="{FF2B5EF4-FFF2-40B4-BE49-F238E27FC236}">
                <a16:creationId xmlns:a16="http://schemas.microsoft.com/office/drawing/2014/main" id="{6D42B681-BC3B-4684-BD92-942FAD3565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316163"/>
          <a:ext cx="2463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35028" imgH="425508" progId="Equation.3">
                  <p:embed/>
                </p:oleObj>
              </mc:Choice>
              <mc:Fallback>
                <p:oleObj name="Equation" r:id="rId17" imgW="2635028" imgH="42550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316163"/>
                        <a:ext cx="2463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55" name="Text Box 19">
            <a:extLst>
              <a:ext uri="{FF2B5EF4-FFF2-40B4-BE49-F238E27FC236}">
                <a16:creationId xmlns:a16="http://schemas.microsoft.com/office/drawing/2014/main" id="{6DAB11AB-4C8D-4C9D-AABB-94995C72E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0668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①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在点</a:t>
            </a:r>
          </a:p>
        </p:txBody>
      </p:sp>
      <p:sp>
        <p:nvSpPr>
          <p:cNvPr id="16404" name="Text Box 20">
            <a:extLst>
              <a:ext uri="{FF2B5EF4-FFF2-40B4-BE49-F238E27FC236}">
                <a16:creationId xmlns:a16="http://schemas.microsoft.com/office/drawing/2014/main" id="{E5FCD6A7-3B96-469C-84C6-13C0EE9E0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7063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满足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</p:txBody>
      </p:sp>
      <p:sp>
        <p:nvSpPr>
          <p:cNvPr id="116757" name="Text Box 21">
            <a:extLst>
              <a:ext uri="{FF2B5EF4-FFF2-40B4-BE49-F238E27FC236}">
                <a16:creationId xmlns:a16="http://schemas.microsoft.com/office/drawing/2014/main" id="{17EB96A8-0001-49AD-88A8-4AA7C44B5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44650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②</a:t>
            </a:r>
            <a:endParaRPr kumimoji="1" lang="en-US" altLang="zh-CN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6758" name="Text Box 22">
            <a:extLst>
              <a:ext uri="{FF2B5EF4-FFF2-40B4-BE49-F238E27FC236}">
                <a16:creationId xmlns:a16="http://schemas.microsoft.com/office/drawing/2014/main" id="{9B55A34C-9778-4C06-A6A0-748755A41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254250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③</a:t>
            </a:r>
            <a:endParaRPr kumimoji="1" lang="en-US" altLang="zh-CN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6759" name="Text Box 23">
            <a:extLst>
              <a:ext uri="{FF2B5EF4-FFF2-40B4-BE49-F238E27FC236}">
                <a16:creationId xmlns:a16="http://schemas.microsoft.com/office/drawing/2014/main" id="{128FC8B6-B6A4-429A-8B87-4F2CB92D2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94005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某一邻域内可唯一确</a:t>
            </a: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E78ECC2F-3EE0-4EC4-AFF8-B75B1D20F102}"/>
              </a:ext>
            </a:extLst>
          </p:cNvPr>
          <p:cNvGrpSpPr>
            <a:grpSpLocks/>
          </p:cNvGrpSpPr>
          <p:nvPr/>
        </p:nvGrpSpPr>
        <p:grpSpPr bwMode="auto">
          <a:xfrm>
            <a:off x="4908550" y="1196975"/>
            <a:ext cx="5759450" cy="1800225"/>
            <a:chOff x="2132" y="754"/>
            <a:chExt cx="3628" cy="1134"/>
          </a:xfrm>
        </p:grpSpPr>
        <p:sp>
          <p:nvSpPr>
            <p:cNvPr id="16417" name="AutoShape 32">
              <a:extLst>
                <a:ext uri="{FF2B5EF4-FFF2-40B4-BE49-F238E27FC236}">
                  <a16:creationId xmlns:a16="http://schemas.microsoft.com/office/drawing/2014/main" id="{7ECFD0C5-5F55-4E76-8510-F2AD8E1AF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754"/>
              <a:ext cx="3628" cy="1134"/>
            </a:xfrm>
            <a:prstGeom prst="cloudCallout">
              <a:avLst>
                <a:gd name="adj1" fmla="val 35722"/>
                <a:gd name="adj2" fmla="val -45856"/>
              </a:avLst>
            </a:prstGeom>
            <a:solidFill>
              <a:srgbClr val="FFFFFF"/>
            </a:solidFill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增加方程中变量的个数</a:t>
              </a:r>
            </a:p>
          </p:txBody>
        </p:sp>
        <p:graphicFrame>
          <p:nvGraphicFramePr>
            <p:cNvPr id="16418" name="Object 33">
              <a:extLst>
                <a:ext uri="{FF2B5EF4-FFF2-40B4-BE49-F238E27FC236}">
                  <a16:creationId xmlns:a16="http://schemas.microsoft.com/office/drawing/2014/main" id="{5E8361C7-E48C-4B98-9A8C-22DD9FB52A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6" y="1298"/>
            <a:ext cx="123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42938" imgH="387581" progId="Equation.3">
                    <p:embed/>
                  </p:oleObj>
                </mc:Choice>
                <mc:Fallback>
                  <p:oleObj name="Equation" r:id="rId9" imgW="1942938" imgH="387581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1298"/>
                          <a:ext cx="1231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16" name="Text Box 34">
            <a:extLst>
              <a:ext uri="{FF2B5EF4-FFF2-40B4-BE49-F238E27FC236}">
                <a16:creationId xmlns:a16="http://schemas.microsoft.com/office/drawing/2014/main" id="{AAFE877F-C4C8-4AC6-9F0B-E0E59BC0F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69850"/>
            <a:ext cx="44640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．三元或三元以上的方程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6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1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3" grpId="0" autoUpdateAnimBg="0"/>
      <p:bldP spid="116744" grpId="0" autoUpdateAnimBg="0"/>
      <p:bldP spid="116746" grpId="0" autoUpdateAnimBg="0"/>
      <p:bldP spid="116748" grpId="0" autoUpdateAnimBg="0"/>
      <p:bldP spid="116750" grpId="0" autoUpdateAnimBg="0"/>
      <p:bldP spid="116751" grpId="0" autoUpdateAnimBg="0"/>
      <p:bldP spid="116752" grpId="0" autoUpdateAnimBg="0"/>
      <p:bldP spid="116755" grpId="0" autoUpdateAnimBg="0"/>
      <p:bldP spid="116757" grpId="0" autoUpdateAnimBg="0"/>
      <p:bldP spid="116758" grpId="0" autoUpdateAnimBg="0"/>
      <p:bldP spid="11675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786" name="Object 2">
            <a:extLst>
              <a:ext uri="{FF2B5EF4-FFF2-40B4-BE49-F238E27FC236}">
                <a16:creationId xmlns:a16="http://schemas.microsoft.com/office/drawing/2014/main" id="{38743371-42B6-4733-A1FD-B030A23D81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3000" y="1219200"/>
          <a:ext cx="302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10127" imgH="387581" progId="Equation.3">
                  <p:embed/>
                </p:oleObj>
              </mc:Choice>
              <mc:Fallback>
                <p:oleObj name="Equation" r:id="rId3" imgW="3010127" imgH="38758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1219200"/>
                        <a:ext cx="3022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7" name="Text Box 3">
            <a:extLst>
              <a:ext uri="{FF2B5EF4-FFF2-40B4-BE49-F238E27FC236}">
                <a16:creationId xmlns:a16="http://schemas.microsoft.com/office/drawing/2014/main" id="{CEFB0026-A2E1-4AD3-A654-4F749F139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7526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两边对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求偏导</a:t>
            </a:r>
          </a:p>
        </p:txBody>
      </p:sp>
      <p:sp>
        <p:nvSpPr>
          <p:cNvPr id="118788" name="Line 4">
            <a:extLst>
              <a:ext uri="{FF2B5EF4-FFF2-40B4-BE49-F238E27FC236}">
                <a16:creationId xmlns:a16="http://schemas.microsoft.com/office/drawing/2014/main" id="{EB21D89E-F911-410A-998B-F0D93D9A6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6764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8789" name="Object 5">
            <a:extLst>
              <a:ext uri="{FF2B5EF4-FFF2-40B4-BE49-F238E27FC236}">
                <a16:creationId xmlns:a16="http://schemas.microsoft.com/office/drawing/2014/main" id="{85720234-314E-435A-8DAD-BD873FABA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7288" y="2603500"/>
          <a:ext cx="393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0805" imgH="425508" progId="Equation.3">
                  <p:embed/>
                </p:oleObj>
              </mc:Choice>
              <mc:Fallback>
                <p:oleObj name="Equation" r:id="rId5" imgW="380805" imgH="42550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88" y="2603500"/>
                        <a:ext cx="393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0" name="Object 6">
            <a:extLst>
              <a:ext uri="{FF2B5EF4-FFF2-40B4-BE49-F238E27FC236}">
                <a16:creationId xmlns:a16="http://schemas.microsoft.com/office/drawing/2014/main" id="{2F1A8D22-3CCE-4908-A85D-01F85E9209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0800" y="3992563"/>
          <a:ext cx="1473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54220" imgH="939858" progId="Equation.3">
                  <p:embed/>
                </p:oleObj>
              </mc:Choice>
              <mc:Fallback>
                <p:oleObj name="Equation" r:id="rId7" imgW="1454220" imgH="93985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3992563"/>
                        <a:ext cx="1473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1" name="Line 7">
            <a:extLst>
              <a:ext uri="{FF2B5EF4-FFF2-40B4-BE49-F238E27FC236}">
                <a16:creationId xmlns:a16="http://schemas.microsoft.com/office/drawing/2014/main" id="{B5AF1BE0-073A-4DD7-A45B-F3722B67B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352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8792" name="Object 8">
            <a:extLst>
              <a:ext uri="{FF2B5EF4-FFF2-40B4-BE49-F238E27FC236}">
                <a16:creationId xmlns:a16="http://schemas.microsoft.com/office/drawing/2014/main" id="{1E34CFD1-E1A1-417C-B8A8-6C4E75CCC5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5105400"/>
          <a:ext cx="1511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92093" imgH="990773" progId="Equation.3">
                  <p:embed/>
                </p:oleObj>
              </mc:Choice>
              <mc:Fallback>
                <p:oleObj name="Equation" r:id="rId9" imgW="1492093" imgH="99077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105400"/>
                        <a:ext cx="15113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3" name="Text Box 9">
            <a:extLst>
              <a:ext uri="{FF2B5EF4-FFF2-40B4-BE49-F238E27FC236}">
                <a16:creationId xmlns:a16="http://schemas.microsoft.com/office/drawing/2014/main" id="{40645623-5606-4133-983B-5FA28057F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334000"/>
            <a:ext cx="1697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同样可得</a:t>
            </a:r>
          </a:p>
        </p:txBody>
      </p:sp>
      <p:graphicFrame>
        <p:nvGraphicFramePr>
          <p:cNvPr id="18442" name="Object 10">
            <a:extLst>
              <a:ext uri="{FF2B5EF4-FFF2-40B4-BE49-F238E27FC236}">
                <a16:creationId xmlns:a16="http://schemas.microsoft.com/office/drawing/2014/main" id="{E435D896-3B08-404C-826D-59B7F2C7DC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959129"/>
              </p:ext>
            </p:extLst>
          </p:nvPr>
        </p:nvGraphicFramePr>
        <p:xfrm>
          <a:off x="2015702" y="492920"/>
          <a:ext cx="7944839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03440" imgH="215640" progId="Equation.DSMT4">
                  <p:embed/>
                </p:oleObj>
              </mc:Choice>
              <mc:Fallback>
                <p:oleObj name="Equation" r:id="rId11" imgW="3403440" imgH="215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702" y="492920"/>
                        <a:ext cx="7944839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5" name="Text Box 11">
            <a:extLst>
              <a:ext uri="{FF2B5EF4-FFF2-40B4-BE49-F238E27FC236}">
                <a16:creationId xmlns:a16="http://schemas.microsoft.com/office/drawing/2014/main" id="{157B92DE-FC46-4C39-8B7A-6A65B51A0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457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则</a:t>
            </a:r>
          </a:p>
        </p:txBody>
      </p:sp>
      <p:graphicFrame>
        <p:nvGraphicFramePr>
          <p:cNvPr id="118796" name="Object 12">
            <a:extLst>
              <a:ext uri="{FF2B5EF4-FFF2-40B4-BE49-F238E27FC236}">
                <a16:creationId xmlns:a16="http://schemas.microsoft.com/office/drawing/2014/main" id="{6699CF2A-D423-4721-9456-4C5E1C2048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8138" y="2620963"/>
          <a:ext cx="660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47473" imgH="425508" progId="Equation.3">
                  <p:embed/>
                </p:oleObj>
              </mc:Choice>
              <mc:Fallback>
                <p:oleObj name="Equation" r:id="rId13" imgW="647473" imgH="42550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138" y="2620963"/>
                        <a:ext cx="660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7" name="Object 13">
            <a:extLst>
              <a:ext uri="{FF2B5EF4-FFF2-40B4-BE49-F238E27FC236}">
                <a16:creationId xmlns:a16="http://schemas.microsoft.com/office/drawing/2014/main" id="{34319D2F-ACA8-45DD-8006-0C3D0D5598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6338" y="2408238"/>
          <a:ext cx="431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19197" imgH="914400" progId="Equation.3">
                  <p:embed/>
                </p:oleObj>
              </mc:Choice>
              <mc:Fallback>
                <p:oleObj name="Equation" r:id="rId15" imgW="419197" imgH="914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338" y="2408238"/>
                        <a:ext cx="431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8" name="Object 14">
            <a:extLst>
              <a:ext uri="{FF2B5EF4-FFF2-40B4-BE49-F238E27FC236}">
                <a16:creationId xmlns:a16="http://schemas.microsoft.com/office/drawing/2014/main" id="{EB591F4F-F96C-4C5D-A0F6-7007E3EE1B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2450" y="268922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82492" imgH="304973" progId="Equation.3">
                  <p:embed/>
                </p:oleObj>
              </mc:Choice>
              <mc:Fallback>
                <p:oleObj name="Equation" r:id="rId17" imgW="482492" imgH="30497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450" y="268922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9" name="Object 15">
            <a:extLst>
              <a:ext uri="{FF2B5EF4-FFF2-40B4-BE49-F238E27FC236}">
                <a16:creationId xmlns:a16="http://schemas.microsoft.com/office/drawing/2014/main" id="{4609D09A-6EEF-4A40-9289-091BDAD9F7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429000"/>
          <a:ext cx="490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83026" imgH="457200" progId="Equation.3">
                  <p:embed/>
                </p:oleObj>
              </mc:Choice>
              <mc:Fallback>
                <p:oleObj name="Equation" r:id="rId19" imgW="4883026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429000"/>
                        <a:ext cx="4902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utoUpdateAnimBg="0"/>
      <p:bldP spid="118793" grpId="0" autoUpdateAnimBg="0"/>
      <p:bldP spid="11879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9" name="Rectangle 23">
            <a:extLst>
              <a:ext uri="{FF2B5EF4-FFF2-40B4-BE49-F238E27FC236}">
                <a16:creationId xmlns:a16="http://schemas.microsoft.com/office/drawing/2014/main" id="{3CA1A331-3504-4A6E-8768-006CEAEE6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237988"/>
            <a:ext cx="15240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楷体_GB2312"/>
                <a:cs typeface="楷体_GB2312"/>
              </a:rPr>
              <a:t>练习</a:t>
            </a:r>
            <a:r>
              <a:rPr lang="en-US" altLang="zh-CN" sz="2800" dirty="0">
                <a:solidFill>
                  <a:schemeClr val="tx2"/>
                </a:solidFill>
                <a:ea typeface="楷体_GB2312"/>
                <a:cs typeface="楷体_GB2312"/>
              </a:rPr>
              <a:t>. </a:t>
            </a:r>
            <a:endParaRPr lang="zh-CN" altLang="en-US" sz="2800" dirty="0">
              <a:solidFill>
                <a:schemeClr val="tx2"/>
              </a:solidFill>
              <a:ea typeface="楷体_GB2312"/>
              <a:cs typeface="楷体_GB231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5CA7E84-D3E8-41F6-977F-D3E63AB6C105}"/>
              </a:ext>
            </a:extLst>
          </p:cNvPr>
          <p:cNvGrpSpPr/>
          <p:nvPr/>
        </p:nvGrpSpPr>
        <p:grpSpPr>
          <a:xfrm>
            <a:off x="1453524" y="188126"/>
            <a:ext cx="10323156" cy="1305798"/>
            <a:chOff x="1453524" y="188126"/>
            <a:chExt cx="10323156" cy="1305798"/>
          </a:xfrm>
        </p:grpSpPr>
        <p:graphicFrame>
          <p:nvGraphicFramePr>
            <p:cNvPr id="20490" name="Object 24">
              <a:extLst>
                <a:ext uri="{FF2B5EF4-FFF2-40B4-BE49-F238E27FC236}">
                  <a16:creationId xmlns:a16="http://schemas.microsoft.com/office/drawing/2014/main" id="{FBADF3B4-7904-4117-AC7B-7ECB50CF54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8172129"/>
                </p:ext>
              </p:extLst>
            </p:nvPr>
          </p:nvGraphicFramePr>
          <p:xfrm>
            <a:off x="3755689" y="188126"/>
            <a:ext cx="3193659" cy="630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93760" imgH="228600" progId="Equation.DSMT4">
                    <p:embed/>
                  </p:oleObj>
                </mc:Choice>
                <mc:Fallback>
                  <p:oleObj name="Equation" r:id="rId6" imgW="1193760" imgH="228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5689" y="188126"/>
                          <a:ext cx="3193659" cy="630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1" name="Object 25">
              <a:extLst>
                <a:ext uri="{FF2B5EF4-FFF2-40B4-BE49-F238E27FC236}">
                  <a16:creationId xmlns:a16="http://schemas.microsoft.com/office/drawing/2014/main" id="{DA26E2B9-5AFD-4B0B-A1DA-92A11B4A9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4205941"/>
                </p:ext>
              </p:extLst>
            </p:nvPr>
          </p:nvGraphicFramePr>
          <p:xfrm>
            <a:off x="1453524" y="963997"/>
            <a:ext cx="1125579" cy="529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31640" imgH="203040" progId="Equation.DSMT4">
                    <p:embed/>
                  </p:oleObj>
                </mc:Choice>
                <mc:Fallback>
                  <p:oleObj name="Equation" r:id="rId8" imgW="431640" imgH="20304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3524" y="963997"/>
                          <a:ext cx="1125579" cy="5299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338CF3F-255C-4AB0-A7E3-74235895EAE6}"/>
                </a:ext>
              </a:extLst>
            </p:cNvPr>
            <p:cNvSpPr/>
            <p:nvPr/>
          </p:nvSpPr>
          <p:spPr>
            <a:xfrm>
              <a:off x="1453524" y="282728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  <a:cs typeface="楷体_GB2312"/>
                </a:rPr>
                <a:t>设有三元方程</a:t>
              </a:r>
              <a:endParaRPr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85C19D9-9B5C-4A42-A803-F6AA6C0E84E6}"/>
                </a:ext>
              </a:extLst>
            </p:cNvPr>
            <p:cNvSpPr/>
            <p:nvPr/>
          </p:nvSpPr>
          <p:spPr>
            <a:xfrm>
              <a:off x="6924070" y="245996"/>
              <a:ext cx="485261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  <a:cs typeface="楷体_GB2312"/>
                </a:rPr>
                <a:t>根据隐函数存在定理，存在点</a:t>
              </a:r>
              <a:endParaRPr lang="zh-CN" altLang="en-US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1666E31-A9C7-4D95-A345-434D3A1AC145}"/>
                </a:ext>
              </a:extLst>
            </p:cNvPr>
            <p:cNvSpPr/>
            <p:nvPr/>
          </p:nvSpPr>
          <p:spPr>
            <a:xfrm>
              <a:off x="2495600" y="963997"/>
              <a:ext cx="632737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  <a:cs typeface="楷体_GB2312"/>
                </a:rPr>
                <a:t>的一个邻域，在此邻域内该方程（   ）</a:t>
              </a:r>
              <a:r>
                <a:rPr lang="en-US" altLang="zh-CN" sz="2800" dirty="0">
                  <a:solidFill>
                    <a:srgbClr val="000000"/>
                  </a:solidFill>
                  <a:ea typeface="楷体_GB2312"/>
                  <a:cs typeface="楷体_GB2312"/>
                </a:rPr>
                <a:t>.</a:t>
              </a:r>
              <a:endParaRPr lang="zh-CN" altLang="en-US" dirty="0"/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B48A9064-8EEE-428A-9096-855F61BD5CB1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410184" y="2204403"/>
            <a:ext cx="385763" cy="385762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885E871-F0CA-4B49-AB1F-F0B0E8CC6FB0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10184" y="2999170"/>
            <a:ext cx="385763" cy="385762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27138F3-181D-4846-80AB-5588365EDE28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410184" y="3765537"/>
            <a:ext cx="385763" cy="385762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0E21D7F-B177-4E31-A8BE-7EDCA7CDC47E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10184" y="4588702"/>
            <a:ext cx="385763" cy="385762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F898414-C4C9-438A-9142-E06055AEC58F}"/>
              </a:ext>
            </a:extLst>
          </p:cNvPr>
          <p:cNvGrpSpPr/>
          <p:nvPr/>
        </p:nvGrpSpPr>
        <p:grpSpPr>
          <a:xfrm>
            <a:off x="953344" y="2128664"/>
            <a:ext cx="7897058" cy="530230"/>
            <a:chOff x="953344" y="2128664"/>
            <a:chExt cx="7897058" cy="53023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55DF0A0-1840-4DDF-B476-C724517AAC58}"/>
                </a:ext>
              </a:extLst>
            </p:cNvPr>
            <p:cNvSpPr/>
            <p:nvPr/>
          </p:nvSpPr>
          <p:spPr>
            <a:xfrm>
              <a:off x="953344" y="2135674"/>
              <a:ext cx="62889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</a:rPr>
                <a:t>只能确定一个具有连续偏导数的隐函数</a:t>
              </a:r>
              <a:endParaRPr lang="zh-CN" altLang="en-US" dirty="0"/>
            </a:p>
          </p:txBody>
        </p:sp>
        <p:graphicFrame>
          <p:nvGraphicFramePr>
            <p:cNvPr id="22" name="Object 25">
              <a:extLst>
                <a:ext uri="{FF2B5EF4-FFF2-40B4-BE49-F238E27FC236}">
                  <a16:creationId xmlns:a16="http://schemas.microsoft.com/office/drawing/2014/main" id="{2309C13A-821A-4626-9DAA-0F8204C7EC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3180763"/>
                </p:ext>
              </p:extLst>
            </p:nvPr>
          </p:nvGraphicFramePr>
          <p:xfrm>
            <a:off x="7094627" y="2128664"/>
            <a:ext cx="1755775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72840" imgH="203040" progId="Equation.DSMT4">
                    <p:embed/>
                  </p:oleObj>
                </mc:Choice>
                <mc:Fallback>
                  <p:oleObj name="Equation" r:id="rId10" imgW="672840" imgH="203040" progId="Equation.DSMT4">
                    <p:embed/>
                    <p:pic>
                      <p:nvPicPr>
                        <p:cNvPr id="20491" name="Object 25">
                          <a:extLst>
                            <a:ext uri="{FF2B5EF4-FFF2-40B4-BE49-F238E27FC236}">
                              <a16:creationId xmlns:a16="http://schemas.microsoft.com/office/drawing/2014/main" id="{DA26E2B9-5AFD-4B0B-A1DA-92A11B4A95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4627" y="2128664"/>
                          <a:ext cx="1755775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11F5256-A03F-40AC-B95D-CC9EDEB94692}"/>
              </a:ext>
            </a:extLst>
          </p:cNvPr>
          <p:cNvGrpSpPr/>
          <p:nvPr/>
        </p:nvGrpSpPr>
        <p:grpSpPr>
          <a:xfrm>
            <a:off x="953344" y="3726291"/>
            <a:ext cx="10157639" cy="538560"/>
            <a:chOff x="991816" y="2930064"/>
            <a:chExt cx="10157639" cy="53856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BF83CF4-60A8-428E-AC75-CE10F2377CDA}"/>
                </a:ext>
              </a:extLst>
            </p:cNvPr>
            <p:cNvSpPr/>
            <p:nvPr/>
          </p:nvSpPr>
          <p:spPr>
            <a:xfrm>
              <a:off x="991816" y="2945404"/>
              <a:ext cx="62889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</a:rPr>
                <a:t>可以确定两个具有连续偏导数的隐函数</a:t>
              </a:r>
              <a:endParaRPr lang="zh-CN" altLang="en-US" dirty="0"/>
            </a:p>
          </p:txBody>
        </p:sp>
        <p:graphicFrame>
          <p:nvGraphicFramePr>
            <p:cNvPr id="24" name="Object 25">
              <a:extLst>
                <a:ext uri="{FF2B5EF4-FFF2-40B4-BE49-F238E27FC236}">
                  <a16:creationId xmlns:a16="http://schemas.microsoft.com/office/drawing/2014/main" id="{F37912D0-7AB6-4D25-A00C-EB3D70E745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9452444"/>
                </p:ext>
              </p:extLst>
            </p:nvPr>
          </p:nvGraphicFramePr>
          <p:xfrm>
            <a:off x="7117205" y="2938002"/>
            <a:ext cx="1789112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85800" imgH="203040" progId="Equation.DSMT4">
                    <p:embed/>
                  </p:oleObj>
                </mc:Choice>
                <mc:Fallback>
                  <p:oleObj name="Equation" r:id="rId12" imgW="685800" imgH="203040" progId="Equation.DSMT4">
                    <p:embed/>
                    <p:pic>
                      <p:nvPicPr>
                        <p:cNvPr id="22" name="Object 25">
                          <a:extLst>
                            <a:ext uri="{FF2B5EF4-FFF2-40B4-BE49-F238E27FC236}">
                              <a16:creationId xmlns:a16="http://schemas.microsoft.com/office/drawing/2014/main" id="{2309C13A-821A-4626-9DAA-0F8204C7EC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7205" y="2938002"/>
                          <a:ext cx="1789112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EFFA97B-9CDC-4CC4-B879-B1BDAFBB881D}"/>
                </a:ext>
              </a:extLst>
            </p:cNvPr>
            <p:cNvSpPr/>
            <p:nvPr/>
          </p:nvSpPr>
          <p:spPr>
            <a:xfrm>
              <a:off x="8888874" y="2930441"/>
              <a:ext cx="5437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</a:rPr>
                <a:t>和</a:t>
              </a:r>
              <a:endParaRPr lang="zh-CN" altLang="en-US" dirty="0"/>
            </a:p>
          </p:txBody>
        </p:sp>
        <p:graphicFrame>
          <p:nvGraphicFramePr>
            <p:cNvPr id="26" name="Object 25">
              <a:extLst>
                <a:ext uri="{FF2B5EF4-FFF2-40B4-BE49-F238E27FC236}">
                  <a16:creationId xmlns:a16="http://schemas.microsoft.com/office/drawing/2014/main" id="{F45DE8B6-0D17-4006-9040-6100CF893A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6306414"/>
                </p:ext>
              </p:extLst>
            </p:nvPr>
          </p:nvGraphicFramePr>
          <p:xfrm>
            <a:off x="9393680" y="2930064"/>
            <a:ext cx="1755775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72840" imgH="203040" progId="Equation.DSMT4">
                    <p:embed/>
                  </p:oleObj>
                </mc:Choice>
                <mc:Fallback>
                  <p:oleObj name="Equation" r:id="rId14" imgW="672840" imgH="203040" progId="Equation.DSMT4">
                    <p:embed/>
                    <p:pic>
                      <p:nvPicPr>
                        <p:cNvPr id="24" name="Object 25">
                          <a:extLst>
                            <a:ext uri="{FF2B5EF4-FFF2-40B4-BE49-F238E27FC236}">
                              <a16:creationId xmlns:a16="http://schemas.microsoft.com/office/drawing/2014/main" id="{F37912D0-7AB6-4D25-A00C-EB3D70E745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93680" y="2930064"/>
                          <a:ext cx="1755775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15B7E7E-1653-458A-86B9-31628F558B5D}"/>
              </a:ext>
            </a:extLst>
          </p:cNvPr>
          <p:cNvGrpSpPr/>
          <p:nvPr/>
        </p:nvGrpSpPr>
        <p:grpSpPr>
          <a:xfrm>
            <a:off x="926433" y="2893425"/>
            <a:ext cx="10157639" cy="538560"/>
            <a:chOff x="991816" y="2930064"/>
            <a:chExt cx="10157639" cy="53856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371BA62-03CB-4F13-AD2B-0FAF38AA4AD2}"/>
                </a:ext>
              </a:extLst>
            </p:cNvPr>
            <p:cNvSpPr/>
            <p:nvPr/>
          </p:nvSpPr>
          <p:spPr>
            <a:xfrm>
              <a:off x="991816" y="2945404"/>
              <a:ext cx="62889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</a:rPr>
                <a:t>可以确定两个具有连续偏导数的隐函数</a:t>
              </a:r>
              <a:endParaRPr lang="zh-CN" altLang="en-US" dirty="0"/>
            </a:p>
          </p:txBody>
        </p:sp>
        <p:graphicFrame>
          <p:nvGraphicFramePr>
            <p:cNvPr id="31" name="Object 25">
              <a:extLst>
                <a:ext uri="{FF2B5EF4-FFF2-40B4-BE49-F238E27FC236}">
                  <a16:creationId xmlns:a16="http://schemas.microsoft.com/office/drawing/2014/main" id="{9FDF298F-7D23-4C63-865F-D666421A84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6370076"/>
                </p:ext>
              </p:extLst>
            </p:nvPr>
          </p:nvGraphicFramePr>
          <p:xfrm>
            <a:off x="7117205" y="2938002"/>
            <a:ext cx="1789112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85800" imgH="203040" progId="Equation.DSMT4">
                    <p:embed/>
                  </p:oleObj>
                </mc:Choice>
                <mc:Fallback>
                  <p:oleObj name="Equation" r:id="rId16" imgW="685800" imgH="203040" progId="Equation.DSMT4">
                    <p:embed/>
                    <p:pic>
                      <p:nvPicPr>
                        <p:cNvPr id="24" name="Object 25">
                          <a:extLst>
                            <a:ext uri="{FF2B5EF4-FFF2-40B4-BE49-F238E27FC236}">
                              <a16:creationId xmlns:a16="http://schemas.microsoft.com/office/drawing/2014/main" id="{F37912D0-7AB6-4D25-A00C-EB3D70E745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7205" y="2938002"/>
                          <a:ext cx="1789112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8A4FA1A-9D2D-424A-BB5D-4CD3114B4AB8}"/>
                </a:ext>
              </a:extLst>
            </p:cNvPr>
            <p:cNvSpPr/>
            <p:nvPr/>
          </p:nvSpPr>
          <p:spPr>
            <a:xfrm>
              <a:off x="8888874" y="2930441"/>
              <a:ext cx="5437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</a:rPr>
                <a:t>和</a:t>
              </a:r>
              <a:endParaRPr lang="zh-CN" altLang="en-US" dirty="0"/>
            </a:p>
          </p:txBody>
        </p:sp>
        <p:graphicFrame>
          <p:nvGraphicFramePr>
            <p:cNvPr id="33" name="Object 25">
              <a:extLst>
                <a:ext uri="{FF2B5EF4-FFF2-40B4-BE49-F238E27FC236}">
                  <a16:creationId xmlns:a16="http://schemas.microsoft.com/office/drawing/2014/main" id="{59EC00FC-AD3E-4D74-B436-C4C88ED64A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1443497"/>
                </p:ext>
              </p:extLst>
            </p:nvPr>
          </p:nvGraphicFramePr>
          <p:xfrm>
            <a:off x="9393680" y="2930064"/>
            <a:ext cx="1755775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72840" imgH="203040" progId="Equation.DSMT4">
                    <p:embed/>
                  </p:oleObj>
                </mc:Choice>
                <mc:Fallback>
                  <p:oleObj name="Equation" r:id="rId18" imgW="672840" imgH="203040" progId="Equation.DSMT4">
                    <p:embed/>
                    <p:pic>
                      <p:nvPicPr>
                        <p:cNvPr id="26" name="Object 25">
                          <a:extLst>
                            <a:ext uri="{FF2B5EF4-FFF2-40B4-BE49-F238E27FC236}">
                              <a16:creationId xmlns:a16="http://schemas.microsoft.com/office/drawing/2014/main" id="{F45DE8B6-0D17-4006-9040-6100CF893A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93680" y="2930064"/>
                          <a:ext cx="1755775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9772F53-33EB-4B08-A093-C75B7273372A}"/>
              </a:ext>
            </a:extLst>
          </p:cNvPr>
          <p:cNvGrpSpPr/>
          <p:nvPr/>
        </p:nvGrpSpPr>
        <p:grpSpPr>
          <a:xfrm>
            <a:off x="953344" y="4535488"/>
            <a:ext cx="10175031" cy="539345"/>
            <a:chOff x="991816" y="2929279"/>
            <a:chExt cx="10175031" cy="539345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E9DF274-54CB-4FB6-A1E6-9020889B3146}"/>
                </a:ext>
              </a:extLst>
            </p:cNvPr>
            <p:cNvSpPr/>
            <p:nvPr/>
          </p:nvSpPr>
          <p:spPr>
            <a:xfrm>
              <a:off x="991816" y="2945404"/>
              <a:ext cx="62889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</a:rPr>
                <a:t>可以确定两个具有连续偏导数的隐函数</a:t>
              </a:r>
              <a:endParaRPr lang="zh-CN" altLang="en-US" dirty="0"/>
            </a:p>
          </p:txBody>
        </p:sp>
        <p:graphicFrame>
          <p:nvGraphicFramePr>
            <p:cNvPr id="36" name="Object 25">
              <a:extLst>
                <a:ext uri="{FF2B5EF4-FFF2-40B4-BE49-F238E27FC236}">
                  <a16:creationId xmlns:a16="http://schemas.microsoft.com/office/drawing/2014/main" id="{887D39ED-E17D-4F7C-AA41-07E9228B78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5379278"/>
                </p:ext>
              </p:extLst>
            </p:nvPr>
          </p:nvGraphicFramePr>
          <p:xfrm>
            <a:off x="7117205" y="2938002"/>
            <a:ext cx="1789112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85800" imgH="203040" progId="Equation.DSMT4">
                    <p:embed/>
                  </p:oleObj>
                </mc:Choice>
                <mc:Fallback>
                  <p:oleObj name="Equation" r:id="rId20" imgW="685800" imgH="203040" progId="Equation.DSMT4">
                    <p:embed/>
                    <p:pic>
                      <p:nvPicPr>
                        <p:cNvPr id="24" name="Object 25">
                          <a:extLst>
                            <a:ext uri="{FF2B5EF4-FFF2-40B4-BE49-F238E27FC236}">
                              <a16:creationId xmlns:a16="http://schemas.microsoft.com/office/drawing/2014/main" id="{F37912D0-7AB6-4D25-A00C-EB3D70E745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7205" y="2938002"/>
                          <a:ext cx="1789112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2B8FF96-AA5B-4E9D-9364-8086F1419334}"/>
                </a:ext>
              </a:extLst>
            </p:cNvPr>
            <p:cNvSpPr/>
            <p:nvPr/>
          </p:nvSpPr>
          <p:spPr>
            <a:xfrm>
              <a:off x="8888874" y="2930441"/>
              <a:ext cx="5437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ea typeface="楷体_GB2312"/>
                </a:rPr>
                <a:t>和</a:t>
              </a:r>
              <a:endParaRPr lang="zh-CN" altLang="en-US" dirty="0"/>
            </a:p>
          </p:txBody>
        </p:sp>
        <p:graphicFrame>
          <p:nvGraphicFramePr>
            <p:cNvPr id="38" name="Object 25">
              <a:extLst>
                <a:ext uri="{FF2B5EF4-FFF2-40B4-BE49-F238E27FC236}">
                  <a16:creationId xmlns:a16="http://schemas.microsoft.com/office/drawing/2014/main" id="{B27D2DFC-DA2D-4F97-BC0E-C4255C756D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8784995"/>
                </p:ext>
              </p:extLst>
            </p:nvPr>
          </p:nvGraphicFramePr>
          <p:xfrm>
            <a:off x="9377735" y="2929279"/>
            <a:ext cx="1789112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85800" imgH="203040" progId="Equation.DSMT4">
                    <p:embed/>
                  </p:oleObj>
                </mc:Choice>
                <mc:Fallback>
                  <p:oleObj name="Equation" r:id="rId22" imgW="685800" imgH="203040" progId="Equation.DSMT4">
                    <p:embed/>
                    <p:pic>
                      <p:nvPicPr>
                        <p:cNvPr id="26" name="Object 25">
                          <a:extLst>
                            <a:ext uri="{FF2B5EF4-FFF2-40B4-BE49-F238E27FC236}">
                              <a16:creationId xmlns:a16="http://schemas.microsoft.com/office/drawing/2014/main" id="{F45DE8B6-0D17-4006-9040-6100CF893A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7735" y="2929279"/>
                          <a:ext cx="1789112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043C238-3A0C-411B-B31E-2462505D94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5544" y="400472"/>
            <a:ext cx="2743200" cy="6858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ea typeface="楷体_GB2312"/>
                <a:cs typeface="楷体_GB2312"/>
              </a:rPr>
              <a:t>例</a:t>
            </a:r>
            <a:r>
              <a:rPr lang="en-US" altLang="zh-CN" sz="2800" b="1">
                <a:ea typeface="楷体_GB2312"/>
                <a:cs typeface="楷体_GB2312"/>
              </a:rPr>
              <a:t>1</a:t>
            </a:r>
            <a:r>
              <a:rPr lang="en-US" altLang="zh-CN" sz="2800">
                <a:ea typeface="楷体_GB2312"/>
                <a:cs typeface="楷体_GB2312"/>
              </a:rPr>
              <a:t>. </a:t>
            </a:r>
            <a:r>
              <a:rPr lang="zh-CN" altLang="en-US" sz="2800">
                <a:solidFill>
                  <a:schemeClr val="tx1"/>
                </a:solidFill>
                <a:ea typeface="楷体_GB2312"/>
                <a:cs typeface="楷体_GB2312"/>
              </a:rPr>
              <a:t>验证方程</a:t>
            </a:r>
            <a:endParaRPr lang="zh-CN" altLang="en-US" sz="2800">
              <a:ea typeface="楷体_GB2312"/>
              <a:cs typeface="楷体_GB2312"/>
            </a:endParaRPr>
          </a:p>
        </p:txBody>
      </p:sp>
      <p:graphicFrame>
        <p:nvGraphicFramePr>
          <p:cNvPr id="13315" name="Object 3">
            <a:extLst>
              <a:ext uri="{FF2B5EF4-FFF2-40B4-BE49-F238E27FC236}">
                <a16:creationId xmlns:a16="http://schemas.microsoft.com/office/drawing/2014/main" id="{C48B09B4-EAB2-40CE-AE9A-8520E7126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358599"/>
              </p:ext>
            </p:extLst>
          </p:nvPr>
        </p:nvGraphicFramePr>
        <p:xfrm>
          <a:off x="2417636" y="429048"/>
          <a:ext cx="317430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28600" progId="Equation.DSMT4">
                  <p:embed/>
                </p:oleObj>
              </mc:Choice>
              <mc:Fallback>
                <p:oleObj name="Equation" r:id="rId2" imgW="130788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636" y="429048"/>
                        <a:ext cx="317430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>
            <a:extLst>
              <a:ext uri="{FF2B5EF4-FFF2-40B4-BE49-F238E27FC236}">
                <a16:creationId xmlns:a16="http://schemas.microsoft.com/office/drawing/2014/main" id="{5740DF98-D2E2-4FC6-AFE4-64670784E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944" y="476672"/>
            <a:ext cx="5897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在点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(0,0)</a:t>
            </a: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某邻域可确定一个单值可导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9B289989-3E9C-4D72-9FC1-35D6ACDFE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857" y="1159297"/>
            <a:ext cx="1444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隐函数</a:t>
            </a:r>
            <a:endParaRPr kumimoji="1" lang="zh-CN" altLang="en-US" sz="280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13318" name="Object 6">
            <a:extLst>
              <a:ext uri="{FF2B5EF4-FFF2-40B4-BE49-F238E27FC236}">
                <a16:creationId xmlns:a16="http://schemas.microsoft.com/office/drawing/2014/main" id="{CDCCC5E9-DD91-4E2B-B064-DDE7C7F61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89461"/>
              </p:ext>
            </p:extLst>
          </p:nvPr>
        </p:nvGraphicFramePr>
        <p:xfrm>
          <a:off x="2070869" y="1225972"/>
          <a:ext cx="14938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5024" imgH="387581" progId="Equation.3">
                  <p:embed/>
                </p:oleObj>
              </mc:Choice>
              <mc:Fallback>
                <p:oleObj name="Equation" r:id="rId4" imgW="1435024" imgH="38758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869" y="1225972"/>
                        <a:ext cx="14938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Object 7">
            <a:extLst>
              <a:ext uri="{FF2B5EF4-FFF2-40B4-BE49-F238E27FC236}">
                <a16:creationId xmlns:a16="http://schemas.microsoft.com/office/drawing/2014/main" id="{C9B320F2-E4A8-4864-880E-F58917C093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940154"/>
              </p:ext>
            </p:extLst>
          </p:nvPr>
        </p:nvGraphicFramePr>
        <p:xfrm>
          <a:off x="4460057" y="970385"/>
          <a:ext cx="31527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38403" imgH="1034935" progId="Equation.3">
                  <p:embed/>
                </p:oleObj>
              </mc:Choice>
              <mc:Fallback>
                <p:oleObj name="Equation" r:id="rId6" imgW="3238403" imgH="10349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057" y="970385"/>
                        <a:ext cx="31527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4" name="Text Box 32">
            <a:extLst>
              <a:ext uri="{FF2B5EF4-FFF2-40B4-BE49-F238E27FC236}">
                <a16:creationId xmlns:a16="http://schemas.microsoft.com/office/drawing/2014/main" id="{18F32309-4974-4296-B51C-0D822F491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819" y="1178347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并求</a:t>
            </a:r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E5F2EA59-31CB-49DD-830F-3F981C8BF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96" y="2264685"/>
            <a:ext cx="15240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例</a:t>
            </a:r>
            <a:r>
              <a:rPr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2</a:t>
            </a:r>
            <a:r>
              <a:rPr lang="en-US" altLang="zh-CN" sz="2800">
                <a:solidFill>
                  <a:schemeClr val="tx2"/>
                </a:solidFill>
                <a:ea typeface="楷体_GB2312"/>
                <a:cs typeface="楷体_GB2312"/>
              </a:rPr>
              <a:t>. </a:t>
            </a:r>
            <a:r>
              <a:rPr lang="zh-CN" altLang="en-US" sz="2800">
                <a:ea typeface="楷体_GB2312"/>
                <a:cs typeface="楷体_GB2312"/>
              </a:rPr>
              <a:t>设</a:t>
            </a:r>
            <a:endParaRPr lang="zh-CN" altLang="en-US" sz="2800">
              <a:solidFill>
                <a:schemeClr val="tx2"/>
              </a:solidFill>
              <a:ea typeface="楷体_GB2312"/>
              <a:cs typeface="楷体_GB2312"/>
            </a:endParaRPr>
          </a:p>
        </p:txBody>
      </p:sp>
      <p:graphicFrame>
        <p:nvGraphicFramePr>
          <p:cNvPr id="41" name="Object 24">
            <a:extLst>
              <a:ext uri="{FF2B5EF4-FFF2-40B4-BE49-F238E27FC236}">
                <a16:creationId xmlns:a16="http://schemas.microsoft.com/office/drawing/2014/main" id="{A0DB2585-9BD6-4625-A075-684A9BE96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12283"/>
              </p:ext>
            </p:extLst>
          </p:nvPr>
        </p:nvGraphicFramePr>
        <p:xfrm>
          <a:off x="1315996" y="2264685"/>
          <a:ext cx="3236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25951" imgH="501881" progId="Equation.3">
                  <p:embed/>
                </p:oleObj>
              </mc:Choice>
              <mc:Fallback>
                <p:oleObj name="Equation" r:id="rId8" imgW="3225951" imgH="501881" progId="Equation.3">
                  <p:embed/>
                  <p:pic>
                    <p:nvPicPr>
                      <p:cNvPr id="20490" name="Object 24">
                        <a:extLst>
                          <a:ext uri="{FF2B5EF4-FFF2-40B4-BE49-F238E27FC236}">
                            <a16:creationId xmlns:a16="http://schemas.microsoft.com/office/drawing/2014/main" id="{FBADF3B4-7904-4117-AC7B-7ECB50CF54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996" y="2264685"/>
                        <a:ext cx="3236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5">
            <a:extLst>
              <a:ext uri="{FF2B5EF4-FFF2-40B4-BE49-F238E27FC236}">
                <a16:creationId xmlns:a16="http://schemas.microsoft.com/office/drawing/2014/main" id="{8A11CD52-FE08-4913-A0FF-D05B1E5530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542924"/>
              </p:ext>
            </p:extLst>
          </p:nvPr>
        </p:nvGraphicFramePr>
        <p:xfrm>
          <a:off x="4592596" y="2067835"/>
          <a:ext cx="11366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30484" imgH="1034935" progId="Equation.3">
                  <p:embed/>
                </p:oleObj>
              </mc:Choice>
              <mc:Fallback>
                <p:oleObj name="Equation" r:id="rId10" imgW="1130484" imgH="1034935" progId="Equation.3">
                  <p:embed/>
                  <p:pic>
                    <p:nvPicPr>
                      <p:cNvPr id="20491" name="Object 25">
                        <a:extLst>
                          <a:ext uri="{FF2B5EF4-FFF2-40B4-BE49-F238E27FC236}">
                            <a16:creationId xmlns:a16="http://schemas.microsoft.com/office/drawing/2014/main" id="{DA26E2B9-5AFD-4B0B-A1DA-92A11B4A95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596" y="2067835"/>
                        <a:ext cx="11366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2">
            <a:extLst>
              <a:ext uri="{FF2B5EF4-FFF2-40B4-BE49-F238E27FC236}">
                <a16:creationId xmlns:a16="http://schemas.microsoft.com/office/drawing/2014/main" id="{8695FDB5-5BFF-4111-B799-8A0ABAEC8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57" y="3393127"/>
            <a:ext cx="15240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800" b="1" kern="0" dirty="0">
                <a:solidFill>
                  <a:schemeClr val="tx2"/>
                </a:solidFill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lang="en-US" altLang="zh-CN" sz="2800" b="1" kern="0" dirty="0">
                <a:solidFill>
                  <a:schemeClr val="tx2"/>
                </a:solidFill>
                <a:latin typeface="+mj-lt"/>
                <a:ea typeface="楷体_GB2312" pitchFamily="49" charset="-122"/>
                <a:cs typeface="+mj-cs"/>
              </a:rPr>
              <a:t>3</a:t>
            </a:r>
            <a:r>
              <a:rPr lang="en-US" altLang="zh-CN" sz="2800" kern="0" dirty="0">
                <a:solidFill>
                  <a:schemeClr val="tx2"/>
                </a:solidFill>
                <a:latin typeface="+mj-lt"/>
                <a:ea typeface="楷体_GB2312" pitchFamily="49" charset="-122"/>
                <a:cs typeface="+mj-cs"/>
              </a:rPr>
              <a:t>. </a:t>
            </a:r>
            <a:r>
              <a:rPr lang="zh-CN" altLang="en-US" sz="2800" kern="0" dirty="0">
                <a:latin typeface="+mj-lt"/>
                <a:ea typeface="楷体_GB2312" pitchFamily="49" charset="-122"/>
                <a:cs typeface="+mj-cs"/>
              </a:rPr>
              <a:t>设</a:t>
            </a:r>
            <a:endParaRPr lang="zh-CN" altLang="en-US" sz="2800" kern="0" dirty="0">
              <a:solidFill>
                <a:schemeClr val="tx2"/>
              </a:solidFill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48" name="Object 3">
            <a:extLst>
              <a:ext uri="{FF2B5EF4-FFF2-40B4-BE49-F238E27FC236}">
                <a16:creationId xmlns:a16="http://schemas.microsoft.com/office/drawing/2014/main" id="{EDB26180-DBDB-4BCD-99FD-9F6118E46C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007348"/>
              </p:ext>
            </p:extLst>
          </p:nvPr>
        </p:nvGraphicFramePr>
        <p:xfrm>
          <a:off x="1309307" y="3367727"/>
          <a:ext cx="31686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2935" imgH="196908" progId="Equation.3">
                  <p:embed/>
                </p:oleObj>
              </mc:Choice>
              <mc:Fallback>
                <p:oleObj name="公式" r:id="rId12" imgW="1142935" imgH="196908" progId="Equation.3">
                  <p:embed/>
                  <p:pic>
                    <p:nvPicPr>
                      <p:cNvPr id="23555" name="Object 3">
                        <a:extLst>
                          <a:ext uri="{FF2B5EF4-FFF2-40B4-BE49-F238E27FC236}">
                            <a16:creationId xmlns:a16="http://schemas.microsoft.com/office/drawing/2014/main" id="{3C4DD2D3-FBD3-426E-A00C-6C88914D4A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307" y="3367727"/>
                        <a:ext cx="31686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7">
            <a:extLst>
              <a:ext uri="{FF2B5EF4-FFF2-40B4-BE49-F238E27FC236}">
                <a16:creationId xmlns:a16="http://schemas.microsoft.com/office/drawing/2014/main" id="{FB16C8F2-5E55-41DA-9EA9-2FCF1F823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111246"/>
              </p:ext>
            </p:extLst>
          </p:nvPr>
        </p:nvGraphicFramePr>
        <p:xfrm>
          <a:off x="9283320" y="3084357"/>
          <a:ext cx="2429304" cy="1113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33337" imgH="425508" progId="Equation.DSMT4">
                  <p:embed/>
                </p:oleObj>
              </mc:Choice>
              <mc:Fallback>
                <p:oleObj name="Equation" r:id="rId14" imgW="933337" imgH="425508" progId="Equation.DSMT4">
                  <p:embed/>
                  <p:pic>
                    <p:nvPicPr>
                      <p:cNvPr id="23556" name="Object 17">
                        <a:extLst>
                          <a:ext uri="{FF2B5EF4-FFF2-40B4-BE49-F238E27FC236}">
                            <a16:creationId xmlns:a16="http://schemas.microsoft.com/office/drawing/2014/main" id="{0C5DE3AA-BA78-478E-A179-4FBA8C244F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3320" y="3084357"/>
                        <a:ext cx="2429304" cy="1113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3">
            <a:extLst>
              <a:ext uri="{FF2B5EF4-FFF2-40B4-BE49-F238E27FC236}">
                <a16:creationId xmlns:a16="http://schemas.microsoft.com/office/drawing/2014/main" id="{6B2734F5-F558-4DFE-B507-9A3B1C20E5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5231"/>
              </p:ext>
            </p:extLst>
          </p:nvPr>
        </p:nvGraphicFramePr>
        <p:xfrm>
          <a:off x="4617657" y="3264539"/>
          <a:ext cx="466566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88760" imgH="228600" progId="Equation.DSMT4">
                  <p:embed/>
                </p:oleObj>
              </mc:Choice>
              <mc:Fallback>
                <p:oleObj name="Equation" r:id="rId16" imgW="1688760" imgH="228600" progId="Equation.DSMT4">
                  <p:embed/>
                  <p:pic>
                    <p:nvPicPr>
                      <p:cNvPr id="23557" name="Object 3">
                        <a:extLst>
                          <a:ext uri="{FF2B5EF4-FFF2-40B4-BE49-F238E27FC236}">
                            <a16:creationId xmlns:a16="http://schemas.microsoft.com/office/drawing/2014/main" id="{CB65E8FE-CBC7-4D4E-9EF4-0FBC4F8D9E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657" y="3264539"/>
                        <a:ext cx="4665663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043C238-3A0C-411B-B31E-2462505D94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8975" y="165100"/>
            <a:ext cx="2743200" cy="6858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ea typeface="楷体_GB2312"/>
                <a:cs typeface="楷体_GB2312"/>
              </a:rPr>
              <a:t>例</a:t>
            </a:r>
            <a:r>
              <a:rPr lang="en-US" altLang="zh-CN" sz="2800" b="1">
                <a:ea typeface="楷体_GB2312"/>
                <a:cs typeface="楷体_GB2312"/>
              </a:rPr>
              <a:t>1</a:t>
            </a:r>
            <a:r>
              <a:rPr lang="en-US" altLang="zh-CN" sz="2800">
                <a:ea typeface="楷体_GB2312"/>
                <a:cs typeface="楷体_GB2312"/>
              </a:rPr>
              <a:t>. </a:t>
            </a:r>
            <a:r>
              <a:rPr lang="zh-CN" altLang="en-US" sz="2800">
                <a:solidFill>
                  <a:schemeClr val="tx1"/>
                </a:solidFill>
                <a:ea typeface="楷体_GB2312"/>
                <a:cs typeface="楷体_GB2312"/>
              </a:rPr>
              <a:t>验证方程</a:t>
            </a:r>
            <a:endParaRPr lang="zh-CN" altLang="en-US" sz="2800">
              <a:ea typeface="楷体_GB2312"/>
              <a:cs typeface="楷体_GB2312"/>
            </a:endParaRPr>
          </a:p>
        </p:txBody>
      </p:sp>
      <p:graphicFrame>
        <p:nvGraphicFramePr>
          <p:cNvPr id="13315" name="Object 3">
            <a:extLst>
              <a:ext uri="{FF2B5EF4-FFF2-40B4-BE49-F238E27FC236}">
                <a16:creationId xmlns:a16="http://schemas.microsoft.com/office/drawing/2014/main" id="{C48B09B4-EAB2-40CE-AE9A-8520E71264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1067" y="193676"/>
          <a:ext cx="317430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28600" progId="Equation.DSMT4">
                  <p:embed/>
                </p:oleObj>
              </mc:Choice>
              <mc:Fallback>
                <p:oleObj name="Equation" r:id="rId2" imgW="1307880" imgH="228600" progId="Equation.DSMT4">
                  <p:embed/>
                  <p:pic>
                    <p:nvPicPr>
                      <p:cNvPr id="13315" name="Object 3">
                        <a:extLst>
                          <a:ext uri="{FF2B5EF4-FFF2-40B4-BE49-F238E27FC236}">
                            <a16:creationId xmlns:a16="http://schemas.microsoft.com/office/drawing/2014/main" id="{C48B09B4-EAB2-40CE-AE9A-8520E71264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067" y="193676"/>
                        <a:ext cx="317430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>
            <a:extLst>
              <a:ext uri="{FF2B5EF4-FFF2-40B4-BE49-F238E27FC236}">
                <a16:creationId xmlns:a16="http://schemas.microsoft.com/office/drawing/2014/main" id="{5740DF98-D2E2-4FC6-AFE4-64670784E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5" y="241300"/>
            <a:ext cx="5897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在点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(0,0)</a:t>
            </a: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某邻域可确定一个单值可导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9B289989-3E9C-4D72-9FC1-35D6ACDFE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288" y="923925"/>
            <a:ext cx="1444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隐函数</a:t>
            </a:r>
            <a:endParaRPr kumimoji="1" lang="zh-CN" altLang="en-US" sz="280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13318" name="Object 6">
            <a:extLst>
              <a:ext uri="{FF2B5EF4-FFF2-40B4-BE49-F238E27FC236}">
                <a16:creationId xmlns:a16="http://schemas.microsoft.com/office/drawing/2014/main" id="{CDCCC5E9-DD91-4E2B-B064-DDE7C7F61D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4300" y="990600"/>
          <a:ext cx="14938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5024" imgH="387581" progId="Equation.3">
                  <p:embed/>
                </p:oleObj>
              </mc:Choice>
              <mc:Fallback>
                <p:oleObj name="Equation" r:id="rId4" imgW="1435024" imgH="387581" progId="Equation.3">
                  <p:embed/>
                  <p:pic>
                    <p:nvPicPr>
                      <p:cNvPr id="13318" name="Object 6">
                        <a:extLst>
                          <a:ext uri="{FF2B5EF4-FFF2-40B4-BE49-F238E27FC236}">
                            <a16:creationId xmlns:a16="http://schemas.microsoft.com/office/drawing/2014/main" id="{CDCCC5E9-DD91-4E2B-B064-DDE7C7F61D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990600"/>
                        <a:ext cx="14938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Object 7">
            <a:extLst>
              <a:ext uri="{FF2B5EF4-FFF2-40B4-BE49-F238E27FC236}">
                <a16:creationId xmlns:a16="http://schemas.microsoft.com/office/drawing/2014/main" id="{C9B320F2-E4A8-4864-880E-F58917C09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3488" y="735013"/>
          <a:ext cx="31527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38403" imgH="1034935" progId="Equation.3">
                  <p:embed/>
                </p:oleObj>
              </mc:Choice>
              <mc:Fallback>
                <p:oleObj name="Equation" r:id="rId6" imgW="3238403" imgH="1034935" progId="Equation.3">
                  <p:embed/>
                  <p:pic>
                    <p:nvPicPr>
                      <p:cNvPr id="113671" name="Object 7">
                        <a:extLst>
                          <a:ext uri="{FF2B5EF4-FFF2-40B4-BE49-F238E27FC236}">
                            <a16:creationId xmlns:a16="http://schemas.microsoft.com/office/drawing/2014/main" id="{C9B320F2-E4A8-4864-880E-F58917C093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735013"/>
                        <a:ext cx="31527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2" name="Text Box 8">
            <a:extLst>
              <a:ext uri="{FF2B5EF4-FFF2-40B4-BE49-F238E27FC236}">
                <a16:creationId xmlns:a16="http://schemas.microsoft.com/office/drawing/2014/main" id="{BCC966DC-AECB-4B6B-8A4E-2DC24E787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96532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令</a:t>
            </a:r>
          </a:p>
        </p:txBody>
      </p:sp>
      <p:graphicFrame>
        <p:nvGraphicFramePr>
          <p:cNvPr id="113673" name="Object 9">
            <a:extLst>
              <a:ext uri="{FF2B5EF4-FFF2-40B4-BE49-F238E27FC236}">
                <a16:creationId xmlns:a16="http://schemas.microsoft.com/office/drawing/2014/main" id="{F64C6230-904B-432A-ADEF-F23026B4B6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8424" y="1914111"/>
          <a:ext cx="412649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880" imgH="228600" progId="Equation.DSMT4">
                  <p:embed/>
                </p:oleObj>
              </mc:Choice>
              <mc:Fallback>
                <p:oleObj name="Equation" r:id="rId8" imgW="1739880" imgH="228600" progId="Equation.DSMT4">
                  <p:embed/>
                  <p:pic>
                    <p:nvPicPr>
                      <p:cNvPr id="113673" name="Object 9">
                        <a:extLst>
                          <a:ext uri="{FF2B5EF4-FFF2-40B4-BE49-F238E27FC236}">
                            <a16:creationId xmlns:a16="http://schemas.microsoft.com/office/drawing/2014/main" id="{F64C6230-904B-432A-ADEF-F23026B4B6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424" y="1914111"/>
                        <a:ext cx="412649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4" name="Object 10">
            <a:extLst>
              <a:ext uri="{FF2B5EF4-FFF2-40B4-BE49-F238E27FC236}">
                <a16:creationId xmlns:a16="http://schemas.microsoft.com/office/drawing/2014/main" id="{C82AF779-D7EA-421C-B49A-C37CB5854A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9213" y="3284538"/>
          <a:ext cx="17446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270" imgH="387581" progId="Equation.3">
                  <p:embed/>
                </p:oleObj>
              </mc:Choice>
              <mc:Fallback>
                <p:oleObj name="Equation" r:id="rId10" imgW="1676270" imgH="387581" progId="Equation.3">
                  <p:embed/>
                  <p:pic>
                    <p:nvPicPr>
                      <p:cNvPr id="113674" name="Object 10">
                        <a:extLst>
                          <a:ext uri="{FF2B5EF4-FFF2-40B4-BE49-F238E27FC236}">
                            <a16:creationId xmlns:a16="http://schemas.microsoft.com/office/drawing/2014/main" id="{C82AF779-D7EA-421C-B49A-C37CB5854A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3284538"/>
                        <a:ext cx="174466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5" name="Object 11">
            <a:extLst>
              <a:ext uri="{FF2B5EF4-FFF2-40B4-BE49-F238E27FC236}">
                <a16:creationId xmlns:a16="http://schemas.microsoft.com/office/drawing/2014/main" id="{C9496C96-54F6-4AAF-B422-9D178A4157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3199" y="2550699"/>
          <a:ext cx="1860981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560" imgH="241200" progId="Equation.DSMT4">
                  <p:embed/>
                </p:oleObj>
              </mc:Choice>
              <mc:Fallback>
                <p:oleObj name="Equation" r:id="rId12" imgW="736560" imgH="241200" progId="Equation.DSMT4">
                  <p:embed/>
                  <p:pic>
                    <p:nvPicPr>
                      <p:cNvPr id="113675" name="Object 11">
                        <a:extLst>
                          <a:ext uri="{FF2B5EF4-FFF2-40B4-BE49-F238E27FC236}">
                            <a16:creationId xmlns:a16="http://schemas.microsoft.com/office/drawing/2014/main" id="{C9496C96-54F6-4AAF-B422-9D178A415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199" y="2550699"/>
                        <a:ext cx="1860981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6" name="Text Box 12">
            <a:extLst>
              <a:ext uri="{FF2B5EF4-FFF2-40B4-BE49-F238E27FC236}">
                <a16:creationId xmlns:a16="http://schemas.microsoft.com/office/drawing/2014/main" id="{A8B1D338-6238-4EBD-A273-E31A436D1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13" y="2597150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连续 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</a:p>
        </p:txBody>
      </p:sp>
      <p:sp>
        <p:nvSpPr>
          <p:cNvPr id="113677" name="Text Box 13">
            <a:extLst>
              <a:ext uri="{FF2B5EF4-FFF2-40B4-BE49-F238E27FC236}">
                <a16:creationId xmlns:a16="http://schemas.microsoft.com/office/drawing/2014/main" id="{C7FD39EF-F431-4341-9625-A3A35B67F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588" y="431323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由 定理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1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可知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</a:p>
        </p:txBody>
      </p:sp>
      <p:graphicFrame>
        <p:nvGraphicFramePr>
          <p:cNvPr id="113678" name="Object 14">
            <a:extLst>
              <a:ext uri="{FF2B5EF4-FFF2-40B4-BE49-F238E27FC236}">
                <a16:creationId xmlns:a16="http://schemas.microsoft.com/office/drawing/2014/main" id="{62AE6237-1C84-4B65-AB6A-EBB148592B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5413" y="3803650"/>
          <a:ext cx="16891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427" imgH="482658" progId="Equation.3">
                  <p:embed/>
                </p:oleObj>
              </mc:Choice>
              <mc:Fallback>
                <p:oleObj name="Equation" r:id="rId14" imgW="1625427" imgH="482658" progId="Equation.3">
                  <p:embed/>
                  <p:pic>
                    <p:nvPicPr>
                      <p:cNvPr id="113678" name="Object 14">
                        <a:extLst>
                          <a:ext uri="{FF2B5EF4-FFF2-40B4-BE49-F238E27FC236}">
                            <a16:creationId xmlns:a16="http://schemas.microsoft.com/office/drawing/2014/main" id="{62AE6237-1C84-4B65-AB6A-EBB148592B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3803650"/>
                        <a:ext cx="16891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9" name="Object 15">
            <a:extLst>
              <a:ext uri="{FF2B5EF4-FFF2-40B4-BE49-F238E27FC236}">
                <a16:creationId xmlns:a16="http://schemas.microsoft.com/office/drawing/2014/main" id="{6D667D74-87A2-411A-BBA6-293E70316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4525" y="3843338"/>
          <a:ext cx="5207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95462" imgH="304973" progId="Equation.3">
                  <p:embed/>
                </p:oleObj>
              </mc:Choice>
              <mc:Fallback>
                <p:oleObj name="Equation" r:id="rId16" imgW="495462" imgH="304973" progId="Equation.3">
                  <p:embed/>
                  <p:pic>
                    <p:nvPicPr>
                      <p:cNvPr id="113679" name="Object 15">
                        <a:extLst>
                          <a:ext uri="{FF2B5EF4-FFF2-40B4-BE49-F238E27FC236}">
                            <a16:creationId xmlns:a16="http://schemas.microsoft.com/office/drawing/2014/main" id="{6D667D74-87A2-411A-BBA6-293E703163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3843338"/>
                        <a:ext cx="5207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0" name="Text Box 16">
            <a:extLst>
              <a:ext uri="{FF2B5EF4-FFF2-40B4-BE49-F238E27FC236}">
                <a16:creationId xmlns:a16="http://schemas.microsoft.com/office/drawing/2014/main" id="{925DC6B0-9856-48E9-9816-F66C0E32F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252095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①</a:t>
            </a:r>
            <a:endParaRPr kumimoji="1" lang="en-US" altLang="zh-CN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13681" name="Object 17">
            <a:extLst>
              <a:ext uri="{FF2B5EF4-FFF2-40B4-BE49-F238E27FC236}">
                <a16:creationId xmlns:a16="http://schemas.microsoft.com/office/drawing/2014/main" id="{299071AF-1C68-434C-940A-1D013E404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5013" y="4922838"/>
          <a:ext cx="14954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35024" imgH="387581" progId="Equation.3">
                  <p:embed/>
                </p:oleObj>
              </mc:Choice>
              <mc:Fallback>
                <p:oleObj name="Equation" r:id="rId18" imgW="1435024" imgH="387581" progId="Equation.3">
                  <p:embed/>
                  <p:pic>
                    <p:nvPicPr>
                      <p:cNvPr id="113681" name="Object 17">
                        <a:extLst>
                          <a:ext uri="{FF2B5EF4-FFF2-40B4-BE49-F238E27FC236}">
                            <a16:creationId xmlns:a16="http://schemas.microsoft.com/office/drawing/2014/main" id="{299071AF-1C68-434C-940A-1D013E4041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013" y="4922838"/>
                        <a:ext cx="14954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2" name="Text Box 18">
            <a:extLst>
              <a:ext uri="{FF2B5EF4-FFF2-40B4-BE49-F238E27FC236}">
                <a16:creationId xmlns:a16="http://schemas.microsoft.com/office/drawing/2014/main" id="{E813AD6A-7BD7-40E8-8C77-50A06C651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2" y="4327007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导的隐函数 </a:t>
            </a:r>
          </a:p>
        </p:txBody>
      </p:sp>
      <p:sp>
        <p:nvSpPr>
          <p:cNvPr id="113683" name="Text Box 19">
            <a:extLst>
              <a:ext uri="{FF2B5EF4-FFF2-40B4-BE49-F238E27FC236}">
                <a16:creationId xmlns:a16="http://schemas.microsoft.com/office/drawing/2014/main" id="{D2A6A16D-B3EE-489E-81C3-DC0BD6694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9213" y="196532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则</a:t>
            </a:r>
          </a:p>
        </p:txBody>
      </p:sp>
      <p:graphicFrame>
        <p:nvGraphicFramePr>
          <p:cNvPr id="113684" name="Object 20">
            <a:extLst>
              <a:ext uri="{FF2B5EF4-FFF2-40B4-BE49-F238E27FC236}">
                <a16:creationId xmlns:a16="http://schemas.microsoft.com/office/drawing/2014/main" id="{3C9FF315-FB0F-472F-ABE8-621DADB712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8013" y="2659063"/>
          <a:ext cx="22542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71732" imgH="482658" progId="Equation.3">
                  <p:embed/>
                </p:oleObj>
              </mc:Choice>
              <mc:Fallback>
                <p:oleObj name="Equation" r:id="rId20" imgW="2171732" imgH="482658" progId="Equation.3">
                  <p:embed/>
                  <p:pic>
                    <p:nvPicPr>
                      <p:cNvPr id="113684" name="Object 20">
                        <a:extLst>
                          <a:ext uri="{FF2B5EF4-FFF2-40B4-BE49-F238E27FC236}">
                            <a16:creationId xmlns:a16="http://schemas.microsoft.com/office/drawing/2014/main" id="{3C9FF315-FB0F-472F-ABE8-621DADB712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2659063"/>
                        <a:ext cx="22542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5" name="Text Box 21">
            <a:extLst>
              <a:ext uri="{FF2B5EF4-FFF2-40B4-BE49-F238E27FC236}">
                <a16:creationId xmlns:a16="http://schemas.microsoft.com/office/drawing/2014/main" id="{8F325B5D-AA5D-42C3-9888-CADEE330C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31623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②</a:t>
            </a:r>
            <a:endParaRPr kumimoji="1" lang="en-US" altLang="zh-CN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3686" name="Text Box 22">
            <a:extLst>
              <a:ext uri="{FF2B5EF4-FFF2-40B4-BE49-F238E27FC236}">
                <a16:creationId xmlns:a16="http://schemas.microsoft.com/office/drawing/2014/main" id="{DDB869C8-05D7-45B2-8807-DF131295B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375761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③</a:t>
            </a:r>
            <a:endParaRPr kumimoji="1" lang="en-US" altLang="zh-CN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3687" name="Text Box 23">
            <a:extLst>
              <a:ext uri="{FF2B5EF4-FFF2-40B4-BE49-F238E27FC236}">
                <a16:creationId xmlns:a16="http://schemas.microsoft.com/office/drawing/2014/main" id="{45F6BD99-BACD-43C5-826F-37DE5D9D5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788" y="4313238"/>
            <a:ext cx="5737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在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/>
                <a:cs typeface="楷体_GB2312"/>
              </a:rPr>
              <a:t>x = 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的某邻域内方程存在单值可</a:t>
            </a:r>
          </a:p>
        </p:txBody>
      </p:sp>
      <p:sp>
        <p:nvSpPr>
          <p:cNvPr id="113688" name="Text Box 24">
            <a:extLst>
              <a:ext uri="{FF2B5EF4-FFF2-40B4-BE49-F238E27FC236}">
                <a16:creationId xmlns:a16="http://schemas.microsoft.com/office/drawing/2014/main" id="{2B5BCA34-C630-4919-ACA8-EB1AF62EF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013" y="4900613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且</a:t>
            </a:r>
          </a:p>
        </p:txBody>
      </p:sp>
      <p:sp>
        <p:nvSpPr>
          <p:cNvPr id="13344" name="Text Box 32">
            <a:extLst>
              <a:ext uri="{FF2B5EF4-FFF2-40B4-BE49-F238E27FC236}">
                <a16:creationId xmlns:a16="http://schemas.microsoft.com/office/drawing/2014/main" id="{18F32309-4974-4296-B51C-0D822F491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0" y="942975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并求</a:t>
            </a:r>
          </a:p>
        </p:txBody>
      </p:sp>
      <p:graphicFrame>
        <p:nvGraphicFramePr>
          <p:cNvPr id="33" name="Object 2">
            <a:extLst>
              <a:ext uri="{FF2B5EF4-FFF2-40B4-BE49-F238E27FC236}">
                <a16:creationId xmlns:a16="http://schemas.microsoft.com/office/drawing/2014/main" id="{4D140EB8-A69D-4706-B50B-A1053D7624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461" y="5693568"/>
          <a:ext cx="1374775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20886" imgH="914400" progId="Equation.3">
                  <p:embed/>
                </p:oleObj>
              </mc:Choice>
              <mc:Fallback>
                <p:oleObj name="Equation" r:id="rId22" imgW="1320886" imgH="914400" progId="Equation.3">
                  <p:embed/>
                  <p:pic>
                    <p:nvPicPr>
                      <p:cNvPr id="33" name="Object 2">
                        <a:extLst>
                          <a:ext uri="{FF2B5EF4-FFF2-40B4-BE49-F238E27FC236}">
                            <a16:creationId xmlns:a16="http://schemas.microsoft.com/office/drawing/2014/main" id="{4D140EB8-A69D-4706-B50B-A1053D762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461" y="5693568"/>
                        <a:ext cx="1374775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">
            <a:extLst>
              <a:ext uri="{FF2B5EF4-FFF2-40B4-BE49-F238E27FC236}">
                <a16:creationId xmlns:a16="http://schemas.microsoft.com/office/drawing/2014/main" id="{80A1F79B-DED4-4B4D-9C08-C9F81988F5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311" y="5649118"/>
          <a:ext cx="196215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92095" imgH="990773" progId="Equation.3">
                  <p:embed/>
                </p:oleObj>
              </mc:Choice>
              <mc:Fallback>
                <p:oleObj name="Equation" r:id="rId24" imgW="1892095" imgH="990773" progId="Equation.3">
                  <p:embed/>
                  <p:pic>
                    <p:nvPicPr>
                      <p:cNvPr id="34" name="Object 3">
                        <a:extLst>
                          <a:ext uri="{FF2B5EF4-FFF2-40B4-BE49-F238E27FC236}">
                            <a16:creationId xmlns:a16="http://schemas.microsoft.com/office/drawing/2014/main" id="{80A1F79B-DED4-4B4D-9C08-C9F81988F5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311" y="5649118"/>
                        <a:ext cx="1962150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>
            <a:extLst>
              <a:ext uri="{FF2B5EF4-FFF2-40B4-BE49-F238E27FC236}">
                <a16:creationId xmlns:a16="http://schemas.microsoft.com/office/drawing/2014/main" id="{C888C883-158F-4D97-A471-2554463428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8161" y="5691981"/>
          <a:ext cx="22479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71732" imgH="838027" progId="Equation.3">
                  <p:embed/>
                </p:oleObj>
              </mc:Choice>
              <mc:Fallback>
                <p:oleObj name="Equation" r:id="rId26" imgW="2171732" imgH="838027" progId="Equation.3">
                  <p:embed/>
                  <p:pic>
                    <p:nvPicPr>
                      <p:cNvPr id="35" name="Object 4">
                        <a:extLst>
                          <a:ext uri="{FF2B5EF4-FFF2-40B4-BE49-F238E27FC236}">
                            <a16:creationId xmlns:a16="http://schemas.microsoft.com/office/drawing/2014/main" id="{C888C883-158F-4D97-A471-2554463428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161" y="5691981"/>
                        <a:ext cx="2247900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5">
            <a:extLst>
              <a:ext uri="{FF2B5EF4-FFF2-40B4-BE49-F238E27FC236}">
                <a16:creationId xmlns:a16="http://schemas.microsoft.com/office/drawing/2014/main" id="{D2AA2A18-18E7-438D-B022-50FC8E9F9D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4061" y="5880893"/>
          <a:ext cx="7048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72895" imgH="291985" progId="Equation.3">
                  <p:embed/>
                </p:oleObj>
              </mc:Choice>
              <mc:Fallback>
                <p:oleObj name="Equation" r:id="rId28" imgW="672895" imgH="291985" progId="Equation.3">
                  <p:embed/>
                  <p:pic>
                    <p:nvPicPr>
                      <p:cNvPr id="36" name="Object 5">
                        <a:extLst>
                          <a:ext uri="{FF2B5EF4-FFF2-40B4-BE49-F238E27FC236}">
                            <a16:creationId xmlns:a16="http://schemas.microsoft.com/office/drawing/2014/main" id="{D2AA2A18-18E7-438D-B022-50FC8E9F9D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4061" y="5880893"/>
                        <a:ext cx="704850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">
            <a:extLst>
              <a:ext uri="{FF2B5EF4-FFF2-40B4-BE49-F238E27FC236}">
                <a16:creationId xmlns:a16="http://schemas.microsoft.com/office/drawing/2014/main" id="{19AF081F-F437-4E1D-A70C-7FCB6EB9A3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111" y="6223793"/>
          <a:ext cx="14509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558757" imgH="152227" progId="Equation.3">
                  <p:embed/>
                </p:oleObj>
              </mc:Choice>
              <mc:Fallback>
                <p:oleObj name="公式" r:id="rId30" imgW="558757" imgH="152227" progId="Equation.3">
                  <p:embed/>
                  <p:pic>
                    <p:nvPicPr>
                      <p:cNvPr id="37" name="Object 6">
                        <a:extLst>
                          <a:ext uri="{FF2B5EF4-FFF2-40B4-BE49-F238E27FC236}">
                            <a16:creationId xmlns:a16="http://schemas.microsoft.com/office/drawing/2014/main" id="{19AF081F-F437-4E1D-A70C-7FCB6EB9A3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111" y="6223793"/>
                        <a:ext cx="145097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7">
            <a:extLst>
              <a:ext uri="{FF2B5EF4-FFF2-40B4-BE49-F238E27FC236}">
                <a16:creationId xmlns:a16="http://schemas.microsoft.com/office/drawing/2014/main" id="{9C887379-E497-4FC3-830F-C6AD937C7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5411" y="5569743"/>
          <a:ext cx="10509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06080" imgH="228600" progId="Equation.DSMT4">
                  <p:embed/>
                </p:oleObj>
              </mc:Choice>
              <mc:Fallback>
                <p:oleObj name="Equation" r:id="rId32" imgW="406080" imgH="228600" progId="Equation.DSMT4">
                  <p:embed/>
                  <p:pic>
                    <p:nvPicPr>
                      <p:cNvPr id="38" name="Object 7">
                        <a:extLst>
                          <a:ext uri="{FF2B5EF4-FFF2-40B4-BE49-F238E27FC236}">
                            <a16:creationId xmlns:a16="http://schemas.microsoft.com/office/drawing/2014/main" id="{9C887379-E497-4FC3-830F-C6AD937C7B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411" y="5569743"/>
                        <a:ext cx="10509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">
            <a:extLst>
              <a:ext uri="{FF2B5EF4-FFF2-40B4-BE49-F238E27FC236}">
                <a16:creationId xmlns:a16="http://schemas.microsoft.com/office/drawing/2014/main" id="{904CBF61-3948-4570-ADF3-4413CC40D3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4636" y="5728493"/>
          <a:ext cx="17684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01692" imgH="882708" progId="Equation.3">
                  <p:embed/>
                </p:oleObj>
              </mc:Choice>
              <mc:Fallback>
                <p:oleObj name="Equation" r:id="rId34" imgW="1701692" imgH="882708" progId="Equation.3">
                  <p:embed/>
                  <p:pic>
                    <p:nvPicPr>
                      <p:cNvPr id="39" name="Object 8">
                        <a:extLst>
                          <a:ext uri="{FF2B5EF4-FFF2-40B4-BE49-F238E27FC236}">
                            <a16:creationId xmlns:a16="http://schemas.microsoft.com/office/drawing/2014/main" id="{904CBF61-3948-4570-ADF3-4413CC40D3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636" y="5728493"/>
                        <a:ext cx="17684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612545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3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3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3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3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3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3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3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3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2" grpId="0" build="p" autoUpdateAnimBg="0"/>
      <p:bldP spid="113676" grpId="0" build="p" autoUpdateAnimBg="0" advAuto="0"/>
      <p:bldP spid="113677" grpId="0" build="p" autoUpdateAnimBg="0"/>
      <p:bldP spid="113680" grpId="0" build="p" autoUpdateAnimBg="0"/>
      <p:bldP spid="113682" grpId="0" build="p" autoUpdateAnimBg="0"/>
      <p:bldP spid="113683" grpId="0" build="p" autoUpdateAnimBg="0"/>
      <p:bldP spid="113685" grpId="0" build="p" autoUpdateAnimBg="0"/>
      <p:bldP spid="113686" grpId="0" build="p" autoUpdateAnimBg="0"/>
      <p:bldP spid="113687" grpId="0" build="p" autoUpdateAnimBg="0"/>
      <p:bldP spid="11368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82BB0BA0-52D8-43B2-8B0D-28BB30826D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688" y="282575"/>
          <a:ext cx="1374775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886" imgH="914400" progId="Equation.3">
                  <p:embed/>
                </p:oleObj>
              </mc:Choice>
              <mc:Fallback>
                <p:oleObj name="Equation" r:id="rId2" imgW="1320886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8" y="282575"/>
                        <a:ext cx="1374775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1" name="Object 3">
            <a:extLst>
              <a:ext uri="{FF2B5EF4-FFF2-40B4-BE49-F238E27FC236}">
                <a16:creationId xmlns:a16="http://schemas.microsoft.com/office/drawing/2014/main" id="{105744E5-E9AC-4F8E-8B6D-9B42ED04B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0538" y="238125"/>
          <a:ext cx="196215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095" imgH="990773" progId="Equation.3">
                  <p:embed/>
                </p:oleObj>
              </mc:Choice>
              <mc:Fallback>
                <p:oleObj name="Equation" r:id="rId4" imgW="1892095" imgH="99077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238125"/>
                        <a:ext cx="1962150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2" name="Object 4">
            <a:extLst>
              <a:ext uri="{FF2B5EF4-FFF2-40B4-BE49-F238E27FC236}">
                <a16:creationId xmlns:a16="http://schemas.microsoft.com/office/drawing/2014/main" id="{FE649EB5-22CC-4980-9B1D-890B12825A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5388" y="280988"/>
          <a:ext cx="22479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732" imgH="838027" progId="Equation.3">
                  <p:embed/>
                </p:oleObj>
              </mc:Choice>
              <mc:Fallback>
                <p:oleObj name="Equation" r:id="rId6" imgW="2171732" imgH="83802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388" y="280988"/>
                        <a:ext cx="2247900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3" name="Object 5">
            <a:extLst>
              <a:ext uri="{FF2B5EF4-FFF2-40B4-BE49-F238E27FC236}">
                <a16:creationId xmlns:a16="http://schemas.microsoft.com/office/drawing/2014/main" id="{34DA040E-C5C3-4930-9B8E-0B05DCE84B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1288" y="469900"/>
          <a:ext cx="7048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95" imgH="291985" progId="Equation.3">
                  <p:embed/>
                </p:oleObj>
              </mc:Choice>
              <mc:Fallback>
                <p:oleObj name="Equation" r:id="rId8" imgW="672895" imgH="2919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1288" y="469900"/>
                        <a:ext cx="704850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4" name="Object 6">
            <a:extLst>
              <a:ext uri="{FF2B5EF4-FFF2-40B4-BE49-F238E27FC236}">
                <a16:creationId xmlns:a16="http://schemas.microsoft.com/office/drawing/2014/main" id="{4C4A1330-4228-4BDE-BB29-AB8D227919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1338" y="812800"/>
          <a:ext cx="14509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58757" imgH="152227" progId="Equation.3">
                  <p:embed/>
                </p:oleObj>
              </mc:Choice>
              <mc:Fallback>
                <p:oleObj name="公式" r:id="rId10" imgW="558757" imgH="15222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812800"/>
                        <a:ext cx="145097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5" name="Object 7">
            <a:extLst>
              <a:ext uri="{FF2B5EF4-FFF2-40B4-BE49-F238E27FC236}">
                <a16:creationId xmlns:a16="http://schemas.microsoft.com/office/drawing/2014/main" id="{842DEBB3-B2FE-46B3-B391-B660BE856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2638" y="158750"/>
          <a:ext cx="10509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28600" progId="Equation.DSMT4">
                  <p:embed/>
                </p:oleObj>
              </mc:Choice>
              <mc:Fallback>
                <p:oleObj name="Equation" r:id="rId12" imgW="40608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8" y="158750"/>
                        <a:ext cx="10509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6" name="Object 8">
            <a:extLst>
              <a:ext uri="{FF2B5EF4-FFF2-40B4-BE49-F238E27FC236}">
                <a16:creationId xmlns:a16="http://schemas.microsoft.com/office/drawing/2014/main" id="{73ACB1F1-D2F6-4045-AAB4-64719CA8DD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317500"/>
          <a:ext cx="17684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01692" imgH="882708" progId="Equation.3">
                  <p:embed/>
                </p:oleObj>
              </mc:Choice>
              <mc:Fallback>
                <p:oleObj name="Equation" r:id="rId14" imgW="1701692" imgH="88270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17500"/>
                        <a:ext cx="17684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4" name="Object 16">
            <a:extLst>
              <a:ext uri="{FF2B5EF4-FFF2-40B4-BE49-F238E27FC236}">
                <a16:creationId xmlns:a16="http://schemas.microsoft.com/office/drawing/2014/main" id="{4F944E67-C4E7-44A7-820B-01CA03C428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963" y="1762125"/>
          <a:ext cx="15240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11289" imgH="1034935" progId="Equation.3">
                  <p:embed/>
                </p:oleObj>
              </mc:Choice>
              <mc:Fallback>
                <p:oleObj name="Equation" r:id="rId16" imgW="1511289" imgH="103493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3" y="1762125"/>
                        <a:ext cx="15240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5" name="Object 17">
            <a:extLst>
              <a:ext uri="{FF2B5EF4-FFF2-40B4-BE49-F238E27FC236}">
                <a16:creationId xmlns:a16="http://schemas.microsoft.com/office/drawing/2014/main" id="{EE5843EE-046D-4B4B-986A-330BE994E7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8850" y="1793875"/>
          <a:ext cx="27241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30040" imgH="457200" progId="Equation.DSMT4">
                  <p:embed/>
                </p:oleObj>
              </mc:Choice>
              <mc:Fallback>
                <p:oleObj name="Equation" r:id="rId18" imgW="1130040" imgH="457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1793875"/>
                        <a:ext cx="272415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6" name="Object 18">
            <a:extLst>
              <a:ext uri="{FF2B5EF4-FFF2-40B4-BE49-F238E27FC236}">
                <a16:creationId xmlns:a16="http://schemas.microsoft.com/office/drawing/2014/main" id="{83A27057-8E1E-46E7-A47C-0FE8A79C61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095625"/>
          <a:ext cx="72675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047760" imgH="431640" progId="Equation.DSMT4">
                  <p:embed/>
                </p:oleObj>
              </mc:Choice>
              <mc:Fallback>
                <p:oleObj name="Equation" r:id="rId20" imgW="3047760" imgH="4316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095625"/>
                        <a:ext cx="726757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7" name="Object 19">
            <a:extLst>
              <a:ext uri="{FF2B5EF4-FFF2-40B4-BE49-F238E27FC236}">
                <a16:creationId xmlns:a16="http://schemas.microsoft.com/office/drawing/2014/main" id="{C0311C13-4994-41D6-8CD2-03F06CA13C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8850" y="4402138"/>
          <a:ext cx="698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85865" imgH="304973" progId="Equation.3">
                  <p:embed/>
                </p:oleObj>
              </mc:Choice>
              <mc:Fallback>
                <p:oleObj name="Equation" r:id="rId22" imgW="685865" imgH="30497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4402138"/>
                        <a:ext cx="698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8" name="Object 20">
            <a:extLst>
              <a:ext uri="{FF2B5EF4-FFF2-40B4-BE49-F238E27FC236}">
                <a16:creationId xmlns:a16="http://schemas.microsoft.com/office/drawing/2014/main" id="{F358BA22-8934-4AA8-9106-34C5447FD1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10725" y="3424238"/>
          <a:ext cx="10001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35023" imgH="1111308" progId="Equation.3">
                  <p:embed/>
                </p:oleObj>
              </mc:Choice>
              <mc:Fallback>
                <p:oleObj name="Equation" r:id="rId24" imgW="1035023" imgH="111130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0725" y="3424238"/>
                        <a:ext cx="100012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9" name="Object 21">
            <a:extLst>
              <a:ext uri="{FF2B5EF4-FFF2-40B4-BE49-F238E27FC236}">
                <a16:creationId xmlns:a16="http://schemas.microsoft.com/office/drawing/2014/main" id="{1ACB5E61-B76A-4525-8F7C-B57BA11A25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7975" y="2997200"/>
          <a:ext cx="13731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58720" imgH="228600" progId="Equation.DSMT4">
                  <p:embed/>
                </p:oleObj>
              </mc:Choice>
              <mc:Fallback>
                <p:oleObj name="Equation" r:id="rId26" imgW="558720" imgH="228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5" y="2997200"/>
                        <a:ext cx="137318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0" name="Object 22">
            <a:extLst>
              <a:ext uri="{FF2B5EF4-FFF2-40B4-BE49-F238E27FC236}">
                <a16:creationId xmlns:a16="http://schemas.microsoft.com/office/drawing/2014/main" id="{B55E128A-3FAA-40C7-8B53-059D0D79AA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3" y="3111500"/>
          <a:ext cx="15478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530485" imgH="387581" progId="Equation.3">
                  <p:embed/>
                </p:oleObj>
              </mc:Choice>
              <mc:Fallback>
                <p:oleObj name="Equation" r:id="rId28" imgW="1530485" imgH="38758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3111500"/>
                        <a:ext cx="15478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1" name="Object 23">
            <a:extLst>
              <a:ext uri="{FF2B5EF4-FFF2-40B4-BE49-F238E27FC236}">
                <a16:creationId xmlns:a16="http://schemas.microsoft.com/office/drawing/2014/main" id="{69137F3F-BB43-4DE7-B520-74D28064B5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2979738"/>
          <a:ext cx="14652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96880" imgH="228600" progId="Equation.DSMT4">
                  <p:embed/>
                </p:oleObj>
              </mc:Choice>
              <mc:Fallback>
                <p:oleObj name="Equation" r:id="rId30" imgW="59688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979738"/>
                        <a:ext cx="14652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2" name="Object 24">
            <a:extLst>
              <a:ext uri="{FF2B5EF4-FFF2-40B4-BE49-F238E27FC236}">
                <a16:creationId xmlns:a16="http://schemas.microsoft.com/office/drawing/2014/main" id="{6C4D6AB9-0B89-4FBB-9697-BBB44FDA1F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9150" y="3098800"/>
          <a:ext cx="2170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158762" imgH="406285" progId="Equation.3">
                  <p:embed/>
                </p:oleObj>
              </mc:Choice>
              <mc:Fallback>
                <p:oleObj name="Equation" r:id="rId32" imgW="2158762" imgH="40628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150" y="3098800"/>
                        <a:ext cx="2170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13" name="Line 25">
            <a:extLst>
              <a:ext uri="{FF2B5EF4-FFF2-40B4-BE49-F238E27FC236}">
                <a16:creationId xmlns:a16="http://schemas.microsoft.com/office/drawing/2014/main" id="{3F3B5892-A9D0-4990-8B6D-EA3ED307D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9544050" y="3043238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4714" name="Object 26">
            <a:extLst>
              <a:ext uri="{FF2B5EF4-FFF2-40B4-BE49-F238E27FC236}">
                <a16:creationId xmlns:a16="http://schemas.microsoft.com/office/drawing/2014/main" id="{6DDD4CC9-6E6E-4317-8825-EA8FD1AAE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1790700"/>
          <a:ext cx="30083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997157" imgH="882708" progId="Equation.3">
                  <p:embed/>
                </p:oleObj>
              </mc:Choice>
              <mc:Fallback>
                <p:oleObj name="Equation" r:id="rId34" imgW="2997157" imgH="882708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790700"/>
                        <a:ext cx="30083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3F9A101B-812F-4E7E-82BC-024225A0D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066800"/>
            <a:ext cx="3048000" cy="2590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115715" name="Object 3">
            <a:extLst>
              <a:ext uri="{FF2B5EF4-FFF2-40B4-BE49-F238E27FC236}">
                <a16:creationId xmlns:a16="http://schemas.microsoft.com/office/drawing/2014/main" id="{19776508-0999-4196-A5FE-BFF9ADB979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1149350"/>
          <a:ext cx="1219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749" imgH="882708" progId="Equation.3">
                  <p:embed/>
                </p:oleObj>
              </mc:Choice>
              <mc:Fallback>
                <p:oleObj name="Equation" r:id="rId2" imgW="1206749" imgH="88270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149350"/>
                        <a:ext cx="1219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6" name="Object 4">
            <a:extLst>
              <a:ext uri="{FF2B5EF4-FFF2-40B4-BE49-F238E27FC236}">
                <a16:creationId xmlns:a16="http://schemas.microsoft.com/office/drawing/2014/main" id="{29202A34-9700-44F3-850D-76BBFFD0D7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4050" y="5257800"/>
          <a:ext cx="227171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54223" imgH="1034935" progId="Equation.3">
                  <p:embed/>
                </p:oleObj>
              </mc:Choice>
              <mc:Fallback>
                <p:oleObj name="Equation" r:id="rId4" imgW="2254223" imgH="10349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5257800"/>
                        <a:ext cx="2271713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7" name="Object 5">
            <a:extLst>
              <a:ext uri="{FF2B5EF4-FFF2-40B4-BE49-F238E27FC236}">
                <a16:creationId xmlns:a16="http://schemas.microsoft.com/office/drawing/2014/main" id="{48DEA641-0FAA-4AB9-8E7C-64EF0A1E62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9788" y="1027113"/>
          <a:ext cx="42783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55520" imgH="228600" progId="Equation.DSMT4">
                  <p:embed/>
                </p:oleObj>
              </mc:Choice>
              <mc:Fallback>
                <p:oleObj name="Equation" r:id="rId6" imgW="195552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1027113"/>
                        <a:ext cx="427831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8" name="Object 6">
            <a:extLst>
              <a:ext uri="{FF2B5EF4-FFF2-40B4-BE49-F238E27FC236}">
                <a16:creationId xmlns:a16="http://schemas.microsoft.com/office/drawing/2014/main" id="{B3CAD56A-6681-46BA-A24D-3A9BB87FE0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476500"/>
          <a:ext cx="127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073" imgH="406285" progId="Equation.3">
                  <p:embed/>
                </p:oleObj>
              </mc:Choice>
              <mc:Fallback>
                <p:oleObj name="Equation" r:id="rId8" imgW="1257073" imgH="40628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476500"/>
                        <a:ext cx="1270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9" name="Line 7">
            <a:extLst>
              <a:ext uri="{FF2B5EF4-FFF2-40B4-BE49-F238E27FC236}">
                <a16:creationId xmlns:a16="http://schemas.microsoft.com/office/drawing/2014/main" id="{A466EDEB-2197-4890-8C95-752D06A49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600200"/>
            <a:ext cx="0" cy="7620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0" name="Text Box 8">
            <a:extLst>
              <a:ext uri="{FF2B5EF4-FFF2-40B4-BE49-F238E27FC236}">
                <a16:creationId xmlns:a16="http://schemas.microsoft.com/office/drawing/2014/main" id="{62CF14BE-4F31-45DB-AA59-DFC0BDE8A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6906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两边对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求导</a:t>
            </a:r>
          </a:p>
        </p:txBody>
      </p:sp>
      <p:sp>
        <p:nvSpPr>
          <p:cNvPr id="115721" name="Line 9">
            <a:extLst>
              <a:ext uri="{FF2B5EF4-FFF2-40B4-BE49-F238E27FC236}">
                <a16:creationId xmlns:a16="http://schemas.microsoft.com/office/drawing/2014/main" id="{1C3C9434-6EAC-406F-87D7-399AC66FB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667000"/>
            <a:ext cx="1066800" cy="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5722" name="Object 10">
            <a:extLst>
              <a:ext uri="{FF2B5EF4-FFF2-40B4-BE49-F238E27FC236}">
                <a16:creationId xmlns:a16="http://schemas.microsoft.com/office/drawing/2014/main" id="{BE3E163D-657B-4A32-93F2-F629F0B18B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3200400"/>
          <a:ext cx="685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95" imgH="291985" progId="Equation.3">
                  <p:embed/>
                </p:oleObj>
              </mc:Choice>
              <mc:Fallback>
                <p:oleObj name="Equation" r:id="rId10" imgW="672895" imgH="29198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200400"/>
                        <a:ext cx="685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3" name="Line 11">
            <a:extLst>
              <a:ext uri="{FF2B5EF4-FFF2-40B4-BE49-F238E27FC236}">
                <a16:creationId xmlns:a16="http://schemas.microsoft.com/office/drawing/2014/main" id="{B8F7D929-6BA3-4752-9487-93A1E5EBD5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895600"/>
            <a:ext cx="0" cy="7620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4" name="Text Box 12">
            <a:extLst>
              <a:ext uri="{FF2B5EF4-FFF2-40B4-BE49-F238E27FC236}">
                <a16:creationId xmlns:a16="http://schemas.microsoft.com/office/drawing/2014/main" id="{B02A109B-F050-4C9A-AA51-57F8BE43E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0622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两边再对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求导</a:t>
            </a:r>
          </a:p>
        </p:txBody>
      </p:sp>
      <p:graphicFrame>
        <p:nvGraphicFramePr>
          <p:cNvPr id="115725" name="Object 13">
            <a:extLst>
              <a:ext uri="{FF2B5EF4-FFF2-40B4-BE49-F238E27FC236}">
                <a16:creationId xmlns:a16="http://schemas.microsoft.com/office/drawing/2014/main" id="{92986798-DA32-4029-A8AB-BDEDDB293E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900" y="3746500"/>
          <a:ext cx="35417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30492" imgH="501881" progId="Equation.3">
                  <p:embed/>
                </p:oleObj>
              </mc:Choice>
              <mc:Fallback>
                <p:oleObj name="Equation" r:id="rId12" imgW="3530492" imgH="50188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3746500"/>
                        <a:ext cx="35417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6" name="Line 14">
            <a:extLst>
              <a:ext uri="{FF2B5EF4-FFF2-40B4-BE49-F238E27FC236}">
                <a16:creationId xmlns:a16="http://schemas.microsoft.com/office/drawing/2014/main" id="{26F01030-5C97-4E3D-B38C-8691323F2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419600"/>
            <a:ext cx="0" cy="7620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7" name="Text Box 15">
            <a:extLst>
              <a:ext uri="{FF2B5EF4-FFF2-40B4-BE49-F238E27FC236}">
                <a16:creationId xmlns:a16="http://schemas.microsoft.com/office/drawing/2014/main" id="{1656A8D1-F53C-4C60-AE60-681B99246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令 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 0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注意此时</a:t>
            </a:r>
          </a:p>
        </p:txBody>
      </p:sp>
      <p:graphicFrame>
        <p:nvGraphicFramePr>
          <p:cNvPr id="115728" name="Object 16">
            <a:extLst>
              <a:ext uri="{FF2B5EF4-FFF2-40B4-BE49-F238E27FC236}">
                <a16:creationId xmlns:a16="http://schemas.microsoft.com/office/drawing/2014/main" id="{82345C08-6DC4-4C9F-90B5-9E36D01955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4525" y="4572000"/>
          <a:ext cx="207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595" imgH="406285" progId="Equation.3">
                  <p:embed/>
                </p:oleObj>
              </mc:Choice>
              <mc:Fallback>
                <p:oleObj name="Equation" r:id="rId14" imgW="2057595" imgH="40628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525" y="4572000"/>
                        <a:ext cx="2070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9" name="Object 17">
            <a:extLst>
              <a:ext uri="{FF2B5EF4-FFF2-40B4-BE49-F238E27FC236}">
                <a16:creationId xmlns:a16="http://schemas.microsoft.com/office/drawing/2014/main" id="{9F728109-7EC3-4A23-9E0E-F1D1A208B1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4388" y="3740150"/>
          <a:ext cx="35528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33440" imgH="228600" progId="Equation.DSMT4">
                  <p:embed/>
                </p:oleObj>
              </mc:Choice>
              <mc:Fallback>
                <p:oleObj name="Equation" r:id="rId16" imgW="133344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4388" y="3740150"/>
                        <a:ext cx="355282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30" name="Object 18">
            <a:extLst>
              <a:ext uri="{FF2B5EF4-FFF2-40B4-BE49-F238E27FC236}">
                <a16:creationId xmlns:a16="http://schemas.microsoft.com/office/drawing/2014/main" id="{BFE0ED2B-279F-43D3-8722-982176C743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1075" y="2366963"/>
          <a:ext cx="661988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00" imgH="203040" progId="Equation.DSMT4">
                  <p:embed/>
                </p:oleObj>
              </mc:Choice>
              <mc:Fallback>
                <p:oleObj name="Equation" r:id="rId18" imgW="253800" imgH="2030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075" y="2366963"/>
                        <a:ext cx="661988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31" name="Object 19">
            <a:extLst>
              <a:ext uri="{FF2B5EF4-FFF2-40B4-BE49-F238E27FC236}">
                <a16:creationId xmlns:a16="http://schemas.microsoft.com/office/drawing/2014/main" id="{7214CB65-4FB2-452E-BD8C-DF6CDE8B8E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3700" y="2586038"/>
          <a:ext cx="520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01688" imgH="304973" progId="Equation.3">
                  <p:embed/>
                </p:oleObj>
              </mc:Choice>
              <mc:Fallback>
                <p:oleObj name="Equation" r:id="rId20" imgW="501688" imgH="30497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2586038"/>
                        <a:ext cx="520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32" name="Object 20">
            <a:extLst>
              <a:ext uri="{FF2B5EF4-FFF2-40B4-BE49-F238E27FC236}">
                <a16:creationId xmlns:a16="http://schemas.microsoft.com/office/drawing/2014/main" id="{A5DDF656-D996-4C30-84B1-9FA2612AB0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2500" y="2482850"/>
          <a:ext cx="1333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20886" imgH="406285" progId="Equation.3">
                  <p:embed/>
                </p:oleObj>
              </mc:Choice>
              <mc:Fallback>
                <p:oleObj name="Equation" r:id="rId22" imgW="1320886" imgH="40628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2482850"/>
                        <a:ext cx="1333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33" name="Object 21">
            <a:extLst>
              <a:ext uri="{FF2B5EF4-FFF2-40B4-BE49-F238E27FC236}">
                <a16:creationId xmlns:a16="http://schemas.microsoft.com/office/drawing/2014/main" id="{040E5775-D54A-4D8C-A6FD-799C9915AC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7913" y="2062163"/>
          <a:ext cx="2670175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68200" imgH="457200" progId="Equation.DSMT4">
                  <p:embed/>
                </p:oleObj>
              </mc:Choice>
              <mc:Fallback>
                <p:oleObj name="Equation" r:id="rId24" imgW="1168200" imgH="457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913" y="2062163"/>
                        <a:ext cx="2670175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2" name="Rectangle 22">
            <a:extLst>
              <a:ext uri="{FF2B5EF4-FFF2-40B4-BE49-F238E27FC236}">
                <a16:creationId xmlns:a16="http://schemas.microsoft.com/office/drawing/2014/main" id="{D67F750B-B271-4DA5-8D16-17B9AD47F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7838" y="261938"/>
            <a:ext cx="3124200" cy="6096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rgbClr val="CC0000"/>
                </a:solidFill>
                <a:latin typeface="楷体_GB2312"/>
                <a:ea typeface="楷体_GB2312"/>
                <a:cs typeface="楷体_GB2312"/>
              </a:rPr>
              <a:t>导数的另一求法</a:t>
            </a:r>
          </a:p>
        </p:txBody>
      </p:sp>
      <p:sp>
        <p:nvSpPr>
          <p:cNvPr id="115735" name="Text Box 23">
            <a:extLst>
              <a:ext uri="{FF2B5EF4-FFF2-40B4-BE49-F238E27FC236}">
                <a16:creationId xmlns:a16="http://schemas.microsoft.com/office/drawing/2014/main" id="{E37D2603-AA54-48A5-BAE9-1FCE3B16C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312738"/>
            <a:ext cx="3473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—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利用复合函数求导</a:t>
            </a:r>
          </a:p>
        </p:txBody>
      </p:sp>
      <p:sp>
        <p:nvSpPr>
          <p:cNvPr id="115743" name="AutoShape 31">
            <a:extLst>
              <a:ext uri="{FF2B5EF4-FFF2-40B4-BE49-F238E27FC236}">
                <a16:creationId xmlns:a16="http://schemas.microsoft.com/office/drawing/2014/main" id="{52D25845-5838-4AC4-B0A2-A1341A164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69850"/>
            <a:ext cx="43338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>
              <a:latin typeface="Arial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1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nimBg="1"/>
      <p:bldP spid="115720" grpId="0" autoUpdateAnimBg="0"/>
      <p:bldP spid="115724" grpId="0" autoUpdateAnimBg="0"/>
      <p:bldP spid="115727" grpId="0" autoUpdateAnimBg="0"/>
      <p:bldP spid="11573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89A0801-2EA0-47BD-8203-3B9FA00F62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6675" y="882650"/>
            <a:ext cx="2971800" cy="6858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ea typeface="楷体_GB2312"/>
                <a:cs typeface="楷体_GB2312"/>
              </a:rPr>
              <a:t>解法</a:t>
            </a:r>
            <a:r>
              <a:rPr lang="en-US" altLang="zh-CN" sz="2800" b="1">
                <a:ea typeface="楷体_GB2312"/>
                <a:cs typeface="楷体_GB2312"/>
              </a:rPr>
              <a:t>1  </a:t>
            </a:r>
            <a:r>
              <a:rPr lang="en-US" altLang="zh-CN" sz="280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zh-CN" altLang="en-US" sz="2800">
                <a:solidFill>
                  <a:schemeClr val="tx1"/>
                </a:solidFill>
                <a:ea typeface="楷体_GB2312"/>
                <a:cs typeface="楷体_GB2312"/>
              </a:rPr>
              <a:t>利用公式</a:t>
            </a:r>
          </a:p>
        </p:txBody>
      </p:sp>
      <p:sp>
        <p:nvSpPr>
          <p:cNvPr id="120835" name="Text Box 3">
            <a:extLst>
              <a:ext uri="{FF2B5EF4-FFF2-40B4-BE49-F238E27FC236}">
                <a16:creationId xmlns:a16="http://schemas.microsoft.com/office/drawing/2014/main" id="{31FABE9A-7CD2-4BC5-A5D4-0FD15B1FE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14874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设</a:t>
            </a:r>
          </a:p>
        </p:txBody>
      </p:sp>
      <p:graphicFrame>
        <p:nvGraphicFramePr>
          <p:cNvPr id="120836" name="Object 4">
            <a:extLst>
              <a:ext uri="{FF2B5EF4-FFF2-40B4-BE49-F238E27FC236}">
                <a16:creationId xmlns:a16="http://schemas.microsoft.com/office/drawing/2014/main" id="{C5C7989F-FC18-4722-B549-755A43AEF4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1484313"/>
          <a:ext cx="44037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88082" imgH="501881" progId="Equation.3">
                  <p:embed/>
                </p:oleObj>
              </mc:Choice>
              <mc:Fallback>
                <p:oleObj name="Equation" r:id="rId2" imgW="4388082" imgH="50188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1484313"/>
                        <a:ext cx="44037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7" name="Text Box 5">
            <a:extLst>
              <a:ext uri="{FF2B5EF4-FFF2-40B4-BE49-F238E27FC236}">
                <a16:creationId xmlns:a16="http://schemas.microsoft.com/office/drawing/2014/main" id="{11DB7ECC-871F-4F29-B430-9E21D4FC1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03200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则</a:t>
            </a:r>
          </a:p>
        </p:txBody>
      </p:sp>
      <p:graphicFrame>
        <p:nvGraphicFramePr>
          <p:cNvPr id="120838" name="Object 6">
            <a:extLst>
              <a:ext uri="{FF2B5EF4-FFF2-40B4-BE49-F238E27FC236}">
                <a16:creationId xmlns:a16="http://schemas.microsoft.com/office/drawing/2014/main" id="{74F69169-CBF3-41A6-BDCF-D38308AB6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1363" y="2171700"/>
          <a:ext cx="1282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3818" imgH="425508" progId="Equation.3">
                  <p:embed/>
                </p:oleObj>
              </mc:Choice>
              <mc:Fallback>
                <p:oleObj name="Equation" r:id="rId4" imgW="1263818" imgH="42550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363" y="2171700"/>
                        <a:ext cx="1282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Object 7">
            <a:extLst>
              <a:ext uri="{FF2B5EF4-FFF2-40B4-BE49-F238E27FC236}">
                <a16:creationId xmlns:a16="http://schemas.microsoft.com/office/drawing/2014/main" id="{F53D7EBD-C55B-4EE6-BFEA-F224021E4D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9075" y="2817813"/>
          <a:ext cx="2400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57" imgH="939858" progId="Equation.3">
                  <p:embed/>
                </p:oleObj>
              </mc:Choice>
              <mc:Fallback>
                <p:oleObj name="Equation" r:id="rId6" imgW="2387557" imgH="93985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075" y="2817813"/>
                        <a:ext cx="2400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0" name="Text Box 8">
            <a:extLst>
              <a:ext uri="{FF2B5EF4-FFF2-40B4-BE49-F238E27FC236}">
                <a16:creationId xmlns:a16="http://schemas.microsoft.com/office/drawing/2014/main" id="{FBD104A4-E715-40EE-B65C-EB65BD73C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39370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两边对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求偏导</a:t>
            </a:r>
            <a:endParaRPr kumimoji="1" lang="zh-CN" altLang="en-US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0841" name="Line 9">
            <a:extLst>
              <a:ext uri="{FF2B5EF4-FFF2-40B4-BE49-F238E27FC236}">
                <a16:creationId xmlns:a16="http://schemas.microsoft.com/office/drawing/2014/main" id="{8E50D0E7-FF27-47FB-A30E-E1C82FE45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7675" y="3784600"/>
            <a:ext cx="0" cy="1066800"/>
          </a:xfrm>
          <a:prstGeom prst="line">
            <a:avLst/>
          </a:prstGeom>
          <a:noFill/>
          <a:ln w="57150">
            <a:solidFill>
              <a:srgbClr val="00206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0842" name="Object 10">
            <a:extLst>
              <a:ext uri="{FF2B5EF4-FFF2-40B4-BE49-F238E27FC236}">
                <a16:creationId xmlns:a16="http://schemas.microsoft.com/office/drawing/2014/main" id="{7561C2AC-4009-4C59-8F94-1161CB1E53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3675" y="4951413"/>
          <a:ext cx="24003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87557" imgH="1034935" progId="Equation.3">
                  <p:embed/>
                </p:oleObj>
              </mc:Choice>
              <mc:Fallback>
                <p:oleObj name="Equation" r:id="rId8" imgW="2387557" imgH="103493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4951413"/>
                        <a:ext cx="24003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3" name="Object 11">
            <a:extLst>
              <a:ext uri="{FF2B5EF4-FFF2-40B4-BE49-F238E27FC236}">
                <a16:creationId xmlns:a16="http://schemas.microsoft.com/office/drawing/2014/main" id="{58DBE11A-F443-46DF-93E1-555B49ACA5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3825" y="4532313"/>
          <a:ext cx="22606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47997" imgH="1454208" progId="Equation.3">
                  <p:embed/>
                </p:oleObj>
              </mc:Choice>
              <mc:Fallback>
                <p:oleObj name="Equation" r:id="rId10" imgW="2247997" imgH="145420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4532313"/>
                        <a:ext cx="22606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4" name="Object 12">
            <a:extLst>
              <a:ext uri="{FF2B5EF4-FFF2-40B4-BE49-F238E27FC236}">
                <a16:creationId xmlns:a16="http://schemas.microsoft.com/office/drawing/2014/main" id="{167AE275-D94C-45CA-9713-0FC3D831B7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0938" y="4948238"/>
          <a:ext cx="22098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97154" imgH="1034935" progId="Equation.3">
                  <p:embed/>
                </p:oleObj>
              </mc:Choice>
              <mc:Fallback>
                <p:oleObj name="Equation" r:id="rId12" imgW="2197154" imgH="103493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938" y="4948238"/>
                        <a:ext cx="22098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5" name="Object 13">
            <a:extLst>
              <a:ext uri="{FF2B5EF4-FFF2-40B4-BE49-F238E27FC236}">
                <a16:creationId xmlns:a16="http://schemas.microsoft.com/office/drawing/2014/main" id="{43747114-E4DF-44A7-A0B3-2AFB873DD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0975" y="2817813"/>
          <a:ext cx="1295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82495" imgH="838027" progId="Equation.3">
                  <p:embed/>
                </p:oleObj>
              </mc:Choice>
              <mc:Fallback>
                <p:oleObj name="Equation" r:id="rId14" imgW="1282495" imgH="83802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975" y="2817813"/>
                        <a:ext cx="1295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6" name="Object 14">
            <a:extLst>
              <a:ext uri="{FF2B5EF4-FFF2-40B4-BE49-F238E27FC236}">
                <a16:creationId xmlns:a16="http://schemas.microsoft.com/office/drawing/2014/main" id="{CC549201-CF4D-4DFB-A51C-09C9CA728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1475" y="2817813"/>
          <a:ext cx="1041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797" imgH="838027" progId="Equation.3">
                  <p:embed/>
                </p:oleObj>
              </mc:Choice>
              <mc:Fallback>
                <p:oleObj name="Equation" r:id="rId16" imgW="1028797" imgH="83802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475" y="2817813"/>
                        <a:ext cx="1041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7" name="Object 15">
            <a:extLst>
              <a:ext uri="{FF2B5EF4-FFF2-40B4-BE49-F238E27FC236}">
                <a16:creationId xmlns:a16="http://schemas.microsoft.com/office/drawing/2014/main" id="{041BAC53-0E06-477A-BDB6-A6149F119C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4075" y="2170113"/>
          <a:ext cx="165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38397" imgH="425508" progId="Equation.3">
                  <p:embed/>
                </p:oleObj>
              </mc:Choice>
              <mc:Fallback>
                <p:oleObj name="Equation" r:id="rId18" imgW="1638397" imgH="425508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2170113"/>
                        <a:ext cx="165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Rectangle 23">
            <a:extLst>
              <a:ext uri="{FF2B5EF4-FFF2-40B4-BE49-F238E27FC236}">
                <a16:creationId xmlns:a16="http://schemas.microsoft.com/office/drawing/2014/main" id="{1A7F705F-57BD-4E72-95A6-469081D04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3188" y="261938"/>
            <a:ext cx="15240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例</a:t>
            </a:r>
            <a:r>
              <a:rPr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2</a:t>
            </a:r>
            <a:r>
              <a:rPr lang="en-US" altLang="zh-CN" sz="2800">
                <a:solidFill>
                  <a:schemeClr val="tx2"/>
                </a:solidFill>
                <a:ea typeface="楷体_GB2312"/>
                <a:cs typeface="楷体_GB2312"/>
              </a:rPr>
              <a:t>. </a:t>
            </a:r>
            <a:r>
              <a:rPr lang="zh-CN" altLang="en-US" sz="2800">
                <a:ea typeface="楷体_GB2312"/>
                <a:cs typeface="楷体_GB2312"/>
              </a:rPr>
              <a:t>设</a:t>
            </a:r>
            <a:endParaRPr lang="zh-CN" altLang="en-US" sz="2800">
              <a:solidFill>
                <a:schemeClr val="tx2"/>
              </a:solidFill>
              <a:ea typeface="楷体_GB2312"/>
              <a:cs typeface="楷体_GB2312"/>
            </a:endParaRPr>
          </a:p>
        </p:txBody>
      </p:sp>
      <p:graphicFrame>
        <p:nvGraphicFramePr>
          <p:cNvPr id="21528" name="Object 24">
            <a:extLst>
              <a:ext uri="{FF2B5EF4-FFF2-40B4-BE49-F238E27FC236}">
                <a16:creationId xmlns:a16="http://schemas.microsoft.com/office/drawing/2014/main" id="{F9075AD6-C4A1-4541-A2A8-39D3EAC304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61938"/>
          <a:ext cx="3236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25951" imgH="501881" progId="Equation.3">
                  <p:embed/>
                </p:oleObj>
              </mc:Choice>
              <mc:Fallback>
                <p:oleObj name="Equation" r:id="rId20" imgW="3225951" imgH="501881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61938"/>
                        <a:ext cx="3236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25">
            <a:extLst>
              <a:ext uri="{FF2B5EF4-FFF2-40B4-BE49-F238E27FC236}">
                <a16:creationId xmlns:a16="http://schemas.microsoft.com/office/drawing/2014/main" id="{B1B43181-AA6E-4878-BE9C-21FC26EE40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8988" y="65088"/>
          <a:ext cx="11366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30484" imgH="1034935" progId="Equation.3">
                  <p:embed/>
                </p:oleObj>
              </mc:Choice>
              <mc:Fallback>
                <p:oleObj name="Equation" r:id="rId22" imgW="1130484" imgH="103493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988" y="65088"/>
                        <a:ext cx="11366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autoUpdateAnimBg="0"/>
      <p:bldP spid="120837" grpId="0" autoUpdateAnimBg="0"/>
      <p:bldP spid="12084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5CB09FA-9899-4D2C-99B4-77CF1FE4321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41463" y="201613"/>
            <a:ext cx="1524000" cy="56515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ea typeface="楷体_GB2312"/>
                <a:cs typeface="楷体_GB2312"/>
              </a:rPr>
              <a:t>例</a:t>
            </a:r>
            <a:r>
              <a:rPr lang="en-US" altLang="zh-CN" sz="2800" b="1">
                <a:ea typeface="楷体_GB2312"/>
                <a:cs typeface="楷体_GB2312"/>
              </a:rPr>
              <a:t>2</a:t>
            </a:r>
            <a:r>
              <a:rPr lang="en-US" altLang="zh-CN" sz="2800">
                <a:ea typeface="楷体_GB2312"/>
                <a:cs typeface="楷体_GB2312"/>
              </a:rPr>
              <a:t>. </a:t>
            </a:r>
            <a:r>
              <a:rPr lang="zh-CN" altLang="en-US" sz="2800">
                <a:solidFill>
                  <a:schemeClr val="tx1"/>
                </a:solidFill>
                <a:ea typeface="楷体_GB2312"/>
                <a:cs typeface="楷体_GB2312"/>
              </a:rPr>
              <a:t>设</a:t>
            </a:r>
            <a:endParaRPr lang="zh-CN" altLang="en-US" sz="2800">
              <a:ea typeface="楷体_GB2312"/>
              <a:cs typeface="楷体_GB2312"/>
            </a:endParaRPr>
          </a:p>
        </p:txBody>
      </p:sp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9E2862FC-7277-4452-9064-BDA4B2C6A3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0663" y="203200"/>
          <a:ext cx="3236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25951" imgH="501881" progId="Equation.3">
                  <p:embed/>
                </p:oleObj>
              </mc:Choice>
              <mc:Fallback>
                <p:oleObj name="Equation" r:id="rId2" imgW="3225951" imgH="50188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203200"/>
                        <a:ext cx="3236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0" name="Text Box 4">
            <a:extLst>
              <a:ext uri="{FF2B5EF4-FFF2-40B4-BE49-F238E27FC236}">
                <a16:creationId xmlns:a16="http://schemas.microsoft.com/office/drawing/2014/main" id="{9F222DF6-A180-41C9-B598-744AFD887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060450"/>
            <a:ext cx="4610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解法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  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利用复合函数求导</a:t>
            </a:r>
          </a:p>
        </p:txBody>
      </p:sp>
      <p:graphicFrame>
        <p:nvGraphicFramePr>
          <p:cNvPr id="121861" name="Object 5">
            <a:extLst>
              <a:ext uri="{FF2B5EF4-FFF2-40B4-BE49-F238E27FC236}">
                <a16:creationId xmlns:a16="http://schemas.microsoft.com/office/drawing/2014/main" id="{59C1D81D-8BCA-4975-810F-B71A405275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5763" y="1622425"/>
          <a:ext cx="30337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16353" imgH="914400" progId="Equation.3">
                  <p:embed/>
                </p:oleObj>
              </mc:Choice>
              <mc:Fallback>
                <p:oleObj name="Equation" r:id="rId4" imgW="3016353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1622425"/>
                        <a:ext cx="30337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2" name="Object 6">
            <a:extLst>
              <a:ext uri="{FF2B5EF4-FFF2-40B4-BE49-F238E27FC236}">
                <a16:creationId xmlns:a16="http://schemas.microsoft.com/office/drawing/2014/main" id="{3CBA4D54-4A18-4D7D-B9A7-D9540CEC8A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7338" y="4787900"/>
          <a:ext cx="24257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06753" imgH="1034935" progId="Equation.3">
                  <p:embed/>
                </p:oleObj>
              </mc:Choice>
              <mc:Fallback>
                <p:oleObj name="Equation" r:id="rId6" imgW="2406753" imgH="10349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4787900"/>
                        <a:ext cx="24257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3" name="Object 7">
            <a:extLst>
              <a:ext uri="{FF2B5EF4-FFF2-40B4-BE49-F238E27FC236}">
                <a16:creationId xmlns:a16="http://schemas.microsoft.com/office/drawing/2014/main" id="{BF88C29B-A84C-4A75-B3B6-4826418201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1600200"/>
          <a:ext cx="1447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5024" imgH="914400" progId="Equation.3">
                  <p:embed/>
                </p:oleObj>
              </mc:Choice>
              <mc:Fallback>
                <p:oleObj name="Equation" r:id="rId8" imgW="1435024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600200"/>
                        <a:ext cx="1447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4" name="Object 8">
            <a:extLst>
              <a:ext uri="{FF2B5EF4-FFF2-40B4-BE49-F238E27FC236}">
                <a16:creationId xmlns:a16="http://schemas.microsoft.com/office/drawing/2014/main" id="{B1D892CC-53DF-4434-BD66-8FFC12A4D2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0663" y="3724275"/>
          <a:ext cx="4397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25423" imgH="380827" progId="Equation.3">
                  <p:embed/>
                </p:oleObj>
              </mc:Choice>
              <mc:Fallback>
                <p:oleObj name="Equation" r:id="rId10" imgW="425423" imgH="38082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3724275"/>
                        <a:ext cx="4397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5" name="Line 9">
            <a:extLst>
              <a:ext uri="{FF2B5EF4-FFF2-40B4-BE49-F238E27FC236}">
                <a16:creationId xmlns:a16="http://schemas.microsoft.com/office/drawing/2014/main" id="{4A8B1A87-F941-4A34-B85C-07B5FA7AA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057400"/>
            <a:ext cx="6477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1866" name="Object 10">
            <a:extLst>
              <a:ext uri="{FF2B5EF4-FFF2-40B4-BE49-F238E27FC236}">
                <a16:creationId xmlns:a16="http://schemas.microsoft.com/office/drawing/2014/main" id="{556B3868-0EBE-4035-938D-4AA9DF917F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9138" y="3489325"/>
          <a:ext cx="1016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7150" imgH="914400" progId="Equation.3">
                  <p:embed/>
                </p:oleObj>
              </mc:Choice>
              <mc:Fallback>
                <p:oleObj name="Equation" r:id="rId12" imgW="997150" imgH="914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138" y="3489325"/>
                        <a:ext cx="1016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7" name="Object 11">
            <a:extLst>
              <a:ext uri="{FF2B5EF4-FFF2-40B4-BE49-F238E27FC236}">
                <a16:creationId xmlns:a16="http://schemas.microsoft.com/office/drawing/2014/main" id="{4CA454F0-8DAD-41E0-9D5C-365764447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9738" y="3357563"/>
          <a:ext cx="1320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01691" imgH="1066627" progId="Equation.3">
                  <p:embed/>
                </p:oleObj>
              </mc:Choice>
              <mc:Fallback>
                <p:oleObj name="Equation" r:id="rId14" imgW="1301691" imgH="106662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3357563"/>
                        <a:ext cx="13208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8" name="Object 12">
            <a:extLst>
              <a:ext uri="{FF2B5EF4-FFF2-40B4-BE49-F238E27FC236}">
                <a16:creationId xmlns:a16="http://schemas.microsoft.com/office/drawing/2014/main" id="{83301D37-8367-41CE-ABF8-AFE20A7E31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4675" y="3365500"/>
          <a:ext cx="16637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44623" imgH="1034935" progId="Equation.3">
                  <p:embed/>
                </p:oleObj>
              </mc:Choice>
              <mc:Fallback>
                <p:oleObj name="Equation" r:id="rId16" imgW="1644623" imgH="103493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675" y="3365500"/>
                        <a:ext cx="16637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9" name="Object 13">
            <a:extLst>
              <a:ext uri="{FF2B5EF4-FFF2-40B4-BE49-F238E27FC236}">
                <a16:creationId xmlns:a16="http://schemas.microsoft.com/office/drawing/2014/main" id="{5C4920C7-4A67-4250-A88F-DEEB34FE27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4446588"/>
          <a:ext cx="1295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82495" imgH="914400" progId="Equation.3">
                  <p:embed/>
                </p:oleObj>
              </mc:Choice>
              <mc:Fallback>
                <p:oleObj name="Equation" r:id="rId18" imgW="1282495" imgH="914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446588"/>
                        <a:ext cx="1295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70" name="Object 14">
            <a:extLst>
              <a:ext uri="{FF2B5EF4-FFF2-40B4-BE49-F238E27FC236}">
                <a16:creationId xmlns:a16="http://schemas.microsoft.com/office/drawing/2014/main" id="{FE4521AE-6E0A-44B8-88CC-A5F3ABCBF6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803775"/>
          <a:ext cx="220821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97154" imgH="1034935" progId="Equation.3">
                  <p:embed/>
                </p:oleObj>
              </mc:Choice>
              <mc:Fallback>
                <p:oleObj name="Equation" r:id="rId20" imgW="2197154" imgH="103493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803775"/>
                        <a:ext cx="2208213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71" name="Line 15">
            <a:extLst>
              <a:ext uri="{FF2B5EF4-FFF2-40B4-BE49-F238E27FC236}">
                <a16:creationId xmlns:a16="http://schemas.microsoft.com/office/drawing/2014/main" id="{94BE2352-DC9B-4DE2-BE3C-B94177C9F9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667000"/>
            <a:ext cx="0" cy="73660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2" name="Rectangle 16">
            <a:extLst>
              <a:ext uri="{FF2B5EF4-FFF2-40B4-BE49-F238E27FC236}">
                <a16:creationId xmlns:a16="http://schemas.microsoft.com/office/drawing/2014/main" id="{3E4A9BD1-F28D-4F9D-8A32-F4F035FDE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676400"/>
            <a:ext cx="1981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zh-CN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2545" name="Object 17">
            <a:extLst>
              <a:ext uri="{FF2B5EF4-FFF2-40B4-BE49-F238E27FC236}">
                <a16:creationId xmlns:a16="http://schemas.microsoft.com/office/drawing/2014/main" id="{BEE027CA-00F8-4346-AEBD-CB351886F2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7263" y="4763"/>
          <a:ext cx="11366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30484" imgH="1034935" progId="Equation.3">
                  <p:embed/>
                </p:oleObj>
              </mc:Choice>
              <mc:Fallback>
                <p:oleObj name="Equation" r:id="rId22" imgW="1130484" imgH="10349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7263" y="4763"/>
                        <a:ext cx="11366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81" name="Text Box 25">
            <a:extLst>
              <a:ext uri="{FF2B5EF4-FFF2-40B4-BE49-F238E27FC236}">
                <a16:creationId xmlns:a16="http://schemas.microsoft.com/office/drawing/2014/main" id="{589B68CB-6092-4ECF-AAD0-B7AAF89D8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88" y="2681288"/>
            <a:ext cx="1941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再对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求导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build="p" autoUpdateAnimBg="0"/>
      <p:bldP spid="121872" grpId="0" autoUpdateAnimBg="0"/>
      <p:bldP spid="12188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>
            <a:extLst>
              <a:ext uri="{FF2B5EF4-FFF2-40B4-BE49-F238E27FC236}">
                <a16:creationId xmlns:a16="http://schemas.microsoft.com/office/drawing/2014/main" id="{8695FDB5-5BFF-4111-B799-8A0ABAEC8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85" y="389236"/>
            <a:ext cx="15240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3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.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设</a:t>
            </a:r>
          </a:p>
        </p:txBody>
      </p:sp>
      <p:graphicFrame>
        <p:nvGraphicFramePr>
          <p:cNvPr id="48" name="Object 3">
            <a:extLst>
              <a:ext uri="{FF2B5EF4-FFF2-40B4-BE49-F238E27FC236}">
                <a16:creationId xmlns:a16="http://schemas.microsoft.com/office/drawing/2014/main" id="{EDB26180-DBDB-4BCD-99FD-9F6118E46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7135" y="363836"/>
          <a:ext cx="31686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2935" imgH="196908" progId="Equation.3">
                  <p:embed/>
                </p:oleObj>
              </mc:Choice>
              <mc:Fallback>
                <p:oleObj name="公式" r:id="rId2" imgW="1142935" imgH="196908" progId="Equation.3">
                  <p:embed/>
                  <p:pic>
                    <p:nvPicPr>
                      <p:cNvPr id="48" name="Object 3">
                        <a:extLst>
                          <a:ext uri="{FF2B5EF4-FFF2-40B4-BE49-F238E27FC236}">
                            <a16:creationId xmlns:a16="http://schemas.microsoft.com/office/drawing/2014/main" id="{EDB26180-DBDB-4BCD-99FD-9F6118E46C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135" y="363836"/>
                        <a:ext cx="31686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7">
            <a:extLst>
              <a:ext uri="{FF2B5EF4-FFF2-40B4-BE49-F238E27FC236}">
                <a16:creationId xmlns:a16="http://schemas.microsoft.com/office/drawing/2014/main" id="{FB16C8F2-5E55-41DA-9EA9-2FCF1F823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91148" y="80466"/>
          <a:ext cx="2429304" cy="1113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3337" imgH="425508" progId="Equation.DSMT4">
                  <p:embed/>
                </p:oleObj>
              </mc:Choice>
              <mc:Fallback>
                <p:oleObj name="Equation" r:id="rId4" imgW="933337" imgH="425508" progId="Equation.DSMT4">
                  <p:embed/>
                  <p:pic>
                    <p:nvPicPr>
                      <p:cNvPr id="49" name="Object 17">
                        <a:extLst>
                          <a:ext uri="{FF2B5EF4-FFF2-40B4-BE49-F238E27FC236}">
                            <a16:creationId xmlns:a16="http://schemas.microsoft.com/office/drawing/2014/main" id="{FB16C8F2-5E55-41DA-9EA9-2FCF1F823A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1148" y="80466"/>
                        <a:ext cx="2429304" cy="1113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3">
            <a:extLst>
              <a:ext uri="{FF2B5EF4-FFF2-40B4-BE49-F238E27FC236}">
                <a16:creationId xmlns:a16="http://schemas.microsoft.com/office/drawing/2014/main" id="{6B2734F5-F558-4DFE-B507-9A3B1C20E5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5485" y="260648"/>
          <a:ext cx="466566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228600" progId="Equation.DSMT4">
                  <p:embed/>
                </p:oleObj>
              </mc:Choice>
              <mc:Fallback>
                <p:oleObj name="Equation" r:id="rId6" imgW="1688760" imgH="228600" progId="Equation.DSMT4">
                  <p:embed/>
                  <p:pic>
                    <p:nvPicPr>
                      <p:cNvPr id="50" name="Object 3">
                        <a:extLst>
                          <a:ext uri="{FF2B5EF4-FFF2-40B4-BE49-F238E27FC236}">
                            <a16:creationId xmlns:a16="http://schemas.microsoft.com/office/drawing/2014/main" id="{6B2734F5-F558-4DFE-B507-9A3B1C20E5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485" y="260648"/>
                        <a:ext cx="4665663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6585372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2">
            <a:extLst>
              <a:ext uri="{FF2B5EF4-FFF2-40B4-BE49-F238E27FC236}">
                <a16:creationId xmlns:a16="http://schemas.microsoft.com/office/drawing/2014/main" id="{AB0FD9E9-573F-4487-9B18-71B24355D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431" y="255859"/>
            <a:ext cx="15240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4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.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设</a:t>
            </a:r>
          </a:p>
        </p:txBody>
      </p:sp>
      <p:graphicFrame>
        <p:nvGraphicFramePr>
          <p:cNvPr id="52" name="Object 3">
            <a:extLst>
              <a:ext uri="{FF2B5EF4-FFF2-40B4-BE49-F238E27FC236}">
                <a16:creationId xmlns:a16="http://schemas.microsoft.com/office/drawing/2014/main" id="{43A3E9CD-3923-4E6B-9904-68DE05B6A2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512" y="188640"/>
          <a:ext cx="731043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280" imgH="228600" progId="Equation.DSMT4">
                  <p:embed/>
                </p:oleObj>
              </mc:Choice>
              <mc:Fallback>
                <p:oleObj name="Equation" r:id="rId2" imgW="2654280" imgH="228600" progId="Equation.DSMT4">
                  <p:embed/>
                  <p:pic>
                    <p:nvPicPr>
                      <p:cNvPr id="52" name="Object 3">
                        <a:extLst>
                          <a:ext uri="{FF2B5EF4-FFF2-40B4-BE49-F238E27FC236}">
                            <a16:creationId xmlns:a16="http://schemas.microsoft.com/office/drawing/2014/main" id="{43A3E9CD-3923-4E6B-9904-68DE05B6A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188640"/>
                        <a:ext cx="7310438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7">
            <a:extLst>
              <a:ext uri="{FF2B5EF4-FFF2-40B4-BE49-F238E27FC236}">
                <a16:creationId xmlns:a16="http://schemas.microsoft.com/office/drawing/2014/main" id="{0F9D8F4A-F0FA-425D-A516-7C9616E08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36869" y="768621"/>
          <a:ext cx="10953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431640" progId="Equation.DSMT4">
                  <p:embed/>
                </p:oleObj>
              </mc:Choice>
              <mc:Fallback>
                <p:oleObj name="Equation" r:id="rId4" imgW="469800" imgH="431640" progId="Equation.DSMT4">
                  <p:embed/>
                  <p:pic>
                    <p:nvPicPr>
                      <p:cNvPr id="53" name="Object 17">
                        <a:extLst>
                          <a:ext uri="{FF2B5EF4-FFF2-40B4-BE49-F238E27FC236}">
                            <a16:creationId xmlns:a16="http://schemas.microsoft.com/office/drawing/2014/main" id="{0F9D8F4A-F0FA-425D-A516-7C9616E08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6869" y="768621"/>
                        <a:ext cx="10953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3">
            <a:extLst>
              <a:ext uri="{FF2B5EF4-FFF2-40B4-BE49-F238E27FC236}">
                <a16:creationId xmlns:a16="http://schemas.microsoft.com/office/drawing/2014/main" id="{83D5C166-A85D-4B09-AE73-DCC90B41A9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9594" y="782909"/>
          <a:ext cx="72009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05068" imgH="380827" progId="Equation.3">
                  <p:embed/>
                </p:oleObj>
              </mc:Choice>
              <mc:Fallback>
                <p:oleObj name="公式" r:id="rId6" imgW="2705068" imgH="380827" progId="Equation.3">
                  <p:embed/>
                  <p:pic>
                    <p:nvPicPr>
                      <p:cNvPr id="54" name="Object 3">
                        <a:extLst>
                          <a:ext uri="{FF2B5EF4-FFF2-40B4-BE49-F238E27FC236}">
                            <a16:creationId xmlns:a16="http://schemas.microsoft.com/office/drawing/2014/main" id="{83D5C166-A85D-4B09-AE73-DCC90B41A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594" y="782909"/>
                        <a:ext cx="720090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F4F3D335-FBC9-450B-B00C-2BF8B340F82D}"/>
              </a:ext>
            </a:extLst>
          </p:cNvPr>
          <p:cNvGrpSpPr/>
          <p:nvPr/>
        </p:nvGrpSpPr>
        <p:grpSpPr>
          <a:xfrm>
            <a:off x="227291" y="2486258"/>
            <a:ext cx="11469061" cy="1296964"/>
            <a:chOff x="227291" y="2486258"/>
            <a:chExt cx="11469061" cy="1296964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ED34D3C0-B918-4000-A04B-B7A8F64C3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291" y="2488107"/>
              <a:ext cx="1524000" cy="565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kern="0" dirty="0">
                  <a:solidFill>
                    <a:srgbClr val="000000"/>
                  </a:solidFill>
                  <a:latin typeface="Arial"/>
                  <a:ea typeface="楷体_GB2312" pitchFamily="49" charset="-122"/>
                </a:rPr>
                <a:t>练习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楷体_GB2312" pitchFamily="49" charset="-122"/>
                  <a:cs typeface="+mn-cs"/>
                </a:rPr>
                <a:t>. </a:t>
              </a: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楷体_GB2312" pitchFamily="49" charset="-122"/>
                  <a:cs typeface="+mn-cs"/>
                </a:rPr>
                <a:t>设</a:t>
              </a:r>
            </a:p>
          </p:txBody>
        </p:sp>
        <p:graphicFrame>
          <p:nvGraphicFramePr>
            <p:cNvPr id="7" name="Object 3">
              <a:extLst>
                <a:ext uri="{FF2B5EF4-FFF2-40B4-BE49-F238E27FC236}">
                  <a16:creationId xmlns:a16="http://schemas.microsoft.com/office/drawing/2014/main" id="{3882BB0C-946F-4ECB-92C6-E5E12F2390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5216" y="2505570"/>
            <a:ext cx="3008312" cy="547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91880" imgH="203040" progId="Equation.DSMT4">
                    <p:embed/>
                  </p:oleObj>
                </mc:Choice>
                <mc:Fallback>
                  <p:oleObj name="Equation" r:id="rId8" imgW="1091880" imgH="203040" progId="Equation.DSMT4">
                    <p:embed/>
                    <p:pic>
                      <p:nvPicPr>
                        <p:cNvPr id="7" name="Object 3">
                          <a:extLst>
                            <a:ext uri="{FF2B5EF4-FFF2-40B4-BE49-F238E27FC236}">
                              <a16:creationId xmlns:a16="http://schemas.microsoft.com/office/drawing/2014/main" id="{3882BB0C-946F-4ECB-92C6-E5E12F2390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5216" y="2505570"/>
                          <a:ext cx="3008312" cy="547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7">
              <a:extLst>
                <a:ext uri="{FF2B5EF4-FFF2-40B4-BE49-F238E27FC236}">
                  <a16:creationId xmlns:a16="http://schemas.microsoft.com/office/drawing/2014/main" id="{09B05F2E-816C-4179-AA76-4946A026F6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9616" y="3308560"/>
            <a:ext cx="355600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80" imgH="203040" progId="Equation.DSMT4">
                    <p:embed/>
                  </p:oleObj>
                </mc:Choice>
                <mc:Fallback>
                  <p:oleObj name="Equation" r:id="rId10" imgW="152280" imgH="203040" progId="Equation.DSMT4">
                    <p:embed/>
                    <p:pic>
                      <p:nvPicPr>
                        <p:cNvPr id="8" name="Object 17">
                          <a:extLst>
                            <a:ext uri="{FF2B5EF4-FFF2-40B4-BE49-F238E27FC236}">
                              <a16:creationId xmlns:a16="http://schemas.microsoft.com/office/drawing/2014/main" id="{09B05F2E-816C-4179-AA76-4946A026F6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616" y="3308560"/>
                          <a:ext cx="355600" cy="474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3">
              <a:extLst>
                <a:ext uri="{FF2B5EF4-FFF2-40B4-BE49-F238E27FC236}">
                  <a16:creationId xmlns:a16="http://schemas.microsoft.com/office/drawing/2014/main" id="{32F305C3-DBEC-40F7-B661-371827290D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01502" y="2523368"/>
            <a:ext cx="1825625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85800" imgH="203040" progId="Equation.DSMT4">
                    <p:embed/>
                  </p:oleObj>
                </mc:Choice>
                <mc:Fallback>
                  <p:oleObj name="Equation" r:id="rId12" imgW="685800" imgH="203040" progId="Equation.DSMT4">
                    <p:embed/>
                    <p:pic>
                      <p:nvPicPr>
                        <p:cNvPr id="9" name="Object 3">
                          <a:extLst>
                            <a:ext uri="{FF2B5EF4-FFF2-40B4-BE49-F238E27FC236}">
                              <a16:creationId xmlns:a16="http://schemas.microsoft.com/office/drawing/2014/main" id="{32F305C3-DBEC-40F7-B661-371827290D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1502" y="2523368"/>
                          <a:ext cx="1825625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A09BDEB-1043-44DE-9E41-D74CACDC9FDD}"/>
                </a:ext>
              </a:extLst>
            </p:cNvPr>
            <p:cNvSpPr txBox="1"/>
            <p:nvPr/>
          </p:nvSpPr>
          <p:spPr>
            <a:xfrm>
              <a:off x="4495452" y="2486258"/>
              <a:ext cx="72009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kern="0" dirty="0">
                  <a:solidFill>
                    <a:srgbClr val="000000"/>
                  </a:solidFill>
                  <a:latin typeface="Arial"/>
                  <a:ea typeface="楷体_GB2312" pitchFamily="49" charset="-122"/>
                </a:rPr>
                <a:t>是由                    所确定的         的函数，</a:t>
              </a:r>
              <a:endParaRPr lang="zh-CN" altLang="en-US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5B1EBAAE-A60C-44C6-AD85-83DA7E9A9B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38061" y="2556332"/>
            <a:ext cx="777017" cy="428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68280" imgH="203040" progId="Equation.DSMT4">
                    <p:embed/>
                  </p:oleObj>
                </mc:Choice>
                <mc:Fallback>
                  <p:oleObj name="Equation" r:id="rId14" imgW="368280" imgH="20304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5B1EBAAE-A60C-44C6-AD85-83DA7E9A9B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738061" y="2556332"/>
                          <a:ext cx="777017" cy="4286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1A85A34-4D54-4FDC-9CFF-9244C6A92B73}"/>
                </a:ext>
              </a:extLst>
            </p:cNvPr>
            <p:cNvSpPr txBox="1"/>
            <p:nvPr/>
          </p:nvSpPr>
          <p:spPr>
            <a:xfrm>
              <a:off x="1537160" y="3257429"/>
              <a:ext cx="859128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kern="0" dirty="0">
                  <a:solidFill>
                    <a:srgbClr val="000000"/>
                  </a:solidFill>
                  <a:latin typeface="Arial"/>
                  <a:ea typeface="楷体_GB2312" pitchFamily="49" charset="-122"/>
                </a:rPr>
                <a:t>具有连续的偏导数，   具有连续的导数，则             </a:t>
              </a:r>
              <a:r>
                <a:rPr lang="en-US" altLang="zh-CN" sz="2800" kern="0" dirty="0">
                  <a:solidFill>
                    <a:srgbClr val="000000"/>
                  </a:solidFill>
                  <a:latin typeface="Arial"/>
                  <a:ea typeface="楷体_GB2312" pitchFamily="49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25CDD29-EE89-46EA-963F-649FEC790E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0079" y="3345000"/>
            <a:ext cx="297706" cy="436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64880" progId="Equation.DSMT4">
                    <p:embed/>
                  </p:oleObj>
                </mc:Choice>
                <mc:Fallback>
                  <p:oleObj name="Equation" r:id="rId16" imgW="139680" imgH="1648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25CDD29-EE89-46EA-963F-649FEC790E5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710079" y="3345000"/>
                          <a:ext cx="297706" cy="4369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B56D6B5-FE2F-404E-9927-D1B2F6551E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76276" y="3308560"/>
            <a:ext cx="739775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17160" imgH="177480" progId="Equation.DSMT4">
                    <p:embed/>
                  </p:oleObj>
                </mc:Choice>
                <mc:Fallback>
                  <p:oleObj name="Equation" r:id="rId18" imgW="317160" imgH="1774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2B56D6B5-FE2F-404E-9927-D1B2F6551ED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476276" y="3308560"/>
                          <a:ext cx="739775" cy="414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7123580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2">
            <a:extLst>
              <a:ext uri="{FF2B5EF4-FFF2-40B4-BE49-F238E27FC236}">
                <a16:creationId xmlns:a16="http://schemas.microsoft.com/office/drawing/2014/main" id="{AB0FD9E9-573F-4487-9B18-71B24355D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431" y="255859"/>
            <a:ext cx="15240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4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.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 pitchFamily="49" charset="-122"/>
                <a:cs typeface="+mn-cs"/>
              </a:rPr>
              <a:t>设</a:t>
            </a:r>
          </a:p>
        </p:txBody>
      </p:sp>
      <p:graphicFrame>
        <p:nvGraphicFramePr>
          <p:cNvPr id="52" name="Object 3">
            <a:extLst>
              <a:ext uri="{FF2B5EF4-FFF2-40B4-BE49-F238E27FC236}">
                <a16:creationId xmlns:a16="http://schemas.microsoft.com/office/drawing/2014/main" id="{43A3E9CD-3923-4E6B-9904-68DE05B6A2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512" y="188640"/>
          <a:ext cx="731043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280" imgH="228600" progId="Equation.DSMT4">
                  <p:embed/>
                </p:oleObj>
              </mc:Choice>
              <mc:Fallback>
                <p:oleObj name="Equation" r:id="rId2" imgW="2654280" imgH="228600" progId="Equation.DSMT4">
                  <p:embed/>
                  <p:pic>
                    <p:nvPicPr>
                      <p:cNvPr id="52" name="Object 3">
                        <a:extLst>
                          <a:ext uri="{FF2B5EF4-FFF2-40B4-BE49-F238E27FC236}">
                            <a16:creationId xmlns:a16="http://schemas.microsoft.com/office/drawing/2014/main" id="{43A3E9CD-3923-4E6B-9904-68DE05B6A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188640"/>
                        <a:ext cx="7310438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7">
            <a:extLst>
              <a:ext uri="{FF2B5EF4-FFF2-40B4-BE49-F238E27FC236}">
                <a16:creationId xmlns:a16="http://schemas.microsoft.com/office/drawing/2014/main" id="{0F9D8F4A-F0FA-425D-A516-7C9616E08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36869" y="768621"/>
          <a:ext cx="10953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431640" progId="Equation.DSMT4">
                  <p:embed/>
                </p:oleObj>
              </mc:Choice>
              <mc:Fallback>
                <p:oleObj name="Equation" r:id="rId4" imgW="469800" imgH="431640" progId="Equation.DSMT4">
                  <p:embed/>
                  <p:pic>
                    <p:nvPicPr>
                      <p:cNvPr id="53" name="Object 17">
                        <a:extLst>
                          <a:ext uri="{FF2B5EF4-FFF2-40B4-BE49-F238E27FC236}">
                            <a16:creationId xmlns:a16="http://schemas.microsoft.com/office/drawing/2014/main" id="{0F9D8F4A-F0FA-425D-A516-7C9616E08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6869" y="768621"/>
                        <a:ext cx="10953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3">
            <a:extLst>
              <a:ext uri="{FF2B5EF4-FFF2-40B4-BE49-F238E27FC236}">
                <a16:creationId xmlns:a16="http://schemas.microsoft.com/office/drawing/2014/main" id="{83D5C166-A85D-4B09-AE73-DCC90B41A9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9594" y="782909"/>
          <a:ext cx="72009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05068" imgH="380827" progId="Equation.3">
                  <p:embed/>
                </p:oleObj>
              </mc:Choice>
              <mc:Fallback>
                <p:oleObj name="公式" r:id="rId6" imgW="2705068" imgH="380827" progId="Equation.3">
                  <p:embed/>
                  <p:pic>
                    <p:nvPicPr>
                      <p:cNvPr id="54" name="Object 3">
                        <a:extLst>
                          <a:ext uri="{FF2B5EF4-FFF2-40B4-BE49-F238E27FC236}">
                            <a16:creationId xmlns:a16="http://schemas.microsoft.com/office/drawing/2014/main" id="{83D5C166-A85D-4B09-AE73-DCC90B41A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594" y="782909"/>
                        <a:ext cx="720090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0175823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4F3D335-FBC9-450B-B00C-2BF8B340F82D}"/>
              </a:ext>
            </a:extLst>
          </p:cNvPr>
          <p:cNvGrpSpPr/>
          <p:nvPr/>
        </p:nvGrpSpPr>
        <p:grpSpPr>
          <a:xfrm>
            <a:off x="191344" y="260648"/>
            <a:ext cx="11469061" cy="1296964"/>
            <a:chOff x="227291" y="2486258"/>
            <a:chExt cx="11469061" cy="1296964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ED34D3C0-B918-4000-A04B-B7A8F64C3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291" y="2488107"/>
              <a:ext cx="1524000" cy="565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kern="0" dirty="0">
                  <a:solidFill>
                    <a:srgbClr val="000000"/>
                  </a:solidFill>
                  <a:latin typeface="Arial"/>
                  <a:ea typeface="楷体_GB2312" pitchFamily="49" charset="-122"/>
                </a:rPr>
                <a:t>练习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楷体_GB2312" pitchFamily="49" charset="-122"/>
                  <a:cs typeface="+mn-cs"/>
                </a:rPr>
                <a:t>. </a:t>
              </a: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楷体_GB2312" pitchFamily="49" charset="-122"/>
                  <a:cs typeface="+mn-cs"/>
                </a:rPr>
                <a:t>设</a:t>
              </a:r>
            </a:p>
          </p:txBody>
        </p:sp>
        <p:graphicFrame>
          <p:nvGraphicFramePr>
            <p:cNvPr id="7" name="Object 3">
              <a:extLst>
                <a:ext uri="{FF2B5EF4-FFF2-40B4-BE49-F238E27FC236}">
                  <a16:creationId xmlns:a16="http://schemas.microsoft.com/office/drawing/2014/main" id="{3882BB0C-946F-4ECB-92C6-E5E12F2390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5216" y="2505570"/>
            <a:ext cx="3008312" cy="547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91880" imgH="203040" progId="Equation.DSMT4">
                    <p:embed/>
                  </p:oleObj>
                </mc:Choice>
                <mc:Fallback>
                  <p:oleObj name="Equation" r:id="rId2" imgW="1091880" imgH="203040" progId="Equation.DSMT4">
                    <p:embed/>
                    <p:pic>
                      <p:nvPicPr>
                        <p:cNvPr id="7" name="Object 3">
                          <a:extLst>
                            <a:ext uri="{FF2B5EF4-FFF2-40B4-BE49-F238E27FC236}">
                              <a16:creationId xmlns:a16="http://schemas.microsoft.com/office/drawing/2014/main" id="{3882BB0C-946F-4ECB-92C6-E5E12F2390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5216" y="2505570"/>
                          <a:ext cx="3008312" cy="547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7">
              <a:extLst>
                <a:ext uri="{FF2B5EF4-FFF2-40B4-BE49-F238E27FC236}">
                  <a16:creationId xmlns:a16="http://schemas.microsoft.com/office/drawing/2014/main" id="{09B05F2E-816C-4179-AA76-4946A026F6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9616" y="3308560"/>
            <a:ext cx="355600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203040" progId="Equation.DSMT4">
                    <p:embed/>
                  </p:oleObj>
                </mc:Choice>
                <mc:Fallback>
                  <p:oleObj name="Equation" r:id="rId4" imgW="152280" imgH="203040" progId="Equation.DSMT4">
                    <p:embed/>
                    <p:pic>
                      <p:nvPicPr>
                        <p:cNvPr id="8" name="Object 17">
                          <a:extLst>
                            <a:ext uri="{FF2B5EF4-FFF2-40B4-BE49-F238E27FC236}">
                              <a16:creationId xmlns:a16="http://schemas.microsoft.com/office/drawing/2014/main" id="{09B05F2E-816C-4179-AA76-4946A026F6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616" y="3308560"/>
                          <a:ext cx="355600" cy="474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3">
              <a:extLst>
                <a:ext uri="{FF2B5EF4-FFF2-40B4-BE49-F238E27FC236}">
                  <a16:creationId xmlns:a16="http://schemas.microsoft.com/office/drawing/2014/main" id="{32F305C3-DBEC-40F7-B661-371827290D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01502" y="2523368"/>
            <a:ext cx="1825625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85800" imgH="203040" progId="Equation.DSMT4">
                    <p:embed/>
                  </p:oleObj>
                </mc:Choice>
                <mc:Fallback>
                  <p:oleObj name="Equation" r:id="rId6" imgW="685800" imgH="203040" progId="Equation.DSMT4">
                    <p:embed/>
                    <p:pic>
                      <p:nvPicPr>
                        <p:cNvPr id="9" name="Object 3">
                          <a:extLst>
                            <a:ext uri="{FF2B5EF4-FFF2-40B4-BE49-F238E27FC236}">
                              <a16:creationId xmlns:a16="http://schemas.microsoft.com/office/drawing/2014/main" id="{32F305C3-DBEC-40F7-B661-371827290D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1502" y="2523368"/>
                          <a:ext cx="1825625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A09BDEB-1043-44DE-9E41-D74CACDC9FDD}"/>
                </a:ext>
              </a:extLst>
            </p:cNvPr>
            <p:cNvSpPr txBox="1"/>
            <p:nvPr/>
          </p:nvSpPr>
          <p:spPr>
            <a:xfrm>
              <a:off x="4495452" y="2486258"/>
              <a:ext cx="72009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kern="0" dirty="0">
                  <a:solidFill>
                    <a:srgbClr val="000000"/>
                  </a:solidFill>
                  <a:latin typeface="Arial"/>
                  <a:ea typeface="楷体_GB2312" pitchFamily="49" charset="-122"/>
                </a:rPr>
                <a:t>是由                    所确定的         的函数，</a:t>
              </a:r>
              <a:endParaRPr lang="zh-CN" altLang="en-US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5B1EBAAE-A60C-44C6-AD85-83DA7E9A9B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38061" y="2556332"/>
            <a:ext cx="777017" cy="428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68280" imgH="203040" progId="Equation.DSMT4">
                    <p:embed/>
                  </p:oleObj>
                </mc:Choice>
                <mc:Fallback>
                  <p:oleObj name="Equation" r:id="rId8" imgW="368280" imgH="20304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5B1EBAAE-A60C-44C6-AD85-83DA7E9A9B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738061" y="2556332"/>
                          <a:ext cx="777017" cy="4286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1A85A34-4D54-4FDC-9CFF-9244C6A92B73}"/>
                </a:ext>
              </a:extLst>
            </p:cNvPr>
            <p:cNvSpPr txBox="1"/>
            <p:nvPr/>
          </p:nvSpPr>
          <p:spPr>
            <a:xfrm>
              <a:off x="1537160" y="3257429"/>
              <a:ext cx="859128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kern="0" dirty="0">
                  <a:solidFill>
                    <a:srgbClr val="000000"/>
                  </a:solidFill>
                  <a:latin typeface="Arial"/>
                  <a:ea typeface="楷体_GB2312" pitchFamily="49" charset="-122"/>
                </a:rPr>
                <a:t>具有连续的偏导数，   具有连续的导数，则             </a:t>
              </a:r>
              <a:r>
                <a:rPr lang="en-US" altLang="zh-CN" sz="2800" kern="0" dirty="0">
                  <a:solidFill>
                    <a:srgbClr val="000000"/>
                  </a:solidFill>
                  <a:latin typeface="Arial"/>
                  <a:ea typeface="楷体_GB2312" pitchFamily="49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25CDD29-EE89-46EA-963F-649FEC790E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0079" y="3345000"/>
            <a:ext cx="297706" cy="436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64880" progId="Equation.DSMT4">
                    <p:embed/>
                  </p:oleObj>
                </mc:Choice>
                <mc:Fallback>
                  <p:oleObj name="Equation" r:id="rId10" imgW="139680" imgH="1648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25CDD29-EE89-46EA-963F-649FEC790E5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710079" y="3345000"/>
                          <a:ext cx="297706" cy="4369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B56D6B5-FE2F-404E-9927-D1B2F6551E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76276" y="3308560"/>
            <a:ext cx="739775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17160" imgH="177480" progId="Equation.DSMT4">
                    <p:embed/>
                  </p:oleObj>
                </mc:Choice>
                <mc:Fallback>
                  <p:oleObj name="Equation" r:id="rId12" imgW="317160" imgH="1774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2B56D6B5-FE2F-404E-9927-D1B2F6551ED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476276" y="3308560"/>
                          <a:ext cx="739775" cy="414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13963368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>
            <a:extLst>
              <a:ext uri="{FF2B5EF4-FFF2-40B4-BE49-F238E27FC236}">
                <a16:creationId xmlns:a16="http://schemas.microsoft.com/office/drawing/2014/main" id="{5F294EB2-94D6-4F0C-A600-B72A1E6FC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09696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隐函数存在定理还可以推广到方程组的情形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122883" name="Object 3">
            <a:extLst>
              <a:ext uri="{FF2B5EF4-FFF2-40B4-BE49-F238E27FC236}">
                <a16:creationId xmlns:a16="http://schemas.microsoft.com/office/drawing/2014/main" id="{CDFC1155-5BDC-45A5-A5EC-3E7F9CB34B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9100" y="2298700"/>
          <a:ext cx="2451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400" imgH="959081" progId="Equation.3">
                  <p:embed/>
                </p:oleObj>
              </mc:Choice>
              <mc:Fallback>
                <p:oleObj name="Equation" r:id="rId3" imgW="2438400" imgH="95908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298700"/>
                        <a:ext cx="2451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4" name="AutoShape 4">
            <a:extLst>
              <a:ext uri="{FF2B5EF4-FFF2-40B4-BE49-F238E27FC236}">
                <a16:creationId xmlns:a16="http://schemas.microsoft.com/office/drawing/2014/main" id="{BD62E612-2061-47FD-8463-E26CC5614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687638"/>
            <a:ext cx="1295400" cy="152400"/>
          </a:xfrm>
          <a:prstGeom prst="rightArrow">
            <a:avLst>
              <a:gd name="adj1" fmla="val 50000"/>
              <a:gd name="adj2" fmla="val 2125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122885" name="Object 5">
            <a:extLst>
              <a:ext uri="{FF2B5EF4-FFF2-40B4-BE49-F238E27FC236}">
                <a16:creationId xmlns:a16="http://schemas.microsoft.com/office/drawing/2014/main" id="{628F0EA5-7669-497F-9826-923E058D8F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1500" y="2286000"/>
          <a:ext cx="1765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2535" imgH="959081" progId="Equation.3">
                  <p:embed/>
                </p:oleObj>
              </mc:Choice>
              <mc:Fallback>
                <p:oleObj name="Equation" r:id="rId5" imgW="1752535" imgH="95908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2286000"/>
                        <a:ext cx="17653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6" name="Text Box 6">
            <a:extLst>
              <a:ext uri="{FF2B5EF4-FFF2-40B4-BE49-F238E27FC236}">
                <a16:creationId xmlns:a16="http://schemas.microsoft.com/office/drawing/2014/main" id="{C7EFE263-1524-4A1D-AC4A-C575D0539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352800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由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/>
                <a:cs typeface="楷体_GB2312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G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的偏导数组成的行列式</a:t>
            </a:r>
          </a:p>
        </p:txBody>
      </p:sp>
      <p:graphicFrame>
        <p:nvGraphicFramePr>
          <p:cNvPr id="122887" name="Object 7">
            <a:extLst>
              <a:ext uri="{FF2B5EF4-FFF2-40B4-BE49-F238E27FC236}">
                <a16:creationId xmlns:a16="http://schemas.microsoft.com/office/drawing/2014/main" id="{9FC616DB-B0CE-4D1F-B4F8-FB9E2BF3C6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9663" y="4038600"/>
          <a:ext cx="351313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05070" imgH="920635" progId="Equation.3">
                  <p:embed/>
                </p:oleObj>
              </mc:Choice>
              <mc:Fallback>
                <p:oleObj name="Equation" r:id="rId7" imgW="3505070" imgH="9206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3" y="4038600"/>
                        <a:ext cx="351313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8" name="Text Box 8">
            <a:extLst>
              <a:ext uri="{FF2B5EF4-FFF2-40B4-BE49-F238E27FC236}">
                <a16:creationId xmlns:a16="http://schemas.microsoft.com/office/drawing/2014/main" id="{53FD4CFE-3502-4C80-91C7-6F400AB4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119688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称为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/>
                <a:cs typeface="楷体_GB2312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G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的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雅可比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 Jacobi )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行列式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sp>
        <p:nvSpPr>
          <p:cNvPr id="122889" name="Text Box 9">
            <a:extLst>
              <a:ext uri="{FF2B5EF4-FFF2-40B4-BE49-F238E27FC236}">
                <a16:creationId xmlns:a16="http://schemas.microsoft.com/office/drawing/2014/main" id="{53CE7740-4977-44F2-B035-7D2328D6B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76400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以两个方程确定两个隐函数的情况为例 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</a:p>
        </p:txBody>
      </p:sp>
      <p:sp>
        <p:nvSpPr>
          <p:cNvPr id="122890" name="Text Box 10">
            <a:extLst>
              <a:ext uri="{FF2B5EF4-FFF2-40B4-BE49-F238E27FC236}">
                <a16:creationId xmlns:a16="http://schemas.microsoft.com/office/drawing/2014/main" id="{A949A23E-0BCC-46D9-BB00-BBA962690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16764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即</a:t>
            </a:r>
          </a:p>
        </p:txBody>
      </p:sp>
      <p:sp>
        <p:nvSpPr>
          <p:cNvPr id="25618" name="Text Box 18">
            <a:extLst>
              <a:ext uri="{FF2B5EF4-FFF2-40B4-BE49-F238E27FC236}">
                <a16:creationId xmlns:a16="http://schemas.microsoft.com/office/drawing/2014/main" id="{00E718A8-0F5C-4129-B73D-2D6BEAC8E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247650"/>
            <a:ext cx="5545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二、方程组确定的隐函数情形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 autoUpdateAnimBg="0"/>
      <p:bldP spid="122884" grpId="0" animBg="1"/>
      <p:bldP spid="122886" grpId="0" autoUpdateAnimBg="0"/>
      <p:bldP spid="122888" grpId="0" autoUpdateAnimBg="0"/>
      <p:bldP spid="122889" grpId="0" autoUpdateAnimBg="0"/>
      <p:bldP spid="122890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2953CAD-E83C-4D04-8955-878E27BC6E8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3838"/>
            <a:ext cx="1371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latin typeface="楷体_GB2312"/>
                <a:ea typeface="楷体_GB2312"/>
                <a:cs typeface="楷体_GB2312"/>
              </a:rPr>
              <a:t>定理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3.</a:t>
            </a:r>
            <a:endParaRPr lang="en-US" altLang="zh-CN" sz="2800">
              <a:latin typeface="楷体_GB2312"/>
              <a:ea typeface="楷体_GB2312"/>
              <a:cs typeface="楷体_GB2312"/>
            </a:endParaRPr>
          </a:p>
        </p:txBody>
      </p:sp>
      <p:graphicFrame>
        <p:nvGraphicFramePr>
          <p:cNvPr id="124931" name="Object 3">
            <a:extLst>
              <a:ext uri="{FF2B5EF4-FFF2-40B4-BE49-F238E27FC236}">
                <a16:creationId xmlns:a16="http://schemas.microsoft.com/office/drawing/2014/main" id="{FC911EFF-C85C-4705-B4EB-06CC2EAEBE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0" y="2227263"/>
          <a:ext cx="31035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24265" imgH="425508" progId="Equation.3">
                  <p:embed/>
                </p:oleObj>
              </mc:Choice>
              <mc:Fallback>
                <p:oleObj name="Equation" r:id="rId3" imgW="3124265" imgH="42550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2227263"/>
                        <a:ext cx="310356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2" name="Text Box 4">
            <a:extLst>
              <a:ext uri="{FF2B5EF4-FFF2-40B4-BE49-F238E27FC236}">
                <a16:creationId xmlns:a16="http://schemas.microsoft.com/office/drawing/2014/main" id="{C6EED2B7-7028-4F5B-A69A-DF7D6CD32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00488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的某一邻域内具有连续偏</a:t>
            </a:r>
          </a:p>
        </p:txBody>
      </p:sp>
      <p:sp>
        <p:nvSpPr>
          <p:cNvPr id="124933" name="Text Box 5">
            <a:extLst>
              <a:ext uri="{FF2B5EF4-FFF2-40B4-BE49-F238E27FC236}">
                <a16:creationId xmlns:a16="http://schemas.microsoft.com/office/drawing/2014/main" id="{39C60650-2B24-4D3B-98E0-826A06319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2542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设函数</a:t>
            </a:r>
          </a:p>
        </p:txBody>
      </p:sp>
      <p:graphicFrame>
        <p:nvGraphicFramePr>
          <p:cNvPr id="124934" name="Object 6">
            <a:extLst>
              <a:ext uri="{FF2B5EF4-FFF2-40B4-BE49-F238E27FC236}">
                <a16:creationId xmlns:a16="http://schemas.microsoft.com/office/drawing/2014/main" id="{CB06F9BB-A794-4F87-A9D0-B118BC146B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6338" y="1066800"/>
          <a:ext cx="23368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49684" imgH="425508" progId="Equation.3">
                  <p:embed/>
                </p:oleObj>
              </mc:Choice>
              <mc:Fallback>
                <p:oleObj name="Equation" r:id="rId5" imgW="2349684" imgH="42550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1066800"/>
                        <a:ext cx="23368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5" name="Object 7">
            <a:extLst>
              <a:ext uri="{FF2B5EF4-FFF2-40B4-BE49-F238E27FC236}">
                <a16:creationId xmlns:a16="http://schemas.microsoft.com/office/drawing/2014/main" id="{B356585D-7B78-4BF1-B795-3F359209D6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346075"/>
          <a:ext cx="35734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87561" imgH="387581" progId="Equation.3">
                  <p:embed/>
                </p:oleObj>
              </mc:Choice>
              <mc:Fallback>
                <p:oleObj name="Equation" r:id="rId7" imgW="3587561" imgH="38758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6075"/>
                        <a:ext cx="357346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6" name="Text Box 8">
            <a:extLst>
              <a:ext uri="{FF2B5EF4-FFF2-40B4-BE49-F238E27FC236}">
                <a16:creationId xmlns:a16="http://schemas.microsoft.com/office/drawing/2014/main" id="{CADC3807-E1AE-4D75-9DFB-94F9E88B9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0465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则方程组</a:t>
            </a:r>
          </a:p>
        </p:txBody>
      </p:sp>
      <p:graphicFrame>
        <p:nvGraphicFramePr>
          <p:cNvPr id="124937" name="Object 9">
            <a:extLst>
              <a:ext uri="{FF2B5EF4-FFF2-40B4-BE49-F238E27FC236}">
                <a16:creationId xmlns:a16="http://schemas.microsoft.com/office/drawing/2014/main" id="{E6F97721-EAC1-4AB6-984E-3C838FF03A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3125" y="4162425"/>
          <a:ext cx="5019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054751" imgH="387581" progId="Equation.3">
                  <p:embed/>
                </p:oleObj>
              </mc:Choice>
              <mc:Fallback>
                <p:oleObj name="Equation" r:id="rId9" imgW="5054751" imgH="38758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5" y="4162425"/>
                        <a:ext cx="50196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8" name="Text Box 10">
            <a:extLst>
              <a:ext uri="{FF2B5EF4-FFF2-40B4-BE49-F238E27FC236}">
                <a16:creationId xmlns:a16="http://schemas.microsoft.com/office/drawing/2014/main" id="{3650DC86-1826-4146-9B1D-D35668AA6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04006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③</a:t>
            </a:r>
          </a:p>
        </p:txBody>
      </p:sp>
      <p:graphicFrame>
        <p:nvGraphicFramePr>
          <p:cNvPr id="124939" name="Object 11">
            <a:extLst>
              <a:ext uri="{FF2B5EF4-FFF2-40B4-BE49-F238E27FC236}">
                <a16:creationId xmlns:a16="http://schemas.microsoft.com/office/drawing/2014/main" id="{67E99A72-099E-4B26-87CF-B5F00F6EB6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34388" y="4108450"/>
          <a:ext cx="19288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42938" imgH="457200" progId="Equation.3">
                  <p:embed/>
                </p:oleObj>
              </mc:Choice>
              <mc:Fallback>
                <p:oleObj name="Equation" r:id="rId11" imgW="1942938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4388" y="4108450"/>
                        <a:ext cx="19288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0" name="Text Box 12">
            <a:extLst>
              <a:ext uri="{FF2B5EF4-FFF2-40B4-BE49-F238E27FC236}">
                <a16:creationId xmlns:a16="http://schemas.microsoft.com/office/drawing/2014/main" id="{DB1D17A6-A483-4E28-B19F-FFF154DD5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1816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的</a:t>
            </a:r>
            <a:r>
              <a:rPr kumimoji="1"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单值连续函数</a:t>
            </a:r>
          </a:p>
        </p:txBody>
      </p:sp>
      <p:graphicFrame>
        <p:nvGraphicFramePr>
          <p:cNvPr id="124941" name="Object 13">
            <a:extLst>
              <a:ext uri="{FF2B5EF4-FFF2-40B4-BE49-F238E27FC236}">
                <a16:creationId xmlns:a16="http://schemas.microsoft.com/office/drawing/2014/main" id="{72ED1126-9C73-433A-92D9-B31CD4E35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2088" y="5275263"/>
          <a:ext cx="34401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54227" imgH="387581" progId="Equation.3">
                  <p:embed/>
                </p:oleObj>
              </mc:Choice>
              <mc:Fallback>
                <p:oleObj name="Equation" r:id="rId13" imgW="3454227" imgH="38758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088" y="5275263"/>
                        <a:ext cx="344011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2" name="Text Box 14">
            <a:extLst>
              <a:ext uri="{FF2B5EF4-FFF2-40B4-BE49-F238E27FC236}">
                <a16:creationId xmlns:a16="http://schemas.microsoft.com/office/drawing/2014/main" id="{BABE60F5-6D8A-4172-900C-B25772F4B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7292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且有偏导数公式 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:</a:t>
            </a:r>
          </a:p>
        </p:txBody>
      </p:sp>
      <p:sp>
        <p:nvSpPr>
          <p:cNvPr id="124943" name="Text Box 15">
            <a:extLst>
              <a:ext uri="{FF2B5EF4-FFF2-40B4-BE49-F238E27FC236}">
                <a16:creationId xmlns:a16="http://schemas.microsoft.com/office/drawing/2014/main" id="{1755E51A-F958-4EE5-BF26-22D7EC850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99536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① </a:t>
            </a: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在点</a:t>
            </a:r>
          </a:p>
        </p:txBody>
      </p:sp>
      <p:sp>
        <p:nvSpPr>
          <p:cNvPr id="124944" name="Text Box 16">
            <a:extLst>
              <a:ext uri="{FF2B5EF4-FFF2-40B4-BE49-F238E27FC236}">
                <a16:creationId xmlns:a16="http://schemas.microsoft.com/office/drawing/2014/main" id="{37FF93E4-39BB-4D1F-8B1F-DC31788DF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13360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②</a:t>
            </a:r>
          </a:p>
        </p:txBody>
      </p:sp>
      <p:sp>
        <p:nvSpPr>
          <p:cNvPr id="124945" name="Text Box 17">
            <a:extLst>
              <a:ext uri="{FF2B5EF4-FFF2-40B4-BE49-F238E27FC236}">
                <a16:creationId xmlns:a16="http://schemas.microsoft.com/office/drawing/2014/main" id="{3E4A8FEA-B4AC-410B-82CD-7A1D53FED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648200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的某一邻域内可</a:t>
            </a:r>
            <a:r>
              <a:rPr kumimoji="1"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唯一</a:t>
            </a: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确定一组满足条件</a:t>
            </a:r>
          </a:p>
        </p:txBody>
      </p:sp>
      <p:sp>
        <p:nvSpPr>
          <p:cNvPr id="124946" name="Text Box 18">
            <a:extLst>
              <a:ext uri="{FF2B5EF4-FFF2-40B4-BE49-F238E27FC236}">
                <a16:creationId xmlns:a16="http://schemas.microsoft.com/office/drawing/2014/main" id="{7F403AAF-EA77-4C0B-8530-C46E20124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55588"/>
            <a:ext cx="1447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满足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:</a:t>
            </a:r>
          </a:p>
        </p:txBody>
      </p:sp>
      <p:graphicFrame>
        <p:nvGraphicFramePr>
          <p:cNvPr id="124947" name="Object 19">
            <a:extLst>
              <a:ext uri="{FF2B5EF4-FFF2-40B4-BE49-F238E27FC236}">
                <a16:creationId xmlns:a16="http://schemas.microsoft.com/office/drawing/2014/main" id="{6A0EB458-C979-4BEA-B6A9-A4B915BFB7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2895600"/>
          <a:ext cx="291941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40088" imgH="959081" progId="Equation.3">
                  <p:embed/>
                </p:oleObj>
              </mc:Choice>
              <mc:Fallback>
                <p:oleObj name="Equation" r:id="rId15" imgW="2940088" imgH="95908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895600"/>
                        <a:ext cx="2919413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8" name="Object 20">
            <a:extLst>
              <a:ext uri="{FF2B5EF4-FFF2-40B4-BE49-F238E27FC236}">
                <a16:creationId xmlns:a16="http://schemas.microsoft.com/office/drawing/2014/main" id="{8F22C7FD-47DD-4CAD-ACBE-956535B4ED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6488" y="2227263"/>
          <a:ext cx="31035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124265" imgH="425508" progId="Equation.3">
                  <p:embed/>
                </p:oleObj>
              </mc:Choice>
              <mc:Fallback>
                <p:oleObj name="Equation" r:id="rId17" imgW="3124265" imgH="42550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6488" y="2227263"/>
                        <a:ext cx="3103562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9" name="Text Box 21">
            <a:extLst>
              <a:ext uri="{FF2B5EF4-FFF2-40B4-BE49-F238E27FC236}">
                <a16:creationId xmlns:a16="http://schemas.microsoft.com/office/drawing/2014/main" id="{B5D8BEAB-4B3B-4FFB-AA9A-266948EC2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8138" y="1538288"/>
            <a:ext cx="1922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导数；</a:t>
            </a:r>
          </a:p>
        </p:txBody>
      </p:sp>
      <p:graphicFrame>
        <p:nvGraphicFramePr>
          <p:cNvPr id="124950" name="Object 22">
            <a:extLst>
              <a:ext uri="{FF2B5EF4-FFF2-40B4-BE49-F238E27FC236}">
                <a16:creationId xmlns:a16="http://schemas.microsoft.com/office/drawing/2014/main" id="{6E20FD98-531E-4F62-A615-F7A05A0367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5125" y="4740275"/>
          <a:ext cx="23018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311292" imgH="425508" progId="Equation.3">
                  <p:embed/>
                </p:oleObj>
              </mc:Choice>
              <mc:Fallback>
                <p:oleObj name="Equation" r:id="rId19" imgW="2311292" imgH="425508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25" y="4740275"/>
                        <a:ext cx="23018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8" name="Object 30">
            <a:extLst>
              <a:ext uri="{FF2B5EF4-FFF2-40B4-BE49-F238E27FC236}">
                <a16:creationId xmlns:a16="http://schemas.microsoft.com/office/drawing/2014/main" id="{9E650B35-B731-44D8-A5A4-B8D499F4D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5638" y="5273675"/>
          <a:ext cx="20367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044624" imgH="425508" progId="Equation.3">
                  <p:embed/>
                </p:oleObj>
              </mc:Choice>
              <mc:Fallback>
                <p:oleObj name="Equation" r:id="rId21" imgW="2044624" imgH="425508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8" y="5273675"/>
                        <a:ext cx="20367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4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2" grpId="0" autoUpdateAnimBg="0"/>
      <p:bldP spid="124933" grpId="0" autoUpdateAnimBg="0"/>
      <p:bldP spid="124936" grpId="0" autoUpdateAnimBg="0"/>
      <p:bldP spid="124938" grpId="0" autoUpdateAnimBg="0"/>
      <p:bldP spid="124940" grpId="0" autoUpdateAnimBg="0"/>
      <p:bldP spid="124942" grpId="0" autoUpdateAnimBg="0"/>
      <p:bldP spid="124943" grpId="0" autoUpdateAnimBg="0"/>
      <p:bldP spid="124944" grpId="0" autoUpdateAnimBg="0"/>
      <p:bldP spid="124945" grpId="0" autoUpdateAnimBg="0"/>
      <p:bldP spid="124946" grpId="0" autoUpdateAnimBg="0"/>
      <p:bldP spid="12494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>
            <a:extLst>
              <a:ext uri="{FF2B5EF4-FFF2-40B4-BE49-F238E27FC236}">
                <a16:creationId xmlns:a16="http://schemas.microsoft.com/office/drawing/2014/main" id="{76FA5B74-1B62-4F95-AAB5-0FE41C14EA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4413" y="312738"/>
          <a:ext cx="26019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90930" imgH="914400" progId="Equation.3">
                  <p:embed/>
                </p:oleObj>
              </mc:Choice>
              <mc:Fallback>
                <p:oleObj name="Equation" r:id="rId3" imgW="259093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312738"/>
                        <a:ext cx="26019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79" name="Line 3">
            <a:extLst>
              <a:ext uri="{FF2B5EF4-FFF2-40B4-BE49-F238E27FC236}">
                <a16:creationId xmlns:a16="http://schemas.microsoft.com/office/drawing/2014/main" id="{6E1A600A-8DAA-4F64-A227-0FE5FCFC5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3" y="1268413"/>
            <a:ext cx="222250" cy="1587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6980" name="Object 4">
            <a:extLst>
              <a:ext uri="{FF2B5EF4-FFF2-40B4-BE49-F238E27FC236}">
                <a16:creationId xmlns:a16="http://schemas.microsoft.com/office/drawing/2014/main" id="{7D9D1D2A-0232-42A1-838D-5F0B3FA10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1881188"/>
          <a:ext cx="2514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01695" imgH="914400" progId="Equation.3">
                  <p:embed/>
                </p:oleObj>
              </mc:Choice>
              <mc:Fallback>
                <p:oleObj name="Equation" r:id="rId5" imgW="2501695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81188"/>
                        <a:ext cx="2514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1" name="Line 5">
            <a:extLst>
              <a:ext uri="{FF2B5EF4-FFF2-40B4-BE49-F238E27FC236}">
                <a16:creationId xmlns:a16="http://schemas.microsoft.com/office/drawing/2014/main" id="{4CB32895-2069-4C2A-AD57-5560BC91F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3" y="2781300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6982" name="Object 6">
            <a:extLst>
              <a:ext uri="{FF2B5EF4-FFF2-40B4-BE49-F238E27FC236}">
                <a16:creationId xmlns:a16="http://schemas.microsoft.com/office/drawing/2014/main" id="{C06DEDCC-6643-4ECD-A915-705A382C5F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357563"/>
          <a:ext cx="25003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83018" imgH="914400" progId="Equation.3">
                  <p:embed/>
                </p:oleObj>
              </mc:Choice>
              <mc:Fallback>
                <p:oleObj name="Equation" r:id="rId7" imgW="2483018" imgH="91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357563"/>
                        <a:ext cx="25003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3" name="Line 7">
            <a:extLst>
              <a:ext uri="{FF2B5EF4-FFF2-40B4-BE49-F238E27FC236}">
                <a16:creationId xmlns:a16="http://schemas.microsoft.com/office/drawing/2014/main" id="{26F264FF-B6F8-4575-A702-87E847175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2963" y="4246563"/>
            <a:ext cx="228600" cy="0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6984" name="Object 8">
            <a:extLst>
              <a:ext uri="{FF2B5EF4-FFF2-40B4-BE49-F238E27FC236}">
                <a16:creationId xmlns:a16="http://schemas.microsoft.com/office/drawing/2014/main" id="{833D6335-3DBB-45F6-A709-6367EADAE4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4856163"/>
          <a:ext cx="2514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01695" imgH="914400" progId="Equation.3">
                  <p:embed/>
                </p:oleObj>
              </mc:Choice>
              <mc:Fallback>
                <p:oleObj name="Equation" r:id="rId9" imgW="2501695" imgH="914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856163"/>
                        <a:ext cx="2514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5" name="Line 9">
            <a:extLst>
              <a:ext uri="{FF2B5EF4-FFF2-40B4-BE49-F238E27FC236}">
                <a16:creationId xmlns:a16="http://schemas.microsoft.com/office/drawing/2014/main" id="{E80798E2-5B01-43DE-91B0-C79525513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2963" y="5846763"/>
            <a:ext cx="304800" cy="15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6986" name="Object 10">
            <a:extLst>
              <a:ext uri="{FF2B5EF4-FFF2-40B4-BE49-F238E27FC236}">
                <a16:creationId xmlns:a16="http://schemas.microsoft.com/office/drawing/2014/main" id="{C32BDB37-A13B-42DC-83A9-D2B93986A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260350"/>
          <a:ext cx="3402013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90932" imgH="1473431" progId="Equation.3">
                  <p:embed/>
                </p:oleObj>
              </mc:Choice>
              <mc:Fallback>
                <p:oleObj name="Equation" r:id="rId11" imgW="3390932" imgH="147343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60350"/>
                        <a:ext cx="3402013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7" name="Object 11">
            <a:extLst>
              <a:ext uri="{FF2B5EF4-FFF2-40B4-BE49-F238E27FC236}">
                <a16:creationId xmlns:a16="http://schemas.microsoft.com/office/drawing/2014/main" id="{A88897BA-1FB8-4263-8F85-B531E96634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3788" y="1822450"/>
          <a:ext cx="3402012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90932" imgH="1473431" progId="Equation.3">
                  <p:embed/>
                </p:oleObj>
              </mc:Choice>
              <mc:Fallback>
                <p:oleObj name="Equation" r:id="rId13" imgW="3390932" imgH="147343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788" y="1822450"/>
                        <a:ext cx="3402012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8" name="Object 12">
            <a:extLst>
              <a:ext uri="{FF2B5EF4-FFF2-40B4-BE49-F238E27FC236}">
                <a16:creationId xmlns:a16="http://schemas.microsoft.com/office/drawing/2014/main" id="{19FC3EBB-04C3-4014-9048-7573835FB8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0163" y="3275013"/>
          <a:ext cx="3351212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340089" imgH="1473431" progId="Equation.3">
                  <p:embed/>
                </p:oleObj>
              </mc:Choice>
              <mc:Fallback>
                <p:oleObj name="Equation" r:id="rId15" imgW="3340089" imgH="147343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3275013"/>
                        <a:ext cx="3351212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9" name="Object 13">
            <a:extLst>
              <a:ext uri="{FF2B5EF4-FFF2-40B4-BE49-F238E27FC236}">
                <a16:creationId xmlns:a16="http://schemas.microsoft.com/office/drawing/2014/main" id="{8ED4D798-113A-4651-8E39-AF262B6B60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0163" y="4773613"/>
          <a:ext cx="3452812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35550" imgH="1473431" progId="Equation.3">
                  <p:embed/>
                </p:oleObj>
              </mc:Choice>
              <mc:Fallback>
                <p:oleObj name="Equation" r:id="rId17" imgW="3435550" imgH="147343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4773613"/>
                        <a:ext cx="3452812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0" name="Object 14">
            <a:extLst>
              <a:ext uri="{FF2B5EF4-FFF2-40B4-BE49-F238E27FC236}">
                <a16:creationId xmlns:a16="http://schemas.microsoft.com/office/drawing/2014/main" id="{13FE0168-6292-4FF7-AB4E-03C1080AD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246063"/>
          <a:ext cx="469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070" imgH="939858" progId="Equation.3">
                  <p:embed/>
                </p:oleObj>
              </mc:Choice>
              <mc:Fallback>
                <p:oleObj name="Equation" r:id="rId19" imgW="457070" imgH="93985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46063"/>
                        <a:ext cx="469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1" name="Object 15">
            <a:extLst>
              <a:ext uri="{FF2B5EF4-FFF2-40B4-BE49-F238E27FC236}">
                <a16:creationId xmlns:a16="http://schemas.microsoft.com/office/drawing/2014/main" id="{712C71EB-E9D1-4551-8FEF-8110ECC724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2650" y="1828800"/>
          <a:ext cx="4826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63296" imgH="990773" progId="Equation.3">
                  <p:embed/>
                </p:oleObj>
              </mc:Choice>
              <mc:Fallback>
                <p:oleObj name="Equation" r:id="rId21" imgW="463296" imgH="990773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50" y="1828800"/>
                        <a:ext cx="4826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2" name="Object 16">
            <a:extLst>
              <a:ext uri="{FF2B5EF4-FFF2-40B4-BE49-F238E27FC236}">
                <a16:creationId xmlns:a16="http://schemas.microsoft.com/office/drawing/2014/main" id="{4B65E582-188A-4F49-B69B-6C8FD58C91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3363" y="3294063"/>
          <a:ext cx="469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57070" imgH="939858" progId="Equation.3">
                  <p:embed/>
                </p:oleObj>
              </mc:Choice>
              <mc:Fallback>
                <p:oleObj name="Equation" r:id="rId23" imgW="457070" imgH="93985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3363" y="3294063"/>
                        <a:ext cx="469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3" name="Object 17">
            <a:extLst>
              <a:ext uri="{FF2B5EF4-FFF2-40B4-BE49-F238E27FC236}">
                <a16:creationId xmlns:a16="http://schemas.microsoft.com/office/drawing/2014/main" id="{FE57D847-3459-4312-BBE8-417F7E034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9563" y="4779963"/>
          <a:ext cx="4826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63296" imgH="990773" progId="Equation.3">
                  <p:embed/>
                </p:oleObj>
              </mc:Choice>
              <mc:Fallback>
                <p:oleObj name="Equation" r:id="rId25" imgW="463296" imgH="99077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9563" y="4779963"/>
                        <a:ext cx="4826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26" name="Object 2">
            <a:extLst>
              <a:ext uri="{FF2B5EF4-FFF2-40B4-BE49-F238E27FC236}">
                <a16:creationId xmlns:a16="http://schemas.microsoft.com/office/drawing/2014/main" id="{80654AD7-B605-487B-8DAE-A9FBE4114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1447800"/>
          <a:ext cx="41132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02219" imgH="990773" progId="Equation.3">
                  <p:embed/>
                </p:oleObj>
              </mc:Choice>
              <mc:Fallback>
                <p:oleObj name="Equation" r:id="rId3" imgW="4102219" imgH="99077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447800"/>
                        <a:ext cx="41132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7" name="Object 3">
            <a:extLst>
              <a:ext uri="{FF2B5EF4-FFF2-40B4-BE49-F238E27FC236}">
                <a16:creationId xmlns:a16="http://schemas.microsoft.com/office/drawing/2014/main" id="{661AD4AD-E912-407C-B635-3034F4B7B4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4197350"/>
          <a:ext cx="51228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105595" imgH="914400" progId="Equation.3">
                  <p:embed/>
                </p:oleObj>
              </mc:Choice>
              <mc:Fallback>
                <p:oleObj name="Equation" r:id="rId5" imgW="5105595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197350"/>
                        <a:ext cx="512286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id="{88FD351F-CEE3-44FD-BD63-7906F1B2B8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6488" y="292100"/>
          <a:ext cx="244951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38400" imgH="990773" progId="Equation.3">
                  <p:embed/>
                </p:oleObj>
              </mc:Choice>
              <mc:Fallback>
                <p:oleObj name="Equation" r:id="rId7" imgW="2438400" imgH="99077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6488" y="292100"/>
                        <a:ext cx="2449512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5">
            <a:extLst>
              <a:ext uri="{FF2B5EF4-FFF2-40B4-BE49-F238E27FC236}">
                <a16:creationId xmlns:a16="http://schemas.microsoft.com/office/drawing/2014/main" id="{64FEC28E-D5C4-435D-BA21-F412077F2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714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有隐函数组</a:t>
            </a:r>
          </a:p>
        </p:txBody>
      </p:sp>
      <p:sp>
        <p:nvSpPr>
          <p:cNvPr id="129030" name="Text Box 6">
            <a:extLst>
              <a:ext uri="{FF2B5EF4-FFF2-40B4-BE49-F238E27FC236}">
                <a16:creationId xmlns:a16="http://schemas.microsoft.com/office/drawing/2014/main" id="{3A17296B-42A8-4292-9A01-9C0018DDB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0" y="47148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则</a:t>
            </a:r>
          </a:p>
        </p:txBody>
      </p:sp>
      <p:sp>
        <p:nvSpPr>
          <p:cNvPr id="129031" name="Text Box 7">
            <a:extLst>
              <a:ext uri="{FF2B5EF4-FFF2-40B4-BE49-F238E27FC236}">
                <a16:creationId xmlns:a16="http://schemas.microsoft.com/office/drawing/2014/main" id="{E9688DB0-09D6-4EDA-BA68-6F4BE4E38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986088"/>
            <a:ext cx="278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两边对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求导得</a:t>
            </a:r>
          </a:p>
        </p:txBody>
      </p:sp>
      <p:graphicFrame>
        <p:nvGraphicFramePr>
          <p:cNvPr id="31752" name="Object 8">
            <a:extLst>
              <a:ext uri="{FF2B5EF4-FFF2-40B4-BE49-F238E27FC236}">
                <a16:creationId xmlns:a16="http://schemas.microsoft.com/office/drawing/2014/main" id="{83BD6109-F93C-49BE-9800-7FBE4B42FB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13700" y="228600"/>
          <a:ext cx="19685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49682" imgH="990773" progId="Equation.3">
                  <p:embed/>
                </p:oleObj>
              </mc:Choice>
              <mc:Fallback>
                <p:oleObj name="Equation" r:id="rId9" imgW="1949682" imgH="99077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3700" y="228600"/>
                        <a:ext cx="19685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>
            <a:extLst>
              <a:ext uri="{FF2B5EF4-FFF2-40B4-BE49-F238E27FC236}">
                <a16:creationId xmlns:a16="http://schemas.microsoft.com/office/drawing/2014/main" id="{588E80AD-E562-4829-BE78-D749B7860E6C}"/>
              </a:ext>
            </a:extLst>
          </p:cNvPr>
          <p:cNvGrpSpPr>
            <a:grpSpLocks/>
          </p:cNvGrpSpPr>
          <p:nvPr/>
        </p:nvGrpSpPr>
        <p:grpSpPr bwMode="auto">
          <a:xfrm>
            <a:off x="3841750" y="1828800"/>
            <a:ext cx="2411413" cy="0"/>
            <a:chOff x="384" y="864"/>
            <a:chExt cx="1632" cy="0"/>
          </a:xfrm>
        </p:grpSpPr>
        <p:sp>
          <p:nvSpPr>
            <p:cNvPr id="31791" name="Line 10">
              <a:extLst>
                <a:ext uri="{FF2B5EF4-FFF2-40B4-BE49-F238E27FC236}">
                  <a16:creationId xmlns:a16="http://schemas.microsoft.com/office/drawing/2014/main" id="{51A4B5CB-1B63-48CE-8E70-16D4D258C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2" name="Line 11">
              <a:extLst>
                <a:ext uri="{FF2B5EF4-FFF2-40B4-BE49-F238E27FC236}">
                  <a16:creationId xmlns:a16="http://schemas.microsoft.com/office/drawing/2014/main" id="{FCEDD422-1374-497D-AF4F-D1664AD24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3" name="Line 12">
              <a:extLst>
                <a:ext uri="{FF2B5EF4-FFF2-40B4-BE49-F238E27FC236}">
                  <a16:creationId xmlns:a16="http://schemas.microsoft.com/office/drawing/2014/main" id="{A8EF00A1-6359-4520-8E46-69DA53B93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50DC2FCE-8A41-4E35-B46B-3FEB5F3AABC9}"/>
              </a:ext>
            </a:extLst>
          </p:cNvPr>
          <p:cNvGrpSpPr>
            <a:grpSpLocks/>
          </p:cNvGrpSpPr>
          <p:nvPr/>
        </p:nvGrpSpPr>
        <p:grpSpPr bwMode="auto">
          <a:xfrm>
            <a:off x="4149725" y="2438400"/>
            <a:ext cx="2447925" cy="0"/>
            <a:chOff x="384" y="864"/>
            <a:chExt cx="1632" cy="0"/>
          </a:xfrm>
        </p:grpSpPr>
        <p:sp>
          <p:nvSpPr>
            <p:cNvPr id="31788" name="Line 14">
              <a:extLst>
                <a:ext uri="{FF2B5EF4-FFF2-40B4-BE49-F238E27FC236}">
                  <a16:creationId xmlns:a16="http://schemas.microsoft.com/office/drawing/2014/main" id="{64E745CD-E007-4FAA-B111-3EA9CDDAF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9" name="Line 15">
              <a:extLst>
                <a:ext uri="{FF2B5EF4-FFF2-40B4-BE49-F238E27FC236}">
                  <a16:creationId xmlns:a16="http://schemas.microsoft.com/office/drawing/2014/main" id="{380559E8-1324-45D1-B3A5-B238E6D58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0" name="Line 16">
              <a:extLst>
                <a:ext uri="{FF2B5EF4-FFF2-40B4-BE49-F238E27FC236}">
                  <a16:creationId xmlns:a16="http://schemas.microsoft.com/office/drawing/2014/main" id="{53CD30E9-E183-4565-A166-62CCD6458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7">
            <a:extLst>
              <a:ext uri="{FF2B5EF4-FFF2-40B4-BE49-F238E27FC236}">
                <a16:creationId xmlns:a16="http://schemas.microsoft.com/office/drawing/2014/main" id="{AB230A57-5F49-4A86-B08D-99056699BC51}"/>
              </a:ext>
            </a:extLst>
          </p:cNvPr>
          <p:cNvGrpSpPr>
            <a:grpSpLocks/>
          </p:cNvGrpSpPr>
          <p:nvPr/>
        </p:nvGrpSpPr>
        <p:grpSpPr bwMode="auto">
          <a:xfrm>
            <a:off x="4149725" y="2438400"/>
            <a:ext cx="2447925" cy="0"/>
            <a:chOff x="384" y="864"/>
            <a:chExt cx="1632" cy="0"/>
          </a:xfrm>
        </p:grpSpPr>
        <p:sp>
          <p:nvSpPr>
            <p:cNvPr id="31785" name="Line 18">
              <a:extLst>
                <a:ext uri="{FF2B5EF4-FFF2-40B4-BE49-F238E27FC236}">
                  <a16:creationId xmlns:a16="http://schemas.microsoft.com/office/drawing/2014/main" id="{9E66FFF2-7808-4441-A942-8C58ECB19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6" name="Line 19">
              <a:extLst>
                <a:ext uri="{FF2B5EF4-FFF2-40B4-BE49-F238E27FC236}">
                  <a16:creationId xmlns:a16="http://schemas.microsoft.com/office/drawing/2014/main" id="{DEC2ADC9-B54C-4062-92DF-0076A42B5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7" name="Line 20">
              <a:extLst>
                <a:ext uri="{FF2B5EF4-FFF2-40B4-BE49-F238E27FC236}">
                  <a16:creationId xmlns:a16="http://schemas.microsoft.com/office/drawing/2014/main" id="{18533A63-809E-4A39-824A-A8DCF9A08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56" name="Rectangle 21">
            <a:extLst>
              <a:ext uri="{FF2B5EF4-FFF2-40B4-BE49-F238E27FC236}">
                <a16:creationId xmlns:a16="http://schemas.microsoft.com/office/drawing/2014/main" id="{730CBFED-4D94-4A2E-95A4-64C87F491E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558800"/>
            <a:ext cx="1752600" cy="457200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ea typeface="楷体_GB2312"/>
                <a:cs typeface="楷体_GB2312"/>
              </a:rPr>
              <a:t>设方程组</a:t>
            </a:r>
          </a:p>
        </p:txBody>
      </p:sp>
      <p:graphicFrame>
        <p:nvGraphicFramePr>
          <p:cNvPr id="129046" name="Object 22">
            <a:extLst>
              <a:ext uri="{FF2B5EF4-FFF2-40B4-BE49-F238E27FC236}">
                <a16:creationId xmlns:a16="http://schemas.microsoft.com/office/drawing/2014/main" id="{72298E57-F2FF-4AAB-8F37-80D37A5E9D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5257800"/>
          <a:ext cx="25892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77959" imgH="997008" progId="Equation.3">
                  <p:embed/>
                </p:oleObj>
              </mc:Choice>
              <mc:Fallback>
                <p:oleObj name="Equation" r:id="rId11" imgW="2577959" imgH="997008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257800"/>
                        <a:ext cx="25892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47" name="Text Box 23">
            <a:extLst>
              <a:ext uri="{FF2B5EF4-FFF2-40B4-BE49-F238E27FC236}">
                <a16:creationId xmlns:a16="http://schemas.microsoft.com/office/drawing/2014/main" id="{9F98AEAB-7846-4505-80D2-2EFD4C3DB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3576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在点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的某邻域内</a:t>
            </a:r>
          </a:p>
        </p:txBody>
      </p:sp>
      <p:graphicFrame>
        <p:nvGraphicFramePr>
          <p:cNvPr id="129048" name="Object 24">
            <a:extLst>
              <a:ext uri="{FF2B5EF4-FFF2-40B4-BE49-F238E27FC236}">
                <a16:creationId xmlns:a16="http://schemas.microsoft.com/office/drawing/2014/main" id="{3C3639C2-F3F4-473A-845A-821EFBE650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727325"/>
          <a:ext cx="46196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68354" imgH="882708" progId="Equation.3">
                  <p:embed/>
                </p:oleObj>
              </mc:Choice>
              <mc:Fallback>
                <p:oleObj name="Equation" r:id="rId13" imgW="368354" imgH="88270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727325"/>
                        <a:ext cx="461963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9" name="Object 25">
            <a:extLst>
              <a:ext uri="{FF2B5EF4-FFF2-40B4-BE49-F238E27FC236}">
                <a16:creationId xmlns:a16="http://schemas.microsoft.com/office/drawing/2014/main" id="{89575340-B879-4C6F-857A-CD20B7F121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438400"/>
          <a:ext cx="558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39561" imgH="914400" progId="Equation.3">
                  <p:embed/>
                </p:oleObj>
              </mc:Choice>
              <mc:Fallback>
                <p:oleObj name="Equation" r:id="rId15" imgW="539561" imgH="9144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438400"/>
                        <a:ext cx="558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0" name="Object 26">
            <a:extLst>
              <a:ext uri="{FF2B5EF4-FFF2-40B4-BE49-F238E27FC236}">
                <a16:creationId xmlns:a16="http://schemas.microsoft.com/office/drawing/2014/main" id="{55CF9FD2-36AE-437E-A842-6D9DDE3774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2438400"/>
          <a:ext cx="558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39561" imgH="914400" progId="Equation.3">
                  <p:embed/>
                </p:oleObj>
              </mc:Choice>
              <mc:Fallback>
                <p:oleObj name="Equation" r:id="rId17" imgW="539561" imgH="9144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438400"/>
                        <a:ext cx="558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1" name="Object 27">
            <a:extLst>
              <a:ext uri="{FF2B5EF4-FFF2-40B4-BE49-F238E27FC236}">
                <a16:creationId xmlns:a16="http://schemas.microsoft.com/office/drawing/2014/main" id="{6847AA33-C663-48C1-AFE9-BFB2376BD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3340100"/>
          <a:ext cx="558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39561" imgH="914400" progId="Equation.3">
                  <p:embed/>
                </p:oleObj>
              </mc:Choice>
              <mc:Fallback>
                <p:oleObj name="Equation" r:id="rId19" imgW="539561" imgH="9144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340100"/>
                        <a:ext cx="558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2" name="Object 28">
            <a:extLst>
              <a:ext uri="{FF2B5EF4-FFF2-40B4-BE49-F238E27FC236}">
                <a16:creationId xmlns:a16="http://schemas.microsoft.com/office/drawing/2014/main" id="{BEBFB755-2F4D-4219-9977-3FF6AB1CAD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3357563"/>
          <a:ext cx="558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39561" imgH="914400" progId="Equation.3">
                  <p:embed/>
                </p:oleObj>
              </mc:Choice>
              <mc:Fallback>
                <p:oleObj name="Equation" r:id="rId21" imgW="539561" imgH="9144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357563"/>
                        <a:ext cx="558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3" name="Object 29">
            <a:extLst>
              <a:ext uri="{FF2B5EF4-FFF2-40B4-BE49-F238E27FC236}">
                <a16:creationId xmlns:a16="http://schemas.microsoft.com/office/drawing/2014/main" id="{B169F0D4-A233-4D69-B959-82100042F1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0450" y="2635250"/>
          <a:ext cx="393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80805" imgH="425508" progId="Equation.3">
                  <p:embed/>
                </p:oleObj>
              </mc:Choice>
              <mc:Fallback>
                <p:oleObj name="Equation" r:id="rId23" imgW="380805" imgH="425508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2635250"/>
                        <a:ext cx="393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4" name="Object 30">
            <a:extLst>
              <a:ext uri="{FF2B5EF4-FFF2-40B4-BE49-F238E27FC236}">
                <a16:creationId xmlns:a16="http://schemas.microsoft.com/office/drawing/2014/main" id="{3EF331EA-171A-43E9-9935-A161F307F4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0" y="2635250"/>
          <a:ext cx="673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54218" imgH="425508" progId="Equation.3">
                  <p:embed/>
                </p:oleObj>
              </mc:Choice>
              <mc:Fallback>
                <p:oleObj name="Equation" r:id="rId25" imgW="654218" imgH="425508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2635250"/>
                        <a:ext cx="673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5" name="Object 31">
            <a:extLst>
              <a:ext uri="{FF2B5EF4-FFF2-40B4-BE49-F238E27FC236}">
                <a16:creationId xmlns:a16="http://schemas.microsoft.com/office/drawing/2014/main" id="{8B4FE777-9EA0-4752-AA6A-AC225F6727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2635250"/>
          <a:ext cx="647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35022" imgH="425508" progId="Equation.3">
                  <p:embed/>
                </p:oleObj>
              </mc:Choice>
              <mc:Fallback>
                <p:oleObj name="Equation" r:id="rId27" imgW="635022" imgH="425508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635250"/>
                        <a:ext cx="647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6" name="Object 32">
            <a:extLst>
              <a:ext uri="{FF2B5EF4-FFF2-40B4-BE49-F238E27FC236}">
                <a16:creationId xmlns:a16="http://schemas.microsoft.com/office/drawing/2014/main" id="{D81CAE56-14E8-4034-91FD-EA7DBAF686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2690813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82492" imgH="304973" progId="Equation.3">
                  <p:embed/>
                </p:oleObj>
              </mc:Choice>
              <mc:Fallback>
                <p:oleObj name="Equation" r:id="rId29" imgW="482492" imgH="304973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690813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7" name="Object 33">
            <a:extLst>
              <a:ext uri="{FF2B5EF4-FFF2-40B4-BE49-F238E27FC236}">
                <a16:creationId xmlns:a16="http://schemas.microsoft.com/office/drawing/2014/main" id="{E01FBCBD-706C-4669-B1FC-E33DE4F101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8" y="3549650"/>
          <a:ext cx="431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19197" imgH="425508" progId="Equation.3">
                  <p:embed/>
                </p:oleObj>
              </mc:Choice>
              <mc:Fallback>
                <p:oleObj name="Equation" r:id="rId31" imgW="419197" imgH="425508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3549650"/>
                        <a:ext cx="431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8" name="Object 34">
            <a:extLst>
              <a:ext uri="{FF2B5EF4-FFF2-40B4-BE49-F238E27FC236}">
                <a16:creationId xmlns:a16="http://schemas.microsoft.com/office/drawing/2014/main" id="{560425D1-955E-4CE0-BEE4-E3677218DE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3838" y="3549650"/>
          <a:ext cx="711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692091" imgH="425508" progId="Equation.3">
                  <p:embed/>
                </p:oleObj>
              </mc:Choice>
              <mc:Fallback>
                <p:oleObj name="Equation" r:id="rId33" imgW="692091" imgH="425508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3549650"/>
                        <a:ext cx="711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9" name="Object 35">
            <a:extLst>
              <a:ext uri="{FF2B5EF4-FFF2-40B4-BE49-F238E27FC236}">
                <a16:creationId xmlns:a16="http://schemas.microsoft.com/office/drawing/2014/main" id="{B321A69F-6C83-406E-B7B8-DAAEA879AE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3565525"/>
          <a:ext cx="68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672895" imgH="425508" progId="Equation.3">
                  <p:embed/>
                </p:oleObj>
              </mc:Choice>
              <mc:Fallback>
                <p:oleObj name="Equation" r:id="rId35" imgW="672895" imgH="425508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565525"/>
                        <a:ext cx="68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60" name="Object 36">
            <a:extLst>
              <a:ext uri="{FF2B5EF4-FFF2-40B4-BE49-F238E27FC236}">
                <a16:creationId xmlns:a16="http://schemas.microsoft.com/office/drawing/2014/main" id="{A9D7D78B-327B-48E4-9B38-9B5DC4F2EA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3605213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82492" imgH="304973" progId="Equation.3">
                  <p:embed/>
                </p:oleObj>
              </mc:Choice>
              <mc:Fallback>
                <p:oleObj name="Equation" r:id="rId37" imgW="482492" imgH="304973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3605213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68" name="Text Box 44">
            <a:extLst>
              <a:ext uri="{FF2B5EF4-FFF2-40B4-BE49-F238E27FC236}">
                <a16:creationId xmlns:a16="http://schemas.microsoft.com/office/drawing/2014/main" id="{0C323F9F-813B-4B01-B6B5-514C0B5CE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545465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故得</a:t>
            </a:r>
          </a:p>
        </p:txBody>
      </p:sp>
      <p:grpSp>
        <p:nvGrpSpPr>
          <p:cNvPr id="5" name="Group 45">
            <a:extLst>
              <a:ext uri="{FF2B5EF4-FFF2-40B4-BE49-F238E27FC236}">
                <a16:creationId xmlns:a16="http://schemas.microsoft.com/office/drawing/2014/main" id="{D21B3519-E741-409A-905F-319874368F4C}"/>
              </a:ext>
            </a:extLst>
          </p:cNvPr>
          <p:cNvGrpSpPr>
            <a:grpSpLocks/>
          </p:cNvGrpSpPr>
          <p:nvPr/>
        </p:nvGrpSpPr>
        <p:grpSpPr bwMode="auto">
          <a:xfrm>
            <a:off x="3836988" y="1828800"/>
            <a:ext cx="2411412" cy="0"/>
            <a:chOff x="384" y="864"/>
            <a:chExt cx="1632" cy="0"/>
          </a:xfrm>
        </p:grpSpPr>
        <p:sp>
          <p:nvSpPr>
            <p:cNvPr id="31782" name="Line 46">
              <a:extLst>
                <a:ext uri="{FF2B5EF4-FFF2-40B4-BE49-F238E27FC236}">
                  <a16:creationId xmlns:a16="http://schemas.microsoft.com/office/drawing/2014/main" id="{35CF6268-D696-495B-9B2D-A09AC6216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3" name="Line 47">
              <a:extLst>
                <a:ext uri="{FF2B5EF4-FFF2-40B4-BE49-F238E27FC236}">
                  <a16:creationId xmlns:a16="http://schemas.microsoft.com/office/drawing/2014/main" id="{BA46075B-E069-4E0C-B999-3666D66E2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4" name="Line 48">
              <a:extLst>
                <a:ext uri="{FF2B5EF4-FFF2-40B4-BE49-F238E27FC236}">
                  <a16:creationId xmlns:a16="http://schemas.microsoft.com/office/drawing/2014/main" id="{935133A4-E453-4A2A-B737-E5DB33EFD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9073" name="Text Box 49">
            <a:extLst>
              <a:ext uri="{FF2B5EF4-FFF2-40B4-BE49-F238E27FC236}">
                <a16:creationId xmlns:a16="http://schemas.microsoft.com/office/drawing/2014/main" id="{FDF4015F-8D3C-429A-8264-4AB9A02E1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488" y="5407025"/>
            <a:ext cx="209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系数行列式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9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9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9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2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29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2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29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0" grpId="0" autoUpdateAnimBg="0"/>
      <p:bldP spid="129031" grpId="0" autoUpdateAnimBg="0"/>
      <p:bldP spid="129047" grpId="0" autoUpdateAnimBg="0"/>
      <p:bldP spid="129068" grpId="0" build="p" autoUpdateAnimBg="0"/>
      <p:bldP spid="12907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ext Box 2">
            <a:extLst>
              <a:ext uri="{FF2B5EF4-FFF2-40B4-BE49-F238E27FC236}">
                <a16:creationId xmlns:a16="http://schemas.microsoft.com/office/drawing/2014/main" id="{0E9F24E3-605B-4DF3-9CC5-428A5565E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9210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同样可得</a:t>
            </a:r>
            <a:endParaRPr kumimoji="1" lang="zh-CN" altLang="en-US" sz="280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131075" name="Object 3">
            <a:extLst>
              <a:ext uri="{FF2B5EF4-FFF2-40B4-BE49-F238E27FC236}">
                <a16:creationId xmlns:a16="http://schemas.microsoft.com/office/drawing/2014/main" id="{D4129160-D67F-420A-AF59-8AD6E32960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1775" y="3567113"/>
          <a:ext cx="25463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0891" imgH="914400" progId="Equation.3">
                  <p:embed/>
                </p:oleObj>
              </mc:Choice>
              <mc:Fallback>
                <p:oleObj name="Equation" r:id="rId2" imgW="2520891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775" y="3567113"/>
                        <a:ext cx="25463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1">
            <a:extLst>
              <a:ext uri="{FF2B5EF4-FFF2-40B4-BE49-F238E27FC236}">
                <a16:creationId xmlns:a16="http://schemas.microsoft.com/office/drawing/2014/main" id="{E7FD311F-3DB3-464E-85FC-B12402E34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1775" y="609600"/>
          <a:ext cx="25463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0891" imgH="914400" progId="Equation.3">
                  <p:embed/>
                </p:oleObj>
              </mc:Choice>
              <mc:Fallback>
                <p:oleObj name="Equation" r:id="rId4" imgW="2520891" imgH="914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775" y="609600"/>
                        <a:ext cx="25463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4" name="Object 12">
            <a:extLst>
              <a:ext uri="{FF2B5EF4-FFF2-40B4-BE49-F238E27FC236}">
                <a16:creationId xmlns:a16="http://schemas.microsoft.com/office/drawing/2014/main" id="{2A7C7362-7D00-4A33-ACFD-06532779C7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1775" y="1752600"/>
          <a:ext cx="25892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77959" imgH="914400" progId="Equation.3">
                  <p:embed/>
                </p:oleObj>
              </mc:Choice>
              <mc:Fallback>
                <p:oleObj name="Equation" r:id="rId6" imgW="2577959" imgH="914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775" y="1752600"/>
                        <a:ext cx="25892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5" name="Object 13">
            <a:extLst>
              <a:ext uri="{FF2B5EF4-FFF2-40B4-BE49-F238E27FC236}">
                <a16:creationId xmlns:a16="http://schemas.microsoft.com/office/drawing/2014/main" id="{82C7CF47-DC02-4F9F-93EC-7198C982F3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1775" y="4724400"/>
          <a:ext cx="25463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20891" imgH="914400" progId="Equation.3">
                  <p:embed/>
                </p:oleObj>
              </mc:Choice>
              <mc:Fallback>
                <p:oleObj name="Equation" r:id="rId8" imgW="2520891" imgH="914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775" y="4724400"/>
                        <a:ext cx="25463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44B4AB4-4EA4-4F96-B85D-0C478F404CF4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700213" y="1966913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5A26A-456C-4482-9133-06E36417A376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795963" y="1966913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0E2191-700E-4CED-8057-D69B459E7724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700213" y="3681413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CD2328-FC49-4EC1-AA7C-FCE663ED459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795963" y="3654425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696FF7FB-A992-42B9-8E13-0C3B31ED9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549275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b="1" kern="0">
                <a:ea typeface="楷体_GB2312" pitchFamily="49" charset="-122"/>
              </a:rPr>
              <a:t>例</a:t>
            </a:r>
            <a:r>
              <a:rPr lang="en-US" altLang="zh-CN" sz="2800" b="1" kern="0">
                <a:ea typeface="楷体_GB2312" pitchFamily="49" charset="-122"/>
              </a:rPr>
              <a:t>5.</a:t>
            </a:r>
            <a:r>
              <a:rPr lang="en-US" altLang="zh-CN" sz="2800" kern="0">
                <a:ea typeface="楷体_GB2312" pitchFamily="49" charset="-122"/>
              </a:rPr>
              <a:t> </a:t>
            </a:r>
            <a:r>
              <a:rPr lang="zh-CN" altLang="en-US" sz="2800" kern="0">
                <a:solidFill>
                  <a:schemeClr val="tx1"/>
                </a:solidFill>
                <a:ea typeface="楷体_GB2312" pitchFamily="49" charset="-122"/>
              </a:rPr>
              <a:t>设</a:t>
            </a:r>
            <a:endParaRPr lang="zh-CN" altLang="en-US" sz="2800" kern="0">
              <a:ea typeface="楷体_GB2312" pitchFamily="49" charset="-122"/>
            </a:endParaRPr>
          </a:p>
        </p:txBody>
      </p:sp>
      <p:graphicFrame>
        <p:nvGraphicFramePr>
          <p:cNvPr id="34823" name="Object 3">
            <a:extLst>
              <a:ext uri="{FF2B5EF4-FFF2-40B4-BE49-F238E27FC236}">
                <a16:creationId xmlns:a16="http://schemas.microsoft.com/office/drawing/2014/main" id="{4FB0AB04-415A-475F-9E1A-E7B9587F94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549275"/>
          <a:ext cx="388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73424" imgH="380827" progId="Equation.3">
                  <p:embed/>
                </p:oleObj>
              </mc:Choice>
              <mc:Fallback>
                <p:oleObj name="Equation" r:id="rId7" imgW="3873424" imgH="38082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549275"/>
                        <a:ext cx="3886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4">
            <a:extLst>
              <a:ext uri="{FF2B5EF4-FFF2-40B4-BE49-F238E27FC236}">
                <a16:creationId xmlns:a16="http://schemas.microsoft.com/office/drawing/2014/main" id="{073B4355-E7C2-4BC3-8512-E010C3422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362433"/>
              </p:ext>
            </p:extLst>
          </p:nvPr>
        </p:nvGraphicFramePr>
        <p:xfrm>
          <a:off x="6940550" y="169863"/>
          <a:ext cx="155892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45760" imgH="431640" progId="Equation.DSMT4">
                  <p:embed/>
                </p:oleObj>
              </mc:Choice>
              <mc:Fallback>
                <p:oleObj name="Equation" r:id="rId9" imgW="54576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550" y="169863"/>
                        <a:ext cx="1558925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Text Box 10">
            <a:extLst>
              <a:ext uri="{FF2B5EF4-FFF2-40B4-BE49-F238E27FC236}">
                <a16:creationId xmlns:a16="http://schemas.microsoft.com/office/drawing/2014/main" id="{FDBB7385-D539-433A-9BA9-89DD77F79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48736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求</a:t>
            </a:r>
          </a:p>
        </p:txBody>
      </p:sp>
      <p:graphicFrame>
        <p:nvGraphicFramePr>
          <p:cNvPr id="23" name="Object 13">
            <a:extLst>
              <a:ext uri="{FF2B5EF4-FFF2-40B4-BE49-F238E27FC236}">
                <a16:creationId xmlns:a16="http://schemas.microsoft.com/office/drawing/2014/main" id="{EE802888-6F86-445E-96CA-52451DA1C1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1727200"/>
          <a:ext cx="26193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97150" imgH="406285" progId="Equation.DSMT4">
                  <p:embed/>
                </p:oleObj>
              </mc:Choice>
              <mc:Fallback>
                <p:oleObj name="Equation" r:id="rId11" imgW="997150" imgH="40628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1727200"/>
                        <a:ext cx="26193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6">
            <a:extLst>
              <a:ext uri="{FF2B5EF4-FFF2-40B4-BE49-F238E27FC236}">
                <a16:creationId xmlns:a16="http://schemas.microsoft.com/office/drawing/2014/main" id="{1AE99D43-3C25-42CB-8572-772276137C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9413" y="1654175"/>
          <a:ext cx="26193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39562" imgH="406285" progId="Equation.DSMT4">
                  <p:embed/>
                </p:oleObj>
              </mc:Choice>
              <mc:Fallback>
                <p:oleObj name="Equation" r:id="rId13" imgW="939562" imgH="40628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413" y="1654175"/>
                        <a:ext cx="2619375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>
            <a:extLst>
              <a:ext uri="{FF2B5EF4-FFF2-40B4-BE49-F238E27FC236}">
                <a16:creationId xmlns:a16="http://schemas.microsoft.com/office/drawing/2014/main" id="{ACA4DA05-8053-4882-8A9C-9A46FB913A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6013" y="3382963"/>
          <a:ext cx="2447925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52532" imgH="406285" progId="Equation.DSMT4">
                  <p:embed/>
                </p:oleObj>
              </mc:Choice>
              <mc:Fallback>
                <p:oleObj name="Equation" r:id="rId15" imgW="952532" imgH="40628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013" y="3382963"/>
                        <a:ext cx="2447925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3">
            <a:extLst>
              <a:ext uri="{FF2B5EF4-FFF2-40B4-BE49-F238E27FC236}">
                <a16:creationId xmlns:a16="http://schemas.microsoft.com/office/drawing/2014/main" id="{91E56CDF-887A-4ED1-9A57-3A67D14635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8625" y="3354388"/>
          <a:ext cx="2519363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58758" imgH="406285" progId="Equation.DSMT4">
                  <p:embed/>
                </p:oleObj>
              </mc:Choice>
              <mc:Fallback>
                <p:oleObj name="Equation" r:id="rId17" imgW="958758" imgH="40628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3354388"/>
                        <a:ext cx="2519363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47CEF2B-4812-40AB-82FE-60741E11958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49288" y="246063"/>
            <a:ext cx="1371600" cy="3810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ea typeface="楷体_GB2312"/>
                <a:cs typeface="楷体_GB2312"/>
              </a:rPr>
              <a:t>例</a:t>
            </a:r>
            <a:r>
              <a:rPr lang="en-US" altLang="zh-CN" sz="2800" b="1">
                <a:ea typeface="楷体_GB2312"/>
                <a:cs typeface="楷体_GB2312"/>
              </a:rPr>
              <a:t>5.</a:t>
            </a:r>
            <a:r>
              <a:rPr lang="en-US" altLang="zh-CN" sz="2800">
                <a:ea typeface="楷体_GB2312"/>
                <a:cs typeface="楷体_GB231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/>
                <a:cs typeface="楷体_GB2312"/>
              </a:rPr>
              <a:t>设</a:t>
            </a:r>
            <a:endParaRPr lang="zh-CN" altLang="en-US" sz="2800">
              <a:ea typeface="楷体_GB2312"/>
              <a:cs typeface="楷体_GB2312"/>
            </a:endParaRP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DD1195F3-5699-4919-96F2-31126A5AAD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4688" y="246063"/>
          <a:ext cx="388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3424" imgH="380827" progId="Equation.3">
                  <p:embed/>
                </p:oleObj>
              </mc:Choice>
              <mc:Fallback>
                <p:oleObj name="Equation" r:id="rId2" imgW="3873424" imgH="38082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246063"/>
                        <a:ext cx="3886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3E72219E-B53E-4720-8671-922A3D74CD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7788" y="4763"/>
          <a:ext cx="2374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2135" imgH="914400" progId="Equation.3">
                  <p:embed/>
                </p:oleObj>
              </mc:Choice>
              <mc:Fallback>
                <p:oleObj name="Equation" r:id="rId4" imgW="2362135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4763"/>
                        <a:ext cx="2374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1" name="Text Box 5">
            <a:extLst>
              <a:ext uri="{FF2B5EF4-FFF2-40B4-BE49-F238E27FC236}">
                <a16:creationId xmlns:a16="http://schemas.microsoft.com/office/drawing/2014/main" id="{062AD44F-9F46-4C68-BE93-CCCC68D79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01123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解: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32102" name="Object 6">
            <a:extLst>
              <a:ext uri="{FF2B5EF4-FFF2-40B4-BE49-F238E27FC236}">
                <a16:creationId xmlns:a16="http://schemas.microsoft.com/office/drawing/2014/main" id="{AA1E91BA-5F83-4A33-9B90-477AC8132A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3289300"/>
          <a:ext cx="1778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8761" imgH="959081" progId="Equation.3">
                  <p:embed/>
                </p:oleObj>
              </mc:Choice>
              <mc:Fallback>
                <p:oleObj name="Equation" r:id="rId6" imgW="1758761" imgH="95908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89300"/>
                        <a:ext cx="1778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3" name="Object 7">
            <a:extLst>
              <a:ext uri="{FF2B5EF4-FFF2-40B4-BE49-F238E27FC236}">
                <a16:creationId xmlns:a16="http://schemas.microsoft.com/office/drawing/2014/main" id="{DB24F2E6-6A2E-4F10-AA3D-CA800AB8C5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8150" y="4310063"/>
          <a:ext cx="1117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5062" imgH="914400" progId="Equation.3">
                  <p:embed/>
                </p:oleObj>
              </mc:Choice>
              <mc:Fallback>
                <p:oleObj name="Equation" r:id="rId8" imgW="1105062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4310063"/>
                        <a:ext cx="1117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4" name="Object 8">
            <a:extLst>
              <a:ext uri="{FF2B5EF4-FFF2-40B4-BE49-F238E27FC236}">
                <a16:creationId xmlns:a16="http://schemas.microsoft.com/office/drawing/2014/main" id="{61371EA3-8804-4F56-A733-970785D9DB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97825" y="3276600"/>
          <a:ext cx="22431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49684" imgH="952327" progId="Equation.3">
                  <p:embed/>
                </p:oleObj>
              </mc:Choice>
              <mc:Fallback>
                <p:oleObj name="Equation" r:id="rId10" imgW="2349684" imgH="95232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7825" y="3276600"/>
                        <a:ext cx="22431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5" name="Text Box 9">
            <a:extLst>
              <a:ext uri="{FF2B5EF4-FFF2-40B4-BE49-F238E27FC236}">
                <a16:creationId xmlns:a16="http://schemas.microsoft.com/office/drawing/2014/main" id="{1203C9C8-D7E6-47A3-982B-7EADBFE7A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99695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方程组两边对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求导，并移项得</a:t>
            </a:r>
            <a:endParaRPr kumimoji="1" lang="zh-CN" altLang="en-US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5850" name="Text Box 10">
            <a:extLst>
              <a:ext uri="{FF2B5EF4-FFF2-40B4-BE49-F238E27FC236}">
                <a16:creationId xmlns:a16="http://schemas.microsoft.com/office/drawing/2014/main" id="{945FD8A8-D32C-47BE-9FD0-23BA328F0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888" y="18415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求</a:t>
            </a:r>
          </a:p>
        </p:txBody>
      </p:sp>
      <p:graphicFrame>
        <p:nvGraphicFramePr>
          <p:cNvPr id="132107" name="Object 11">
            <a:extLst>
              <a:ext uri="{FF2B5EF4-FFF2-40B4-BE49-F238E27FC236}">
                <a16:creationId xmlns:a16="http://schemas.microsoft.com/office/drawing/2014/main" id="{69A1A28B-5E5D-429C-8BFE-1B3157B295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9250" y="2355850"/>
          <a:ext cx="23479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30488" imgH="914400" progId="Equation.3">
                  <p:embed/>
                </p:oleObj>
              </mc:Choice>
              <mc:Fallback>
                <p:oleObj name="Equation" r:id="rId12" imgW="2330488" imgH="914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2355850"/>
                        <a:ext cx="23479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8" name="Object 12">
            <a:extLst>
              <a:ext uri="{FF2B5EF4-FFF2-40B4-BE49-F238E27FC236}">
                <a16:creationId xmlns:a16="http://schemas.microsoft.com/office/drawing/2014/main" id="{0A54E1CC-BA33-441E-813D-0F2566484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5750" y="4267200"/>
          <a:ext cx="1460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47995" imgH="959081" progId="Equation.3">
                  <p:embed/>
                </p:oleObj>
              </mc:Choice>
              <mc:Fallback>
                <p:oleObj name="Equation" r:id="rId14" imgW="1447995" imgH="95908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0" y="4267200"/>
                        <a:ext cx="1460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9" name="Object 13">
            <a:extLst>
              <a:ext uri="{FF2B5EF4-FFF2-40B4-BE49-F238E27FC236}">
                <a16:creationId xmlns:a16="http://schemas.microsoft.com/office/drawing/2014/main" id="{6AB25134-7AED-405A-AC1B-4CFA87D1BE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9900" y="4322763"/>
          <a:ext cx="1892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73418" imgH="952327" progId="Equation.3">
                  <p:embed/>
                </p:oleObj>
              </mc:Choice>
              <mc:Fallback>
                <p:oleObj name="Equation" r:id="rId16" imgW="1873418" imgH="95232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900" y="4322763"/>
                        <a:ext cx="1892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10" name="Object 14">
            <a:extLst>
              <a:ext uri="{FF2B5EF4-FFF2-40B4-BE49-F238E27FC236}">
                <a16:creationId xmlns:a16="http://schemas.microsoft.com/office/drawing/2014/main" id="{3B98BC81-764A-47A4-A755-CD8EEDE27F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6088" y="5332413"/>
          <a:ext cx="1320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01691" imgH="959081" progId="Equation.3">
                  <p:embed/>
                </p:oleObj>
              </mc:Choice>
              <mc:Fallback>
                <p:oleObj name="Equation" r:id="rId18" imgW="1301691" imgH="95908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088" y="5332413"/>
                        <a:ext cx="13208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11" name="Object 15">
            <a:extLst>
              <a:ext uri="{FF2B5EF4-FFF2-40B4-BE49-F238E27FC236}">
                <a16:creationId xmlns:a16="http://schemas.microsoft.com/office/drawing/2014/main" id="{0EB5831F-016D-4BF3-9281-0A4C2B15A4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4500" y="5370513"/>
          <a:ext cx="1117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5062" imgH="914400" progId="Equation.3">
                  <p:embed/>
                </p:oleObj>
              </mc:Choice>
              <mc:Fallback>
                <p:oleObj name="Equation" r:id="rId20" imgW="1105062" imgH="914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5370513"/>
                        <a:ext cx="1117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12" name="Object 16">
            <a:extLst>
              <a:ext uri="{FF2B5EF4-FFF2-40B4-BE49-F238E27FC236}">
                <a16:creationId xmlns:a16="http://schemas.microsoft.com/office/drawing/2014/main" id="{C32A408E-241D-4902-8086-272303CD47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5295900"/>
          <a:ext cx="1803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90927" imgH="952327" progId="Equation.3">
                  <p:embed/>
                </p:oleObj>
              </mc:Choice>
              <mc:Fallback>
                <p:oleObj name="Equation" r:id="rId22" imgW="1790927" imgH="95232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295900"/>
                        <a:ext cx="1803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13" name="Rectangle 17">
            <a:extLst>
              <a:ext uri="{FF2B5EF4-FFF2-40B4-BE49-F238E27FC236}">
                <a16:creationId xmlns:a16="http://schemas.microsoft.com/office/drawing/2014/main" id="{46652A86-3045-488E-8663-66E6937F7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1828800"/>
            <a:ext cx="2895600" cy="3429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zh-CN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2114" name="Text Box 18">
            <a:extLst>
              <a:ext uri="{FF2B5EF4-FFF2-40B4-BE49-F238E27FC236}">
                <a16:creationId xmlns:a16="http://schemas.microsoft.com/office/drawing/2014/main" id="{CA6D4522-EF99-4B33-A559-BEAD120D2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0574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练习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求</a:t>
            </a:r>
            <a:endParaRPr kumimoji="1" lang="zh-CN" altLang="en-US" sz="280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132115" name="Object 19">
            <a:extLst>
              <a:ext uri="{FF2B5EF4-FFF2-40B4-BE49-F238E27FC236}">
                <a16:creationId xmlns:a16="http://schemas.microsoft.com/office/drawing/2014/main" id="{D68325DA-6B4C-4154-8DCE-03EE9602A6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91600" y="1879600"/>
          <a:ext cx="1346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33338" imgH="914400" progId="Equation.3">
                  <p:embed/>
                </p:oleObj>
              </mc:Choice>
              <mc:Fallback>
                <p:oleObj name="Equation" r:id="rId24" imgW="1333338" imgH="9144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1879600"/>
                        <a:ext cx="1346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16" name="Object 20">
            <a:extLst>
              <a:ext uri="{FF2B5EF4-FFF2-40B4-BE49-F238E27FC236}">
                <a16:creationId xmlns:a16="http://schemas.microsoft.com/office/drawing/2014/main" id="{6FC96EF5-007A-4702-B22A-F0A695E7B7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2588" y="1447800"/>
          <a:ext cx="23606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349684" imgH="914400" progId="Equation.3">
                  <p:embed/>
                </p:oleObj>
              </mc:Choice>
              <mc:Fallback>
                <p:oleObj name="Equation" r:id="rId26" imgW="2349684" imgH="914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1447800"/>
                        <a:ext cx="23606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17" name="Object 21">
            <a:extLst>
              <a:ext uri="{FF2B5EF4-FFF2-40B4-BE49-F238E27FC236}">
                <a16:creationId xmlns:a16="http://schemas.microsoft.com/office/drawing/2014/main" id="{B2E40285-FF20-46B7-83BA-C60EE3E7EE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3479800"/>
          <a:ext cx="2006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87555" imgH="501881" progId="Equation.3">
                  <p:embed/>
                </p:oleObj>
              </mc:Choice>
              <mc:Fallback>
                <p:oleObj name="Equation" r:id="rId28" imgW="1987555" imgH="50188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479800"/>
                        <a:ext cx="2006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18" name="AutoShape 22">
            <a:extLst>
              <a:ext uri="{FF2B5EF4-FFF2-40B4-BE49-F238E27FC236}">
                <a16:creationId xmlns:a16="http://schemas.microsoft.com/office/drawing/2014/main" id="{A1F0A0B3-7726-40E8-BF13-22CD96EC90E8}"/>
              </a:ext>
            </a:extLst>
          </p:cNvPr>
          <p:cNvSpPr>
            <a:spLocks/>
          </p:cNvSpPr>
          <p:nvPr/>
        </p:nvSpPr>
        <p:spPr bwMode="auto">
          <a:xfrm>
            <a:off x="3887788" y="1689100"/>
            <a:ext cx="201612" cy="1447800"/>
          </a:xfrm>
          <a:prstGeom prst="leftBrace">
            <a:avLst>
              <a:gd name="adj1" fmla="val 5984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132119" name="Object 23">
            <a:extLst>
              <a:ext uri="{FF2B5EF4-FFF2-40B4-BE49-F238E27FC236}">
                <a16:creationId xmlns:a16="http://schemas.microsoft.com/office/drawing/2014/main" id="{19033EE7-9DD9-4342-AF96-3564AC8A4A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9888" y="4191000"/>
          <a:ext cx="22558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362135" imgH="952327" progId="Equation.3">
                  <p:embed/>
                </p:oleObj>
              </mc:Choice>
              <mc:Fallback>
                <p:oleObj name="Equation" r:id="rId30" imgW="2362135" imgH="952327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9888" y="4191000"/>
                        <a:ext cx="225583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20" name="AutoShape 24">
            <a:extLst>
              <a:ext uri="{FF2B5EF4-FFF2-40B4-BE49-F238E27FC236}">
                <a16:creationId xmlns:a16="http://schemas.microsoft.com/office/drawing/2014/main" id="{30096AFC-4DE0-4E20-B99C-295A65544C46}"/>
              </a:ext>
            </a:extLst>
          </p:cNvPr>
          <p:cNvSpPr>
            <a:spLocks/>
          </p:cNvSpPr>
          <p:nvPr/>
        </p:nvSpPr>
        <p:spPr bwMode="auto">
          <a:xfrm>
            <a:off x="7745413" y="3429000"/>
            <a:ext cx="179387" cy="1447800"/>
          </a:xfrm>
          <a:prstGeom prst="leftBrace">
            <a:avLst>
              <a:gd name="adj1" fmla="val 672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32121" name="AutoShape 25">
            <a:extLst>
              <a:ext uri="{FF2B5EF4-FFF2-40B4-BE49-F238E27FC236}">
                <a16:creationId xmlns:a16="http://schemas.microsoft.com/office/drawing/2014/main" id="{5EB2AFA7-B690-48AE-A3AC-7801AA27CEED}"/>
              </a:ext>
            </a:extLst>
          </p:cNvPr>
          <p:cNvSpPr>
            <a:spLocks/>
          </p:cNvSpPr>
          <p:nvPr/>
        </p:nvSpPr>
        <p:spPr bwMode="auto">
          <a:xfrm>
            <a:off x="2667000" y="4475163"/>
            <a:ext cx="201613" cy="1676400"/>
          </a:xfrm>
          <a:prstGeom prst="leftBrace">
            <a:avLst>
              <a:gd name="adj1" fmla="val 6929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32129" name="Text Box 33">
            <a:extLst>
              <a:ext uri="{FF2B5EF4-FFF2-40B4-BE49-F238E27FC236}">
                <a16:creationId xmlns:a16="http://schemas.microsoft.com/office/drawing/2014/main" id="{06A0A635-1607-48A4-99C3-321725EF6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667000"/>
            <a:ext cx="1020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答案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</p:txBody>
      </p:sp>
      <p:sp>
        <p:nvSpPr>
          <p:cNvPr id="132130" name="Text Box 34">
            <a:extLst>
              <a:ext uri="{FF2B5EF4-FFF2-40B4-BE49-F238E27FC236}">
                <a16:creationId xmlns:a16="http://schemas.microsoft.com/office/drawing/2014/main" id="{791E6F85-BFD8-4A40-AA18-FB579D020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443288"/>
            <a:ext cx="125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由题设</a:t>
            </a:r>
          </a:p>
        </p:txBody>
      </p:sp>
      <p:sp>
        <p:nvSpPr>
          <p:cNvPr id="132131" name="Text Box 35">
            <a:extLst>
              <a:ext uri="{FF2B5EF4-FFF2-40B4-BE49-F238E27FC236}">
                <a16:creationId xmlns:a16="http://schemas.microsoft.com/office/drawing/2014/main" id="{DFAF9641-4528-403C-9386-CF84397C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99745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故有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2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2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3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32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3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3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1" grpId="0" autoUpdateAnimBg="0"/>
      <p:bldP spid="132105" grpId="0" autoUpdateAnimBg="0"/>
      <p:bldP spid="132113" grpId="0" animBg="1" autoUpdateAnimBg="0"/>
      <p:bldP spid="132114" grpId="0" autoUpdateAnimBg="0"/>
      <p:bldP spid="132118" grpId="0" animBg="1"/>
      <p:bldP spid="132120" grpId="0" animBg="1"/>
      <p:bldP spid="132121" grpId="0" animBg="1"/>
      <p:bldP spid="132129" grpId="0" build="p" autoUpdateAnimBg="0"/>
      <p:bldP spid="132130" grpId="0" build="p" autoUpdateAnimBg="0"/>
      <p:bldP spid="132131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229A8F8-490A-46EC-8C53-EDC0FA3FA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238125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例</a:t>
            </a:r>
            <a:r>
              <a:rPr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6.</a:t>
            </a:r>
            <a:r>
              <a:rPr lang="en-US" altLang="zh-CN" sz="2800">
                <a:solidFill>
                  <a:schemeClr val="tx2"/>
                </a:solidFill>
                <a:ea typeface="楷体_GB2312"/>
                <a:cs typeface="楷体_GB2312"/>
              </a:rPr>
              <a:t> </a:t>
            </a:r>
            <a:r>
              <a:rPr lang="zh-CN" altLang="en-US" sz="2800">
                <a:ea typeface="楷体_GB2312"/>
                <a:cs typeface="楷体_GB2312"/>
              </a:rPr>
              <a:t>设</a:t>
            </a:r>
            <a:endParaRPr lang="zh-CN" altLang="en-US" sz="2800">
              <a:solidFill>
                <a:schemeClr val="tx2"/>
              </a:solidFill>
              <a:ea typeface="楷体_GB2312"/>
              <a:cs typeface="楷体_GB2312"/>
            </a:endParaRP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2D780368-8587-4375-9903-A2E4CF084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5" y="238125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其中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与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分别具</a:t>
            </a:r>
          </a:p>
        </p:txBody>
      </p:sp>
      <p:graphicFrame>
        <p:nvGraphicFramePr>
          <p:cNvPr id="36868" name="Object 4">
            <a:extLst>
              <a:ext uri="{FF2B5EF4-FFF2-40B4-BE49-F238E27FC236}">
                <a16:creationId xmlns:a16="http://schemas.microsoft.com/office/drawing/2014/main" id="{27182F9F-80F6-4CB7-8866-FA2640EAB5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3825" y="314325"/>
          <a:ext cx="43164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05073" imgH="387581" progId="Equation.3">
                  <p:embed/>
                </p:oleObj>
              </mc:Choice>
              <mc:Fallback>
                <p:oleObj name="Equation" r:id="rId2" imgW="4305073" imgH="38758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314325"/>
                        <a:ext cx="43164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 Box 15">
            <a:extLst>
              <a:ext uri="{FF2B5EF4-FFF2-40B4-BE49-F238E27FC236}">
                <a16:creationId xmlns:a16="http://schemas.microsoft.com/office/drawing/2014/main" id="{4CF95BFB-5F7C-4697-B058-C0A25E37D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650" y="220663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有一阶导数或偏导数,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endParaRPr kumimoji="1" lang="zh-CN" altLang="en-US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36870" name="Object 21">
            <a:extLst>
              <a:ext uri="{FF2B5EF4-FFF2-40B4-BE49-F238E27FC236}">
                <a16:creationId xmlns:a16="http://schemas.microsoft.com/office/drawing/2014/main" id="{89C0B86C-9D4F-48BD-93EF-580018F79D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1775" y="739775"/>
          <a:ext cx="5651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727" imgH="914400" progId="Equation.3">
                  <p:embed/>
                </p:oleObj>
              </mc:Choice>
              <mc:Fallback>
                <p:oleObj name="Equation" r:id="rId4" imgW="571727" imgH="9144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739775"/>
                        <a:ext cx="5651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矩形 1">
            <a:extLst>
              <a:ext uri="{FF2B5EF4-FFF2-40B4-BE49-F238E27FC236}">
                <a16:creationId xmlns:a16="http://schemas.microsoft.com/office/drawing/2014/main" id="{8B20B6F1-9799-4536-B16D-5A42AFB04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63" y="944563"/>
            <a:ext cx="5445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求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171B213-7FE6-4E2F-A1E6-9B2283178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238125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例</a:t>
            </a:r>
            <a:r>
              <a:rPr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6.</a:t>
            </a:r>
            <a:r>
              <a:rPr lang="en-US" altLang="zh-CN" sz="2800">
                <a:solidFill>
                  <a:schemeClr val="tx2"/>
                </a:solidFill>
                <a:ea typeface="楷体_GB2312"/>
                <a:cs typeface="楷体_GB2312"/>
              </a:rPr>
              <a:t> </a:t>
            </a:r>
            <a:r>
              <a:rPr lang="zh-CN" altLang="en-US" sz="2800">
                <a:ea typeface="楷体_GB2312"/>
                <a:cs typeface="楷体_GB2312"/>
              </a:rPr>
              <a:t>设</a:t>
            </a:r>
            <a:endParaRPr lang="zh-CN" altLang="en-US" sz="2800">
              <a:solidFill>
                <a:schemeClr val="tx2"/>
              </a:solidFill>
              <a:ea typeface="楷体_GB2312"/>
              <a:cs typeface="楷体_GB2312"/>
            </a:endParaRP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97DC1DEB-68D1-47DA-8059-717882EBF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5" y="238125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其中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与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分别具</a:t>
            </a:r>
          </a:p>
        </p:txBody>
      </p:sp>
      <p:graphicFrame>
        <p:nvGraphicFramePr>
          <p:cNvPr id="37892" name="Object 4">
            <a:extLst>
              <a:ext uri="{FF2B5EF4-FFF2-40B4-BE49-F238E27FC236}">
                <a16:creationId xmlns:a16="http://schemas.microsoft.com/office/drawing/2014/main" id="{8B996860-1C35-4DCD-B76F-F577959B67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3825" y="314325"/>
          <a:ext cx="43164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05073" imgH="387581" progId="Equation.3">
                  <p:embed/>
                </p:oleObj>
              </mc:Choice>
              <mc:Fallback>
                <p:oleObj name="Equation" r:id="rId2" imgW="4305073" imgH="38758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314325"/>
                        <a:ext cx="43164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5" name="Text Box 5">
            <a:extLst>
              <a:ext uri="{FF2B5EF4-FFF2-40B4-BE49-F238E27FC236}">
                <a16:creationId xmlns:a16="http://schemas.microsoft.com/office/drawing/2014/main" id="{B3EE60E9-030D-45CB-9C88-D6CFDDE77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174625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解法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 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方程两边对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求导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得</a:t>
            </a:r>
          </a:p>
        </p:txBody>
      </p:sp>
      <p:sp>
        <p:nvSpPr>
          <p:cNvPr id="133126" name="AutoShape 6">
            <a:extLst>
              <a:ext uri="{FF2B5EF4-FFF2-40B4-BE49-F238E27FC236}">
                <a16:creationId xmlns:a16="http://schemas.microsoft.com/office/drawing/2014/main" id="{88F73655-4ADA-4D40-B61B-BAA6C37E2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3176588"/>
            <a:ext cx="719137" cy="150812"/>
          </a:xfrm>
          <a:prstGeom prst="rightArrow">
            <a:avLst>
              <a:gd name="adj1" fmla="val 50000"/>
              <a:gd name="adj2" fmla="val 119211"/>
            </a:avLst>
          </a:prstGeom>
          <a:solidFill>
            <a:srgbClr val="0066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133127" name="Object 7">
            <a:extLst>
              <a:ext uri="{FF2B5EF4-FFF2-40B4-BE49-F238E27FC236}">
                <a16:creationId xmlns:a16="http://schemas.microsoft.com/office/drawing/2014/main" id="{73E70509-7952-4150-A3AC-2ADBAA1635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6125" y="4818063"/>
          <a:ext cx="1536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259" imgH="914400" progId="Equation.3">
                  <p:embed/>
                </p:oleObj>
              </mc:Choice>
              <mc:Fallback>
                <p:oleObj name="Equation" r:id="rId4" imgW="1524259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4818063"/>
                        <a:ext cx="1536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8" name="Object 8">
            <a:extLst>
              <a:ext uri="{FF2B5EF4-FFF2-40B4-BE49-F238E27FC236}">
                <a16:creationId xmlns:a16="http://schemas.microsoft.com/office/drawing/2014/main" id="{5A79926C-C204-4B6B-900E-2117628CE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2138" y="5867400"/>
          <a:ext cx="2743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30489" imgH="425508" progId="Equation.3">
                  <p:embed/>
                </p:oleObj>
              </mc:Choice>
              <mc:Fallback>
                <p:oleObj name="Equation" r:id="rId6" imgW="2730489" imgH="42550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2138" y="5867400"/>
                        <a:ext cx="2743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9" name="Object 9">
            <a:extLst>
              <a:ext uri="{FF2B5EF4-FFF2-40B4-BE49-F238E27FC236}">
                <a16:creationId xmlns:a16="http://schemas.microsoft.com/office/drawing/2014/main" id="{52EF9B94-F303-4657-80C2-A970B7DA1C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4738" y="2305050"/>
          <a:ext cx="774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2130" imgH="914400" progId="Equation.3">
                  <p:embed/>
                </p:oleObj>
              </mc:Choice>
              <mc:Fallback>
                <p:oleObj name="Equation" r:id="rId8" imgW="762130" imgH="914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2305050"/>
                        <a:ext cx="774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0" name="Object 10">
            <a:extLst>
              <a:ext uri="{FF2B5EF4-FFF2-40B4-BE49-F238E27FC236}">
                <a16:creationId xmlns:a16="http://schemas.microsoft.com/office/drawing/2014/main" id="{B5DBFEAC-C7E4-4EFC-8985-234B3FBB3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4100" y="3460750"/>
          <a:ext cx="647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35022" imgH="425508" progId="Equation.3">
                  <p:embed/>
                </p:oleObj>
              </mc:Choice>
              <mc:Fallback>
                <p:oleObj name="Equation" r:id="rId10" imgW="635022" imgH="42550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3460750"/>
                        <a:ext cx="647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1" name="Object 11">
            <a:extLst>
              <a:ext uri="{FF2B5EF4-FFF2-40B4-BE49-F238E27FC236}">
                <a16:creationId xmlns:a16="http://schemas.microsoft.com/office/drawing/2014/main" id="{DBDBF7C0-75A7-4AFD-A9A2-3BECFFE4A4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6838" y="4835525"/>
          <a:ext cx="39354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24268" imgH="920635" progId="Equation.3">
                  <p:embed/>
                </p:oleObj>
              </mc:Choice>
              <mc:Fallback>
                <p:oleObj name="Equation" r:id="rId12" imgW="3924268" imgH="92063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838" y="4835525"/>
                        <a:ext cx="39354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2" name="Object 12">
            <a:extLst>
              <a:ext uri="{FF2B5EF4-FFF2-40B4-BE49-F238E27FC236}">
                <a16:creationId xmlns:a16="http://schemas.microsoft.com/office/drawing/2014/main" id="{E52ED253-D89C-4486-A0A9-27677CE182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9625" y="4826000"/>
          <a:ext cx="3084513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73422" imgH="1339908" progId="Equation.3">
                  <p:embed/>
                </p:oleObj>
              </mc:Choice>
              <mc:Fallback>
                <p:oleObj name="Equation" r:id="rId14" imgW="3073422" imgH="133990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4826000"/>
                        <a:ext cx="3084513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3" name="Object 13">
            <a:extLst>
              <a:ext uri="{FF2B5EF4-FFF2-40B4-BE49-F238E27FC236}">
                <a16:creationId xmlns:a16="http://schemas.microsoft.com/office/drawing/2014/main" id="{D839616E-5935-4528-ACC7-D097F87FF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7775" y="4343400"/>
          <a:ext cx="25511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40086" imgH="882708" progId="Equation.3">
                  <p:embed/>
                </p:oleObj>
              </mc:Choice>
              <mc:Fallback>
                <p:oleObj name="Equation" r:id="rId16" imgW="2540086" imgH="88270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4343400"/>
                        <a:ext cx="25511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4" name="Object 14">
            <a:extLst>
              <a:ext uri="{FF2B5EF4-FFF2-40B4-BE49-F238E27FC236}">
                <a16:creationId xmlns:a16="http://schemas.microsoft.com/office/drawing/2014/main" id="{810DD2B3-9B53-4729-A8A5-C4D78C0C66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1175" y="4813300"/>
          <a:ext cx="33004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283020" imgH="425508" progId="Equation.3">
                  <p:embed/>
                </p:oleObj>
              </mc:Choice>
              <mc:Fallback>
                <p:oleObj name="Equation" r:id="rId18" imgW="3283020" imgH="42550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1175" y="4813300"/>
                        <a:ext cx="33004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3" name="Text Box 15">
            <a:extLst>
              <a:ext uri="{FF2B5EF4-FFF2-40B4-BE49-F238E27FC236}">
                <a16:creationId xmlns:a16="http://schemas.microsoft.com/office/drawing/2014/main" id="{CAD614A2-185A-4369-B5C9-AB48A26DA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650" y="220663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有一阶导数或偏导数,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endParaRPr kumimoji="1" lang="zh-CN" altLang="en-US" sz="28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33136" name="Object 16">
            <a:extLst>
              <a:ext uri="{FF2B5EF4-FFF2-40B4-BE49-F238E27FC236}">
                <a16:creationId xmlns:a16="http://schemas.microsoft.com/office/drawing/2014/main" id="{2EF70E21-9B08-49BB-94EE-B19C882F1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1488" y="2324100"/>
          <a:ext cx="36179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606757" imgH="914400" progId="Equation.3">
                  <p:embed/>
                </p:oleObj>
              </mc:Choice>
              <mc:Fallback>
                <p:oleObj name="Equation" r:id="rId20" imgW="3606757" imgH="914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2324100"/>
                        <a:ext cx="36179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7" name="Object 17">
            <a:extLst>
              <a:ext uri="{FF2B5EF4-FFF2-40B4-BE49-F238E27FC236}">
                <a16:creationId xmlns:a16="http://schemas.microsoft.com/office/drawing/2014/main" id="{BE586E97-E18A-4A50-A2FF-4B6E21E80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3263900"/>
          <a:ext cx="30845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073422" imgH="914400" progId="Equation.3">
                  <p:embed/>
                </p:oleObj>
              </mc:Choice>
              <mc:Fallback>
                <p:oleObj name="Equation" r:id="rId22" imgW="3073422" imgH="9144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263900"/>
                        <a:ext cx="30845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8" name="Object 18">
            <a:extLst>
              <a:ext uri="{FF2B5EF4-FFF2-40B4-BE49-F238E27FC236}">
                <a16:creationId xmlns:a16="http://schemas.microsoft.com/office/drawing/2014/main" id="{F43ACFBE-65AC-4221-87C7-C7FE50BEA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540000"/>
          <a:ext cx="57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58757" imgH="387581" progId="Equation.3">
                  <p:embed/>
                </p:oleObj>
              </mc:Choice>
              <mc:Fallback>
                <p:oleObj name="Equation" r:id="rId24" imgW="558757" imgH="38758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540000"/>
                        <a:ext cx="57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9" name="Object 19">
            <a:extLst>
              <a:ext uri="{FF2B5EF4-FFF2-40B4-BE49-F238E27FC236}">
                <a16:creationId xmlns:a16="http://schemas.microsoft.com/office/drawing/2014/main" id="{1DAFD655-CAC2-45A0-A594-4723242733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2506663"/>
          <a:ext cx="68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72895" imgH="406285" progId="Equation.3">
                  <p:embed/>
                </p:oleObj>
              </mc:Choice>
              <mc:Fallback>
                <p:oleObj name="Equation" r:id="rId26" imgW="672895" imgH="40628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506663"/>
                        <a:ext cx="685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0" name="Object 20">
            <a:extLst>
              <a:ext uri="{FF2B5EF4-FFF2-40B4-BE49-F238E27FC236}">
                <a16:creationId xmlns:a16="http://schemas.microsoft.com/office/drawing/2014/main" id="{0AB89A48-8E19-4BD2-B5D2-32A89DA9A3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2286000"/>
          <a:ext cx="1219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06749" imgH="914400" progId="Equation.3">
                  <p:embed/>
                </p:oleObj>
              </mc:Choice>
              <mc:Fallback>
                <p:oleObj name="Equation" r:id="rId28" imgW="1206749" imgH="914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286000"/>
                        <a:ext cx="1219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1">
            <a:extLst>
              <a:ext uri="{FF2B5EF4-FFF2-40B4-BE49-F238E27FC236}">
                <a16:creationId xmlns:a16="http://schemas.microsoft.com/office/drawing/2014/main" id="{C1B76937-0F1A-413A-97F3-B9DA4E78B7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1775" y="739775"/>
          <a:ext cx="5651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71727" imgH="914400" progId="Equation.3">
                  <p:embed/>
                </p:oleObj>
              </mc:Choice>
              <mc:Fallback>
                <p:oleObj name="Equation" r:id="rId30" imgW="571727" imgH="9144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739775"/>
                        <a:ext cx="5651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2" name="Object 22">
            <a:extLst>
              <a:ext uri="{FF2B5EF4-FFF2-40B4-BE49-F238E27FC236}">
                <a16:creationId xmlns:a16="http://schemas.microsoft.com/office/drawing/2014/main" id="{B6A4B3AB-08CF-4613-91BC-23FA0900CF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7988" y="3244850"/>
          <a:ext cx="1219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06749" imgH="914400" progId="Equation.3">
                  <p:embed/>
                </p:oleObj>
              </mc:Choice>
              <mc:Fallback>
                <p:oleObj name="Equation" r:id="rId32" imgW="1206749" imgH="9144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3244850"/>
                        <a:ext cx="1219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3" name="Object 23">
            <a:extLst>
              <a:ext uri="{FF2B5EF4-FFF2-40B4-BE49-F238E27FC236}">
                <a16:creationId xmlns:a16="http://schemas.microsoft.com/office/drawing/2014/main" id="{B0090DEB-E856-4D65-910F-2609ACBE22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238500"/>
          <a:ext cx="1447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435024" imgH="914400" progId="Equation.3">
                  <p:embed/>
                </p:oleObj>
              </mc:Choice>
              <mc:Fallback>
                <p:oleObj name="Equation" r:id="rId34" imgW="1435024" imgH="9144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38500"/>
                        <a:ext cx="1447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5" name="AutoShape 25">
            <a:extLst>
              <a:ext uri="{FF2B5EF4-FFF2-40B4-BE49-F238E27FC236}">
                <a16:creationId xmlns:a16="http://schemas.microsoft.com/office/drawing/2014/main" id="{A81FA211-A41B-4CFE-8755-6F92A03CD370}"/>
              </a:ext>
            </a:extLst>
          </p:cNvPr>
          <p:cNvSpPr>
            <a:spLocks/>
          </p:cNvSpPr>
          <p:nvPr/>
        </p:nvSpPr>
        <p:spPr bwMode="auto">
          <a:xfrm>
            <a:off x="2133600" y="2381250"/>
            <a:ext cx="152400" cy="1752600"/>
          </a:xfrm>
          <a:prstGeom prst="leftBrace">
            <a:avLst>
              <a:gd name="adj1" fmla="val 9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33146" name="AutoShape 26">
            <a:extLst>
              <a:ext uri="{FF2B5EF4-FFF2-40B4-BE49-F238E27FC236}">
                <a16:creationId xmlns:a16="http://schemas.microsoft.com/office/drawing/2014/main" id="{EE930A0E-AFEA-467C-AC1E-CF46EDD7A068}"/>
              </a:ext>
            </a:extLst>
          </p:cNvPr>
          <p:cNvSpPr>
            <a:spLocks/>
          </p:cNvSpPr>
          <p:nvPr/>
        </p:nvSpPr>
        <p:spPr bwMode="auto">
          <a:xfrm>
            <a:off x="6629400" y="2403475"/>
            <a:ext cx="152400" cy="1752600"/>
          </a:xfrm>
          <a:prstGeom prst="leftBrace">
            <a:avLst>
              <a:gd name="adj1" fmla="val 9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37914" name="矩形 1">
            <a:extLst>
              <a:ext uri="{FF2B5EF4-FFF2-40B4-BE49-F238E27FC236}">
                <a16:creationId xmlns:a16="http://schemas.microsoft.com/office/drawing/2014/main" id="{20BF5088-AE05-4CE9-8D5F-37F427A9E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63" y="944563"/>
            <a:ext cx="5445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求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5" grpId="0" autoUpdateAnimBg="0"/>
      <p:bldP spid="133126" grpId="0" animBg="1"/>
      <p:bldP spid="133145" grpId="0" animBg="1"/>
      <p:bldP spid="13314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4898E0-9BC5-4DC7-A5A7-1B8FB1DC5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04800"/>
            <a:ext cx="4572000" cy="685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D19231F-F092-4B3E-9A52-DBDD63FD9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1047750"/>
            <a:ext cx="152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解法</a:t>
            </a:r>
            <a:r>
              <a:rPr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2 </a:t>
            </a:r>
            <a:endParaRPr lang="en-US" altLang="zh-CN" sz="2800">
              <a:solidFill>
                <a:schemeClr val="tx2"/>
              </a:solidFill>
              <a:ea typeface="楷体_GB2312"/>
              <a:cs typeface="楷体_GB2312"/>
            </a:endParaRPr>
          </a:p>
        </p:txBody>
      </p:sp>
      <p:graphicFrame>
        <p:nvGraphicFramePr>
          <p:cNvPr id="38916" name="Object 4">
            <a:extLst>
              <a:ext uri="{FF2B5EF4-FFF2-40B4-BE49-F238E27FC236}">
                <a16:creationId xmlns:a16="http://schemas.microsoft.com/office/drawing/2014/main" id="{6AC8A9E8-6416-4737-B7DC-62D0C4A4B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473075"/>
          <a:ext cx="4191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78484" imgH="387581" progId="Equation.3">
                  <p:embed/>
                </p:oleObj>
              </mc:Choice>
              <mc:Fallback>
                <p:oleObj name="Equation" r:id="rId2" imgW="4178484" imgH="38758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73075"/>
                        <a:ext cx="4191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49" name="Text Box 5">
            <a:extLst>
              <a:ext uri="{FF2B5EF4-FFF2-40B4-BE49-F238E27FC236}">
                <a16:creationId xmlns:a16="http://schemas.microsoft.com/office/drawing/2014/main" id="{C5C47E83-0D2C-4EEC-835F-FE60AD035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112395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方程两边求微分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得</a:t>
            </a:r>
          </a:p>
        </p:txBody>
      </p:sp>
      <p:sp>
        <p:nvSpPr>
          <p:cNvPr id="134150" name="Text Box 6">
            <a:extLst>
              <a:ext uri="{FF2B5EF4-FFF2-40B4-BE49-F238E27FC236}">
                <a16:creationId xmlns:a16="http://schemas.microsoft.com/office/drawing/2014/main" id="{8E1B31B1-3724-499C-A8A4-0707CBBB1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9718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化简</a:t>
            </a:r>
          </a:p>
        </p:txBody>
      </p:sp>
      <p:sp>
        <p:nvSpPr>
          <p:cNvPr id="134151" name="Line 7">
            <a:extLst>
              <a:ext uri="{FF2B5EF4-FFF2-40B4-BE49-F238E27FC236}">
                <a16:creationId xmlns:a16="http://schemas.microsoft.com/office/drawing/2014/main" id="{C7931B44-70AE-491F-9B1C-BC3D67DEA3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2895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4C6DA818-8C06-4986-8D1B-23BB6405093D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251450"/>
            <a:ext cx="2971800" cy="519113"/>
            <a:chOff x="528" y="3500"/>
            <a:chExt cx="1872" cy="327"/>
          </a:xfrm>
        </p:grpSpPr>
        <p:sp>
          <p:nvSpPr>
            <p:cNvPr id="38932" name="Text Box 9">
              <a:extLst>
                <a:ext uri="{FF2B5EF4-FFF2-40B4-BE49-F238E27FC236}">
                  <a16:creationId xmlns:a16="http://schemas.microsoft.com/office/drawing/2014/main" id="{A90A107D-F44D-41CA-A70B-CD21F44E3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500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  <a:ea typeface="楷体_GB2312"/>
                  <a:cs typeface="楷体_GB2312"/>
                </a:rPr>
                <a:t>消去      即可得</a:t>
              </a:r>
            </a:p>
          </p:txBody>
        </p:sp>
        <p:graphicFrame>
          <p:nvGraphicFramePr>
            <p:cNvPr id="38933" name="Object 10">
              <a:extLst>
                <a:ext uri="{FF2B5EF4-FFF2-40B4-BE49-F238E27FC236}">
                  <a16:creationId xmlns:a16="http://schemas.microsoft.com/office/drawing/2014/main" id="{CF686CEF-895F-4CD7-B274-922B593E85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2" y="3536"/>
            <a:ext cx="27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9197" imgH="387581" progId="Equation.3">
                    <p:embed/>
                  </p:oleObj>
                </mc:Choice>
                <mc:Fallback>
                  <p:oleObj name="Equation" r:id="rId4" imgW="419197" imgH="387581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2" y="3536"/>
                          <a:ext cx="27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4155" name="Object 11">
            <a:extLst>
              <a:ext uri="{FF2B5EF4-FFF2-40B4-BE49-F238E27FC236}">
                <a16:creationId xmlns:a16="http://schemas.microsoft.com/office/drawing/2014/main" id="{BA662601-ED49-4AB4-926A-37BD6BDC36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0900" y="5092700"/>
          <a:ext cx="584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727" imgH="914400" progId="Equation.3">
                  <p:embed/>
                </p:oleObj>
              </mc:Choice>
              <mc:Fallback>
                <p:oleObj name="Equation" r:id="rId6" imgW="571727" imgH="914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5092700"/>
                        <a:ext cx="584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6" name="Object 12">
            <a:extLst>
              <a:ext uri="{FF2B5EF4-FFF2-40B4-BE49-F238E27FC236}">
                <a16:creationId xmlns:a16="http://schemas.microsoft.com/office/drawing/2014/main" id="{800004CE-412B-41B2-A564-13BB8A5CBE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4495800"/>
          <a:ext cx="1193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1327" imgH="425508" progId="Equation.3">
                  <p:embed/>
                </p:oleObj>
              </mc:Choice>
              <mc:Fallback>
                <p:oleObj name="Equation" r:id="rId8" imgW="1181327" imgH="42550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495800"/>
                        <a:ext cx="1193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7" name="Object 13">
            <a:extLst>
              <a:ext uri="{FF2B5EF4-FFF2-40B4-BE49-F238E27FC236}">
                <a16:creationId xmlns:a16="http://schemas.microsoft.com/office/drawing/2014/main" id="{AE081D79-6CDC-4AE1-B9FA-2565BB933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2400" y="4502150"/>
          <a:ext cx="165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38397" imgH="425508" progId="Equation.3">
                  <p:embed/>
                </p:oleObj>
              </mc:Choice>
              <mc:Fallback>
                <p:oleObj name="Equation" r:id="rId10" imgW="1638397" imgH="42550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2400" y="4502150"/>
                        <a:ext cx="165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8" name="Object 14">
            <a:extLst>
              <a:ext uri="{FF2B5EF4-FFF2-40B4-BE49-F238E27FC236}">
                <a16:creationId xmlns:a16="http://schemas.microsoft.com/office/drawing/2014/main" id="{616C6331-52D9-4123-A4A5-8CB1EA731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3830638"/>
          <a:ext cx="1320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01691" imgH="406285" progId="Equation.3">
                  <p:embed/>
                </p:oleObj>
              </mc:Choice>
              <mc:Fallback>
                <p:oleObj name="Equation" r:id="rId12" imgW="1301691" imgH="40628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830638"/>
                        <a:ext cx="1320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9" name="Object 15">
            <a:extLst>
              <a:ext uri="{FF2B5EF4-FFF2-40B4-BE49-F238E27FC236}">
                <a16:creationId xmlns:a16="http://schemas.microsoft.com/office/drawing/2014/main" id="{3773E67E-27FF-4DF9-BE17-AB56DA68B0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0700" y="3860800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3818" imgH="387581" progId="Equation.3">
                  <p:embed/>
                </p:oleObj>
              </mc:Choice>
              <mc:Fallback>
                <p:oleObj name="Equation" r:id="rId14" imgW="1263818" imgH="38758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3860800"/>
                        <a:ext cx="1282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0" name="Object 16">
            <a:extLst>
              <a:ext uri="{FF2B5EF4-FFF2-40B4-BE49-F238E27FC236}">
                <a16:creationId xmlns:a16="http://schemas.microsoft.com/office/drawing/2014/main" id="{A1752F19-B454-46E6-AEDD-A500E177BD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9500" y="1676400"/>
          <a:ext cx="3771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759286" imgH="406285" progId="Equation.3">
                  <p:embed/>
                </p:oleObj>
              </mc:Choice>
              <mc:Fallback>
                <p:oleObj name="Equation" r:id="rId16" imgW="3759286" imgH="40628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1676400"/>
                        <a:ext cx="3771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1" name="Object 17">
            <a:extLst>
              <a:ext uri="{FF2B5EF4-FFF2-40B4-BE49-F238E27FC236}">
                <a16:creationId xmlns:a16="http://schemas.microsoft.com/office/drawing/2014/main" id="{7F8B9E54-4866-4354-BEB4-0835C8C2AF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70300" y="2362200"/>
          <a:ext cx="3517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05070" imgH="425508" progId="Equation.3">
                  <p:embed/>
                </p:oleObj>
              </mc:Choice>
              <mc:Fallback>
                <p:oleObj name="Equation" r:id="rId18" imgW="3505070" imgH="42550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2362200"/>
                        <a:ext cx="3517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2" name="Object 18">
            <a:extLst>
              <a:ext uri="{FF2B5EF4-FFF2-40B4-BE49-F238E27FC236}">
                <a16:creationId xmlns:a16="http://schemas.microsoft.com/office/drawing/2014/main" id="{B321B689-F187-4CE5-BFD6-BA5054B32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4400" y="3848100"/>
          <a:ext cx="1778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58761" imgH="406285" progId="Equation.3">
                  <p:embed/>
                </p:oleObj>
              </mc:Choice>
              <mc:Fallback>
                <p:oleObj name="Equation" r:id="rId20" imgW="1758761" imgH="40628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3848100"/>
                        <a:ext cx="1778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3" name="Object 19">
            <a:extLst>
              <a:ext uri="{FF2B5EF4-FFF2-40B4-BE49-F238E27FC236}">
                <a16:creationId xmlns:a16="http://schemas.microsoft.com/office/drawing/2014/main" id="{455FE762-0157-4731-8F88-BAFC70348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4495800"/>
          <a:ext cx="83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25424" imgH="425508" progId="Equation.3">
                  <p:embed/>
                </p:oleObj>
              </mc:Choice>
              <mc:Fallback>
                <p:oleObj name="Equation" r:id="rId22" imgW="825424" imgH="42550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495800"/>
                        <a:ext cx="838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64" name="AutoShape 20">
            <a:extLst>
              <a:ext uri="{FF2B5EF4-FFF2-40B4-BE49-F238E27FC236}">
                <a16:creationId xmlns:a16="http://schemas.microsoft.com/office/drawing/2014/main" id="{1DFE97FC-2D63-4A23-88B9-F1AB62124AF5}"/>
              </a:ext>
            </a:extLst>
          </p:cNvPr>
          <p:cNvSpPr>
            <a:spLocks/>
          </p:cNvSpPr>
          <p:nvPr/>
        </p:nvSpPr>
        <p:spPr bwMode="auto">
          <a:xfrm>
            <a:off x="3429000" y="17526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34165" name="AutoShape 21">
            <a:extLst>
              <a:ext uri="{FF2B5EF4-FFF2-40B4-BE49-F238E27FC236}">
                <a16:creationId xmlns:a16="http://schemas.microsoft.com/office/drawing/2014/main" id="{A2B63352-9BED-4D74-B595-EA6C92FDA4E6}"/>
              </a:ext>
            </a:extLst>
          </p:cNvPr>
          <p:cNvSpPr>
            <a:spLocks/>
          </p:cNvSpPr>
          <p:nvPr/>
        </p:nvSpPr>
        <p:spPr bwMode="auto">
          <a:xfrm>
            <a:off x="3276600" y="3886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9" grpId="0" autoUpdateAnimBg="0"/>
      <p:bldP spid="134150" grpId="0" autoUpdateAnimBg="0"/>
      <p:bldP spid="134164" grpId="0" animBg="1"/>
      <p:bldP spid="13416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B552193-14DE-4C1E-90DD-D3F3EC1090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50863" y="412750"/>
            <a:ext cx="2133600" cy="609600"/>
          </a:xfr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3200" b="1">
                <a:ea typeface="楷体_GB2312"/>
                <a:cs typeface="楷体_GB2312"/>
              </a:rPr>
              <a:t>内容小结</a:t>
            </a:r>
          </a:p>
        </p:txBody>
      </p:sp>
      <p:sp>
        <p:nvSpPr>
          <p:cNvPr id="135171" name="Text Box 3">
            <a:extLst>
              <a:ext uri="{FF2B5EF4-FFF2-40B4-BE49-F238E27FC236}">
                <a16:creationId xmlns:a16="http://schemas.microsoft.com/office/drawing/2014/main" id="{A8CBB836-8045-41E6-8A12-978E9ED71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14300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隐函数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(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组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存在定理</a:t>
            </a:r>
          </a:p>
        </p:txBody>
      </p:sp>
      <p:sp>
        <p:nvSpPr>
          <p:cNvPr id="135172" name="Text Box 4">
            <a:extLst>
              <a:ext uri="{FF2B5EF4-FFF2-40B4-BE49-F238E27FC236}">
                <a16:creationId xmlns:a16="http://schemas.microsoft.com/office/drawing/2014/main" id="{13EEA003-5AB9-4A74-B031-DBCE75A34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82763"/>
            <a:ext cx="398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2.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隐函数 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(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组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求导方法</a:t>
            </a:r>
          </a:p>
        </p:txBody>
      </p:sp>
      <p:sp>
        <p:nvSpPr>
          <p:cNvPr id="135173" name="Text Box 5">
            <a:extLst>
              <a:ext uri="{FF2B5EF4-FFF2-40B4-BE49-F238E27FC236}">
                <a16:creationId xmlns:a16="http://schemas.microsoft.com/office/drawing/2014/main" id="{736904F8-F9BF-4F76-81A2-62DAF7179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376488"/>
            <a:ext cx="655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方法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利用复合函数求导法则直接计算 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</p:txBody>
      </p:sp>
      <p:sp>
        <p:nvSpPr>
          <p:cNvPr id="135174" name="Text Box 6">
            <a:extLst>
              <a:ext uri="{FF2B5EF4-FFF2-40B4-BE49-F238E27FC236}">
                <a16:creationId xmlns:a16="http://schemas.microsoft.com/office/drawing/2014/main" id="{528B659C-C42D-4DA1-9C78-BF8992399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986088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方法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2.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利用微分形式不变性 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</p:txBody>
      </p:sp>
      <p:sp>
        <p:nvSpPr>
          <p:cNvPr id="135175" name="Text Box 7">
            <a:extLst>
              <a:ext uri="{FF2B5EF4-FFF2-40B4-BE49-F238E27FC236}">
                <a16:creationId xmlns:a16="http://schemas.microsoft.com/office/drawing/2014/main" id="{62A90C36-86D9-43A3-8BC3-138362193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方法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3.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代公式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autoUpdateAnimBg="0"/>
      <p:bldP spid="135172" grpId="0" autoUpdateAnimBg="0"/>
      <p:bldP spid="135173" grpId="0" autoUpdateAnimBg="0"/>
      <p:bldP spid="135174" grpId="0" autoUpdateAnimBg="0"/>
      <p:bldP spid="135175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3480</TotalTime>
  <Words>1148</Words>
  <Application>Microsoft Office PowerPoint</Application>
  <PresentationFormat>宽屏</PresentationFormat>
  <Paragraphs>211</Paragraphs>
  <Slides>35</Slides>
  <Notes>11</Notes>
  <HiddenSlides>3</HiddenSlides>
  <MMClips>0</MMClips>
  <ScaleCrop>false</ScaleCrop>
  <HeadingPairs>
    <vt:vector size="10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  <vt:variant>
        <vt:lpstr>自定义放映</vt:lpstr>
      </vt:variant>
      <vt:variant>
        <vt:i4>1</vt:i4>
      </vt:variant>
    </vt:vector>
  </HeadingPairs>
  <TitlesOfParts>
    <vt:vector size="50" baseType="lpstr">
      <vt:lpstr>仿宋_GB2312</vt:lpstr>
      <vt:lpstr>华文仿宋</vt:lpstr>
      <vt:lpstr>华文行楷</vt:lpstr>
      <vt:lpstr>楷体_GB2312</vt:lpstr>
      <vt:lpstr>宋体</vt:lpstr>
      <vt:lpstr>Microsoft Yahei</vt:lpstr>
      <vt:lpstr>Arial</vt:lpstr>
      <vt:lpstr>Calibri</vt:lpstr>
      <vt:lpstr>Garamond</vt:lpstr>
      <vt:lpstr>Times New Roman</vt:lpstr>
      <vt:lpstr>1_默认设计模板</vt:lpstr>
      <vt:lpstr>Office 主题</vt:lpstr>
      <vt:lpstr>Equation</vt:lpstr>
      <vt:lpstr>公式</vt:lpstr>
      <vt:lpstr>第六节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二阶导数 :</vt:lpstr>
      <vt:lpstr>PowerPoint 演示文稿</vt:lpstr>
      <vt:lpstr>PowerPoint 演示文稿</vt:lpstr>
      <vt:lpstr>PowerPoint 演示文稿</vt:lpstr>
      <vt:lpstr>定理2 .</vt:lpstr>
      <vt:lpstr>PowerPoint 演示文稿</vt:lpstr>
      <vt:lpstr>PowerPoint 演示文稿</vt:lpstr>
      <vt:lpstr>例1. 验证方程</vt:lpstr>
      <vt:lpstr>例1. 验证方程</vt:lpstr>
      <vt:lpstr>PowerPoint 演示文稿</vt:lpstr>
      <vt:lpstr>导数的另一求法</vt:lpstr>
      <vt:lpstr>解法1    利用公式</vt:lpstr>
      <vt:lpstr>例2. 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定理3.</vt:lpstr>
      <vt:lpstr>PowerPoint 演示文稿</vt:lpstr>
      <vt:lpstr>设方程组</vt:lpstr>
      <vt:lpstr>PowerPoint 演示文稿</vt:lpstr>
      <vt:lpstr>PowerPoint 演示文稿</vt:lpstr>
      <vt:lpstr>例5. 设</vt:lpstr>
      <vt:lpstr>PowerPoint 演示文稿</vt:lpstr>
      <vt:lpstr>PowerPoint 演示文稿</vt:lpstr>
      <vt:lpstr>PowerPoint 演示文稿</vt:lpstr>
      <vt:lpstr>内容小结</vt:lpstr>
      <vt:lpstr>复习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第六节  微分学在几何上的应用</dc:title>
  <dc:creator>chaoyl</dc:creator>
  <cp:lastModifiedBy>玥儿 小</cp:lastModifiedBy>
  <cp:revision>175</cp:revision>
  <dcterms:created xsi:type="dcterms:W3CDTF">2000-03-21T02:54:47Z</dcterms:created>
  <dcterms:modified xsi:type="dcterms:W3CDTF">2025-03-09T13:01:00Z</dcterms:modified>
</cp:coreProperties>
</file>