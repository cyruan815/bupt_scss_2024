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activeX/activeX1.xml" ContentType="application/vnd.ms-office.activeX+xml"/>
  <Override PartName="/ppt/activeX/activeX1.bin" ContentType="application/vnd.ms-office.activeX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76" r:id="rId2"/>
    <p:sldId id="378" r:id="rId3"/>
    <p:sldId id="276" r:id="rId4"/>
    <p:sldId id="277" r:id="rId5"/>
    <p:sldId id="377" r:id="rId6"/>
    <p:sldId id="260" r:id="rId7"/>
    <p:sldId id="261" r:id="rId8"/>
    <p:sldId id="262" r:id="rId9"/>
    <p:sldId id="271" r:id="rId10"/>
    <p:sldId id="272" r:id="rId11"/>
    <p:sldId id="273" r:id="rId12"/>
    <p:sldId id="263" r:id="rId13"/>
    <p:sldId id="379" r:id="rId14"/>
    <p:sldId id="380" r:id="rId15"/>
    <p:sldId id="300" r:id="rId16"/>
    <p:sldId id="302" r:id="rId17"/>
    <p:sldId id="303" r:id="rId18"/>
    <p:sldId id="381" r:id="rId19"/>
    <p:sldId id="304" r:id="rId20"/>
    <p:sldId id="331" r:id="rId21"/>
    <p:sldId id="307" r:id="rId22"/>
    <p:sldId id="308" r:id="rId23"/>
    <p:sldId id="309" r:id="rId24"/>
    <p:sldId id="310" r:id="rId25"/>
    <p:sldId id="311" r:id="rId26"/>
    <p:sldId id="313" r:id="rId27"/>
    <p:sldId id="314" r:id="rId28"/>
    <p:sldId id="384" r:id="rId29"/>
    <p:sldId id="315" r:id="rId30"/>
    <p:sldId id="316" r:id="rId31"/>
    <p:sldId id="317" r:id="rId32"/>
    <p:sldId id="318" r:id="rId33"/>
    <p:sldId id="319" r:id="rId34"/>
    <p:sldId id="321" r:id="rId35"/>
    <p:sldId id="322" r:id="rId36"/>
    <p:sldId id="325" r:id="rId37"/>
    <p:sldId id="326" r:id="rId38"/>
    <p:sldId id="327" r:id="rId39"/>
    <p:sldId id="382" r:id="rId40"/>
    <p:sldId id="329" r:id="rId41"/>
    <p:sldId id="328" r:id="rId42"/>
    <p:sldId id="387" r:id="rId43"/>
    <p:sldId id="388" r:id="rId44"/>
    <p:sldId id="268" r:id="rId45"/>
    <p:sldId id="383" r:id="rId4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232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6C5C-C306-4C09-A7CA-B315570E02F5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D2A9A-08B9-446A-AE87-C5A70EA868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ED6DD97E-A13B-4BBF-87A2-C8E3F88972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378ACE87-BE89-4AA7-A604-9869A620F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B1D1107C-7500-4E15-83C3-87E75BDF1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DC5A8C-2E52-4943-8D5C-7AEB18E94BFB}" type="slidenum"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ED2A9A-08B9-446A-AE87-C5A70EA8683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21090BC1-A8E3-426B-A197-6E6AEE9A20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4D44F7E8-7E0F-4CD9-A421-30827A739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E7F5B442-0390-48BB-8F7C-D8B5053AA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34DBE2-0F7B-44BC-BD71-2C80A8E54390}" type="slidenum"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5</a:t>
            </a:fld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F290C6-1DE3-4E8F-8B02-964912962512}" type="slidenum">
              <a:rPr lang="en-US" altLang="zh-CN" smtClean="0">
                <a:ea typeface="宋体" charset="-122"/>
              </a:rPr>
              <a:pPr/>
              <a:t>15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CDC856-591E-4140-9C4F-14A277CE0DDC}" type="slidenum">
              <a:rPr lang="en-US" altLang="zh-CN" smtClean="0">
                <a:ea typeface="宋体" charset="-122"/>
              </a:rPr>
              <a:pPr/>
              <a:t>16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CF45DA-1058-4A1B-9361-AC64DF9DFE89}" type="slidenum">
              <a:rPr lang="en-US" altLang="zh-CN" smtClean="0">
                <a:ea typeface="宋体" charset="-122"/>
              </a:rPr>
              <a:pPr/>
              <a:t>17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E0F1C5-43E6-40FC-8E48-4FB3CDB461FC}" type="slidenum">
              <a:rPr lang="en-US" altLang="zh-CN" smtClean="0">
                <a:solidFill>
                  <a:srgbClr val="000000"/>
                </a:solidFill>
                <a:ea typeface="宋体" charset="-122"/>
              </a:rPr>
              <a:pPr/>
              <a:t>21</a:t>
            </a:fld>
            <a:endParaRPr lang="en-US" altLang="zh-CN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charset="-122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E3552A-16FF-41EB-BEE1-0DF2051D00CE}" type="slidenum">
              <a:rPr lang="zh-CN" altLang="en-US" smtClean="0">
                <a:ea typeface="宋体" charset="-122"/>
              </a:rPr>
              <a:pPr/>
              <a:t>22</a:t>
            </a:fld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ea typeface="宋体" charset="-122"/>
            </a:endParaRP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089500-1614-4185-8ACA-4F1EF563C767}" type="slidenum">
              <a:rPr lang="zh-CN" altLang="en-US" smtClean="0">
                <a:ea typeface="宋体" charset="-122"/>
              </a:rPr>
              <a:pPr/>
              <a:t>23</a:t>
            </a:fld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5F6C6F-E89C-4DB3-AD3E-B176FFF4E2A6}" type="slidenum">
              <a:rPr lang="en-US" altLang="zh-CN" smtClean="0">
                <a:ea typeface="宋体" charset="-122"/>
              </a:rPr>
              <a:pPr/>
              <a:t>30</a:t>
            </a:fld>
            <a:endParaRPr lang="en-US" altLang="zh-CN">
              <a:ea typeface="宋体" charset="-122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C24B5E-4DFD-45A1-BDAD-28C6880D19F4}" type="slidenum">
              <a:rPr lang="en-US" altLang="zh-CN" smtClean="0">
                <a:ea typeface="宋体" charset="-122"/>
              </a:rPr>
              <a:pPr/>
              <a:t>34</a:t>
            </a:fld>
            <a:endParaRPr lang="en-US" altLang="zh-CN">
              <a:ea typeface="宋体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>
                <a:ea typeface="宋体" charset="-122"/>
              </a:rPr>
              <a:t>运行时</a:t>
            </a:r>
            <a:r>
              <a:rPr lang="en-US" altLang="zh-CN">
                <a:ea typeface="宋体" charset="-122"/>
              </a:rPr>
              <a:t>, </a:t>
            </a:r>
            <a:r>
              <a:rPr lang="zh-CN" altLang="en-US">
                <a:ea typeface="宋体" charset="-122"/>
              </a:rPr>
              <a:t>点击按钮</a:t>
            </a:r>
            <a:r>
              <a:rPr lang="zh-CN" altLang="en-US">
                <a:latin typeface="Arial" charset="0"/>
                <a:ea typeface="宋体" charset="-122"/>
              </a:rPr>
              <a:t>“</a:t>
            </a:r>
            <a:r>
              <a:rPr lang="zh-CN" altLang="en-US">
                <a:ea typeface="宋体" charset="-122"/>
              </a:rPr>
              <a:t>证明</a:t>
            </a:r>
            <a:r>
              <a:rPr lang="zh-CN" altLang="en-US">
                <a:latin typeface="Arial" charset="0"/>
                <a:ea typeface="宋体" charset="-122"/>
              </a:rPr>
              <a:t>”</a:t>
            </a:r>
            <a:r>
              <a:rPr lang="en-US" altLang="zh-CN">
                <a:ea typeface="宋体" charset="-122"/>
              </a:rPr>
              <a:t>, </a:t>
            </a:r>
            <a:r>
              <a:rPr lang="zh-CN" altLang="en-US">
                <a:ea typeface="宋体" charset="-122"/>
              </a:rPr>
              <a:t>或</a:t>
            </a:r>
            <a:r>
              <a:rPr lang="zh-CN" altLang="en-US">
                <a:latin typeface="Arial" charset="0"/>
                <a:ea typeface="宋体" charset="-122"/>
              </a:rPr>
              <a:t>“</a:t>
            </a:r>
            <a:r>
              <a:rPr lang="en-US" altLang="zh-CN">
                <a:ea typeface="宋体" charset="-122"/>
              </a:rPr>
              <a:t>(</a:t>
            </a:r>
            <a:r>
              <a:rPr lang="zh-CN" altLang="en-US">
                <a:ea typeface="宋体" charset="-122"/>
              </a:rPr>
              <a:t>证明略</a:t>
            </a:r>
            <a:r>
              <a:rPr lang="en-US" altLang="zh-CN">
                <a:ea typeface="宋体" charset="-122"/>
              </a:rPr>
              <a:t>)</a:t>
            </a:r>
            <a:r>
              <a:rPr lang="en-US" altLang="zh-CN">
                <a:latin typeface="Arial" charset="0"/>
                <a:ea typeface="宋体" charset="-122"/>
              </a:rPr>
              <a:t>”</a:t>
            </a:r>
            <a:r>
              <a:rPr lang="en-US" altLang="zh-CN">
                <a:ea typeface="宋体" charset="-122"/>
              </a:rPr>
              <a:t>, </a:t>
            </a:r>
            <a:r>
              <a:rPr lang="zh-CN" altLang="en-US">
                <a:ea typeface="宋体" charset="-122"/>
              </a:rPr>
              <a:t>将显示定理的证明过程</a:t>
            </a:r>
            <a:r>
              <a:rPr lang="en-US" altLang="zh-CN">
                <a:ea typeface="宋体" charset="-122"/>
              </a:rPr>
              <a:t>, </a:t>
            </a:r>
            <a:r>
              <a:rPr lang="zh-CN" altLang="en-US">
                <a:ea typeface="宋体" charset="-122"/>
              </a:rPr>
              <a:t>证明结束自动返回</a:t>
            </a:r>
            <a:r>
              <a:rPr lang="en-US" altLang="zh-CN">
                <a:ea typeface="宋体" charset="-122"/>
              </a:rPr>
              <a:t>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771C60-2E46-4CE7-8A1D-218B2C67FA27}" type="slidenum">
              <a:rPr lang="en-US" altLang="zh-CN" smtClean="0">
                <a:ea typeface="宋体" charset="-122"/>
              </a:rPr>
              <a:pPr/>
              <a:t>36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AC2FBB-7524-4E84-BC3D-4645F2A5153D}" type="slidenum">
              <a:rPr lang="en-US" altLang="zh-CN" smtClean="0">
                <a:ea typeface="宋体" charset="-122"/>
              </a:rPr>
              <a:pPr/>
              <a:t>37</a:t>
            </a:fld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66BDCC-9397-46B1-875B-D0F766301E14}" type="slidenum">
              <a:rPr lang="zh-CN" altLang="en-US" smtClean="0">
                <a:ea typeface="宋体" charset="-122"/>
              </a:rPr>
              <a:pPr/>
              <a:t>38</a:t>
            </a:fld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D2A9A-08B9-446A-AE87-C5A70EA8683C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493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ED2A9A-08B9-446A-AE87-C5A70EA8683C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109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oleObject" Target="../embeddings/oleObject5.bin"/><Relationship Id="rId18" Type="http://schemas.openxmlformats.org/officeDocument/2006/relationships/image" Target="../media/image11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17" Type="http://schemas.openxmlformats.org/officeDocument/2006/relationships/image" Target="../media/image1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.emf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11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control" Target="../activeX/activeX1.xml"/><Relationship Id="rId6" Type="http://schemas.openxmlformats.org/officeDocument/2006/relationships/image" Target="../media/image13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21.e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e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" Type="http://schemas.openxmlformats.org/officeDocument/2006/relationships/image" Target="../media/image22.emf"/><Relationship Id="rId21" Type="http://schemas.openxmlformats.org/officeDocument/2006/relationships/image" Target="../media/image31.emf"/><Relationship Id="rId34" Type="http://schemas.openxmlformats.org/officeDocument/2006/relationships/oleObject" Target="../embeddings/oleObject32.bin"/><Relationship Id="rId7" Type="http://schemas.openxmlformats.org/officeDocument/2006/relationships/image" Target="../media/image24.e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29.emf"/><Relationship Id="rId25" Type="http://schemas.openxmlformats.org/officeDocument/2006/relationships/image" Target="../media/image33.emf"/><Relationship Id="rId33" Type="http://schemas.openxmlformats.org/officeDocument/2006/relationships/image" Target="../media/image37.e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29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6.emf"/><Relationship Id="rId24" Type="http://schemas.openxmlformats.org/officeDocument/2006/relationships/oleObject" Target="../embeddings/oleObject27.bin"/><Relationship Id="rId32" Type="http://schemas.openxmlformats.org/officeDocument/2006/relationships/oleObject" Target="../embeddings/oleObject31.bin"/><Relationship Id="rId5" Type="http://schemas.openxmlformats.org/officeDocument/2006/relationships/image" Target="../media/image23.emf"/><Relationship Id="rId15" Type="http://schemas.openxmlformats.org/officeDocument/2006/relationships/image" Target="../media/image28.emf"/><Relationship Id="rId23" Type="http://schemas.openxmlformats.org/officeDocument/2006/relationships/image" Target="../media/image32.emf"/><Relationship Id="rId28" Type="http://schemas.openxmlformats.org/officeDocument/2006/relationships/oleObject" Target="../embeddings/oleObject29.bin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30.emf"/><Relationship Id="rId31" Type="http://schemas.openxmlformats.org/officeDocument/2006/relationships/image" Target="../media/image36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5.e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image" Target="../media/image34.emf"/><Relationship Id="rId30" Type="http://schemas.openxmlformats.org/officeDocument/2006/relationships/oleObject" Target="../embeddings/oleObject30.bin"/><Relationship Id="rId35" Type="http://schemas.openxmlformats.org/officeDocument/2006/relationships/image" Target="../media/image38.emf"/><Relationship Id="rId8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44.emf"/><Relationship Id="rId18" Type="http://schemas.openxmlformats.org/officeDocument/2006/relationships/image" Target="../media/image47.emf"/><Relationship Id="rId3" Type="http://schemas.openxmlformats.org/officeDocument/2006/relationships/image" Target="../media/image39.emf"/><Relationship Id="rId7" Type="http://schemas.openxmlformats.org/officeDocument/2006/relationships/image" Target="../media/image41.e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46.e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43.emf"/><Relationship Id="rId5" Type="http://schemas.openxmlformats.org/officeDocument/2006/relationships/image" Target="../media/image40.emf"/><Relationship Id="rId15" Type="http://schemas.openxmlformats.org/officeDocument/2006/relationships/image" Target="../media/image45.emf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48.e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42.emf"/><Relationship Id="rId14" Type="http://schemas.openxmlformats.org/officeDocument/2006/relationships/oleObject" Target="../embeddings/oleObject3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54.emf"/><Relationship Id="rId18" Type="http://schemas.openxmlformats.org/officeDocument/2006/relationships/oleObject" Target="../embeddings/oleObject49.bin"/><Relationship Id="rId3" Type="http://schemas.openxmlformats.org/officeDocument/2006/relationships/image" Target="../media/image49.emf"/><Relationship Id="rId7" Type="http://schemas.openxmlformats.org/officeDocument/2006/relationships/image" Target="../media/image51.e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56.emf"/><Relationship Id="rId2" Type="http://schemas.openxmlformats.org/officeDocument/2006/relationships/oleObject" Target="../embeddings/oleObject41.bin"/><Relationship Id="rId16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53.emf"/><Relationship Id="rId5" Type="http://schemas.openxmlformats.org/officeDocument/2006/relationships/image" Target="../media/image50.emf"/><Relationship Id="rId15" Type="http://schemas.openxmlformats.org/officeDocument/2006/relationships/image" Target="../media/image55.e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57.e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52.emf"/><Relationship Id="rId14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63.wmf"/><Relationship Id="rId18" Type="http://schemas.openxmlformats.org/officeDocument/2006/relationships/oleObject" Target="../embeddings/oleObject57.bin"/><Relationship Id="rId3" Type="http://schemas.openxmlformats.org/officeDocument/2006/relationships/image" Target="../media/image58.wmf"/><Relationship Id="rId21" Type="http://schemas.openxmlformats.org/officeDocument/2006/relationships/image" Target="../media/image6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66.wmf"/><Relationship Id="rId2" Type="http://schemas.openxmlformats.org/officeDocument/2006/relationships/oleObject" Target="../embeddings/oleObject50.bin"/><Relationship Id="rId16" Type="http://schemas.openxmlformats.org/officeDocument/2006/relationships/image" Target="../media/image65.jpeg"/><Relationship Id="rId20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62.wmf"/><Relationship Id="rId24" Type="http://schemas.openxmlformats.org/officeDocument/2006/relationships/image" Target="../media/image70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23" Type="http://schemas.openxmlformats.org/officeDocument/2006/relationships/oleObject" Target="../embeddings/oleObject59.bin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6.bin"/><Relationship Id="rId22" Type="http://schemas.openxmlformats.org/officeDocument/2006/relationships/image" Target="../media/image6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76.emf"/><Relationship Id="rId18" Type="http://schemas.openxmlformats.org/officeDocument/2006/relationships/oleObject" Target="../embeddings/oleObject68.bin"/><Relationship Id="rId3" Type="http://schemas.openxmlformats.org/officeDocument/2006/relationships/image" Target="../media/image71.emf"/><Relationship Id="rId7" Type="http://schemas.openxmlformats.org/officeDocument/2006/relationships/image" Target="../media/image73.e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78.emf"/><Relationship Id="rId2" Type="http://schemas.openxmlformats.org/officeDocument/2006/relationships/oleObject" Target="../embeddings/oleObject60.bin"/><Relationship Id="rId16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5" Type="http://schemas.openxmlformats.org/officeDocument/2006/relationships/image" Target="../media/image77.emf"/><Relationship Id="rId10" Type="http://schemas.openxmlformats.org/officeDocument/2006/relationships/oleObject" Target="../embeddings/oleObject64.bin"/><Relationship Id="rId19" Type="http://schemas.openxmlformats.org/officeDocument/2006/relationships/image" Target="../media/image79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4.emf"/><Relationship Id="rId14" Type="http://schemas.openxmlformats.org/officeDocument/2006/relationships/oleObject" Target="../embeddings/oleObject6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85.wmf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1.bin"/><Relationship Id="rId3" Type="http://schemas.openxmlformats.org/officeDocument/2006/relationships/image" Target="../media/image80.wmf"/><Relationship Id="rId21" Type="http://schemas.openxmlformats.org/officeDocument/2006/relationships/image" Target="../media/image89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7.emf"/><Relationship Id="rId25" Type="http://schemas.openxmlformats.org/officeDocument/2006/relationships/image" Target="../media/image91.emf"/><Relationship Id="rId2" Type="http://schemas.openxmlformats.org/officeDocument/2006/relationships/oleObject" Target="../embeddings/oleObject69.bin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29" Type="http://schemas.openxmlformats.org/officeDocument/2006/relationships/image" Target="../media/image93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84.emf"/><Relationship Id="rId24" Type="http://schemas.openxmlformats.org/officeDocument/2006/relationships/oleObject" Target="../embeddings/oleObject80.bin"/><Relationship Id="rId5" Type="http://schemas.openxmlformats.org/officeDocument/2006/relationships/image" Target="../media/image81.wmf"/><Relationship Id="rId15" Type="http://schemas.openxmlformats.org/officeDocument/2006/relationships/image" Target="../media/image86.wmf"/><Relationship Id="rId23" Type="http://schemas.openxmlformats.org/officeDocument/2006/relationships/image" Target="../media/image90.emf"/><Relationship Id="rId28" Type="http://schemas.openxmlformats.org/officeDocument/2006/relationships/oleObject" Target="../embeddings/oleObject82.bin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88.wmf"/><Relationship Id="rId31" Type="http://schemas.openxmlformats.org/officeDocument/2006/relationships/image" Target="../media/image94.e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75.bin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92.wmf"/><Relationship Id="rId30" Type="http://schemas.openxmlformats.org/officeDocument/2006/relationships/oleObject" Target="../embeddings/oleObject83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9.bin"/><Relationship Id="rId18" Type="http://schemas.openxmlformats.org/officeDocument/2006/relationships/image" Target="../media/image103.emf"/><Relationship Id="rId26" Type="http://schemas.openxmlformats.org/officeDocument/2006/relationships/image" Target="../media/image107.emf"/><Relationship Id="rId21" Type="http://schemas.openxmlformats.org/officeDocument/2006/relationships/oleObject" Target="../embeddings/oleObject93.bin"/><Relationship Id="rId34" Type="http://schemas.openxmlformats.org/officeDocument/2006/relationships/image" Target="../media/image111.emf"/><Relationship Id="rId7" Type="http://schemas.openxmlformats.org/officeDocument/2006/relationships/image" Target="../media/image97.emf"/><Relationship Id="rId12" Type="http://schemas.openxmlformats.org/officeDocument/2006/relationships/image" Target="../media/image100.emf"/><Relationship Id="rId17" Type="http://schemas.openxmlformats.org/officeDocument/2006/relationships/oleObject" Target="../embeddings/oleObject91.bin"/><Relationship Id="rId25" Type="http://schemas.openxmlformats.org/officeDocument/2006/relationships/oleObject" Target="../embeddings/oleObject95.bin"/><Relationship Id="rId33" Type="http://schemas.openxmlformats.org/officeDocument/2006/relationships/oleObject" Target="../embeddings/oleObject99.bin"/><Relationship Id="rId38" Type="http://schemas.openxmlformats.org/officeDocument/2006/relationships/image" Target="../media/image113.emf"/><Relationship Id="rId2" Type="http://schemas.openxmlformats.org/officeDocument/2006/relationships/oleObject" Target="../embeddings/oleObject84.bin"/><Relationship Id="rId16" Type="http://schemas.openxmlformats.org/officeDocument/2006/relationships/image" Target="../media/image102.emf"/><Relationship Id="rId20" Type="http://schemas.openxmlformats.org/officeDocument/2006/relationships/image" Target="../media/image104.emf"/><Relationship Id="rId29" Type="http://schemas.openxmlformats.org/officeDocument/2006/relationships/oleObject" Target="../embeddings/oleObject9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99.emf"/><Relationship Id="rId24" Type="http://schemas.openxmlformats.org/officeDocument/2006/relationships/image" Target="../media/image106.emf"/><Relationship Id="rId32" Type="http://schemas.openxmlformats.org/officeDocument/2006/relationships/image" Target="../media/image110.emf"/><Relationship Id="rId37" Type="http://schemas.openxmlformats.org/officeDocument/2006/relationships/oleObject" Target="../embeddings/oleObject101.bin"/><Relationship Id="rId5" Type="http://schemas.openxmlformats.org/officeDocument/2006/relationships/image" Target="../media/image96.emf"/><Relationship Id="rId15" Type="http://schemas.openxmlformats.org/officeDocument/2006/relationships/oleObject" Target="../embeddings/oleObject90.bin"/><Relationship Id="rId23" Type="http://schemas.openxmlformats.org/officeDocument/2006/relationships/oleObject" Target="../embeddings/oleObject94.bin"/><Relationship Id="rId28" Type="http://schemas.openxmlformats.org/officeDocument/2006/relationships/image" Target="../media/image108.emf"/><Relationship Id="rId36" Type="http://schemas.openxmlformats.org/officeDocument/2006/relationships/image" Target="../media/image112.emf"/><Relationship Id="rId10" Type="http://schemas.openxmlformats.org/officeDocument/2006/relationships/oleObject" Target="../embeddings/oleObject88.bin"/><Relationship Id="rId19" Type="http://schemas.openxmlformats.org/officeDocument/2006/relationships/oleObject" Target="../embeddings/oleObject92.bin"/><Relationship Id="rId31" Type="http://schemas.openxmlformats.org/officeDocument/2006/relationships/oleObject" Target="../embeddings/oleObject9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8.emf"/><Relationship Id="rId14" Type="http://schemas.openxmlformats.org/officeDocument/2006/relationships/image" Target="../media/image101.emf"/><Relationship Id="rId22" Type="http://schemas.openxmlformats.org/officeDocument/2006/relationships/image" Target="../media/image105.emf"/><Relationship Id="rId27" Type="http://schemas.openxmlformats.org/officeDocument/2006/relationships/oleObject" Target="../embeddings/oleObject96.bin"/><Relationship Id="rId30" Type="http://schemas.openxmlformats.org/officeDocument/2006/relationships/image" Target="../media/image109.emf"/><Relationship Id="rId35" Type="http://schemas.openxmlformats.org/officeDocument/2006/relationships/oleObject" Target="../embeddings/oleObject100.bin"/><Relationship Id="rId8" Type="http://schemas.openxmlformats.org/officeDocument/2006/relationships/oleObject" Target="../embeddings/oleObject87.bin"/><Relationship Id="rId3" Type="http://schemas.openxmlformats.org/officeDocument/2006/relationships/image" Target="../media/image95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22.emf"/><Relationship Id="rId26" Type="http://schemas.openxmlformats.org/officeDocument/2006/relationships/oleObject" Target="../embeddings/oleObject113.bin"/><Relationship Id="rId3" Type="http://schemas.openxmlformats.org/officeDocument/2006/relationships/image" Target="../media/image114.emf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19.emf"/><Relationship Id="rId17" Type="http://schemas.openxmlformats.org/officeDocument/2006/relationships/oleObject" Target="../embeddings/oleObject109.bin"/><Relationship Id="rId25" Type="http://schemas.openxmlformats.org/officeDocument/2006/relationships/image" Target="../media/image126.emf"/><Relationship Id="rId33" Type="http://schemas.openxmlformats.org/officeDocument/2006/relationships/image" Target="../media/image130.emf"/><Relationship Id="rId2" Type="http://schemas.openxmlformats.org/officeDocument/2006/relationships/oleObject" Target="../embeddings/oleObject102.bin"/><Relationship Id="rId16" Type="http://schemas.openxmlformats.org/officeDocument/2006/relationships/image" Target="../media/image121.emf"/><Relationship Id="rId20" Type="http://schemas.openxmlformats.org/officeDocument/2006/relationships/image" Target="../media/image123.emf"/><Relationship Id="rId29" Type="http://schemas.openxmlformats.org/officeDocument/2006/relationships/image" Target="../media/image12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emf"/><Relationship Id="rId11" Type="http://schemas.openxmlformats.org/officeDocument/2006/relationships/oleObject" Target="../embeddings/oleObject106.bin"/><Relationship Id="rId24" Type="http://schemas.openxmlformats.org/officeDocument/2006/relationships/oleObject" Target="../embeddings/oleObject112.bin"/><Relationship Id="rId32" Type="http://schemas.openxmlformats.org/officeDocument/2006/relationships/oleObject" Target="../embeddings/oleObject116.bin"/><Relationship Id="rId5" Type="http://schemas.openxmlformats.org/officeDocument/2006/relationships/image" Target="../media/image115.emf"/><Relationship Id="rId15" Type="http://schemas.openxmlformats.org/officeDocument/2006/relationships/oleObject" Target="../embeddings/oleObject108.bin"/><Relationship Id="rId23" Type="http://schemas.openxmlformats.org/officeDocument/2006/relationships/image" Target="../media/image125.emf"/><Relationship Id="rId28" Type="http://schemas.openxmlformats.org/officeDocument/2006/relationships/oleObject" Target="../embeddings/oleObject114.bin"/><Relationship Id="rId10" Type="http://schemas.openxmlformats.org/officeDocument/2006/relationships/image" Target="../media/image118.emf"/><Relationship Id="rId19" Type="http://schemas.openxmlformats.org/officeDocument/2006/relationships/oleObject" Target="../embeddings/oleObject110.bin"/><Relationship Id="rId31" Type="http://schemas.openxmlformats.org/officeDocument/2006/relationships/image" Target="../media/image129.emf"/><Relationship Id="rId4" Type="http://schemas.openxmlformats.org/officeDocument/2006/relationships/oleObject" Target="../embeddings/oleObject103.bin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20.wmf"/><Relationship Id="rId22" Type="http://schemas.openxmlformats.org/officeDocument/2006/relationships/image" Target="../media/image124.wmf"/><Relationship Id="rId27" Type="http://schemas.openxmlformats.org/officeDocument/2006/relationships/image" Target="../media/image127.emf"/><Relationship Id="rId30" Type="http://schemas.openxmlformats.org/officeDocument/2006/relationships/oleObject" Target="../embeddings/oleObject115.bin"/><Relationship Id="rId8" Type="http://schemas.openxmlformats.org/officeDocument/2006/relationships/image" Target="../media/image11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oleObject" Target="../embeddings/oleObject122.bin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3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e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5" Type="http://schemas.openxmlformats.org/officeDocument/2006/relationships/image" Target="../media/image138.jpeg"/><Relationship Id="rId10" Type="http://schemas.openxmlformats.org/officeDocument/2006/relationships/image" Target="../media/image135.emf"/><Relationship Id="rId4" Type="http://schemas.openxmlformats.org/officeDocument/2006/relationships/image" Target="../media/image132.e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3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image" Target="../media/image144.png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43.wmf"/><Relationship Id="rId17" Type="http://schemas.openxmlformats.org/officeDocument/2006/relationships/image" Target="../media/image146.wmf"/><Relationship Id="rId2" Type="http://schemas.openxmlformats.org/officeDocument/2006/relationships/notesSlide" Target="../notesSlides/notesSlide5.xml"/><Relationship Id="rId16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image" Target="../media/image145.wmf"/><Relationship Id="rId10" Type="http://schemas.openxmlformats.org/officeDocument/2006/relationships/image" Target="../media/image142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26.bin"/><Relationship Id="rId14" Type="http://schemas.openxmlformats.org/officeDocument/2006/relationships/oleObject" Target="../embeddings/oleObject12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13" Type="http://schemas.openxmlformats.org/officeDocument/2006/relationships/image" Target="../media/image152.jpeg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5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5" Type="http://schemas.openxmlformats.org/officeDocument/2006/relationships/image" Target="../media/image153.wmf"/><Relationship Id="rId10" Type="http://schemas.openxmlformats.org/officeDocument/2006/relationships/image" Target="../media/image150.e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57.wmf"/><Relationship Id="rId3" Type="http://schemas.openxmlformats.org/officeDocument/2006/relationships/tags" Target="../tags/tag4.xml"/><Relationship Id="rId7" Type="http://schemas.openxmlformats.org/officeDocument/2006/relationships/image" Target="../media/image154.w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59.wmf"/><Relationship Id="rId2" Type="http://schemas.openxmlformats.org/officeDocument/2006/relationships/tags" Target="../tags/tag3.xml"/><Relationship Id="rId16" Type="http://schemas.openxmlformats.org/officeDocument/2006/relationships/oleObject" Target="../embeddings/oleObject141.bin"/><Relationship Id="rId1" Type="http://schemas.openxmlformats.org/officeDocument/2006/relationships/tags" Target="../tags/tag2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56.wmf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58.wmf"/><Relationship Id="rId10" Type="http://schemas.openxmlformats.org/officeDocument/2006/relationships/oleObject" Target="../embeddings/oleObject138.bin"/><Relationship Id="rId4" Type="http://schemas.openxmlformats.org/officeDocument/2006/relationships/tags" Target="../tags/tag5.xml"/><Relationship Id="rId9" Type="http://schemas.openxmlformats.org/officeDocument/2006/relationships/image" Target="../media/image155.emf"/><Relationship Id="rId14" Type="http://schemas.openxmlformats.org/officeDocument/2006/relationships/oleObject" Target="../embeddings/oleObject14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65.emf"/><Relationship Id="rId18" Type="http://schemas.openxmlformats.org/officeDocument/2006/relationships/oleObject" Target="../embeddings/oleObject150.bin"/><Relationship Id="rId26" Type="http://schemas.openxmlformats.org/officeDocument/2006/relationships/image" Target="../media/image172.png"/><Relationship Id="rId3" Type="http://schemas.openxmlformats.org/officeDocument/2006/relationships/image" Target="../media/image160.emf"/><Relationship Id="rId21" Type="http://schemas.openxmlformats.org/officeDocument/2006/relationships/image" Target="../media/image169.emf"/><Relationship Id="rId7" Type="http://schemas.openxmlformats.org/officeDocument/2006/relationships/image" Target="../media/image162.emf"/><Relationship Id="rId12" Type="http://schemas.openxmlformats.org/officeDocument/2006/relationships/oleObject" Target="../embeddings/oleObject147.bin"/><Relationship Id="rId17" Type="http://schemas.openxmlformats.org/officeDocument/2006/relationships/image" Target="../media/image167.emf"/><Relationship Id="rId25" Type="http://schemas.openxmlformats.org/officeDocument/2006/relationships/image" Target="../media/image171.e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49.bin"/><Relationship Id="rId20" Type="http://schemas.openxmlformats.org/officeDocument/2006/relationships/oleObject" Target="../embeddings/oleObject1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4.bin"/><Relationship Id="rId11" Type="http://schemas.openxmlformats.org/officeDocument/2006/relationships/image" Target="../media/image164.emf"/><Relationship Id="rId24" Type="http://schemas.openxmlformats.org/officeDocument/2006/relationships/oleObject" Target="../embeddings/oleObject153.bin"/><Relationship Id="rId5" Type="http://schemas.openxmlformats.org/officeDocument/2006/relationships/image" Target="../media/image161.emf"/><Relationship Id="rId15" Type="http://schemas.openxmlformats.org/officeDocument/2006/relationships/image" Target="../media/image166.emf"/><Relationship Id="rId23" Type="http://schemas.openxmlformats.org/officeDocument/2006/relationships/image" Target="../media/image170.emf"/><Relationship Id="rId10" Type="http://schemas.openxmlformats.org/officeDocument/2006/relationships/oleObject" Target="../embeddings/oleObject146.bin"/><Relationship Id="rId19" Type="http://schemas.openxmlformats.org/officeDocument/2006/relationships/image" Target="../media/image168.emf"/><Relationship Id="rId4" Type="http://schemas.openxmlformats.org/officeDocument/2006/relationships/oleObject" Target="../embeddings/oleObject143.bin"/><Relationship Id="rId9" Type="http://schemas.openxmlformats.org/officeDocument/2006/relationships/image" Target="../media/image163.emf"/><Relationship Id="rId14" Type="http://schemas.openxmlformats.org/officeDocument/2006/relationships/oleObject" Target="../embeddings/oleObject148.bin"/><Relationship Id="rId22" Type="http://schemas.openxmlformats.org/officeDocument/2006/relationships/oleObject" Target="../embeddings/oleObject15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173.w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oleObject" Target="../embeddings/oleObject154.bin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13" Type="http://schemas.openxmlformats.org/officeDocument/2006/relationships/image" Target="../media/image179.wmf"/><Relationship Id="rId18" Type="http://schemas.openxmlformats.org/officeDocument/2006/relationships/oleObject" Target="../embeddings/oleObject161.bin"/><Relationship Id="rId3" Type="http://schemas.openxmlformats.org/officeDocument/2006/relationships/image" Target="../media/image174.jpeg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159.bin"/><Relationship Id="rId17" Type="http://schemas.openxmlformats.org/officeDocument/2006/relationships/image" Target="../media/image182.wmf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178.wmf"/><Relationship Id="rId5" Type="http://schemas.openxmlformats.org/officeDocument/2006/relationships/image" Target="../media/image175.wmf"/><Relationship Id="rId15" Type="http://schemas.openxmlformats.org/officeDocument/2006/relationships/image" Target="../media/image180.wmf"/><Relationship Id="rId10" Type="http://schemas.openxmlformats.org/officeDocument/2006/relationships/oleObject" Target="../embeddings/oleObject158.bin"/><Relationship Id="rId19" Type="http://schemas.openxmlformats.org/officeDocument/2006/relationships/image" Target="../media/image183.wmf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177.wmf"/><Relationship Id="rId14" Type="http://schemas.openxmlformats.org/officeDocument/2006/relationships/oleObject" Target="../embeddings/oleObject16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jpeg"/><Relationship Id="rId13" Type="http://schemas.openxmlformats.org/officeDocument/2006/relationships/image" Target="../media/image189.emf"/><Relationship Id="rId18" Type="http://schemas.openxmlformats.org/officeDocument/2006/relationships/oleObject" Target="../embeddings/oleObject168.bin"/><Relationship Id="rId3" Type="http://schemas.openxmlformats.org/officeDocument/2006/relationships/oleObject" Target="../embeddings/oleObject162.bin"/><Relationship Id="rId21" Type="http://schemas.openxmlformats.org/officeDocument/2006/relationships/image" Target="../media/image193.wmf"/><Relationship Id="rId7" Type="http://schemas.openxmlformats.org/officeDocument/2006/relationships/image" Target="../media/image152.jpeg"/><Relationship Id="rId12" Type="http://schemas.openxmlformats.org/officeDocument/2006/relationships/oleObject" Target="../embeddings/oleObject165.bin"/><Relationship Id="rId17" Type="http://schemas.openxmlformats.org/officeDocument/2006/relationships/image" Target="../media/image191.emf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167.bin"/><Relationship Id="rId20" Type="http://schemas.openxmlformats.org/officeDocument/2006/relationships/oleObject" Target="../embeddings/oleObject16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emf"/><Relationship Id="rId11" Type="http://schemas.openxmlformats.org/officeDocument/2006/relationships/image" Target="../media/image188.png"/><Relationship Id="rId5" Type="http://schemas.openxmlformats.org/officeDocument/2006/relationships/oleObject" Target="../embeddings/oleObject163.bin"/><Relationship Id="rId15" Type="http://schemas.openxmlformats.org/officeDocument/2006/relationships/image" Target="../media/image190.emf"/><Relationship Id="rId10" Type="http://schemas.openxmlformats.org/officeDocument/2006/relationships/image" Target="../media/image187.emf"/><Relationship Id="rId19" Type="http://schemas.openxmlformats.org/officeDocument/2006/relationships/image" Target="../media/image192.wmf"/><Relationship Id="rId4" Type="http://schemas.openxmlformats.org/officeDocument/2006/relationships/image" Target="../media/image184.emf"/><Relationship Id="rId9" Type="http://schemas.openxmlformats.org/officeDocument/2006/relationships/oleObject" Target="../embeddings/oleObject164.bin"/><Relationship Id="rId14" Type="http://schemas.openxmlformats.org/officeDocument/2006/relationships/oleObject" Target="../embeddings/oleObject16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13" Type="http://schemas.openxmlformats.org/officeDocument/2006/relationships/oleObject" Target="../embeddings/oleObject175.bin"/><Relationship Id="rId18" Type="http://schemas.openxmlformats.org/officeDocument/2006/relationships/oleObject" Target="../embeddings/oleObject177.bin"/><Relationship Id="rId3" Type="http://schemas.openxmlformats.org/officeDocument/2006/relationships/oleObject" Target="../embeddings/oleObject170.bin"/><Relationship Id="rId21" Type="http://schemas.openxmlformats.org/officeDocument/2006/relationships/image" Target="../media/image202.emf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98.emf"/><Relationship Id="rId17" Type="http://schemas.openxmlformats.org/officeDocument/2006/relationships/image" Target="../media/image200.emf"/><Relationship Id="rId25" Type="http://schemas.openxmlformats.org/officeDocument/2006/relationships/image" Target="../media/image186.jpeg"/><Relationship Id="rId2" Type="http://schemas.openxmlformats.org/officeDocument/2006/relationships/notesSlide" Target="../notesSlides/notesSlide9.xml"/><Relationship Id="rId16" Type="http://schemas.openxmlformats.org/officeDocument/2006/relationships/oleObject" Target="../embeddings/oleObject176.bin"/><Relationship Id="rId20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emf"/><Relationship Id="rId11" Type="http://schemas.openxmlformats.org/officeDocument/2006/relationships/oleObject" Target="../embeddings/oleObject174.bin"/><Relationship Id="rId24" Type="http://schemas.openxmlformats.org/officeDocument/2006/relationships/image" Target="../media/image188.png"/><Relationship Id="rId5" Type="http://schemas.openxmlformats.org/officeDocument/2006/relationships/oleObject" Target="../embeddings/oleObject171.bin"/><Relationship Id="rId15" Type="http://schemas.openxmlformats.org/officeDocument/2006/relationships/image" Target="../media/image138.jpeg"/><Relationship Id="rId23" Type="http://schemas.openxmlformats.org/officeDocument/2006/relationships/image" Target="../media/image203.emf"/><Relationship Id="rId10" Type="http://schemas.openxmlformats.org/officeDocument/2006/relationships/image" Target="../media/image197.emf"/><Relationship Id="rId19" Type="http://schemas.openxmlformats.org/officeDocument/2006/relationships/image" Target="../media/image201.emf"/><Relationship Id="rId4" Type="http://schemas.openxmlformats.org/officeDocument/2006/relationships/image" Target="../media/image194.e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199.emf"/><Relationship Id="rId22" Type="http://schemas.openxmlformats.org/officeDocument/2006/relationships/oleObject" Target="../embeddings/oleObject17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image" Target="../media/image214.emf"/><Relationship Id="rId18" Type="http://schemas.openxmlformats.org/officeDocument/2006/relationships/oleObject" Target="../embeddings/oleObject188.bin"/><Relationship Id="rId3" Type="http://schemas.openxmlformats.org/officeDocument/2006/relationships/image" Target="../media/image209.emf"/><Relationship Id="rId21" Type="http://schemas.openxmlformats.org/officeDocument/2006/relationships/image" Target="../media/image218.emf"/><Relationship Id="rId7" Type="http://schemas.openxmlformats.org/officeDocument/2006/relationships/image" Target="../media/image211.emf"/><Relationship Id="rId12" Type="http://schemas.openxmlformats.org/officeDocument/2006/relationships/oleObject" Target="../embeddings/oleObject185.bin"/><Relationship Id="rId17" Type="http://schemas.openxmlformats.org/officeDocument/2006/relationships/image" Target="../media/image216.emf"/><Relationship Id="rId2" Type="http://schemas.openxmlformats.org/officeDocument/2006/relationships/oleObject" Target="../embeddings/oleObject180.bin"/><Relationship Id="rId16" Type="http://schemas.openxmlformats.org/officeDocument/2006/relationships/oleObject" Target="../embeddings/oleObject187.bin"/><Relationship Id="rId20" Type="http://schemas.openxmlformats.org/officeDocument/2006/relationships/oleObject" Target="../embeddings/oleObject1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2.bin"/><Relationship Id="rId11" Type="http://schemas.openxmlformats.org/officeDocument/2006/relationships/image" Target="../media/image213.emf"/><Relationship Id="rId5" Type="http://schemas.openxmlformats.org/officeDocument/2006/relationships/image" Target="../media/image210.emf"/><Relationship Id="rId15" Type="http://schemas.openxmlformats.org/officeDocument/2006/relationships/image" Target="../media/image215.emf"/><Relationship Id="rId23" Type="http://schemas.openxmlformats.org/officeDocument/2006/relationships/image" Target="../media/image219.emf"/><Relationship Id="rId10" Type="http://schemas.openxmlformats.org/officeDocument/2006/relationships/oleObject" Target="../embeddings/oleObject184.bin"/><Relationship Id="rId19" Type="http://schemas.openxmlformats.org/officeDocument/2006/relationships/image" Target="../media/image217.e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212.emf"/><Relationship Id="rId14" Type="http://schemas.openxmlformats.org/officeDocument/2006/relationships/oleObject" Target="../embeddings/oleObject186.bin"/><Relationship Id="rId22" Type="http://schemas.openxmlformats.org/officeDocument/2006/relationships/oleObject" Target="../embeddings/oleObject19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3" Type="http://schemas.openxmlformats.org/officeDocument/2006/relationships/image" Target="../media/image220.emf"/><Relationship Id="rId7" Type="http://schemas.openxmlformats.org/officeDocument/2006/relationships/image" Target="../media/image222.emf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3.bin"/><Relationship Id="rId5" Type="http://schemas.openxmlformats.org/officeDocument/2006/relationships/image" Target="../media/image221.emf"/><Relationship Id="rId4" Type="http://schemas.openxmlformats.org/officeDocument/2006/relationships/oleObject" Target="../embeddings/oleObject192.bin"/><Relationship Id="rId9" Type="http://schemas.openxmlformats.org/officeDocument/2006/relationships/image" Target="../media/image223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oleObject" Target="../embeddings/oleObject19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5.wmf"/><Relationship Id="rId4" Type="http://schemas.openxmlformats.org/officeDocument/2006/relationships/oleObject" Target="../embeddings/oleObject196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.emf"/><Relationship Id="rId18" Type="http://schemas.openxmlformats.org/officeDocument/2006/relationships/oleObject" Target="../embeddings/oleObject205.bin"/><Relationship Id="rId26" Type="http://schemas.openxmlformats.org/officeDocument/2006/relationships/oleObject" Target="../embeddings/oleObject209.bin"/><Relationship Id="rId3" Type="http://schemas.openxmlformats.org/officeDocument/2006/relationships/image" Target="../media/image226.emf"/><Relationship Id="rId21" Type="http://schemas.openxmlformats.org/officeDocument/2006/relationships/image" Target="../media/image235.emf"/><Relationship Id="rId7" Type="http://schemas.openxmlformats.org/officeDocument/2006/relationships/image" Target="../media/image228.e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233.emf"/><Relationship Id="rId25" Type="http://schemas.openxmlformats.org/officeDocument/2006/relationships/image" Target="../media/image237.emf"/><Relationship Id="rId33" Type="http://schemas.openxmlformats.org/officeDocument/2006/relationships/image" Target="../media/image241.emf"/><Relationship Id="rId2" Type="http://schemas.openxmlformats.org/officeDocument/2006/relationships/oleObject" Target="../embeddings/oleObject197.bin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29" Type="http://schemas.openxmlformats.org/officeDocument/2006/relationships/image" Target="../media/image23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230.emf"/><Relationship Id="rId24" Type="http://schemas.openxmlformats.org/officeDocument/2006/relationships/oleObject" Target="../embeddings/oleObject208.bin"/><Relationship Id="rId32" Type="http://schemas.openxmlformats.org/officeDocument/2006/relationships/oleObject" Target="../embeddings/oleObject212.bin"/><Relationship Id="rId5" Type="http://schemas.openxmlformats.org/officeDocument/2006/relationships/image" Target="../media/image227.emf"/><Relationship Id="rId15" Type="http://schemas.openxmlformats.org/officeDocument/2006/relationships/image" Target="../media/image232.emf"/><Relationship Id="rId23" Type="http://schemas.openxmlformats.org/officeDocument/2006/relationships/image" Target="../media/image236.emf"/><Relationship Id="rId28" Type="http://schemas.openxmlformats.org/officeDocument/2006/relationships/oleObject" Target="../embeddings/oleObject210.bin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234.emf"/><Relationship Id="rId31" Type="http://schemas.openxmlformats.org/officeDocument/2006/relationships/image" Target="../media/image240.e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03.bin"/><Relationship Id="rId22" Type="http://schemas.openxmlformats.org/officeDocument/2006/relationships/oleObject" Target="../embeddings/oleObject207.bin"/><Relationship Id="rId27" Type="http://schemas.openxmlformats.org/officeDocument/2006/relationships/image" Target="../media/image238.emf"/><Relationship Id="rId30" Type="http://schemas.openxmlformats.org/officeDocument/2006/relationships/oleObject" Target="../embeddings/oleObject211.bin"/><Relationship Id="rId8" Type="http://schemas.openxmlformats.org/officeDocument/2006/relationships/oleObject" Target="../embeddings/oleObject200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7.emf"/><Relationship Id="rId18" Type="http://schemas.openxmlformats.org/officeDocument/2006/relationships/oleObject" Target="../embeddings/oleObject221.bin"/><Relationship Id="rId26" Type="http://schemas.openxmlformats.org/officeDocument/2006/relationships/oleObject" Target="../embeddings/oleObject225.bin"/><Relationship Id="rId3" Type="http://schemas.openxmlformats.org/officeDocument/2006/relationships/image" Target="../media/image242.emf"/><Relationship Id="rId21" Type="http://schemas.openxmlformats.org/officeDocument/2006/relationships/image" Target="../media/image251.emf"/><Relationship Id="rId7" Type="http://schemas.openxmlformats.org/officeDocument/2006/relationships/image" Target="../media/image244.e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249.emf"/><Relationship Id="rId25" Type="http://schemas.openxmlformats.org/officeDocument/2006/relationships/image" Target="../media/image253.emf"/><Relationship Id="rId33" Type="http://schemas.openxmlformats.org/officeDocument/2006/relationships/image" Target="../media/image257.emf"/><Relationship Id="rId2" Type="http://schemas.openxmlformats.org/officeDocument/2006/relationships/oleObject" Target="../embeddings/oleObject213.bin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29" Type="http://schemas.openxmlformats.org/officeDocument/2006/relationships/image" Target="../media/image25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46.emf"/><Relationship Id="rId24" Type="http://schemas.openxmlformats.org/officeDocument/2006/relationships/oleObject" Target="../embeddings/oleObject224.bin"/><Relationship Id="rId32" Type="http://schemas.openxmlformats.org/officeDocument/2006/relationships/oleObject" Target="../embeddings/oleObject228.bin"/><Relationship Id="rId5" Type="http://schemas.openxmlformats.org/officeDocument/2006/relationships/image" Target="../media/image243.emf"/><Relationship Id="rId15" Type="http://schemas.openxmlformats.org/officeDocument/2006/relationships/image" Target="../media/image248.emf"/><Relationship Id="rId23" Type="http://schemas.openxmlformats.org/officeDocument/2006/relationships/image" Target="../media/image252.emf"/><Relationship Id="rId28" Type="http://schemas.openxmlformats.org/officeDocument/2006/relationships/oleObject" Target="../embeddings/oleObject226.bin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250.emf"/><Relationship Id="rId31" Type="http://schemas.openxmlformats.org/officeDocument/2006/relationships/image" Target="../media/image256.e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45.e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3.bin"/><Relationship Id="rId27" Type="http://schemas.openxmlformats.org/officeDocument/2006/relationships/image" Target="../media/image254.emf"/><Relationship Id="rId30" Type="http://schemas.openxmlformats.org/officeDocument/2006/relationships/oleObject" Target="../embeddings/oleObject227.bin"/><Relationship Id="rId8" Type="http://schemas.openxmlformats.org/officeDocument/2006/relationships/oleObject" Target="../embeddings/oleObject21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13" Type="http://schemas.openxmlformats.org/officeDocument/2006/relationships/image" Target="../media/image263.emf"/><Relationship Id="rId18" Type="http://schemas.openxmlformats.org/officeDocument/2006/relationships/oleObject" Target="../embeddings/oleObject237.bin"/><Relationship Id="rId3" Type="http://schemas.openxmlformats.org/officeDocument/2006/relationships/image" Target="../media/image258.emf"/><Relationship Id="rId21" Type="http://schemas.openxmlformats.org/officeDocument/2006/relationships/image" Target="../media/image267.emf"/><Relationship Id="rId7" Type="http://schemas.openxmlformats.org/officeDocument/2006/relationships/image" Target="../media/image260.emf"/><Relationship Id="rId12" Type="http://schemas.openxmlformats.org/officeDocument/2006/relationships/oleObject" Target="../embeddings/oleObject234.bin"/><Relationship Id="rId17" Type="http://schemas.openxmlformats.org/officeDocument/2006/relationships/image" Target="../media/image265.emf"/><Relationship Id="rId2" Type="http://schemas.openxmlformats.org/officeDocument/2006/relationships/oleObject" Target="../embeddings/oleObject229.bin"/><Relationship Id="rId16" Type="http://schemas.openxmlformats.org/officeDocument/2006/relationships/oleObject" Target="../embeddings/oleObject236.bin"/><Relationship Id="rId20" Type="http://schemas.openxmlformats.org/officeDocument/2006/relationships/oleObject" Target="../embeddings/oleObject2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62.emf"/><Relationship Id="rId5" Type="http://schemas.openxmlformats.org/officeDocument/2006/relationships/image" Target="../media/image259.emf"/><Relationship Id="rId15" Type="http://schemas.openxmlformats.org/officeDocument/2006/relationships/image" Target="../media/image264.emf"/><Relationship Id="rId10" Type="http://schemas.openxmlformats.org/officeDocument/2006/relationships/oleObject" Target="../embeddings/oleObject233.bin"/><Relationship Id="rId19" Type="http://schemas.openxmlformats.org/officeDocument/2006/relationships/image" Target="../media/image266.emf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61.emf"/><Relationship Id="rId14" Type="http://schemas.openxmlformats.org/officeDocument/2006/relationships/oleObject" Target="../embeddings/oleObject235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2.bin"/><Relationship Id="rId13" Type="http://schemas.openxmlformats.org/officeDocument/2006/relationships/image" Target="../media/image273.emf"/><Relationship Id="rId18" Type="http://schemas.openxmlformats.org/officeDocument/2006/relationships/oleObject" Target="../embeddings/oleObject247.bin"/><Relationship Id="rId26" Type="http://schemas.openxmlformats.org/officeDocument/2006/relationships/oleObject" Target="../embeddings/oleObject251.bin"/><Relationship Id="rId3" Type="http://schemas.openxmlformats.org/officeDocument/2006/relationships/image" Target="../media/image268.emf"/><Relationship Id="rId21" Type="http://schemas.openxmlformats.org/officeDocument/2006/relationships/image" Target="../media/image277.emf"/><Relationship Id="rId7" Type="http://schemas.openxmlformats.org/officeDocument/2006/relationships/image" Target="../media/image270.emf"/><Relationship Id="rId12" Type="http://schemas.openxmlformats.org/officeDocument/2006/relationships/oleObject" Target="../embeddings/oleObject244.bin"/><Relationship Id="rId17" Type="http://schemas.openxmlformats.org/officeDocument/2006/relationships/image" Target="../media/image275.emf"/><Relationship Id="rId25" Type="http://schemas.openxmlformats.org/officeDocument/2006/relationships/image" Target="../media/image279.emf"/><Relationship Id="rId2" Type="http://schemas.openxmlformats.org/officeDocument/2006/relationships/oleObject" Target="../embeddings/oleObject239.bin"/><Relationship Id="rId16" Type="http://schemas.openxmlformats.org/officeDocument/2006/relationships/oleObject" Target="../embeddings/oleObject246.bin"/><Relationship Id="rId20" Type="http://schemas.openxmlformats.org/officeDocument/2006/relationships/oleObject" Target="../embeddings/oleObject2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1.bin"/><Relationship Id="rId11" Type="http://schemas.openxmlformats.org/officeDocument/2006/relationships/image" Target="../media/image272.emf"/><Relationship Id="rId24" Type="http://schemas.openxmlformats.org/officeDocument/2006/relationships/oleObject" Target="../embeddings/oleObject250.bin"/><Relationship Id="rId5" Type="http://schemas.openxmlformats.org/officeDocument/2006/relationships/image" Target="../media/image269.emf"/><Relationship Id="rId15" Type="http://schemas.openxmlformats.org/officeDocument/2006/relationships/image" Target="../media/image274.emf"/><Relationship Id="rId23" Type="http://schemas.openxmlformats.org/officeDocument/2006/relationships/image" Target="../media/image278.emf"/><Relationship Id="rId10" Type="http://schemas.openxmlformats.org/officeDocument/2006/relationships/oleObject" Target="../embeddings/oleObject243.bin"/><Relationship Id="rId19" Type="http://schemas.openxmlformats.org/officeDocument/2006/relationships/image" Target="../media/image276.emf"/><Relationship Id="rId4" Type="http://schemas.openxmlformats.org/officeDocument/2006/relationships/oleObject" Target="../embeddings/oleObject240.bin"/><Relationship Id="rId9" Type="http://schemas.openxmlformats.org/officeDocument/2006/relationships/image" Target="../media/image271.emf"/><Relationship Id="rId14" Type="http://schemas.openxmlformats.org/officeDocument/2006/relationships/oleObject" Target="../embeddings/oleObject245.bin"/><Relationship Id="rId22" Type="http://schemas.openxmlformats.org/officeDocument/2006/relationships/oleObject" Target="../embeddings/oleObject249.bin"/><Relationship Id="rId27" Type="http://schemas.openxmlformats.org/officeDocument/2006/relationships/image" Target="../media/image28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e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emf"/><Relationship Id="rId5" Type="http://schemas.openxmlformats.org/officeDocument/2006/relationships/oleObject" Target="../embeddings/oleObject253.bin"/><Relationship Id="rId10" Type="http://schemas.openxmlformats.org/officeDocument/2006/relationships/image" Target="../media/image284.emf"/><Relationship Id="rId4" Type="http://schemas.openxmlformats.org/officeDocument/2006/relationships/image" Target="../media/image281.emf"/><Relationship Id="rId9" Type="http://schemas.openxmlformats.org/officeDocument/2006/relationships/oleObject" Target="../embeddings/oleObject255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emf"/><Relationship Id="rId13" Type="http://schemas.openxmlformats.org/officeDocument/2006/relationships/oleObject" Target="../embeddings/oleObject261.bin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8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6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0" Type="http://schemas.openxmlformats.org/officeDocument/2006/relationships/image" Target="../media/image288.emf"/><Relationship Id="rId4" Type="http://schemas.openxmlformats.org/officeDocument/2006/relationships/image" Target="../media/image285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90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13" Type="http://schemas.openxmlformats.org/officeDocument/2006/relationships/oleObject" Target="../embeddings/oleObject256.bin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295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266.bin"/><Relationship Id="rId5" Type="http://schemas.openxmlformats.org/officeDocument/2006/relationships/oleObject" Target="../embeddings/oleObject263.bin"/><Relationship Id="rId10" Type="http://schemas.openxmlformats.org/officeDocument/2006/relationships/image" Target="../media/image294.wmf"/><Relationship Id="rId4" Type="http://schemas.openxmlformats.org/officeDocument/2006/relationships/image" Target="../media/image291.wmf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28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wmf"/><Relationship Id="rId13" Type="http://schemas.openxmlformats.org/officeDocument/2006/relationships/image" Target="../media/image301.wmf"/><Relationship Id="rId18" Type="http://schemas.openxmlformats.org/officeDocument/2006/relationships/oleObject" Target="../embeddings/oleObject273.bin"/><Relationship Id="rId3" Type="http://schemas.openxmlformats.org/officeDocument/2006/relationships/oleObject" Target="../embeddings/oleObject267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300.wmf"/><Relationship Id="rId17" Type="http://schemas.openxmlformats.org/officeDocument/2006/relationships/image" Target="../media/image304.wmf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272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7.wmf"/><Relationship Id="rId11" Type="http://schemas.openxmlformats.org/officeDocument/2006/relationships/oleObject" Target="../embeddings/oleObject271.bin"/><Relationship Id="rId5" Type="http://schemas.openxmlformats.org/officeDocument/2006/relationships/oleObject" Target="../embeddings/oleObject268.bin"/><Relationship Id="rId15" Type="http://schemas.openxmlformats.org/officeDocument/2006/relationships/image" Target="../media/image303.wmf"/><Relationship Id="rId10" Type="http://schemas.openxmlformats.org/officeDocument/2006/relationships/image" Target="../media/image299.wmf"/><Relationship Id="rId19" Type="http://schemas.openxmlformats.org/officeDocument/2006/relationships/image" Target="../media/image305.wmf"/><Relationship Id="rId4" Type="http://schemas.openxmlformats.org/officeDocument/2006/relationships/image" Target="../media/image296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30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5.bin"/><Relationship Id="rId13" Type="http://schemas.openxmlformats.org/officeDocument/2006/relationships/image" Target="../media/image309.emf"/><Relationship Id="rId18" Type="http://schemas.openxmlformats.org/officeDocument/2006/relationships/oleObject" Target="../embeddings/oleObject280.bin"/><Relationship Id="rId26" Type="http://schemas.openxmlformats.org/officeDocument/2006/relationships/oleObject" Target="../embeddings/oleObject141.bin"/><Relationship Id="rId3" Type="http://schemas.openxmlformats.org/officeDocument/2006/relationships/tags" Target="../tags/tag12.xml"/><Relationship Id="rId21" Type="http://schemas.openxmlformats.org/officeDocument/2006/relationships/image" Target="../media/image156.wmf"/><Relationship Id="rId7" Type="http://schemas.openxmlformats.org/officeDocument/2006/relationships/image" Target="../media/image306.emf"/><Relationship Id="rId12" Type="http://schemas.openxmlformats.org/officeDocument/2006/relationships/oleObject" Target="../embeddings/oleObject277.bin"/><Relationship Id="rId17" Type="http://schemas.openxmlformats.org/officeDocument/2006/relationships/image" Target="../media/image311.emf"/><Relationship Id="rId25" Type="http://schemas.openxmlformats.org/officeDocument/2006/relationships/image" Target="../media/image158.wmf"/><Relationship Id="rId2" Type="http://schemas.openxmlformats.org/officeDocument/2006/relationships/tags" Target="../tags/tag11.xml"/><Relationship Id="rId16" Type="http://schemas.openxmlformats.org/officeDocument/2006/relationships/oleObject" Target="../embeddings/oleObject279.bin"/><Relationship Id="rId20" Type="http://schemas.openxmlformats.org/officeDocument/2006/relationships/oleObject" Target="../embeddings/oleObject138.bin"/><Relationship Id="rId1" Type="http://schemas.openxmlformats.org/officeDocument/2006/relationships/tags" Target="../tags/tag10.xml"/><Relationship Id="rId6" Type="http://schemas.openxmlformats.org/officeDocument/2006/relationships/oleObject" Target="../embeddings/oleObject274.bin"/><Relationship Id="rId11" Type="http://schemas.openxmlformats.org/officeDocument/2006/relationships/image" Target="../media/image308.emf"/><Relationship Id="rId24" Type="http://schemas.openxmlformats.org/officeDocument/2006/relationships/oleObject" Target="../embeddings/oleObject140.bin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310.emf"/><Relationship Id="rId23" Type="http://schemas.openxmlformats.org/officeDocument/2006/relationships/image" Target="../media/image157.wmf"/><Relationship Id="rId10" Type="http://schemas.openxmlformats.org/officeDocument/2006/relationships/oleObject" Target="../embeddings/oleObject276.bin"/><Relationship Id="rId19" Type="http://schemas.openxmlformats.org/officeDocument/2006/relationships/image" Target="../media/image312.emf"/><Relationship Id="rId4" Type="http://schemas.openxmlformats.org/officeDocument/2006/relationships/tags" Target="../tags/tag13.xml"/><Relationship Id="rId9" Type="http://schemas.openxmlformats.org/officeDocument/2006/relationships/image" Target="../media/image307.emf"/><Relationship Id="rId14" Type="http://schemas.openxmlformats.org/officeDocument/2006/relationships/oleObject" Target="../embeddings/oleObject278.bin"/><Relationship Id="rId22" Type="http://schemas.openxmlformats.org/officeDocument/2006/relationships/oleObject" Target="../embeddings/oleObject139.bin"/><Relationship Id="rId27" Type="http://schemas.openxmlformats.org/officeDocument/2006/relationships/image" Target="../media/image159.wmf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0.emf"/><Relationship Id="rId18" Type="http://schemas.openxmlformats.org/officeDocument/2006/relationships/oleObject" Target="../embeddings/oleObject282.bin"/><Relationship Id="rId26" Type="http://schemas.openxmlformats.org/officeDocument/2006/relationships/oleObject" Target="../embeddings/oleObject286.bin"/><Relationship Id="rId39" Type="http://schemas.openxmlformats.org/officeDocument/2006/relationships/image" Target="../media/image324.emf"/><Relationship Id="rId21" Type="http://schemas.openxmlformats.org/officeDocument/2006/relationships/image" Target="../media/image315.emf"/><Relationship Id="rId34" Type="http://schemas.openxmlformats.org/officeDocument/2006/relationships/oleObject" Target="../embeddings/oleObject290.bin"/><Relationship Id="rId42" Type="http://schemas.openxmlformats.org/officeDocument/2006/relationships/oleObject" Target="../embeddings/oleObject294.bin"/><Relationship Id="rId7" Type="http://schemas.openxmlformats.org/officeDocument/2006/relationships/image" Target="../media/image307.emf"/><Relationship Id="rId2" Type="http://schemas.openxmlformats.org/officeDocument/2006/relationships/oleObject" Target="../embeddings/oleObject281.bin"/><Relationship Id="rId16" Type="http://schemas.openxmlformats.org/officeDocument/2006/relationships/oleObject" Target="../embeddings/oleObject280.bin"/><Relationship Id="rId29" Type="http://schemas.openxmlformats.org/officeDocument/2006/relationships/image" Target="../media/image319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309.emf"/><Relationship Id="rId24" Type="http://schemas.openxmlformats.org/officeDocument/2006/relationships/oleObject" Target="../embeddings/oleObject285.bin"/><Relationship Id="rId32" Type="http://schemas.openxmlformats.org/officeDocument/2006/relationships/oleObject" Target="../embeddings/oleObject289.bin"/><Relationship Id="rId37" Type="http://schemas.openxmlformats.org/officeDocument/2006/relationships/image" Target="../media/image323.emf"/><Relationship Id="rId40" Type="http://schemas.openxmlformats.org/officeDocument/2006/relationships/oleObject" Target="../embeddings/oleObject293.bin"/><Relationship Id="rId45" Type="http://schemas.openxmlformats.org/officeDocument/2006/relationships/image" Target="../media/image327.emf"/><Relationship Id="rId5" Type="http://schemas.openxmlformats.org/officeDocument/2006/relationships/image" Target="../media/image306.emf"/><Relationship Id="rId15" Type="http://schemas.openxmlformats.org/officeDocument/2006/relationships/image" Target="../media/image311.emf"/><Relationship Id="rId23" Type="http://schemas.openxmlformats.org/officeDocument/2006/relationships/image" Target="../media/image316.emf"/><Relationship Id="rId28" Type="http://schemas.openxmlformats.org/officeDocument/2006/relationships/oleObject" Target="../embeddings/oleObject287.bin"/><Relationship Id="rId36" Type="http://schemas.openxmlformats.org/officeDocument/2006/relationships/oleObject" Target="../embeddings/oleObject291.bin"/><Relationship Id="rId10" Type="http://schemas.openxmlformats.org/officeDocument/2006/relationships/oleObject" Target="../embeddings/oleObject277.bin"/><Relationship Id="rId19" Type="http://schemas.openxmlformats.org/officeDocument/2006/relationships/image" Target="../media/image314.emf"/><Relationship Id="rId31" Type="http://schemas.openxmlformats.org/officeDocument/2006/relationships/image" Target="../media/image320.emf"/><Relationship Id="rId44" Type="http://schemas.openxmlformats.org/officeDocument/2006/relationships/oleObject" Target="../embeddings/oleObject295.bin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308.emf"/><Relationship Id="rId14" Type="http://schemas.openxmlformats.org/officeDocument/2006/relationships/oleObject" Target="../embeddings/oleObject279.bin"/><Relationship Id="rId22" Type="http://schemas.openxmlformats.org/officeDocument/2006/relationships/oleObject" Target="../embeddings/oleObject284.bin"/><Relationship Id="rId27" Type="http://schemas.openxmlformats.org/officeDocument/2006/relationships/image" Target="../media/image318.emf"/><Relationship Id="rId30" Type="http://schemas.openxmlformats.org/officeDocument/2006/relationships/oleObject" Target="../embeddings/oleObject288.bin"/><Relationship Id="rId35" Type="http://schemas.openxmlformats.org/officeDocument/2006/relationships/image" Target="../media/image322.emf"/><Relationship Id="rId43" Type="http://schemas.openxmlformats.org/officeDocument/2006/relationships/image" Target="../media/image326.emf"/><Relationship Id="rId8" Type="http://schemas.openxmlformats.org/officeDocument/2006/relationships/oleObject" Target="../embeddings/oleObject276.bin"/><Relationship Id="rId3" Type="http://schemas.openxmlformats.org/officeDocument/2006/relationships/image" Target="../media/image313.emf"/><Relationship Id="rId12" Type="http://schemas.openxmlformats.org/officeDocument/2006/relationships/oleObject" Target="../embeddings/oleObject278.bin"/><Relationship Id="rId17" Type="http://schemas.openxmlformats.org/officeDocument/2006/relationships/image" Target="../media/image312.emf"/><Relationship Id="rId25" Type="http://schemas.openxmlformats.org/officeDocument/2006/relationships/image" Target="../media/image317.emf"/><Relationship Id="rId33" Type="http://schemas.openxmlformats.org/officeDocument/2006/relationships/image" Target="../media/image321.emf"/><Relationship Id="rId38" Type="http://schemas.openxmlformats.org/officeDocument/2006/relationships/oleObject" Target="../embeddings/oleObject292.bin"/><Relationship Id="rId20" Type="http://schemas.openxmlformats.org/officeDocument/2006/relationships/oleObject" Target="../embeddings/oleObject283.bin"/><Relationship Id="rId41" Type="http://schemas.openxmlformats.org/officeDocument/2006/relationships/image" Target="../media/image32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wmf"/><Relationship Id="rId2" Type="http://schemas.openxmlformats.org/officeDocument/2006/relationships/oleObject" Target="../embeddings/oleObject29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9.wmf"/><Relationship Id="rId4" Type="http://schemas.openxmlformats.org/officeDocument/2006/relationships/oleObject" Target="../embeddings/oleObject29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9.bin"/><Relationship Id="rId13" Type="http://schemas.openxmlformats.org/officeDocument/2006/relationships/image" Target="../media/image158.wmf"/><Relationship Id="rId3" Type="http://schemas.openxmlformats.org/officeDocument/2006/relationships/tags" Target="../tags/tag16.xml"/><Relationship Id="rId7" Type="http://schemas.openxmlformats.org/officeDocument/2006/relationships/image" Target="../media/image330.wmf"/><Relationship Id="rId12" Type="http://schemas.openxmlformats.org/officeDocument/2006/relationships/oleObject" Target="../embeddings/oleObject140.bin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oleObject" Target="../embeddings/oleObject298.bin"/><Relationship Id="rId11" Type="http://schemas.openxmlformats.org/officeDocument/2006/relationships/image" Target="../media/image157.wmf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59.wmf"/><Relationship Id="rId10" Type="http://schemas.openxmlformats.org/officeDocument/2006/relationships/oleObject" Target="../embeddings/oleObject139.bin"/><Relationship Id="rId4" Type="http://schemas.openxmlformats.org/officeDocument/2006/relationships/tags" Target="../tags/tag17.xml"/><Relationship Id="rId9" Type="http://schemas.openxmlformats.org/officeDocument/2006/relationships/image" Target="../media/image331.wmf"/><Relationship Id="rId14" Type="http://schemas.openxmlformats.org/officeDocument/2006/relationships/oleObject" Target="../embeddings/oleObject141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1.bin"/><Relationship Id="rId13" Type="http://schemas.openxmlformats.org/officeDocument/2006/relationships/image" Target="../media/image158.wmf"/><Relationship Id="rId3" Type="http://schemas.openxmlformats.org/officeDocument/2006/relationships/tags" Target="../tags/tag20.xml"/><Relationship Id="rId7" Type="http://schemas.openxmlformats.org/officeDocument/2006/relationships/image" Target="../media/image332.wmf"/><Relationship Id="rId12" Type="http://schemas.openxmlformats.org/officeDocument/2006/relationships/oleObject" Target="../embeddings/oleObject140.bin"/><Relationship Id="rId17" Type="http://schemas.openxmlformats.org/officeDocument/2006/relationships/image" Target="../media/image335.wmf"/><Relationship Id="rId2" Type="http://schemas.openxmlformats.org/officeDocument/2006/relationships/tags" Target="../tags/tag19.xml"/><Relationship Id="rId16" Type="http://schemas.openxmlformats.org/officeDocument/2006/relationships/oleObject" Target="../embeddings/oleObject303.bin"/><Relationship Id="rId1" Type="http://schemas.openxmlformats.org/officeDocument/2006/relationships/tags" Target="../tags/tag18.xml"/><Relationship Id="rId6" Type="http://schemas.openxmlformats.org/officeDocument/2006/relationships/oleObject" Target="../embeddings/oleObject300.bin"/><Relationship Id="rId11" Type="http://schemas.openxmlformats.org/officeDocument/2006/relationships/image" Target="../media/image334.wmf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59.wmf"/><Relationship Id="rId10" Type="http://schemas.openxmlformats.org/officeDocument/2006/relationships/oleObject" Target="../embeddings/oleObject302.bin"/><Relationship Id="rId4" Type="http://schemas.openxmlformats.org/officeDocument/2006/relationships/tags" Target="../tags/tag21.xml"/><Relationship Id="rId9" Type="http://schemas.openxmlformats.org/officeDocument/2006/relationships/image" Target="../media/image333.wmf"/><Relationship Id="rId14" Type="http://schemas.openxmlformats.org/officeDocument/2006/relationships/oleObject" Target="../embeddings/oleObject141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6.bin"/><Relationship Id="rId3" Type="http://schemas.openxmlformats.org/officeDocument/2006/relationships/image" Target="../media/image205.png"/><Relationship Id="rId7" Type="http://schemas.openxmlformats.org/officeDocument/2006/relationships/image" Target="../media/image337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5.bin"/><Relationship Id="rId5" Type="http://schemas.openxmlformats.org/officeDocument/2006/relationships/image" Target="../media/image336.wmf"/><Relationship Id="rId4" Type="http://schemas.openxmlformats.org/officeDocument/2006/relationships/oleObject" Target="../embeddings/oleObject304.bin"/><Relationship Id="rId9" Type="http://schemas.openxmlformats.org/officeDocument/2006/relationships/image" Target="../media/image338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61D2BFF3-4211-4A18-9D83-C5FC38D53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49" y="1059582"/>
            <a:ext cx="1008062" cy="584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>
                <a:solidFill>
                  <a:srgbClr val="000000"/>
                </a:solidFill>
              </a:rPr>
              <a:t>集合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28012042-4684-4D56-BB24-0E27CCA87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059582"/>
            <a:ext cx="1008063" cy="584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 dirty="0">
                <a:solidFill>
                  <a:srgbClr val="000000"/>
                </a:solidFill>
              </a:rPr>
              <a:t>函数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3F957C3F-F973-4728-A631-88A8E9F5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161" y="248370"/>
            <a:ext cx="1008063" cy="585787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>
                <a:solidFill>
                  <a:srgbClr val="000000"/>
                </a:solidFill>
              </a:rPr>
              <a:t>连续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E543721B-63B3-48D8-B844-396E04662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161" y="1167532"/>
            <a:ext cx="1008063" cy="584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>
                <a:solidFill>
                  <a:srgbClr val="000000"/>
                </a:solidFill>
              </a:rPr>
              <a:t>偏导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7666AE8E-DAEF-4D3C-9150-207858214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161" y="2193057"/>
            <a:ext cx="1008063" cy="584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 dirty="0">
                <a:solidFill>
                  <a:srgbClr val="000000"/>
                </a:solidFill>
              </a:rPr>
              <a:t>可微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FDB21341-ECB2-47C7-8FF8-2C5A6D115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936" y="1167532"/>
            <a:ext cx="215900" cy="268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</a:endParaRPr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6B471660-2128-49F8-BE92-D1DBB9F3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599" y="1113557"/>
            <a:ext cx="976312" cy="363538"/>
          </a:xfrm>
          <a:prstGeom prst="rightArrow">
            <a:avLst>
              <a:gd name="adj1" fmla="val 50000"/>
              <a:gd name="adj2" fmla="val 50355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708586C7-8612-4235-B3CF-60E39C049FEB}"/>
              </a:ext>
            </a:extLst>
          </p:cNvPr>
          <p:cNvSpPr>
            <a:spLocks/>
          </p:cNvSpPr>
          <p:nvPr/>
        </p:nvSpPr>
        <p:spPr bwMode="auto">
          <a:xfrm>
            <a:off x="5075462" y="465857"/>
            <a:ext cx="144388" cy="3437483"/>
          </a:xfrm>
          <a:prstGeom prst="leftBrace">
            <a:avLst>
              <a:gd name="adj1" fmla="val 15360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</a:endParaRP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E4367AB1-168C-4BB9-95F2-61C92553D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599" y="519832"/>
            <a:ext cx="1008062" cy="584200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>
                <a:solidFill>
                  <a:srgbClr val="000000"/>
                </a:solidFill>
              </a:rPr>
              <a:t>极限</a:t>
            </a:r>
          </a:p>
        </p:txBody>
      </p:sp>
      <p:pic>
        <p:nvPicPr>
          <p:cNvPr id="15371" name="Picture 39">
            <a:extLst>
              <a:ext uri="{FF2B5EF4-FFF2-40B4-BE49-F238E27FC236}">
                <a16:creationId xmlns:a16="http://schemas.microsoft.com/office/drawing/2014/main" id="{3B46ADF9-52D3-4788-8D59-2F8150DA5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3003550"/>
            <a:ext cx="1147762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动作按钮: 帮助 2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B0778EA-6E72-4340-97A2-E3A25D6EA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249" y="1167532"/>
            <a:ext cx="754062" cy="431800"/>
          </a:xfrm>
          <a:prstGeom prst="actionButtonHelp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23" name="动作按钮: 帮助 2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4462C03-8F19-482D-A2CA-0410BD1DB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686" y="2193057"/>
            <a:ext cx="754063" cy="431800"/>
          </a:xfrm>
          <a:prstGeom prst="actionButtonHelp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51CCF109-262F-4C69-845F-F6D843287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3161" y="3039244"/>
            <a:ext cx="1008063" cy="107721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3200" kern="0" dirty="0">
                <a:solidFill>
                  <a:srgbClr val="000000"/>
                </a:solidFill>
              </a:rPr>
              <a:t>方向导数</a:t>
            </a:r>
          </a:p>
        </p:txBody>
      </p:sp>
      <p:sp>
        <p:nvSpPr>
          <p:cNvPr id="24" name="动作按钮: 帮助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39C7CE5-04E8-4ACE-B5A8-569B148A5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686" y="3234457"/>
            <a:ext cx="754063" cy="431800"/>
          </a:xfrm>
          <a:prstGeom prst="actionButtonHelp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1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552685FC-EC11-40CB-A628-A9B3D31CD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11150"/>
            <a:ext cx="72009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思考</a:t>
            </a:r>
            <a:r>
              <a:rPr lang="en-US" altLang="zh-CN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1.</a:t>
            </a:r>
            <a:r>
              <a:rPr lang="zh-CN" altLang="en-US" sz="2800" kern="0" dirty="0">
                <a:solidFill>
                  <a:srgbClr val="000000"/>
                </a:solidFill>
                <a:latin typeface="宋体"/>
                <a:ea typeface="宋体"/>
              </a:rPr>
              <a:t>下列说法中正确的有（  ）</a:t>
            </a:r>
            <a:r>
              <a:rPr lang="en-US" altLang="zh-CN" sz="2800" kern="0" dirty="0">
                <a:solidFill>
                  <a:srgbClr val="000000"/>
                </a:solidFill>
                <a:latin typeface="宋体"/>
                <a:ea typeface="宋体"/>
              </a:rPr>
              <a:t>.</a:t>
            </a:r>
            <a:endParaRPr lang="zh-CN" altLang="en-US" sz="2800" kern="0" dirty="0">
              <a:solidFill>
                <a:srgbClr val="000000"/>
              </a:solidFill>
              <a:latin typeface="宋体"/>
              <a:ea typeface="宋体"/>
            </a:endParaRPr>
          </a:p>
        </p:txBody>
      </p:sp>
      <p:grpSp>
        <p:nvGrpSpPr>
          <p:cNvPr id="17416" name="组合 10">
            <a:extLst>
              <a:ext uri="{FF2B5EF4-FFF2-40B4-BE49-F238E27FC236}">
                <a16:creationId xmlns:a16="http://schemas.microsoft.com/office/drawing/2014/main" id="{30181568-F458-4B79-866E-E83391F74FC3}"/>
              </a:ext>
            </a:extLst>
          </p:cNvPr>
          <p:cNvGrpSpPr>
            <a:grpSpLocks/>
          </p:cNvGrpSpPr>
          <p:nvPr/>
        </p:nvGrpSpPr>
        <p:grpSpPr bwMode="auto">
          <a:xfrm>
            <a:off x="296664" y="890588"/>
            <a:ext cx="8027988" cy="1008062"/>
            <a:chOff x="467544" y="1844824"/>
            <a:chExt cx="8028384" cy="1343870"/>
          </a:xfrm>
        </p:grpSpPr>
        <p:sp>
          <p:nvSpPr>
            <p:cNvPr id="22" name="TextBox 10">
              <a:extLst>
                <a:ext uri="{FF2B5EF4-FFF2-40B4-BE49-F238E27FC236}">
                  <a16:creationId xmlns:a16="http://schemas.microsoft.com/office/drawing/2014/main" id="{68E9EAF5-CD2F-48F7-A071-ABF019F3D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1916779"/>
              <a:ext cx="8028384" cy="1271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>
                  <a:solidFill>
                    <a:srgbClr val="000000"/>
                  </a:solidFill>
                </a:rPr>
                <a:t>（</a:t>
              </a:r>
              <a:r>
                <a:rPr lang="en-US" altLang="zh-CN" sz="2800" kern="0">
                  <a:solidFill>
                    <a:srgbClr val="000000"/>
                  </a:solidFill>
                </a:rPr>
                <a:t>1</a:t>
              </a:r>
              <a:r>
                <a:rPr lang="zh-CN" altLang="en-US" sz="2800" kern="0">
                  <a:solidFill>
                    <a:srgbClr val="000000"/>
                  </a:solidFill>
                </a:rPr>
                <a:t>）若极限                                  存在，则函</a:t>
              </a:r>
              <a:endParaRPr lang="en-US" altLang="zh-CN" sz="2800" kern="0">
                <a:solidFill>
                  <a:srgbClr val="000000"/>
                </a:solidFill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>
                  <a:solidFill>
                    <a:srgbClr val="000000"/>
                  </a:solidFill>
                </a:rPr>
                <a:t>          数              在     可导；      </a:t>
              </a:r>
            </a:p>
          </p:txBody>
        </p:sp>
        <p:graphicFrame>
          <p:nvGraphicFramePr>
            <p:cNvPr id="17437" name="Object 3">
              <a:extLst>
                <a:ext uri="{FF2B5EF4-FFF2-40B4-BE49-F238E27FC236}">
                  <a16:creationId xmlns:a16="http://schemas.microsoft.com/office/drawing/2014/main" id="{DE5B2F16-51C4-42D0-BB2D-C983786C7A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7784" y="1844824"/>
            <a:ext cx="3054350" cy="811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478292" imgH="388643" progId="Equation.3">
                    <p:embed/>
                  </p:oleObj>
                </mc:Choice>
                <mc:Fallback>
                  <p:oleObj name="公式" r:id="rId3" imgW="1478292" imgH="388643" progId="Equation.3">
                    <p:embed/>
                    <p:pic>
                      <p:nvPicPr>
                        <p:cNvPr id="17437" name="Object 3">
                          <a:extLst>
                            <a:ext uri="{FF2B5EF4-FFF2-40B4-BE49-F238E27FC236}">
                              <a16:creationId xmlns:a16="http://schemas.microsoft.com/office/drawing/2014/main" id="{DE5B2F16-51C4-42D0-BB2D-C983786C7A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7784" y="1844824"/>
                          <a:ext cx="3054350" cy="811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8" name="Object 3">
              <a:extLst>
                <a:ext uri="{FF2B5EF4-FFF2-40B4-BE49-F238E27FC236}">
                  <a16:creationId xmlns:a16="http://schemas.microsoft.com/office/drawing/2014/main" id="{1C539A47-95B6-4B95-A8D3-30674960A1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9712" y="2660386"/>
            <a:ext cx="1230312" cy="4191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86582" imgH="198073" progId="Equation.3">
                    <p:embed/>
                  </p:oleObj>
                </mc:Choice>
                <mc:Fallback>
                  <p:oleObj name="公式" r:id="rId5" imgW="586582" imgH="198073" progId="Equation.3">
                    <p:embed/>
                    <p:pic>
                      <p:nvPicPr>
                        <p:cNvPr id="17438" name="Object 3">
                          <a:extLst>
                            <a:ext uri="{FF2B5EF4-FFF2-40B4-BE49-F238E27FC236}">
                              <a16:creationId xmlns:a16="http://schemas.microsoft.com/office/drawing/2014/main" id="{1C539A47-95B6-4B95-A8D3-30674960A1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2660386"/>
                          <a:ext cx="1230312" cy="4191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9" name="Object 3">
              <a:extLst>
                <a:ext uri="{FF2B5EF4-FFF2-40B4-BE49-F238E27FC236}">
                  <a16:creationId xmlns:a16="http://schemas.microsoft.com/office/drawing/2014/main" id="{39157D9E-618D-49C0-A6AF-6DC717FDCD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7904" y="2670432"/>
            <a:ext cx="3397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0079" imgH="220957" progId="Equation.3">
                    <p:embed/>
                  </p:oleObj>
                </mc:Choice>
                <mc:Fallback>
                  <p:oleObj name="公式" r:id="rId7" imgW="160079" imgH="220957" progId="Equation.3">
                    <p:embed/>
                    <p:pic>
                      <p:nvPicPr>
                        <p:cNvPr id="17439" name="Object 3">
                          <a:extLst>
                            <a:ext uri="{FF2B5EF4-FFF2-40B4-BE49-F238E27FC236}">
                              <a16:creationId xmlns:a16="http://schemas.microsoft.com/office/drawing/2014/main" id="{39157D9E-618D-49C0-A6AF-6DC717FDCD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2670432"/>
                          <a:ext cx="3397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17" name="组合 10">
            <a:extLst>
              <a:ext uri="{FF2B5EF4-FFF2-40B4-BE49-F238E27FC236}">
                <a16:creationId xmlns:a16="http://schemas.microsoft.com/office/drawing/2014/main" id="{E6DC901B-4115-45C7-AA2B-1108020C8E6A}"/>
              </a:ext>
            </a:extLst>
          </p:cNvPr>
          <p:cNvGrpSpPr>
            <a:grpSpLocks/>
          </p:cNvGrpSpPr>
          <p:nvPr/>
        </p:nvGrpSpPr>
        <p:grpSpPr bwMode="auto">
          <a:xfrm>
            <a:off x="296664" y="1909763"/>
            <a:ext cx="8027988" cy="1038225"/>
            <a:chOff x="467544" y="1805766"/>
            <a:chExt cx="8028384" cy="1382400"/>
          </a:xfrm>
        </p:grpSpPr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DB20DEC0-3147-46C2-A63A-3F72F8ADA6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1917795"/>
              <a:ext cx="8028384" cy="1270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>
                  <a:solidFill>
                    <a:srgbClr val="000000"/>
                  </a:solidFill>
                </a:rPr>
                <a:t>（</a:t>
              </a:r>
              <a:r>
                <a:rPr lang="en-US" altLang="zh-CN" sz="2800" kern="0" dirty="0">
                  <a:solidFill>
                    <a:srgbClr val="000000"/>
                  </a:solidFill>
                </a:rPr>
                <a:t>2</a:t>
              </a:r>
              <a:r>
                <a:rPr lang="zh-CN" altLang="en-US" sz="2800" kern="0" dirty="0">
                  <a:solidFill>
                    <a:srgbClr val="000000"/>
                  </a:solidFill>
                </a:rPr>
                <a:t>）若极限                               存在，则函</a:t>
              </a:r>
              <a:endParaRPr lang="en-US" altLang="zh-CN" sz="2800" kern="0" dirty="0">
                <a:solidFill>
                  <a:srgbClr val="000000"/>
                </a:solidFill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>
                  <a:solidFill>
                    <a:srgbClr val="000000"/>
                  </a:solidFill>
                </a:rPr>
                <a:t>          数              在     可导；      </a:t>
              </a:r>
            </a:p>
          </p:txBody>
        </p:sp>
        <p:graphicFrame>
          <p:nvGraphicFramePr>
            <p:cNvPr id="17433" name="Object 3">
              <a:extLst>
                <a:ext uri="{FF2B5EF4-FFF2-40B4-BE49-F238E27FC236}">
                  <a16:creationId xmlns:a16="http://schemas.microsoft.com/office/drawing/2014/main" id="{F804FBB0-563B-40A2-A28D-160F607328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18981" y="1805766"/>
            <a:ext cx="2270237" cy="890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97258" imgH="426908" progId="Equation.3">
                    <p:embed/>
                  </p:oleObj>
                </mc:Choice>
                <mc:Fallback>
                  <p:oleObj name="公式" r:id="rId9" imgW="1097258" imgH="426908" progId="Equation.3">
                    <p:embed/>
                    <p:pic>
                      <p:nvPicPr>
                        <p:cNvPr id="17433" name="Object 3">
                          <a:extLst>
                            <a:ext uri="{FF2B5EF4-FFF2-40B4-BE49-F238E27FC236}">
                              <a16:creationId xmlns:a16="http://schemas.microsoft.com/office/drawing/2014/main" id="{F804FBB0-563B-40A2-A28D-160F607328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981" y="1805766"/>
                          <a:ext cx="2270237" cy="890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3">
              <a:extLst>
                <a:ext uri="{FF2B5EF4-FFF2-40B4-BE49-F238E27FC236}">
                  <a16:creationId xmlns:a16="http://schemas.microsoft.com/office/drawing/2014/main" id="{5ED7F729-B995-4675-8087-8E3C3E3635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9712" y="2645846"/>
            <a:ext cx="1230312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586582" imgH="198073" progId="Equation.3">
                    <p:embed/>
                  </p:oleObj>
                </mc:Choice>
                <mc:Fallback>
                  <p:oleObj name="公式" r:id="rId5" imgW="586582" imgH="198073" progId="Equation.3">
                    <p:embed/>
                    <p:pic>
                      <p:nvPicPr>
                        <p:cNvPr id="17434" name="Object 3">
                          <a:extLst>
                            <a:ext uri="{FF2B5EF4-FFF2-40B4-BE49-F238E27FC236}">
                              <a16:creationId xmlns:a16="http://schemas.microsoft.com/office/drawing/2014/main" id="{5ED7F729-B995-4675-8087-8E3C3E3635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2645846"/>
                          <a:ext cx="1230312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3">
              <a:extLst>
                <a:ext uri="{FF2B5EF4-FFF2-40B4-BE49-F238E27FC236}">
                  <a16:creationId xmlns:a16="http://schemas.microsoft.com/office/drawing/2014/main" id="{D1793376-0C15-463E-A2C3-687BE73B25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7904" y="2655695"/>
            <a:ext cx="33972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0079" imgH="220957" progId="Equation.3">
                    <p:embed/>
                  </p:oleObj>
                </mc:Choice>
                <mc:Fallback>
                  <p:oleObj name="公式" r:id="rId7" imgW="160079" imgH="220957" progId="Equation.3">
                    <p:embed/>
                    <p:pic>
                      <p:nvPicPr>
                        <p:cNvPr id="17435" name="Object 3">
                          <a:extLst>
                            <a:ext uri="{FF2B5EF4-FFF2-40B4-BE49-F238E27FC236}">
                              <a16:creationId xmlns:a16="http://schemas.microsoft.com/office/drawing/2014/main" id="{D1793376-0C15-463E-A2C3-687BE73B25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2655695"/>
                          <a:ext cx="339725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18" name="组合 11">
            <a:extLst>
              <a:ext uri="{FF2B5EF4-FFF2-40B4-BE49-F238E27FC236}">
                <a16:creationId xmlns:a16="http://schemas.microsoft.com/office/drawing/2014/main" id="{663F324E-C88A-41B4-B714-D28F1074DD1E}"/>
              </a:ext>
            </a:extLst>
          </p:cNvPr>
          <p:cNvGrpSpPr>
            <a:grpSpLocks/>
          </p:cNvGrpSpPr>
          <p:nvPr/>
        </p:nvGrpSpPr>
        <p:grpSpPr bwMode="auto">
          <a:xfrm>
            <a:off x="296664" y="2924175"/>
            <a:ext cx="8316913" cy="523875"/>
            <a:chOff x="467544" y="1124744"/>
            <a:chExt cx="8316416" cy="696755"/>
          </a:xfrm>
        </p:grpSpPr>
        <p:graphicFrame>
          <p:nvGraphicFramePr>
            <p:cNvPr id="17429" name="Object 3">
              <a:extLst>
                <a:ext uri="{FF2B5EF4-FFF2-40B4-BE49-F238E27FC236}">
                  <a16:creationId xmlns:a16="http://schemas.microsoft.com/office/drawing/2014/main" id="{320723CF-CCA2-46BE-A808-A9C39E303D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5776" y="1196752"/>
            <a:ext cx="1230312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86582" imgH="198073" progId="Equation.3">
                    <p:embed/>
                  </p:oleObj>
                </mc:Choice>
                <mc:Fallback>
                  <p:oleObj name="公式" r:id="rId13" imgW="586582" imgH="198073" progId="Equation.3">
                    <p:embed/>
                    <p:pic>
                      <p:nvPicPr>
                        <p:cNvPr id="17429" name="Object 3">
                          <a:extLst>
                            <a:ext uri="{FF2B5EF4-FFF2-40B4-BE49-F238E27FC236}">
                              <a16:creationId xmlns:a16="http://schemas.microsoft.com/office/drawing/2014/main" id="{320723CF-CCA2-46BE-A808-A9C39E303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1196752"/>
                          <a:ext cx="1230312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26BC1B61-FD73-4E1B-BD98-36B21C3389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544" y="1124744"/>
              <a:ext cx="8316416" cy="696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>
                  <a:solidFill>
                    <a:srgbClr val="000000"/>
                  </a:solidFill>
                </a:rPr>
                <a:t>（</a:t>
              </a:r>
              <a:r>
                <a:rPr lang="en-US" altLang="zh-CN" sz="2800" kern="0" dirty="0">
                  <a:solidFill>
                    <a:srgbClr val="000000"/>
                  </a:solidFill>
                </a:rPr>
                <a:t>3</a:t>
              </a:r>
              <a:r>
                <a:rPr lang="zh-CN" altLang="en-US" sz="2800" kern="0" dirty="0">
                  <a:solidFill>
                    <a:srgbClr val="000000"/>
                  </a:solidFill>
                </a:rPr>
                <a:t>）若函数              在     可导，则在该点连续；      </a:t>
              </a:r>
            </a:p>
          </p:txBody>
        </p:sp>
        <p:graphicFrame>
          <p:nvGraphicFramePr>
            <p:cNvPr id="17431" name="Object 3">
              <a:extLst>
                <a:ext uri="{FF2B5EF4-FFF2-40B4-BE49-F238E27FC236}">
                  <a16:creationId xmlns:a16="http://schemas.microsoft.com/office/drawing/2014/main" id="{606A65F7-044B-4813-A003-CACDCBB6AF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4975" y="1229095"/>
            <a:ext cx="339725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60079" imgH="220957" progId="Equation.3">
                    <p:embed/>
                  </p:oleObj>
                </mc:Choice>
                <mc:Fallback>
                  <p:oleObj name="公式" r:id="rId15" imgW="160079" imgH="220957" progId="Equation.3">
                    <p:embed/>
                    <p:pic>
                      <p:nvPicPr>
                        <p:cNvPr id="17431" name="Object 3">
                          <a:extLst>
                            <a:ext uri="{FF2B5EF4-FFF2-40B4-BE49-F238E27FC236}">
                              <a16:creationId xmlns:a16="http://schemas.microsoft.com/office/drawing/2014/main" id="{606A65F7-044B-4813-A003-CACDCBB6AF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4975" y="1229095"/>
                          <a:ext cx="339725" cy="471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19" name="组合 35">
            <a:extLst>
              <a:ext uri="{FF2B5EF4-FFF2-40B4-BE49-F238E27FC236}">
                <a16:creationId xmlns:a16="http://schemas.microsoft.com/office/drawing/2014/main" id="{9E5B8EE1-7073-4B8E-A149-112E78D35391}"/>
              </a:ext>
            </a:extLst>
          </p:cNvPr>
          <p:cNvGrpSpPr>
            <a:grpSpLocks/>
          </p:cNvGrpSpPr>
          <p:nvPr/>
        </p:nvGrpSpPr>
        <p:grpSpPr bwMode="auto">
          <a:xfrm>
            <a:off x="289470" y="3616325"/>
            <a:ext cx="9001125" cy="523875"/>
            <a:chOff x="466725" y="3976688"/>
            <a:chExt cx="9001125" cy="523875"/>
          </a:xfrm>
        </p:grpSpPr>
        <p:graphicFrame>
          <p:nvGraphicFramePr>
            <p:cNvPr id="17426" name="Object 3">
              <a:extLst>
                <a:ext uri="{FF2B5EF4-FFF2-40B4-BE49-F238E27FC236}">
                  <a16:creationId xmlns:a16="http://schemas.microsoft.com/office/drawing/2014/main" id="{E4A4B37D-65A8-48F0-AE19-AE3DFE4509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2850" y="4030663"/>
            <a:ext cx="13112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586582" imgH="198073" progId="Equation.3">
                    <p:embed/>
                  </p:oleObj>
                </mc:Choice>
                <mc:Fallback>
                  <p:oleObj name="公式" r:id="rId13" imgW="586582" imgH="198073" progId="Equation.3">
                    <p:embed/>
                    <p:pic>
                      <p:nvPicPr>
                        <p:cNvPr id="17426" name="Object 3">
                          <a:extLst>
                            <a:ext uri="{FF2B5EF4-FFF2-40B4-BE49-F238E27FC236}">
                              <a16:creationId xmlns:a16="http://schemas.microsoft.com/office/drawing/2014/main" id="{E4A4B37D-65A8-48F0-AE19-AE3DFE4509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2850" y="4030663"/>
                          <a:ext cx="1311275" cy="314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Box 10">
              <a:extLst>
                <a:ext uri="{FF2B5EF4-FFF2-40B4-BE49-F238E27FC236}">
                  <a16:creationId xmlns:a16="http://schemas.microsoft.com/office/drawing/2014/main" id="{82648A92-ADBC-4B4A-8DBE-620523642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25" y="3976688"/>
              <a:ext cx="90011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kern="0" dirty="0">
                  <a:solidFill>
                    <a:srgbClr val="000000"/>
                  </a:solidFill>
                </a:rPr>
                <a:t>（</a:t>
              </a:r>
              <a:r>
                <a:rPr lang="en-US" altLang="zh-CN" sz="2800" kern="0" dirty="0">
                  <a:solidFill>
                    <a:srgbClr val="000000"/>
                  </a:solidFill>
                </a:rPr>
                <a:t>4</a:t>
              </a:r>
              <a:r>
                <a:rPr lang="zh-CN" altLang="en-US" sz="2800" kern="0" dirty="0">
                  <a:solidFill>
                    <a:srgbClr val="000000"/>
                  </a:solidFill>
                </a:rPr>
                <a:t>）若函数              在     可导，等价于在该点可微；      </a:t>
              </a:r>
            </a:p>
          </p:txBody>
        </p:sp>
        <p:graphicFrame>
          <p:nvGraphicFramePr>
            <p:cNvPr id="17428" name="Object 3">
              <a:extLst>
                <a:ext uri="{FF2B5EF4-FFF2-40B4-BE49-F238E27FC236}">
                  <a16:creationId xmlns:a16="http://schemas.microsoft.com/office/drawing/2014/main" id="{4BEA6271-DDDA-4F0A-82F6-491D288EE0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6100" y="4090988"/>
            <a:ext cx="3619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60079" imgH="220957" progId="Equation.3">
                    <p:embed/>
                  </p:oleObj>
                </mc:Choice>
                <mc:Fallback>
                  <p:oleObj name="公式" r:id="rId15" imgW="160079" imgH="220957" progId="Equation.3">
                    <p:embed/>
                    <p:pic>
                      <p:nvPicPr>
                        <p:cNvPr id="17428" name="Object 3">
                          <a:extLst>
                            <a:ext uri="{FF2B5EF4-FFF2-40B4-BE49-F238E27FC236}">
                              <a16:creationId xmlns:a16="http://schemas.microsoft.com/office/drawing/2014/main" id="{4BEA6271-DDDA-4F0A-82F6-491D288EE0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6100" y="4090988"/>
                          <a:ext cx="36195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627784" y="3795886"/>
            <a:ext cx="37444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运动的数学表达式为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502892" y="4443958"/>
          <a:ext cx="3797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228600" progId="Equation.DSMT4">
                  <p:embed/>
                </p:oleObj>
              </mc:Choice>
              <mc:Fallback>
                <p:oleObj name="Equation" r:id="rId4" imgW="1726920" imgH="2286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892" y="4443958"/>
                        <a:ext cx="37973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r:id="rId1" imgW="8222693" imgH="3611429"/>
        </mc:Choice>
        <mc:Fallback>
          <p:control r:id="rId1" imgW="8222693" imgH="3611429">
            <p:pic>
              <p:nvPicPr>
                <p:cNvPr id="2" name="ShockwaveFlash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3850" y="195263"/>
                  <a:ext cx="8223250" cy="36115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627784" y="195486"/>
            <a:ext cx="36724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+mn-cs"/>
              </a:rPr>
              <a:t>运动的数学表达式为</a:t>
            </a:r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430884" y="915988"/>
          <a:ext cx="3797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228600" progId="Equation.DSMT4">
                  <p:embed/>
                </p:oleObj>
              </mc:Choice>
              <mc:Fallback>
                <p:oleObj name="Equation" r:id="rId2" imgW="1726920" imgH="228600" progId="Equation.DSMT4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884" y="915988"/>
                        <a:ext cx="37973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1979712" y="1419622"/>
            <a:ext cx="5976664" cy="523220"/>
            <a:chOff x="1907704" y="1419622"/>
            <a:chExt cx="5976664" cy="523220"/>
          </a:xfrm>
        </p:grpSpPr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1907704" y="1419622"/>
              <a:ext cx="597666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itchFamily="18" charset="0"/>
                  <a:ea typeface="楷体_GB2312" pitchFamily="49" charset="-122"/>
                  <a:cs typeface="+mn-cs"/>
                </a:rPr>
                <a:t>求     处点在     时刻的运动速度？</a:t>
              </a:r>
            </a:p>
          </p:txBody>
        </p:sp>
        <p:graphicFrame>
          <p:nvGraphicFramePr>
            <p:cNvPr id="43015" name="Object 7"/>
            <p:cNvGraphicFramePr>
              <a:graphicFrameLocks noChangeAspect="1"/>
            </p:cNvGraphicFramePr>
            <p:nvPr/>
          </p:nvGraphicFramePr>
          <p:xfrm>
            <a:off x="2483768" y="1470025"/>
            <a:ext cx="363537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4880" imgH="228600" progId="Equation.DSMT4">
                    <p:embed/>
                  </p:oleObj>
                </mc:Choice>
                <mc:Fallback>
                  <p:oleObj name="Equation" r:id="rId4" imgW="164880" imgH="228600" progId="Equation.DSMT4">
                    <p:embed/>
                    <p:pic>
                      <p:nvPicPr>
                        <p:cNvPr id="4301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768" y="1470025"/>
                          <a:ext cx="363537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6" name="Object 8"/>
            <p:cNvGraphicFramePr>
              <a:graphicFrameLocks noChangeAspect="1"/>
            </p:cNvGraphicFramePr>
            <p:nvPr/>
          </p:nvGraphicFramePr>
          <p:xfrm>
            <a:off x="4004568" y="1491630"/>
            <a:ext cx="279400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228600" progId="Equation.DSMT4">
                    <p:embed/>
                  </p:oleObj>
                </mc:Choice>
                <mc:Fallback>
                  <p:oleObj name="Equation" r:id="rId6" imgW="126720" imgH="228600" progId="Equation.DSMT4">
                    <p:embed/>
                    <p:pic>
                      <p:nvPicPr>
                        <p:cNvPr id="4301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4568" y="1491630"/>
                          <a:ext cx="279400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矩形 13"/>
          <p:cNvSpPr/>
          <p:nvPr/>
        </p:nvSpPr>
        <p:spPr>
          <a:xfrm>
            <a:off x="683568" y="267494"/>
            <a:ext cx="90601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/>
                <a:ea typeface="楷体_GB2312" pitchFamily="49" charset="-122"/>
                <a:cs typeface="+mn-cs"/>
              </a:rPr>
              <a:t>思考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WordArt 12"/>
          <p:cNvSpPr>
            <a:spLocks noChangeArrowheads="1" noChangeShapeType="1" noTextEdit="1"/>
          </p:cNvSpPr>
          <p:nvPr/>
        </p:nvSpPr>
        <p:spPr bwMode="auto">
          <a:xfrm>
            <a:off x="179512" y="339502"/>
            <a:ext cx="381000" cy="4000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236"/>
              </a:avLst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0" cap="none" spc="0" normalizeH="0" baseline="0" noProof="0" dirty="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uLnTx/>
                <a:uFillTx/>
                <a:latin typeface="宋体"/>
                <a:ea typeface="宋体"/>
                <a:cs typeface="+mn-cs"/>
              </a:rPr>
              <a:t>？</a:t>
            </a:r>
          </a:p>
        </p:txBody>
      </p:sp>
      <p:graphicFrame>
        <p:nvGraphicFramePr>
          <p:cNvPr id="43017" name="Object 9"/>
          <p:cNvGraphicFramePr>
            <a:graphicFrameLocks noChangeAspect="1"/>
          </p:cNvGraphicFramePr>
          <p:nvPr/>
        </p:nvGraphicFramePr>
        <p:xfrm>
          <a:off x="2551410" y="3015233"/>
          <a:ext cx="12287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41200" progId="Equation.DSMT4">
                  <p:embed/>
                </p:oleObj>
              </mc:Choice>
              <mc:Fallback>
                <p:oleObj name="Equation" r:id="rId8" imgW="558720" imgH="241200" progId="Equation.DSMT4">
                  <p:embed/>
                  <p:pic>
                    <p:nvPicPr>
                      <p:cNvPr id="430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410" y="3015233"/>
                        <a:ext cx="12287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8" name="Object 10"/>
          <p:cNvGraphicFramePr>
            <a:graphicFrameLocks noChangeAspect="1"/>
          </p:cNvGraphicFramePr>
          <p:nvPr/>
        </p:nvGraphicFramePr>
        <p:xfrm>
          <a:off x="467544" y="2931790"/>
          <a:ext cx="16335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47640" imgH="228600" progId="Equation.DSMT4">
                  <p:embed/>
                </p:oleObj>
              </mc:Choice>
              <mc:Fallback>
                <p:oleObj name="Equation" r:id="rId10" imgW="647640" imgH="228600" progId="Equation.DSMT4">
                  <p:embed/>
                  <p:pic>
                    <p:nvPicPr>
                      <p:cNvPr id="430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931790"/>
                        <a:ext cx="16335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11"/>
          <p:cNvGraphicFramePr>
            <a:graphicFrameLocks noChangeAspect="1"/>
          </p:cNvGraphicFramePr>
          <p:nvPr/>
        </p:nvGraphicFramePr>
        <p:xfrm>
          <a:off x="2163142" y="2811016"/>
          <a:ext cx="4762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457200" progId="Equation.DSMT4">
                  <p:embed/>
                </p:oleObj>
              </mc:Choice>
              <mc:Fallback>
                <p:oleObj name="Equation" r:id="rId12" imgW="215640" imgH="457200" progId="Equation.DSMT4">
                  <p:embed/>
                  <p:pic>
                    <p:nvPicPr>
                      <p:cNvPr id="430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142" y="2811016"/>
                        <a:ext cx="476250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12"/>
          <p:cNvGraphicFramePr>
            <a:graphicFrameLocks noChangeAspect="1"/>
          </p:cNvGraphicFramePr>
          <p:nvPr/>
        </p:nvGraphicFramePr>
        <p:xfrm>
          <a:off x="3491880" y="2715766"/>
          <a:ext cx="1144587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20560" imgH="545760" progId="Equation.DSMT4">
                  <p:embed/>
                </p:oleObj>
              </mc:Choice>
              <mc:Fallback>
                <p:oleObj name="Equation" r:id="rId14" imgW="520560" imgH="545760" progId="Equation.DSMT4">
                  <p:embed/>
                  <p:pic>
                    <p:nvPicPr>
                      <p:cNvPr id="430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2715766"/>
                        <a:ext cx="1144587" cy="1046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22"/>
          <p:cNvGraphicFramePr>
            <a:graphicFrameLocks noChangeAspect="1"/>
          </p:cNvGraphicFramePr>
          <p:nvPr/>
        </p:nvGraphicFramePr>
        <p:xfrm>
          <a:off x="4846017" y="2826891"/>
          <a:ext cx="3898081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11400" imgH="787320" progId="Equation.DSMT4">
                  <p:embed/>
                </p:oleObj>
              </mc:Choice>
              <mc:Fallback>
                <p:oleObj name="Equation" r:id="rId16" imgW="3911400" imgH="787320" progId="Equation.DSMT4">
                  <p:embed/>
                  <p:pic>
                    <p:nvPicPr>
                      <p:cNvPr id="6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017" y="2826891"/>
                        <a:ext cx="3898081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圆角矩形 16"/>
          <p:cNvSpPr/>
          <p:nvPr/>
        </p:nvSpPr>
        <p:spPr>
          <a:xfrm>
            <a:off x="5076056" y="2715766"/>
            <a:ext cx="3888432" cy="10801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D28A03E5-291D-4DF2-98D1-2889B0CC8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500063"/>
            <a:ext cx="243681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kern="0">
                <a:solidFill>
                  <a:srgbClr val="002060"/>
                </a:solidFill>
                <a:latin typeface="+mn-ea"/>
                <a:ea typeface="+mn-ea"/>
              </a:rPr>
              <a:t>第二节</a:t>
            </a:r>
            <a:endParaRPr lang="zh-CN" altLang="en-US" sz="4800" kern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8435" name="Text Box 52">
            <a:extLst>
              <a:ext uri="{FF2B5EF4-FFF2-40B4-BE49-F238E27FC236}">
                <a16:creationId xmlns:a16="http://schemas.microsoft.com/office/drawing/2014/main" id="{B57A6C1A-5C46-4CA7-8429-D17A6FF28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635646"/>
            <a:ext cx="510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rgbClr val="002060"/>
                </a:solidFill>
                <a:latin typeface="+mn-ea"/>
                <a:ea typeface="+mn-ea"/>
              </a:rPr>
              <a:t>一、 偏导数的定义</a:t>
            </a:r>
          </a:p>
        </p:txBody>
      </p:sp>
      <p:sp>
        <p:nvSpPr>
          <p:cNvPr id="18436" name="Text Box 53">
            <a:hlinkClick r:id="" action="ppaction://noaction"/>
            <a:extLst>
              <a:ext uri="{FF2B5EF4-FFF2-40B4-BE49-F238E27FC236}">
                <a16:creationId xmlns:a16="http://schemas.microsoft.com/office/drawing/2014/main" id="{07B2C4DE-9531-4ADE-BA0B-87A44363D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1394" y="2211909"/>
            <a:ext cx="5899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rgbClr val="002060"/>
                </a:solidFill>
                <a:latin typeface="+mn-ea"/>
                <a:ea typeface="+mn-ea"/>
              </a:rPr>
              <a:t>二 、偏导数的几何意义</a:t>
            </a:r>
          </a:p>
        </p:txBody>
      </p:sp>
      <p:sp>
        <p:nvSpPr>
          <p:cNvPr id="18437" name="Text Box 63">
            <a:extLst>
              <a:ext uri="{FF2B5EF4-FFF2-40B4-BE49-F238E27FC236}">
                <a16:creationId xmlns:a16="http://schemas.microsoft.com/office/drawing/2014/main" id="{049C5B54-0E4B-4DC5-86A9-96E9EA276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338" y="438150"/>
            <a:ext cx="38779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4800">
                <a:solidFill>
                  <a:srgbClr val="002060"/>
                </a:solidFill>
                <a:latin typeface="+mn-ea"/>
                <a:ea typeface="+mn-ea"/>
              </a:rPr>
              <a:t>偏  导  数  </a:t>
            </a:r>
          </a:p>
        </p:txBody>
      </p:sp>
      <p:sp>
        <p:nvSpPr>
          <p:cNvPr id="18438" name="Text Box 53">
            <a:hlinkClick r:id="" action="ppaction://noaction"/>
            <a:extLst>
              <a:ext uri="{FF2B5EF4-FFF2-40B4-BE49-F238E27FC236}">
                <a16:creationId xmlns:a16="http://schemas.microsoft.com/office/drawing/2014/main" id="{FA7894AD-89A8-4047-B612-F5DF273FD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1394" y="2788171"/>
            <a:ext cx="5899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rgbClr val="002060"/>
                </a:solidFill>
                <a:latin typeface="+mn-ea"/>
                <a:ea typeface="+mn-ea"/>
              </a:rPr>
              <a:t>三 、偏导和连续的关系</a:t>
            </a:r>
          </a:p>
        </p:txBody>
      </p:sp>
      <p:sp>
        <p:nvSpPr>
          <p:cNvPr id="18439" name="Text Box 53">
            <a:hlinkClick r:id="" action="ppaction://noaction"/>
            <a:extLst>
              <a:ext uri="{FF2B5EF4-FFF2-40B4-BE49-F238E27FC236}">
                <a16:creationId xmlns:a16="http://schemas.microsoft.com/office/drawing/2014/main" id="{AC1DF27E-7A02-467A-A432-B0FA64419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5044" y="3435871"/>
            <a:ext cx="5899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rgbClr val="002060"/>
                </a:solidFill>
                <a:latin typeface="+mn-ea"/>
                <a:ea typeface="+mn-ea"/>
              </a:rPr>
              <a:t>四 、高阶偏导数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" y="85750"/>
            <a:ext cx="61563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333399"/>
                </a:solidFill>
                <a:ea typeface="楷体_GB2312" pitchFamily="49" charset="-122"/>
              </a:rPr>
              <a:t>一、偏导数的定义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818108"/>
            <a:ext cx="9716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j-cs"/>
              </a:rPr>
              <a:t>定义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仿宋_GB2312" pitchFamily="49" charset="-122"/>
              <a:cs typeface="+mj-cs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086445" y="916584"/>
          <a:ext cx="16367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8000" imgH="406080" progId="Equation.DSMT4">
                  <p:embed/>
                </p:oleObj>
              </mc:Choice>
              <mc:Fallback>
                <p:oleObj name="Equation" r:id="rId2" imgW="1638000" imgH="40608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445" y="916584"/>
                        <a:ext cx="1636712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635896" y="843558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在点</a:t>
            </a:r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2051720" y="2585294"/>
          <a:ext cx="4464496" cy="848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393480" progId="Equation.DSMT4">
                  <p:embed/>
                </p:oleObj>
              </mc:Choice>
              <mc:Fallback>
                <p:oleObj name="Equation" r:id="rId4" imgW="2070000" imgH="39348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585294"/>
                        <a:ext cx="4464496" cy="84847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6804248" y="2729309"/>
            <a:ext cx="1295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存在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195738" y="4097461"/>
          <a:ext cx="1512217" cy="78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0320" imgH="1002960" progId="Equation.DSMT4">
                  <p:embed/>
                </p:oleObj>
              </mc:Choice>
              <mc:Fallback>
                <p:oleObj name="Equation" r:id="rId6" imgW="1930320" imgH="1002960" progId="Equation.DSMT4">
                  <p:embed/>
                  <p:pic>
                    <p:nvPicPr>
                      <p:cNvPr id="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8" y="4097461"/>
                        <a:ext cx="1512217" cy="7875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4499992" y="916584"/>
          <a:ext cx="119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3760" imgH="444240" progId="Equation.DSMT4">
                  <p:embed/>
                </p:oleObj>
              </mc:Choice>
              <mc:Fallback>
                <p:oleObj name="Equation" r:id="rId8" imgW="1193760" imgH="444240" progId="Equation.DSMT4">
                  <p:embed/>
                  <p:pic>
                    <p:nvPicPr>
                      <p:cNvPr id="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916584"/>
                        <a:ext cx="11938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4"/>
          <p:cNvSpPr txBox="1">
            <a:spLocks noChangeArrowheads="1"/>
          </p:cNvSpPr>
          <p:nvPr/>
        </p:nvSpPr>
        <p:spPr bwMode="auto">
          <a:xfrm>
            <a:off x="5652120" y="843558"/>
            <a:ext cx="35283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的某邻域内有定义，</a:t>
            </a:r>
          </a:p>
        </p:txBody>
      </p:sp>
      <p:graphicFrame>
        <p:nvGraphicFramePr>
          <p:cNvPr id="17" name="Object 8"/>
          <p:cNvGraphicFramePr>
            <a:graphicFrameLocks noChangeAspect="1"/>
          </p:cNvGraphicFramePr>
          <p:nvPr/>
        </p:nvGraphicFramePr>
        <p:xfrm>
          <a:off x="3090863" y="2590800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431640" progId="Equation.DSMT4">
                  <p:embed/>
                </p:oleObj>
              </mc:Choice>
              <mc:Fallback>
                <p:oleObj name="Equation" r:id="rId10" imgW="1066680" imgH="431640" progId="Equation.DSMT4">
                  <p:embed/>
                  <p:pic>
                    <p:nvPicPr>
                      <p:cNvPr id="1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2590800"/>
                        <a:ext cx="1066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5454650" y="2624139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7160" imgH="431640" progId="Equation.DSMT4">
                  <p:embed/>
                </p:oleObj>
              </mc:Choice>
              <mc:Fallback>
                <p:oleObj name="Equation" r:id="rId12" imgW="317160" imgH="431640" progId="Equation.DSMT4">
                  <p:embed/>
                  <p:pic>
                    <p:nvPicPr>
                      <p:cNvPr id="1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2624139"/>
                        <a:ext cx="3175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42"/>
          <p:cNvGrpSpPr/>
          <p:nvPr/>
        </p:nvGrpSpPr>
        <p:grpSpPr>
          <a:xfrm>
            <a:off x="0" y="3363839"/>
            <a:ext cx="9575378" cy="542206"/>
            <a:chOff x="0" y="3435846"/>
            <a:chExt cx="9611890" cy="542206"/>
          </a:xfrm>
        </p:grpSpPr>
        <p:graphicFrame>
          <p:nvGraphicFramePr>
            <p:cNvPr id="11" name="Object 4"/>
            <p:cNvGraphicFramePr>
              <a:graphicFrameLocks noChangeAspect="1"/>
            </p:cNvGraphicFramePr>
            <p:nvPr/>
          </p:nvGraphicFramePr>
          <p:xfrm>
            <a:off x="3275856" y="3508152"/>
            <a:ext cx="428625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292280" imgH="469800" progId="Equation.3">
                    <p:embed/>
                  </p:oleObj>
                </mc:Choice>
                <mc:Fallback>
                  <p:oleObj name="Equation" r:id="rId14" imgW="4292280" imgH="469800" progId="Equation.3">
                    <p:embed/>
                    <p:pic>
                      <p:nvPicPr>
                        <p:cNvPr id="1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3508152"/>
                          <a:ext cx="4286250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7524328" y="3436144"/>
              <a:ext cx="208756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的偏导数，</a:t>
              </a:r>
            </a:p>
          </p:txBody>
        </p:sp>
        <p:sp>
          <p:nvSpPr>
            <p:cNvPr id="19" name="Text Box 33"/>
            <p:cNvSpPr txBox="1">
              <a:spLocks noChangeArrowheads="1"/>
            </p:cNvSpPr>
            <p:nvPr/>
          </p:nvSpPr>
          <p:spPr bwMode="auto">
            <a:xfrm>
              <a:off x="0" y="3435846"/>
              <a:ext cx="349188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则称此极限值为函数</a:t>
              </a:r>
            </a:p>
          </p:txBody>
        </p:sp>
      </p:grpSp>
      <p:sp>
        <p:nvSpPr>
          <p:cNvPr id="20" name="Text Box 34"/>
          <p:cNvSpPr txBox="1">
            <a:spLocks noChangeArrowheads="1"/>
          </p:cNvSpPr>
          <p:nvPr/>
        </p:nvSpPr>
        <p:spPr bwMode="auto">
          <a:xfrm>
            <a:off x="1192560" y="2728937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若</a:t>
            </a:r>
          </a:p>
        </p:txBody>
      </p:sp>
      <p:sp>
        <p:nvSpPr>
          <p:cNvPr id="21" name="Text Box 36"/>
          <p:cNvSpPr txBox="1">
            <a:spLocks noChangeArrowheads="1"/>
          </p:cNvSpPr>
          <p:nvPr/>
        </p:nvSpPr>
        <p:spPr bwMode="auto">
          <a:xfrm>
            <a:off x="899592" y="843558"/>
            <a:ext cx="1447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设函数</a:t>
            </a:r>
          </a:p>
        </p:txBody>
      </p:sp>
      <p:graphicFrame>
        <p:nvGraphicFramePr>
          <p:cNvPr id="22" name="Object 14"/>
          <p:cNvGraphicFramePr>
            <a:graphicFrameLocks noChangeAspect="1"/>
          </p:cNvGraphicFramePr>
          <p:nvPr/>
        </p:nvGraphicFramePr>
        <p:xfrm>
          <a:off x="4572000" y="3095625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640" imgH="304560" progId="Equation.DSMT4">
                  <p:embed/>
                </p:oleObj>
              </mc:Choice>
              <mc:Fallback>
                <p:oleObj name="Equation" r:id="rId16" imgW="431640" imgH="304560" progId="Equation.DSMT4">
                  <p:embed/>
                  <p:pic>
                    <p:nvPicPr>
                      <p:cNvPr id="2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095625"/>
                        <a:ext cx="4318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5"/>
          <p:cNvGraphicFramePr>
            <a:graphicFrameLocks noChangeAspect="1"/>
          </p:cNvGraphicFramePr>
          <p:nvPr/>
        </p:nvGraphicFramePr>
        <p:xfrm>
          <a:off x="6539606" y="4262933"/>
          <a:ext cx="139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98400" imgH="228600" progId="Equation.DSMT4">
                  <p:embed/>
                </p:oleObj>
              </mc:Choice>
              <mc:Fallback>
                <p:oleObj name="Equation" r:id="rId18" imgW="698400" imgH="228600" progId="Equation.DSMT4">
                  <p:embed/>
                  <p:pic>
                    <p:nvPicPr>
                      <p:cNvPr id="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9606" y="4262933"/>
                        <a:ext cx="13970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6"/>
          <p:cNvGraphicFramePr>
            <a:graphicFrameLocks noChangeAspect="1"/>
          </p:cNvGraphicFramePr>
          <p:nvPr/>
        </p:nvGraphicFramePr>
        <p:xfrm>
          <a:off x="5081588" y="4222751"/>
          <a:ext cx="14652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85800" imgH="228600" progId="Equation.DSMT4">
                  <p:embed/>
                </p:oleObj>
              </mc:Choice>
              <mc:Fallback>
                <p:oleObj name="Equation" r:id="rId20" imgW="685800" imgH="228600" progId="Equation.DSMT4">
                  <p:embed/>
                  <p:pic>
                    <p:nvPicPr>
                      <p:cNvPr id="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4222751"/>
                        <a:ext cx="1465262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61"/>
          <p:cNvSpPr txBox="1">
            <a:spLocks noChangeArrowheads="1"/>
          </p:cNvSpPr>
          <p:nvPr/>
        </p:nvSpPr>
        <p:spPr bwMode="auto">
          <a:xfrm>
            <a:off x="1244352" y="4170387"/>
            <a:ext cx="9513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记作</a:t>
            </a:r>
          </a:p>
        </p:txBody>
      </p:sp>
      <p:sp>
        <p:nvSpPr>
          <p:cNvPr id="37" name="Text Box 61"/>
          <p:cNvSpPr txBox="1">
            <a:spLocks noChangeArrowheads="1"/>
          </p:cNvSpPr>
          <p:nvPr/>
        </p:nvSpPr>
        <p:spPr bwMode="auto">
          <a:xfrm>
            <a:off x="7812360" y="4226421"/>
            <a:ext cx="11521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等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.</a:t>
            </a:r>
            <a:endParaRPr kumimoji="1"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229" name="Object 5"/>
          <p:cNvGraphicFramePr>
            <a:graphicFrameLocks noChangeAspect="1"/>
          </p:cNvGraphicFramePr>
          <p:nvPr/>
        </p:nvGraphicFramePr>
        <p:xfrm>
          <a:off x="3656015" y="4059239"/>
          <a:ext cx="15462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14400" imgH="507960" progId="Equation.DSMT4">
                  <p:embed/>
                </p:oleObj>
              </mc:Choice>
              <mc:Fallback>
                <p:oleObj name="Equation" r:id="rId22" imgW="914400" imgH="507960" progId="Equation.DSMT4">
                  <p:embed/>
                  <p:pic>
                    <p:nvPicPr>
                      <p:cNvPr id="9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5" y="4059239"/>
                        <a:ext cx="1546225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41"/>
          <p:cNvGrpSpPr/>
          <p:nvPr/>
        </p:nvGrpSpPr>
        <p:grpSpPr>
          <a:xfrm>
            <a:off x="323528" y="1419621"/>
            <a:ext cx="8712968" cy="535920"/>
            <a:chOff x="323528" y="1478930"/>
            <a:chExt cx="8712968" cy="535920"/>
          </a:xfrm>
        </p:grpSpPr>
        <p:sp>
          <p:nvSpPr>
            <p:cNvPr id="28" name="Text Box 34"/>
            <p:cNvSpPr txBox="1">
              <a:spLocks noChangeArrowheads="1"/>
            </p:cNvSpPr>
            <p:nvPr/>
          </p:nvSpPr>
          <p:spPr bwMode="auto">
            <a:xfrm>
              <a:off x="323528" y="1491630"/>
              <a:ext cx="50405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当</a:t>
              </a:r>
            </a:p>
          </p:txBody>
        </p:sp>
        <p:graphicFrame>
          <p:nvGraphicFramePr>
            <p:cNvPr id="9221" name="Object 2"/>
            <p:cNvGraphicFramePr>
              <a:graphicFrameLocks noChangeAspect="1"/>
            </p:cNvGraphicFramePr>
            <p:nvPr/>
          </p:nvGraphicFramePr>
          <p:xfrm>
            <a:off x="755576" y="1635646"/>
            <a:ext cx="252412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53800" imgH="291960" progId="Equation.DSMT4">
                    <p:embed/>
                  </p:oleObj>
                </mc:Choice>
                <mc:Fallback>
                  <p:oleObj name="Equation" r:id="rId24" imgW="253800" imgH="291960" progId="Equation.DSMT4">
                    <p:embed/>
                    <p:pic>
                      <p:nvPicPr>
                        <p:cNvPr id="922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5576" y="1635646"/>
                          <a:ext cx="252412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34"/>
            <p:cNvSpPr txBox="1">
              <a:spLocks noChangeArrowheads="1"/>
            </p:cNvSpPr>
            <p:nvPr/>
          </p:nvSpPr>
          <p:spPr bwMode="auto">
            <a:xfrm>
              <a:off x="899592" y="1491630"/>
              <a:ext cx="144016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固定在</a:t>
              </a:r>
            </a:p>
          </p:txBody>
        </p:sp>
        <p:graphicFrame>
          <p:nvGraphicFramePr>
            <p:cNvPr id="4" name="Object 2"/>
            <p:cNvGraphicFramePr>
              <a:graphicFrameLocks noChangeAspect="1"/>
            </p:cNvGraphicFramePr>
            <p:nvPr/>
          </p:nvGraphicFramePr>
          <p:xfrm>
            <a:off x="2051720" y="1529730"/>
            <a:ext cx="34131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42720" imgH="431640" progId="Equation.DSMT4">
                    <p:embed/>
                  </p:oleObj>
                </mc:Choice>
                <mc:Fallback>
                  <p:oleObj name="Equation" r:id="rId26" imgW="342720" imgH="431640" progId="Equation.DSMT4">
                    <p:embed/>
                    <p:pic>
                      <p:nvPicPr>
                        <p:cNvPr id="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720" y="1529730"/>
                          <a:ext cx="341313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34"/>
            <p:cNvSpPr txBox="1">
              <a:spLocks noChangeArrowheads="1"/>
            </p:cNvSpPr>
            <p:nvPr/>
          </p:nvSpPr>
          <p:spPr bwMode="auto">
            <a:xfrm>
              <a:off x="2339752" y="1478930"/>
              <a:ext cx="50405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而</a:t>
              </a:r>
            </a:p>
          </p:txBody>
        </p:sp>
        <p:graphicFrame>
          <p:nvGraphicFramePr>
            <p:cNvPr id="16" name="Object 2"/>
            <p:cNvGraphicFramePr>
              <a:graphicFrameLocks noChangeAspect="1"/>
            </p:cNvGraphicFramePr>
            <p:nvPr/>
          </p:nvGraphicFramePr>
          <p:xfrm>
            <a:off x="2771800" y="1665288"/>
            <a:ext cx="2286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28600" imgH="228600" progId="Equation.DSMT4">
                    <p:embed/>
                  </p:oleObj>
                </mc:Choice>
                <mc:Fallback>
                  <p:oleObj name="Equation" r:id="rId28" imgW="228600" imgH="228600" progId="Equation.DSMT4">
                    <p:embed/>
                    <p:pic>
                      <p:nvPicPr>
                        <p:cNvPr id="1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800" y="1665288"/>
                          <a:ext cx="2286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"/>
            <p:cNvGraphicFramePr>
              <a:graphicFrameLocks noChangeAspect="1"/>
            </p:cNvGraphicFramePr>
            <p:nvPr/>
          </p:nvGraphicFramePr>
          <p:xfrm>
            <a:off x="3419872" y="1555130"/>
            <a:ext cx="315912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317160" imgH="431640" progId="Equation.DSMT4">
                    <p:embed/>
                  </p:oleObj>
                </mc:Choice>
                <mc:Fallback>
                  <p:oleObj name="Equation" r:id="rId30" imgW="317160" imgH="431640" progId="Equation.DSMT4">
                    <p:embed/>
                    <p:pic>
                      <p:nvPicPr>
                        <p:cNvPr id="2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1555130"/>
                          <a:ext cx="315912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"/>
            <p:cNvGraphicFramePr>
              <a:graphicFrameLocks noChangeAspect="1"/>
            </p:cNvGraphicFramePr>
            <p:nvPr/>
          </p:nvGraphicFramePr>
          <p:xfrm>
            <a:off x="4788024" y="1635646"/>
            <a:ext cx="430213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431640" imgH="304560" progId="Equation.DSMT4">
                    <p:embed/>
                  </p:oleObj>
                </mc:Choice>
                <mc:Fallback>
                  <p:oleObj name="Equation" r:id="rId32" imgW="431640" imgH="304560" progId="Equation.DSMT4">
                    <p:embed/>
                    <p:pic>
                      <p:nvPicPr>
                        <p:cNvPr id="27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1635646"/>
                          <a:ext cx="430213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2915816" y="1478930"/>
              <a:ext cx="50405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在</a:t>
              </a:r>
            </a:p>
          </p:txBody>
        </p:sp>
        <p:sp>
          <p:nvSpPr>
            <p:cNvPr id="39" name="Text Box 34"/>
            <p:cNvSpPr txBox="1">
              <a:spLocks noChangeArrowheads="1"/>
            </p:cNvSpPr>
            <p:nvPr/>
          </p:nvSpPr>
          <p:spPr bwMode="auto">
            <a:xfrm>
              <a:off x="3635896" y="1491630"/>
              <a:ext cx="129614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有增量</a:t>
              </a:r>
            </a:p>
          </p:txBody>
        </p:sp>
        <p:sp>
          <p:nvSpPr>
            <p:cNvPr id="41" name="Text Box 34"/>
            <p:cNvSpPr txBox="1">
              <a:spLocks noChangeArrowheads="1"/>
            </p:cNvSpPr>
            <p:nvPr/>
          </p:nvSpPr>
          <p:spPr bwMode="auto">
            <a:xfrm>
              <a:off x="5220072" y="1491630"/>
              <a:ext cx="381642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时，相应的函数有增量</a:t>
              </a:r>
            </a:p>
          </p:txBody>
        </p:sp>
      </p:grpSp>
      <p:graphicFrame>
        <p:nvGraphicFramePr>
          <p:cNvPr id="29" name="Object 2"/>
          <p:cNvGraphicFramePr>
            <a:graphicFrameLocks noChangeAspect="1"/>
          </p:cNvGraphicFramePr>
          <p:nvPr/>
        </p:nvGraphicFramePr>
        <p:xfrm>
          <a:off x="2535661" y="2054226"/>
          <a:ext cx="36925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695400" imgH="431640" progId="Equation.DSMT4">
                  <p:embed/>
                </p:oleObj>
              </mc:Choice>
              <mc:Fallback>
                <p:oleObj name="Equation" r:id="rId34" imgW="3695400" imgH="431640" progId="Equation.DSMT4">
                  <p:embed/>
                  <p:pic>
                    <p:nvPicPr>
                      <p:cNvPr id="2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661" y="2054226"/>
                        <a:ext cx="36925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0" name="直接连接符 39"/>
          <p:cNvCxnSpPr/>
          <p:nvPr/>
        </p:nvCxnSpPr>
        <p:spPr>
          <a:xfrm>
            <a:off x="755576" y="1923678"/>
            <a:ext cx="15121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1979712" y="2511317"/>
            <a:ext cx="4896544" cy="93610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000"/>
                            </p:stCondLst>
                            <p:childTnLst>
                              <p:par>
                                <p:cTn id="9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  <p:bldP spid="15" grpId="0" autoUpdateAnimBg="0"/>
      <p:bldP spid="20" grpId="0" autoUpdateAnimBg="0"/>
      <p:bldP spid="21" grpId="0" autoUpdateAnimBg="0"/>
      <p:bldP spid="26" grpId="0"/>
      <p:bldP spid="37" grpId="0"/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26"/>
          <p:cNvSpPr txBox="1">
            <a:spLocks noChangeArrowheads="1"/>
          </p:cNvSpPr>
          <p:nvPr/>
        </p:nvSpPr>
        <p:spPr bwMode="auto">
          <a:xfrm>
            <a:off x="819720" y="483519"/>
            <a:ext cx="8432800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若函数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z = f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x , y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在区域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内每一点</a:t>
            </a:r>
            <a:r>
              <a:rPr kumimoji="1" lang="zh-CN" altLang="en-US" sz="2800" dirty="0">
                <a:solidFill>
                  <a:srgbClr val="99FF33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(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x , y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  <p:grpSp>
        <p:nvGrpSpPr>
          <p:cNvPr id="2" name="组合 28"/>
          <p:cNvGrpSpPr/>
          <p:nvPr/>
        </p:nvGrpSpPr>
        <p:grpSpPr>
          <a:xfrm>
            <a:off x="1619672" y="3579862"/>
            <a:ext cx="6336704" cy="971550"/>
            <a:chOff x="1331640" y="2137941"/>
            <a:chExt cx="6336704" cy="971550"/>
          </a:xfrm>
        </p:grpSpPr>
        <p:graphicFrame>
          <p:nvGraphicFramePr>
            <p:cNvPr id="12" name="Object 27"/>
            <p:cNvGraphicFramePr>
              <a:graphicFrameLocks noChangeAspect="1"/>
            </p:cNvGraphicFramePr>
            <p:nvPr/>
          </p:nvGraphicFramePr>
          <p:xfrm>
            <a:off x="2555776" y="2139702"/>
            <a:ext cx="879475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93480" imgH="431640" progId="Equation.DSMT4">
                    <p:embed/>
                  </p:oleObj>
                </mc:Choice>
                <mc:Fallback>
                  <p:oleObj name="Equation" r:id="rId2" imgW="393480" imgH="431640" progId="Equation.DSMT4">
                    <p:embed/>
                    <p:pic>
                      <p:nvPicPr>
                        <p:cNvPr id="12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2139702"/>
                          <a:ext cx="879475" cy="965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32"/>
            <p:cNvGraphicFramePr>
              <a:graphicFrameLocks noChangeAspect="1"/>
            </p:cNvGraphicFramePr>
            <p:nvPr/>
          </p:nvGraphicFramePr>
          <p:xfrm>
            <a:off x="4067944" y="2355726"/>
            <a:ext cx="1195387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83920" imgH="228600" progId="Equation.DSMT4">
                    <p:embed/>
                  </p:oleObj>
                </mc:Choice>
                <mc:Fallback>
                  <p:oleObj name="Equation" r:id="rId4" imgW="583920" imgH="228600" progId="Equation.DSMT4">
                    <p:embed/>
                    <p:pic>
                      <p:nvPicPr>
                        <p:cNvPr id="1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2355726"/>
                          <a:ext cx="1195387" cy="468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33"/>
            <p:cNvGraphicFramePr>
              <a:graphicFrameLocks noChangeAspect="1"/>
            </p:cNvGraphicFramePr>
            <p:nvPr/>
          </p:nvGraphicFramePr>
          <p:xfrm>
            <a:off x="5403850" y="2372891"/>
            <a:ext cx="1146175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58720" imgH="228600" progId="Equation.DSMT4">
                    <p:embed/>
                  </p:oleObj>
                </mc:Choice>
                <mc:Fallback>
                  <p:oleObj name="Equation" r:id="rId6" imgW="558720" imgH="228600" progId="Equation.DSMT4">
                    <p:embed/>
                    <p:pic>
                      <p:nvPicPr>
                        <p:cNvPr id="17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3850" y="2372891"/>
                          <a:ext cx="1146175" cy="469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37"/>
            <p:cNvSpPr txBox="1">
              <a:spLocks noChangeArrowheads="1"/>
            </p:cNvSpPr>
            <p:nvPr/>
          </p:nvSpPr>
          <p:spPr bwMode="auto">
            <a:xfrm>
              <a:off x="1331640" y="2384822"/>
              <a:ext cx="990600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楷体_GB2312" pitchFamily="49" charset="-122"/>
                </a:rPr>
                <a:t>记作</a:t>
              </a:r>
            </a:p>
          </p:txBody>
        </p:sp>
        <p:graphicFrame>
          <p:nvGraphicFramePr>
            <p:cNvPr id="20" name="Object 48"/>
            <p:cNvGraphicFramePr>
              <a:graphicFrameLocks noChangeAspect="1"/>
            </p:cNvGraphicFramePr>
            <p:nvPr/>
          </p:nvGraphicFramePr>
          <p:xfrm>
            <a:off x="3321050" y="2137941"/>
            <a:ext cx="742950" cy="971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80880" imgH="495000" progId="Equation.DSMT4">
                    <p:embed/>
                  </p:oleObj>
                </mc:Choice>
                <mc:Fallback>
                  <p:oleObj name="Equation" r:id="rId8" imgW="380880" imgH="495000" progId="Equation.DSMT4">
                    <p:embed/>
                    <p:pic>
                      <p:nvPicPr>
                        <p:cNvPr id="2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050" y="2137941"/>
                          <a:ext cx="742950" cy="971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61"/>
            <p:cNvSpPr txBox="1">
              <a:spLocks noChangeArrowheads="1"/>
            </p:cNvSpPr>
            <p:nvPr/>
          </p:nvSpPr>
          <p:spPr bwMode="auto">
            <a:xfrm>
              <a:off x="6516216" y="2240806"/>
              <a:ext cx="1152128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楷体_GB2312" pitchFamily="49" charset="-122"/>
                  <a:ea typeface="楷体_GB2312" pitchFamily="49" charset="-122"/>
                </a:rPr>
                <a:t>等</a:t>
              </a:r>
              <a:r>
                <a:rPr kumimoji="1" lang="en-US" altLang="zh-CN" sz="2800" dirty="0">
                  <a:latin typeface="楷体_GB2312" pitchFamily="49" charset="-122"/>
                  <a:ea typeface="楷体_GB2312" pitchFamily="49" charset="-122"/>
                </a:rPr>
                <a:t>.</a:t>
              </a:r>
              <a:endParaRPr kumimoji="1" lang="zh-CN" altLang="en-US" sz="2800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4" name="Text Box 31"/>
          <p:cNvSpPr txBox="1">
            <a:spLocks noChangeArrowheads="1"/>
          </p:cNvSpPr>
          <p:nvPr/>
        </p:nvSpPr>
        <p:spPr bwMode="auto">
          <a:xfrm>
            <a:off x="205220" y="3003799"/>
            <a:ext cx="1728192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对自变量</a:t>
            </a:r>
            <a:endParaRPr kumimoji="1" lang="en-US" altLang="zh-CN" sz="2800" dirty="0"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1848828" y="3075806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" imgH="228600" progId="Equation.DSMT4">
                  <p:embed/>
                </p:oleObj>
              </mc:Choice>
              <mc:Fallback>
                <p:oleObj name="Equation" r:id="rId10" imgW="228600" imgH="228600" progId="Equation.DSMT4">
                  <p:embed/>
                  <p:pic>
                    <p:nvPicPr>
                      <p:cNvPr id="2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828" y="3075806"/>
                        <a:ext cx="2286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2077428" y="3003799"/>
            <a:ext cx="3024336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的偏导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函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数，</a:t>
            </a:r>
            <a:endParaRPr kumimoji="1" lang="en-US" altLang="zh-CN" sz="2800" dirty="0">
              <a:latin typeface="Times New Roman" pitchFamily="18" charset="0"/>
              <a:ea typeface="楷体_GB2312" pitchFamily="49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2581484" y="3439501"/>
            <a:ext cx="151216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51"/>
          <p:cNvGrpSpPr/>
          <p:nvPr/>
        </p:nvGrpSpPr>
        <p:grpSpPr>
          <a:xfrm>
            <a:off x="179512" y="1851670"/>
            <a:ext cx="8208912" cy="965200"/>
            <a:chOff x="179512" y="1851670"/>
            <a:chExt cx="8208912" cy="965200"/>
          </a:xfrm>
        </p:grpSpPr>
        <p:sp>
          <p:nvSpPr>
            <p:cNvPr id="14" name="Text Box 30"/>
            <p:cNvSpPr txBox="1">
              <a:spLocks noChangeArrowheads="1"/>
            </p:cNvSpPr>
            <p:nvPr/>
          </p:nvSpPr>
          <p:spPr bwMode="auto">
            <a:xfrm>
              <a:off x="3419872" y="2138362"/>
              <a:ext cx="1676400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楷体_GB2312" pitchFamily="49" charset="-122"/>
                </a:rPr>
                <a:t>的函数，</a:t>
              </a:r>
            </a:p>
          </p:txBody>
        </p:sp>
        <p:sp>
          <p:nvSpPr>
            <p:cNvPr id="15" name="Text Box 31"/>
            <p:cNvSpPr txBox="1">
              <a:spLocks noChangeArrowheads="1"/>
            </p:cNvSpPr>
            <p:nvPr/>
          </p:nvSpPr>
          <p:spPr bwMode="auto">
            <a:xfrm>
              <a:off x="4788024" y="2134707"/>
              <a:ext cx="2520280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楷体_GB2312" pitchFamily="49" charset="-122"/>
                </a:rPr>
                <a:t>称之为函数</a:t>
              </a:r>
              <a:endParaRPr kumimoji="1" lang="en-US" altLang="zh-CN" sz="2800" dirty="0">
                <a:latin typeface="Times New Roman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9221" name="Object 2"/>
            <p:cNvGraphicFramePr>
              <a:graphicFrameLocks noChangeAspect="1"/>
            </p:cNvGraphicFramePr>
            <p:nvPr/>
          </p:nvGraphicFramePr>
          <p:xfrm>
            <a:off x="6751712" y="2090844"/>
            <a:ext cx="1636712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638000" imgH="406080" progId="Equation.3">
                    <p:embed/>
                  </p:oleObj>
                </mc:Choice>
                <mc:Fallback>
                  <p:oleObj name="Equation" r:id="rId12" imgW="1638000" imgH="406080" progId="Equation.3">
                    <p:embed/>
                    <p:pic>
                      <p:nvPicPr>
                        <p:cNvPr id="922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51712" y="2090844"/>
                          <a:ext cx="1636712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6" name="Object 32"/>
            <p:cNvGraphicFramePr>
              <a:graphicFrameLocks noChangeAspect="1"/>
            </p:cNvGraphicFramePr>
            <p:nvPr/>
          </p:nvGraphicFramePr>
          <p:xfrm>
            <a:off x="2765425" y="2139950"/>
            <a:ext cx="64770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17160" imgH="177480" progId="Equation.DSMT4">
                    <p:embed/>
                  </p:oleObj>
                </mc:Choice>
                <mc:Fallback>
                  <p:oleObj name="Equation" r:id="rId14" imgW="317160" imgH="177480" progId="Equation.DSMT4">
                    <p:embed/>
                    <p:pic>
                      <p:nvPicPr>
                        <p:cNvPr id="3177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5425" y="2139950"/>
                          <a:ext cx="647700" cy="3651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矩形 40"/>
            <p:cNvSpPr/>
            <p:nvPr/>
          </p:nvSpPr>
          <p:spPr>
            <a:xfrm>
              <a:off x="1200899" y="2068190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28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</a:rPr>
                <a:t>也是变量</a:t>
              </a:r>
              <a:endParaRPr lang="zh-CN" altLang="en-US" dirty="0"/>
            </a:p>
          </p:txBody>
        </p:sp>
        <p:graphicFrame>
          <p:nvGraphicFramePr>
            <p:cNvPr id="22" name="Object 19"/>
            <p:cNvGraphicFramePr>
              <a:graphicFrameLocks noChangeAspect="1"/>
            </p:cNvGraphicFramePr>
            <p:nvPr/>
          </p:nvGraphicFramePr>
          <p:xfrm>
            <a:off x="179512" y="1851670"/>
            <a:ext cx="1346200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72840" imgH="482400" progId="Equation.DSMT4">
                    <p:embed/>
                  </p:oleObj>
                </mc:Choice>
                <mc:Fallback>
                  <p:oleObj name="Equation" r:id="rId16" imgW="672840" imgH="482400" progId="Equation.DSMT4">
                    <p:embed/>
                    <p:pic>
                      <p:nvPicPr>
                        <p:cNvPr id="22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512" y="1851670"/>
                          <a:ext cx="1346200" cy="965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50"/>
          <p:cNvGrpSpPr/>
          <p:nvPr/>
        </p:nvGrpSpPr>
        <p:grpSpPr>
          <a:xfrm>
            <a:off x="179512" y="915566"/>
            <a:ext cx="7920880" cy="965200"/>
            <a:chOff x="179512" y="915566"/>
            <a:chExt cx="7920880" cy="965200"/>
          </a:xfrm>
        </p:grpSpPr>
        <p:sp>
          <p:nvSpPr>
            <p:cNvPr id="13" name="Text Box 29"/>
            <p:cNvSpPr txBox="1">
              <a:spLocks noChangeArrowheads="1"/>
            </p:cNvSpPr>
            <p:nvPr/>
          </p:nvSpPr>
          <p:spPr bwMode="auto">
            <a:xfrm>
              <a:off x="5364088" y="1257911"/>
              <a:ext cx="2736304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楷体_GB2312" pitchFamily="49" charset="-122"/>
                </a:rPr>
                <a:t>那么这个偏导数</a:t>
              </a:r>
              <a:endParaRPr kumimoji="1" lang="en-US" altLang="zh-CN" sz="2800" dirty="0">
                <a:latin typeface="Times New Roman" pitchFamily="18" charset="0"/>
                <a:ea typeface="楷体_GB2312" pitchFamily="49" charset="-122"/>
              </a:endParaRPr>
            </a:p>
          </p:txBody>
        </p:sp>
        <p:sp>
          <p:nvSpPr>
            <p:cNvPr id="19" name="Text Box 47"/>
            <p:cNvSpPr txBox="1">
              <a:spLocks noChangeArrowheads="1"/>
            </p:cNvSpPr>
            <p:nvPr/>
          </p:nvSpPr>
          <p:spPr bwMode="auto">
            <a:xfrm>
              <a:off x="1331640" y="1246510"/>
              <a:ext cx="1895872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楷体_GB2312" pitchFamily="49" charset="-122"/>
                </a:rPr>
                <a:t>的偏导数</a:t>
              </a:r>
              <a:endParaRPr kumimoji="1" lang="en-US" altLang="zh-CN" sz="2800" dirty="0">
                <a:latin typeface="Times New Roman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9" name="Object 27"/>
            <p:cNvGraphicFramePr>
              <a:graphicFrameLocks noChangeAspect="1"/>
            </p:cNvGraphicFramePr>
            <p:nvPr/>
          </p:nvGraphicFramePr>
          <p:xfrm>
            <a:off x="2843808" y="915566"/>
            <a:ext cx="1346200" cy="965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72840" imgH="482400" progId="Equation.DSMT4">
                    <p:embed/>
                  </p:oleObj>
                </mc:Choice>
                <mc:Fallback>
                  <p:oleObj name="Equation" r:id="rId16" imgW="672840" imgH="482400" progId="Equation.DSMT4">
                    <p:embed/>
                    <p:pic>
                      <p:nvPicPr>
                        <p:cNvPr id="39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3808" y="915566"/>
                          <a:ext cx="1346200" cy="965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矩形 39"/>
            <p:cNvSpPr/>
            <p:nvPr/>
          </p:nvSpPr>
          <p:spPr>
            <a:xfrm>
              <a:off x="4031163" y="1257911"/>
              <a:ext cx="1441420" cy="4370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</a:rPr>
                <a:t>都存在 </a:t>
              </a:r>
              <a:r>
                <a:rPr kumimoji="1" lang="en-US" altLang="zh-CN" sz="2800" dirty="0">
                  <a:solidFill>
                    <a:prstClr val="black"/>
                  </a:solidFill>
                  <a:latin typeface="Times New Roman" pitchFamily="18" charset="0"/>
                  <a:ea typeface="楷体_GB2312" pitchFamily="49" charset="-122"/>
                </a:rPr>
                <a:t>,</a:t>
              </a:r>
            </a:p>
          </p:txBody>
        </p:sp>
        <p:sp>
          <p:nvSpPr>
            <p:cNvPr id="49" name="Text Box 47"/>
            <p:cNvSpPr txBox="1">
              <a:spLocks noChangeArrowheads="1"/>
            </p:cNvSpPr>
            <p:nvPr/>
          </p:nvSpPr>
          <p:spPr bwMode="auto">
            <a:xfrm>
              <a:off x="179512" y="1246510"/>
              <a:ext cx="936104" cy="4370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itchFamily="18" charset="0"/>
                  <a:ea typeface="楷体_GB2312" pitchFamily="49" charset="-122"/>
                </a:rPr>
                <a:t>处对</a:t>
              </a:r>
              <a:endParaRPr kumimoji="1" lang="en-US" altLang="zh-CN" sz="2800" dirty="0">
                <a:latin typeface="Times New Roman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50" name="Object 2"/>
            <p:cNvGraphicFramePr>
              <a:graphicFrameLocks noChangeAspect="1"/>
            </p:cNvGraphicFramePr>
            <p:nvPr/>
          </p:nvGraphicFramePr>
          <p:xfrm>
            <a:off x="1103040" y="1318518"/>
            <a:ext cx="2286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600" imgH="228600" progId="Equation.DSMT4">
                    <p:embed/>
                  </p:oleObj>
                </mc:Choice>
                <mc:Fallback>
                  <p:oleObj name="Equation" r:id="rId10" imgW="228600" imgH="228600" progId="Equation.DSMT4">
                    <p:embed/>
                    <p:pic>
                      <p:nvPicPr>
                        <p:cNvPr id="5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3040" y="1318518"/>
                          <a:ext cx="22860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椭圆 28"/>
          <p:cNvSpPr/>
          <p:nvPr/>
        </p:nvSpPr>
        <p:spPr>
          <a:xfrm>
            <a:off x="1717388" y="2859782"/>
            <a:ext cx="432048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24" grpId="0"/>
      <p:bldP spid="26" grpId="0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1"/>
          <p:cNvSpPr txBox="1">
            <a:spLocks noChangeArrowheads="1"/>
          </p:cNvSpPr>
          <p:nvPr/>
        </p:nvSpPr>
        <p:spPr bwMode="auto">
          <a:xfrm>
            <a:off x="172368" y="608600"/>
            <a:ext cx="18722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类似有</a:t>
            </a:r>
          </a:p>
        </p:txBody>
      </p:sp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2792413" y="1668463"/>
          <a:ext cx="269557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49280" imgH="1015920" progId="Equation.DSMT4">
                  <p:embed/>
                </p:oleObj>
              </mc:Choice>
              <mc:Fallback>
                <p:oleObj name="Equation" r:id="rId2" imgW="3149280" imgH="1015920" progId="Equation.DSMT4">
                  <p:embed/>
                  <p:pic>
                    <p:nvPicPr>
                      <p:cNvPr id="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1668463"/>
                        <a:ext cx="2695575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2"/>
          <p:cNvGraphicFramePr>
            <a:graphicFrameLocks noChangeAspect="1"/>
          </p:cNvGraphicFramePr>
          <p:nvPr/>
        </p:nvGraphicFramePr>
        <p:xfrm>
          <a:off x="2880001" y="493796"/>
          <a:ext cx="4716336" cy="957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44840" imgH="927000" progId="Equation.3">
                  <p:embed/>
                </p:oleObj>
              </mc:Choice>
              <mc:Fallback>
                <p:oleObj name="Equation" r:id="rId4" imgW="5244840" imgH="927000" progId="Equation.3">
                  <p:embed/>
                  <p:pic>
                    <p:nvPicPr>
                      <p:cNvPr id="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0001" y="493796"/>
                        <a:ext cx="4716336" cy="9578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4"/>
          <p:cNvGraphicFramePr>
            <a:graphicFrameLocks noChangeAspect="1"/>
          </p:cNvGraphicFramePr>
          <p:nvPr/>
        </p:nvGraphicFramePr>
        <p:xfrm>
          <a:off x="3868980" y="499602"/>
          <a:ext cx="2022953" cy="41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71520" imgH="444240" progId="Equation.3">
                  <p:embed/>
                </p:oleObj>
              </mc:Choice>
              <mc:Fallback>
                <p:oleObj name="Equation" r:id="rId6" imgW="2171520" imgH="444240" progId="Equation.3">
                  <p:embed/>
                  <p:pic>
                    <p:nvPicPr>
                      <p:cNvPr id="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980" y="499602"/>
                        <a:ext cx="2022953" cy="4140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5"/>
          <p:cNvGraphicFramePr>
            <a:graphicFrameLocks noChangeAspect="1"/>
          </p:cNvGraphicFramePr>
          <p:nvPr/>
        </p:nvGraphicFramePr>
        <p:xfrm>
          <a:off x="6071276" y="499386"/>
          <a:ext cx="1597068" cy="41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14320" imgH="444240" progId="Equation.3">
                  <p:embed/>
                </p:oleObj>
              </mc:Choice>
              <mc:Fallback>
                <p:oleObj name="Equation" r:id="rId8" imgW="1714320" imgH="444240" progId="Equation.3">
                  <p:embed/>
                  <p:pic>
                    <p:nvPicPr>
                      <p:cNvPr id="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1276" y="499386"/>
                        <a:ext cx="1597068" cy="4110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6"/>
          <p:cNvGraphicFramePr>
            <a:graphicFrameLocks noChangeAspect="1"/>
          </p:cNvGraphicFramePr>
          <p:nvPr/>
        </p:nvGraphicFramePr>
        <p:xfrm>
          <a:off x="5537929" y="1057673"/>
          <a:ext cx="402225" cy="366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40" imgH="393480" progId="Equation.3">
                  <p:embed/>
                </p:oleObj>
              </mc:Choice>
              <mc:Fallback>
                <p:oleObj name="Equation" r:id="rId10" imgW="431640" imgH="393480" progId="Equation.3">
                  <p:embed/>
                  <p:pic>
                    <p:nvPicPr>
                      <p:cNvPr id="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929" y="1057673"/>
                        <a:ext cx="402225" cy="3667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8"/>
          <p:cNvGraphicFramePr>
            <a:graphicFrameLocks noChangeAspect="1"/>
          </p:cNvGraphicFramePr>
          <p:nvPr/>
        </p:nvGraphicFramePr>
        <p:xfrm>
          <a:off x="4736015" y="499602"/>
          <a:ext cx="1076542" cy="41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444240" progId="Equation.3">
                  <p:embed/>
                </p:oleObj>
              </mc:Choice>
              <mc:Fallback>
                <p:oleObj name="Equation" r:id="rId12" imgW="1155600" imgH="444240" progId="Equation.3">
                  <p:embed/>
                  <p:pic>
                    <p:nvPicPr>
                      <p:cNvPr id="9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6015" y="499602"/>
                        <a:ext cx="1076542" cy="4140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9"/>
          <p:cNvGraphicFramePr>
            <a:graphicFrameLocks noChangeAspect="1"/>
          </p:cNvGraphicFramePr>
          <p:nvPr/>
        </p:nvGraphicFramePr>
        <p:xfrm>
          <a:off x="7130878" y="499602"/>
          <a:ext cx="354904" cy="41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80" imgH="444240" progId="Equation.3">
                  <p:embed/>
                </p:oleObj>
              </mc:Choice>
              <mc:Fallback>
                <p:oleObj name="Equation" r:id="rId14" imgW="380880" imgH="444240" progId="Equation.3">
                  <p:embed/>
                  <p:pic>
                    <p:nvPicPr>
                      <p:cNvPr id="1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0878" y="499602"/>
                        <a:ext cx="354904" cy="4140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5"/>
          <p:cNvGraphicFramePr>
            <a:graphicFrameLocks noChangeAspect="1"/>
          </p:cNvGraphicFramePr>
          <p:nvPr/>
        </p:nvGraphicFramePr>
        <p:xfrm>
          <a:off x="1400176" y="477194"/>
          <a:ext cx="1515641" cy="879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52480" imgH="1015920" progId="Equation.DSMT4">
                  <p:embed/>
                </p:oleObj>
              </mc:Choice>
              <mc:Fallback>
                <p:oleObj name="Equation" r:id="rId16" imgW="1752480" imgH="1015920" progId="Equation.DSMT4">
                  <p:embed/>
                  <p:pic>
                    <p:nvPicPr>
                      <p:cNvPr id="92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6" y="477194"/>
                        <a:ext cx="1515641" cy="8795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2852740" y="2857426"/>
          <a:ext cx="243522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82680" imgH="266400" progId="Equation.DSMT4">
                  <p:embed/>
                </p:oleObj>
              </mc:Choice>
              <mc:Fallback>
                <p:oleObj name="Equation" r:id="rId18" imgW="1282680" imgH="266400" progId="Equation.DSMT4">
                  <p:embed/>
                  <p:pic>
                    <p:nvPicPr>
                      <p:cNvPr id="696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40" y="2857426"/>
                        <a:ext cx="2435225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195486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1</a:t>
            </a:r>
            <a:endParaRPr lang="zh-CN" altLang="en-US" sz="2800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115616" y="195487"/>
            <a:ext cx="3024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运动的数学表达式为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677293" y="771525"/>
          <a:ext cx="37988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228600" progId="Equation.DSMT4">
                  <p:embed/>
                </p:oleObj>
              </mc:Choice>
              <mc:Fallback>
                <p:oleObj name="Equation" r:id="rId2" imgW="1726920" imgH="22860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7293" y="771525"/>
                        <a:ext cx="3798888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5"/>
          <p:cNvGrpSpPr/>
          <p:nvPr/>
        </p:nvGrpSpPr>
        <p:grpSpPr>
          <a:xfrm>
            <a:off x="1043608" y="1419623"/>
            <a:ext cx="5976664" cy="461665"/>
            <a:chOff x="1907704" y="1419622"/>
            <a:chExt cx="5976664" cy="461665"/>
          </a:xfrm>
        </p:grpSpPr>
        <p:sp>
          <p:nvSpPr>
            <p:cNvPr id="7" name="Text Box 2"/>
            <p:cNvSpPr txBox="1">
              <a:spLocks noChangeArrowheads="1"/>
            </p:cNvSpPr>
            <p:nvPr/>
          </p:nvSpPr>
          <p:spPr bwMode="auto">
            <a:xfrm>
              <a:off x="1907704" y="1419622"/>
              <a:ext cx="59766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3333CC"/>
                  </a:solidFill>
                  <a:latin typeface="Times New Roman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2400" b="1" dirty="0">
                  <a:latin typeface="Times New Roman" pitchFamily="18" charset="0"/>
                  <a:ea typeface="楷体_GB2312" pitchFamily="49" charset="-122"/>
                </a:rPr>
                <a:t>求            处点在           时刻的运动速度？</a:t>
              </a:r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2339752" y="1419622"/>
            <a:ext cx="1062037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82400" imgH="228600" progId="Equation.DSMT4">
                    <p:embed/>
                  </p:oleObj>
                </mc:Choice>
                <mc:Fallback>
                  <p:oleObj name="Equation" r:id="rId4" imgW="482400" imgH="228600" progId="Equation.DSMT4">
                    <p:embed/>
                    <p:pic>
                      <p:nvPicPr>
                        <p:cNvPr id="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752" y="1419622"/>
                          <a:ext cx="1062037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4237856" y="1419622"/>
            <a:ext cx="838200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80880" imgH="228600" progId="Equation.DSMT4">
                    <p:embed/>
                  </p:oleObj>
                </mc:Choice>
                <mc:Fallback>
                  <p:oleObj name="Equation" r:id="rId6" imgW="380880" imgH="228600" progId="Equation.DSMT4">
                    <p:embed/>
                    <p:pic>
                      <p:nvPicPr>
                        <p:cNvPr id="9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856" y="1419622"/>
                          <a:ext cx="838200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Box 9"/>
          <p:cNvSpPr txBox="1"/>
          <p:nvPr/>
        </p:nvSpPr>
        <p:spPr>
          <a:xfrm>
            <a:off x="251520" y="1923678"/>
            <a:ext cx="1008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解：</a:t>
            </a:r>
          </a:p>
        </p:txBody>
      </p:sp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1001815" y="2139703"/>
          <a:ext cx="13128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177480" progId="Equation.DSMT4">
                  <p:embed/>
                </p:oleObj>
              </mc:Choice>
              <mc:Fallback>
                <p:oleObj name="Equation" r:id="rId8" imgW="520560" imgH="177480" progId="Equation.DSMT4">
                  <p:embed/>
                  <p:pic>
                    <p:nvPicPr>
                      <p:cNvPr id="48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815" y="2139703"/>
                        <a:ext cx="13128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2411760" y="1923678"/>
          <a:ext cx="13970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4680" imgH="431640" progId="Equation.DSMT4">
                  <p:embed/>
                </p:oleObj>
              </mc:Choice>
              <mc:Fallback>
                <p:oleObj name="Equation" r:id="rId10" imgW="634680" imgH="431640" progId="Equation.DSMT4">
                  <p:embed/>
                  <p:pic>
                    <p:nvPicPr>
                      <p:cNvPr id="481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923678"/>
                        <a:ext cx="1397000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/>
        </p:nvGraphicFramePr>
        <p:xfrm>
          <a:off x="3814765" y="2066925"/>
          <a:ext cx="40798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54000" imgH="279360" progId="Equation.DSMT4">
                  <p:embed/>
                </p:oleObj>
              </mc:Choice>
              <mc:Fallback>
                <p:oleObj name="Equation" r:id="rId12" imgW="1854000" imgH="279360" progId="Equation.DSMT4">
                  <p:embed/>
                  <p:pic>
                    <p:nvPicPr>
                      <p:cNvPr id="481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5" y="2066925"/>
                        <a:ext cx="4079875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9" name="Object 11"/>
          <p:cNvGraphicFramePr>
            <a:graphicFrameLocks noChangeAspect="1"/>
          </p:cNvGraphicFramePr>
          <p:nvPr/>
        </p:nvGraphicFramePr>
        <p:xfrm>
          <a:off x="3814216" y="2715766"/>
          <a:ext cx="3494088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228600" progId="Equation.DSMT4">
                  <p:embed/>
                </p:oleObj>
              </mc:Choice>
              <mc:Fallback>
                <p:oleObj name="Equation" r:id="rId14" imgW="1587240" imgH="228600" progId="Equation.DSMT4">
                  <p:embed/>
                  <p:pic>
                    <p:nvPicPr>
                      <p:cNvPr id="4813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216" y="2715766"/>
                        <a:ext cx="3494088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141" name="Picture 13" descr="C:\Users\1\Desktop\图片1.jp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724130" y="0"/>
            <a:ext cx="3231587" cy="1419622"/>
          </a:xfrm>
          <a:prstGeom prst="rect">
            <a:avLst/>
          </a:prstGeom>
          <a:noFill/>
        </p:spPr>
      </p:pic>
      <p:sp>
        <p:nvSpPr>
          <p:cNvPr id="16" name="Text Box 25"/>
          <p:cNvSpPr txBox="1">
            <a:spLocks noChangeArrowheads="1"/>
          </p:cNvSpPr>
          <p:nvPr/>
        </p:nvSpPr>
        <p:spPr bwMode="auto">
          <a:xfrm>
            <a:off x="107504" y="2696602"/>
            <a:ext cx="2592288" cy="52322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法一 先求后代</a:t>
            </a:r>
          </a:p>
        </p:txBody>
      </p:sp>
      <p:graphicFrame>
        <p:nvGraphicFramePr>
          <p:cNvPr id="48142" name="Object 14"/>
          <p:cNvGraphicFramePr>
            <a:graphicFrameLocks noChangeAspect="1"/>
          </p:cNvGraphicFramePr>
          <p:nvPr/>
        </p:nvGraphicFramePr>
        <p:xfrm>
          <a:off x="1043608" y="3435847"/>
          <a:ext cx="13128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177480" progId="Equation.DSMT4">
                  <p:embed/>
                </p:oleObj>
              </mc:Choice>
              <mc:Fallback>
                <p:oleObj name="Equation" r:id="rId8" imgW="520560" imgH="177480" progId="Equation.DSMT4">
                  <p:embed/>
                  <p:pic>
                    <p:nvPicPr>
                      <p:cNvPr id="4814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435847"/>
                        <a:ext cx="13128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16"/>
          <p:cNvGraphicFramePr>
            <a:graphicFrameLocks noChangeAspect="1"/>
          </p:cNvGraphicFramePr>
          <p:nvPr/>
        </p:nvGraphicFramePr>
        <p:xfrm>
          <a:off x="2297683" y="3219450"/>
          <a:ext cx="23463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66680" imgH="431640" progId="Equation.DSMT4">
                  <p:embed/>
                </p:oleObj>
              </mc:Choice>
              <mc:Fallback>
                <p:oleObj name="Equation" r:id="rId18" imgW="1066680" imgH="431640" progId="Equation.DSMT4">
                  <p:embed/>
                  <p:pic>
                    <p:nvPicPr>
                      <p:cNvPr id="4814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683" y="3219450"/>
                        <a:ext cx="2346325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5" name="Object 17"/>
          <p:cNvGraphicFramePr>
            <a:graphicFrameLocks noChangeAspect="1"/>
          </p:cNvGraphicFramePr>
          <p:nvPr/>
        </p:nvGraphicFramePr>
        <p:xfrm>
          <a:off x="4427984" y="4083919"/>
          <a:ext cx="37734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14320" imgH="253800" progId="Equation.DSMT4">
                  <p:embed/>
                </p:oleObj>
              </mc:Choice>
              <mc:Fallback>
                <p:oleObj name="Equation" r:id="rId20" imgW="1714320" imgH="253800" progId="Equation.DSMT4">
                  <p:embed/>
                  <p:pic>
                    <p:nvPicPr>
                      <p:cNvPr id="4814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083919"/>
                        <a:ext cx="3773488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144016" y="4083918"/>
            <a:ext cx="2627784" cy="52322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法二 先代后求</a:t>
            </a:r>
          </a:p>
        </p:txBody>
      </p:sp>
      <p:graphicFrame>
        <p:nvGraphicFramePr>
          <p:cNvPr id="48146" name="Object 18"/>
          <p:cNvGraphicFramePr>
            <a:graphicFrameLocks noChangeAspect="1"/>
          </p:cNvGraphicFramePr>
          <p:nvPr/>
        </p:nvGraphicFramePr>
        <p:xfrm>
          <a:off x="4427986" y="4706938"/>
          <a:ext cx="349408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87240" imgH="228600" progId="Equation.DSMT4">
                  <p:embed/>
                </p:oleObj>
              </mc:Choice>
              <mc:Fallback>
                <p:oleObj name="Equation" r:id="rId14" imgW="1587240" imgH="228600" progId="Equation.DSMT4">
                  <p:embed/>
                  <p:pic>
                    <p:nvPicPr>
                      <p:cNvPr id="4814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6" y="4706938"/>
                        <a:ext cx="3494087" cy="436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7" name="Object 19"/>
          <p:cNvGraphicFramePr>
            <a:graphicFrameLocks noChangeAspect="1"/>
          </p:cNvGraphicFramePr>
          <p:nvPr/>
        </p:nvGraphicFramePr>
        <p:xfrm>
          <a:off x="4427986" y="3219450"/>
          <a:ext cx="4329113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68480" imgH="431640" progId="Equation.DSMT4">
                  <p:embed/>
                </p:oleObj>
              </mc:Choice>
              <mc:Fallback>
                <p:oleObj name="Equation" r:id="rId23" imgW="1968480" imgH="431640" progId="Equation.DSMT4">
                  <p:embed/>
                  <p:pic>
                    <p:nvPicPr>
                      <p:cNvPr id="4814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6" y="3219450"/>
                        <a:ext cx="4329113" cy="82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 autoUpdateAnimBg="0"/>
      <p:bldP spid="21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195486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2</a:t>
            </a:r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059582"/>
            <a:ext cx="863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解：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3517902" y="2605088"/>
          <a:ext cx="982663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228600" progId="Equation.DSMT4">
                  <p:embed/>
                </p:oleObj>
              </mc:Choice>
              <mc:Fallback>
                <p:oleObj name="Equation" r:id="rId2" imgW="469800" imgH="228600" progId="Equation.DSMT4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2" y="2605088"/>
                        <a:ext cx="982663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4540250" y="2460625"/>
          <a:ext cx="156686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393480" progId="Equation.DSMT4">
                  <p:embed/>
                </p:oleObj>
              </mc:Choice>
              <mc:Fallback>
                <p:oleObj name="Equation" r:id="rId4" imgW="749160" imgH="39348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2460625"/>
                        <a:ext cx="1566863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/>
        </p:nvGraphicFramePr>
        <p:xfrm>
          <a:off x="3517900" y="1131888"/>
          <a:ext cx="1062038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28600" progId="Equation.DSMT4">
                  <p:embed/>
                </p:oleObj>
              </mc:Choice>
              <mc:Fallback>
                <p:oleObj name="Equation" r:id="rId6" imgW="507960" imgH="228600" progId="Equation.DSMT4">
                  <p:embed/>
                  <p:pic>
                    <p:nvPicPr>
                      <p:cNvPr id="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900" y="1131888"/>
                        <a:ext cx="1062038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4522788" y="3252788"/>
          <a:ext cx="90328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393480" progId="Equation.DSMT4">
                  <p:embed/>
                </p:oleObj>
              </mc:Choice>
              <mc:Fallback>
                <p:oleObj name="Equation" r:id="rId8" imgW="431640" imgH="393480" progId="Equation.DSMT4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8" y="3252788"/>
                        <a:ext cx="903287" cy="782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4499992" y="4188942"/>
          <a:ext cx="4508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164880" progId="Equation.DSMT4">
                  <p:embed/>
                </p:oleObj>
              </mc:Choice>
              <mc:Fallback>
                <p:oleObj name="Equation" r:id="rId10" imgW="215640" imgH="164880" progId="Equation.DSMT4">
                  <p:embed/>
                  <p:pic>
                    <p:nvPicPr>
                      <p:cNvPr id="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188942"/>
                        <a:ext cx="450850" cy="327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1187626" y="1131590"/>
            <a:ext cx="1620957" cy="52322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先求后代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1187626" y="2532757"/>
            <a:ext cx="1620957" cy="52322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先代后求</a:t>
            </a:r>
          </a:p>
        </p:txBody>
      </p:sp>
      <p:grpSp>
        <p:nvGrpSpPr>
          <p:cNvPr id="8" name="组合 24"/>
          <p:cNvGrpSpPr/>
          <p:nvPr/>
        </p:nvGrpSpPr>
        <p:grpSpPr>
          <a:xfrm>
            <a:off x="7415808" y="267495"/>
            <a:ext cx="1728192" cy="792088"/>
            <a:chOff x="4860032" y="987574"/>
            <a:chExt cx="1728192" cy="792088"/>
          </a:xfrm>
        </p:grpSpPr>
        <p:sp>
          <p:nvSpPr>
            <p:cNvPr id="22" name="云形 21"/>
            <p:cNvSpPr/>
            <p:nvPr/>
          </p:nvSpPr>
          <p:spPr>
            <a:xfrm>
              <a:off x="4860032" y="987574"/>
              <a:ext cx="1728192" cy="792088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48064" y="120359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好麻烦</a:t>
              </a:r>
            </a:p>
          </p:txBody>
        </p:sp>
      </p:grpSp>
      <p:sp>
        <p:nvSpPr>
          <p:cNvPr id="24" name="WordArt 12"/>
          <p:cNvSpPr>
            <a:spLocks noChangeArrowheads="1" noChangeShapeType="1" noTextEdit="1"/>
          </p:cNvSpPr>
          <p:nvPr/>
        </p:nvSpPr>
        <p:spPr bwMode="auto">
          <a:xfrm>
            <a:off x="8495928" y="483518"/>
            <a:ext cx="381000" cy="4000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236"/>
              </a:avLst>
            </a:prstTxWarp>
          </a:bodyPr>
          <a:lstStyle/>
          <a:p>
            <a:r>
              <a:rPr lang="zh-CN" altLang="en-US" sz="2800" kern="10" dirty="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宋体"/>
                <a:ea typeface="宋体"/>
              </a:rPr>
              <a:t>？</a:t>
            </a:r>
          </a:p>
        </p:txBody>
      </p:sp>
      <p:grpSp>
        <p:nvGrpSpPr>
          <p:cNvPr id="12" name="组合 25"/>
          <p:cNvGrpSpPr/>
          <p:nvPr/>
        </p:nvGrpSpPr>
        <p:grpSpPr>
          <a:xfrm>
            <a:off x="5868144" y="3612878"/>
            <a:ext cx="1728192" cy="792088"/>
            <a:chOff x="4860032" y="987574"/>
            <a:chExt cx="1728192" cy="792088"/>
          </a:xfrm>
        </p:grpSpPr>
        <p:sp>
          <p:nvSpPr>
            <p:cNvPr id="27" name="云形 26"/>
            <p:cNvSpPr/>
            <p:nvPr/>
          </p:nvSpPr>
          <p:spPr>
            <a:xfrm>
              <a:off x="4860032" y="987574"/>
              <a:ext cx="1728192" cy="792088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148064" y="1203598"/>
              <a:ext cx="1008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好方便</a:t>
              </a:r>
            </a:p>
          </p:txBody>
        </p:sp>
      </p:grpSp>
      <p:sp>
        <p:nvSpPr>
          <p:cNvPr id="30" name="五角星 29"/>
          <p:cNvSpPr/>
          <p:nvPr/>
        </p:nvSpPr>
        <p:spPr>
          <a:xfrm>
            <a:off x="6948264" y="3828902"/>
            <a:ext cx="288032" cy="360040"/>
          </a:xfrm>
          <a:prstGeom prst="star5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9637" name="Object 20"/>
          <p:cNvGraphicFramePr>
            <a:graphicFrameLocks noChangeAspect="1"/>
          </p:cNvGraphicFramePr>
          <p:nvPr/>
        </p:nvGraphicFramePr>
        <p:xfrm>
          <a:off x="4572000" y="1000125"/>
          <a:ext cx="4244975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1840" imgH="761760" progId="Equation.DSMT4">
                  <p:embed/>
                </p:oleObj>
              </mc:Choice>
              <mc:Fallback>
                <p:oleObj name="Equation" r:id="rId12" imgW="2031840" imgH="761760" progId="Equation.DSMT4">
                  <p:embed/>
                  <p:pic>
                    <p:nvPicPr>
                      <p:cNvPr id="6963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000125"/>
                        <a:ext cx="4244975" cy="151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1"/>
          <p:cNvGraphicFramePr>
            <a:graphicFrameLocks noChangeAspect="1"/>
          </p:cNvGraphicFramePr>
          <p:nvPr/>
        </p:nvGraphicFramePr>
        <p:xfrm>
          <a:off x="3491880" y="1779589"/>
          <a:ext cx="14335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85800" imgH="228600" progId="Equation.DSMT4">
                  <p:embed/>
                </p:oleObj>
              </mc:Choice>
              <mc:Fallback>
                <p:oleObj name="Equation" r:id="rId14" imgW="685800" imgH="228600" progId="Equation.DSMT4">
                  <p:embed/>
                  <p:pic>
                    <p:nvPicPr>
                      <p:cNvPr id="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779589"/>
                        <a:ext cx="1433512" cy="455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1187624" y="23150"/>
            <a:ext cx="6197229" cy="933450"/>
            <a:chOff x="1187624" y="23150"/>
            <a:chExt cx="6197229" cy="933450"/>
          </a:xfrm>
        </p:grpSpPr>
        <p:graphicFrame>
          <p:nvGraphicFramePr>
            <p:cNvPr id="3" name="Object 5"/>
            <p:cNvGraphicFramePr>
              <a:graphicFrameLocks noChangeAspect="1"/>
            </p:cNvGraphicFramePr>
            <p:nvPr/>
          </p:nvGraphicFramePr>
          <p:xfrm>
            <a:off x="2195736" y="23150"/>
            <a:ext cx="3451225" cy="933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50960" imgH="469800" progId="Equation.DSMT4">
                    <p:embed/>
                  </p:oleObj>
                </mc:Choice>
                <mc:Fallback>
                  <p:oleObj name="Equation" r:id="rId16" imgW="1650960" imgH="469800" progId="Equation.DSMT4">
                    <p:embed/>
                    <p:pic>
                      <p:nvPicPr>
                        <p:cNvPr id="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23150"/>
                          <a:ext cx="3451225" cy="933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2"/>
            <p:cNvSpPr txBox="1">
              <a:spLocks noChangeArrowheads="1"/>
            </p:cNvSpPr>
            <p:nvPr/>
          </p:nvSpPr>
          <p:spPr bwMode="auto">
            <a:xfrm>
              <a:off x="1187624" y="252000"/>
              <a:ext cx="1152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  <a:ea typeface="楷体_GB2312" pitchFamily="49" charset="-122"/>
                </a:rPr>
                <a:t>设函数</a:t>
              </a:r>
            </a:p>
          </p:txBody>
        </p:sp>
        <p:sp>
          <p:nvSpPr>
            <p:cNvPr id="26" name="Text Box 2"/>
            <p:cNvSpPr txBox="1">
              <a:spLocks noChangeArrowheads="1"/>
            </p:cNvSpPr>
            <p:nvPr/>
          </p:nvSpPr>
          <p:spPr bwMode="auto">
            <a:xfrm>
              <a:off x="5508104" y="252000"/>
              <a:ext cx="1152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  <a:ea typeface="楷体_GB2312" pitchFamily="49" charset="-122"/>
                </a:rPr>
                <a:t>，求</a:t>
              </a:r>
            </a:p>
          </p:txBody>
        </p:sp>
        <p:graphicFrame>
          <p:nvGraphicFramePr>
            <p:cNvPr id="14346" name="Object 10"/>
            <p:cNvGraphicFramePr>
              <a:graphicFrameLocks noChangeAspect="1"/>
            </p:cNvGraphicFramePr>
            <p:nvPr/>
          </p:nvGraphicFramePr>
          <p:xfrm>
            <a:off x="6228184" y="267494"/>
            <a:ext cx="1156669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45760" imgH="228600" progId="Equation.DSMT4">
                    <p:embed/>
                  </p:oleObj>
                </mc:Choice>
                <mc:Fallback>
                  <p:oleObj name="Equation" r:id="rId18" imgW="545760" imgH="228600" progId="Equation.DSMT4">
                    <p:embed/>
                    <p:pic>
                      <p:nvPicPr>
                        <p:cNvPr id="1434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8184" y="267494"/>
                          <a:ext cx="1156669" cy="484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20" grpId="0" animBg="1" autoUpdateAnimBg="0"/>
      <p:bldP spid="21" grpId="0" animBg="1"/>
      <p:bldP spid="24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9512" y="195486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3</a:t>
            </a:r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779662"/>
            <a:ext cx="899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解：</a:t>
            </a:r>
          </a:p>
        </p:txBody>
      </p:sp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5364090" y="1806575"/>
          <a:ext cx="14065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393480" progId="Equation.DSMT4">
                  <p:embed/>
                </p:oleObj>
              </mc:Choice>
              <mc:Fallback>
                <p:oleObj name="Equation" r:id="rId2" imgW="736560" imgH="393480" progId="Equation.DSMT4">
                  <p:embed/>
                  <p:pic>
                    <p:nvPicPr>
                      <p:cNvPr id="491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90" y="1806575"/>
                        <a:ext cx="14065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6876256" y="1995687"/>
          <a:ext cx="533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190440" progId="Equation.DSMT4">
                  <p:embed/>
                </p:oleObj>
              </mc:Choice>
              <mc:Fallback>
                <p:oleObj name="Equation" r:id="rId4" imgW="279360" imgH="190440" progId="Equation.DSMT4">
                  <p:embed/>
                  <p:pic>
                    <p:nvPicPr>
                      <p:cNvPr id="491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1995687"/>
                        <a:ext cx="5334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5364090" y="2787774"/>
          <a:ext cx="14065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419040" progId="Equation.DSMT4">
                  <p:embed/>
                </p:oleObj>
              </mc:Choice>
              <mc:Fallback>
                <p:oleObj name="Equation" r:id="rId6" imgW="736560" imgH="419040" progId="Equation.DSMT4">
                  <p:embed/>
                  <p:pic>
                    <p:nvPicPr>
                      <p:cNvPr id="491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90" y="2787774"/>
                        <a:ext cx="140652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0" name="Object 8"/>
          <p:cNvGraphicFramePr>
            <a:graphicFrameLocks noChangeAspect="1"/>
          </p:cNvGraphicFramePr>
          <p:nvPr/>
        </p:nvGraphicFramePr>
        <p:xfrm>
          <a:off x="6876256" y="3009901"/>
          <a:ext cx="533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60" imgH="177480" progId="Equation.DSMT4">
                  <p:embed/>
                </p:oleObj>
              </mc:Choice>
              <mc:Fallback>
                <p:oleObj name="Equation" r:id="rId8" imgW="279360" imgH="177480" progId="Equation.DSMT4">
                  <p:embed/>
                  <p:pic>
                    <p:nvPicPr>
                      <p:cNvPr id="491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3009901"/>
                        <a:ext cx="533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/>
          <p:cNvGraphicFramePr>
            <a:graphicFrameLocks noChangeAspect="1"/>
          </p:cNvGraphicFramePr>
          <p:nvPr/>
        </p:nvGraphicFramePr>
        <p:xfrm>
          <a:off x="1115616" y="3795886"/>
          <a:ext cx="69532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27120" imgH="215640" progId="Equation.DSMT4">
                  <p:embed/>
                </p:oleObj>
              </mc:Choice>
              <mc:Fallback>
                <p:oleObj name="Equation" r:id="rId10" imgW="3327120" imgH="215640" progId="Equation.DSMT4">
                  <p:embed/>
                  <p:pic>
                    <p:nvPicPr>
                      <p:cNvPr id="1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795886"/>
                        <a:ext cx="69532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矩形 15"/>
          <p:cNvSpPr/>
          <p:nvPr/>
        </p:nvSpPr>
        <p:spPr>
          <a:xfrm>
            <a:off x="744340" y="3734419"/>
            <a:ext cx="7684566" cy="5555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9162" name="Object 10"/>
          <p:cNvGraphicFramePr>
            <a:graphicFrameLocks noChangeAspect="1"/>
          </p:cNvGraphicFramePr>
          <p:nvPr/>
        </p:nvGraphicFramePr>
        <p:xfrm>
          <a:off x="1193378" y="2039938"/>
          <a:ext cx="838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38080" imgH="342720" progId="Equation.DSMT4">
                  <p:embed/>
                </p:oleObj>
              </mc:Choice>
              <mc:Fallback>
                <p:oleObj name="Equation" r:id="rId12" imgW="838080" imgH="342720" progId="Equation.DSMT4">
                  <p:embed/>
                  <p:pic>
                    <p:nvPicPr>
                      <p:cNvPr id="491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378" y="2039938"/>
                        <a:ext cx="838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3" name="Object 11"/>
          <p:cNvGraphicFramePr>
            <a:graphicFrameLocks noChangeAspect="1"/>
          </p:cNvGraphicFramePr>
          <p:nvPr/>
        </p:nvGraphicFramePr>
        <p:xfrm>
          <a:off x="1152103" y="2984500"/>
          <a:ext cx="85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50680" imgH="380880" progId="Equation.DSMT4">
                  <p:embed/>
                </p:oleObj>
              </mc:Choice>
              <mc:Fallback>
                <p:oleObj name="Equation" r:id="rId14" imgW="850680" imgH="380880" progId="Equation.DSMT4">
                  <p:embed/>
                  <p:pic>
                    <p:nvPicPr>
                      <p:cNvPr id="491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103" y="2984500"/>
                        <a:ext cx="850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1115616" y="-55274"/>
            <a:ext cx="8028384" cy="1414463"/>
            <a:chOff x="1115616" y="-55274"/>
            <a:chExt cx="8028384" cy="1414463"/>
          </a:xfrm>
        </p:grpSpPr>
        <p:graphicFrame>
          <p:nvGraphicFramePr>
            <p:cNvPr id="3" name="Object 5"/>
            <p:cNvGraphicFramePr>
              <a:graphicFrameLocks noChangeAspect="1"/>
            </p:cNvGraphicFramePr>
            <p:nvPr/>
          </p:nvGraphicFramePr>
          <p:xfrm>
            <a:off x="2123728" y="-55274"/>
            <a:ext cx="3929062" cy="1414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879560" imgH="711000" progId="Equation.DSMT4">
                    <p:embed/>
                  </p:oleObj>
                </mc:Choice>
                <mc:Fallback>
                  <p:oleObj name="Equation" r:id="rId16" imgW="1879560" imgH="711000" progId="Equation.DSMT4">
                    <p:embed/>
                    <p:pic>
                      <p:nvPicPr>
                        <p:cNvPr id="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-55274"/>
                          <a:ext cx="3929062" cy="1414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Object 13"/>
            <p:cNvGraphicFramePr>
              <a:graphicFrameLocks noChangeAspect="1"/>
            </p:cNvGraphicFramePr>
            <p:nvPr/>
          </p:nvGraphicFramePr>
          <p:xfrm>
            <a:off x="6516216" y="423085"/>
            <a:ext cx="897904" cy="435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19040" imgH="203040" progId="Equation.DSMT4">
                    <p:embed/>
                  </p:oleObj>
                </mc:Choice>
                <mc:Fallback>
                  <p:oleObj name="Equation" r:id="rId18" imgW="419040" imgH="203040" progId="Equation.DSMT4">
                    <p:embed/>
                    <p:pic>
                      <p:nvPicPr>
                        <p:cNvPr id="1537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216" y="423085"/>
                          <a:ext cx="897904" cy="435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2"/>
            <p:cNvSpPr txBox="1">
              <a:spLocks noChangeArrowheads="1"/>
            </p:cNvSpPr>
            <p:nvPr/>
          </p:nvSpPr>
          <p:spPr bwMode="auto">
            <a:xfrm>
              <a:off x="1115616" y="393450"/>
              <a:ext cx="1152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  <a:ea typeface="楷体_GB2312" pitchFamily="49" charset="-122"/>
                </a:rPr>
                <a:t>求函数</a:t>
              </a:r>
            </a:p>
          </p:txBody>
        </p:sp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6084168" y="393450"/>
              <a:ext cx="1152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  <a:ea typeface="楷体_GB2312" pitchFamily="49" charset="-122"/>
                </a:rPr>
                <a:t>在</a:t>
              </a:r>
            </a:p>
          </p:txBody>
        </p:sp>
        <p:sp>
          <p:nvSpPr>
            <p:cNvPr id="19" name="Text Box 2"/>
            <p:cNvSpPr txBox="1">
              <a:spLocks noChangeArrowheads="1"/>
            </p:cNvSpPr>
            <p:nvPr/>
          </p:nvSpPr>
          <p:spPr bwMode="auto">
            <a:xfrm>
              <a:off x="7308304" y="393450"/>
              <a:ext cx="18356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itchFamily="18" charset="0"/>
                  <a:ea typeface="楷体_GB2312" pitchFamily="49" charset="-122"/>
                </a:rPr>
                <a:t>的偏导数</a:t>
              </a:r>
              <a:r>
                <a:rPr kumimoji="1" lang="en-US" altLang="zh-CN" sz="2400" b="1" dirty="0">
                  <a:latin typeface="Times New Roman" pitchFamily="18" charset="0"/>
                  <a:ea typeface="楷体_GB2312" pitchFamily="49" charset="-122"/>
                </a:rPr>
                <a:t>.</a:t>
              </a:r>
              <a:endParaRPr kumimoji="1" lang="zh-CN" altLang="en-US" sz="2400" b="1" dirty="0">
                <a:latin typeface="Times New Roman" pitchFamily="18" charset="0"/>
                <a:ea typeface="楷体_GB2312" pitchFamily="49" charset="-122"/>
              </a:endParaRPr>
            </a:p>
          </p:txBody>
        </p:sp>
      </p:grpSp>
      <p:grpSp>
        <p:nvGrpSpPr>
          <p:cNvPr id="22" name="组合 24"/>
          <p:cNvGrpSpPr/>
          <p:nvPr/>
        </p:nvGrpSpPr>
        <p:grpSpPr>
          <a:xfrm>
            <a:off x="7164288" y="843558"/>
            <a:ext cx="1728192" cy="792088"/>
            <a:chOff x="4860032" y="987574"/>
            <a:chExt cx="1728192" cy="792088"/>
          </a:xfrm>
        </p:grpSpPr>
        <p:sp>
          <p:nvSpPr>
            <p:cNvPr id="23" name="云形 22"/>
            <p:cNvSpPr/>
            <p:nvPr/>
          </p:nvSpPr>
          <p:spPr>
            <a:xfrm>
              <a:off x="4860032" y="987574"/>
              <a:ext cx="1728192" cy="792088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148064" y="1203598"/>
              <a:ext cx="1008112" cy="369332"/>
            </a:xfrm>
            <a:prstGeom prst="rect">
              <a:avLst/>
            </a:prstGeom>
            <a:solidFill>
              <a:srgbClr val="FFC00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不连续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92313" y="1806575"/>
            <a:ext cx="3416300" cy="752475"/>
            <a:chOff x="1992313" y="1806575"/>
            <a:chExt cx="3416300" cy="752475"/>
          </a:xfrm>
        </p:grpSpPr>
        <p:graphicFrame>
          <p:nvGraphicFramePr>
            <p:cNvPr id="49155" name="Object 3"/>
            <p:cNvGraphicFramePr>
              <a:graphicFrameLocks noChangeAspect="1"/>
            </p:cNvGraphicFramePr>
            <p:nvPr/>
          </p:nvGraphicFramePr>
          <p:xfrm>
            <a:off x="1992313" y="1806575"/>
            <a:ext cx="3416300" cy="752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90640" imgH="393480" progId="Equation.DSMT4">
                    <p:embed/>
                  </p:oleObj>
                </mc:Choice>
                <mc:Fallback>
                  <p:oleObj name="Equation" r:id="rId20" imgW="1790640" imgH="393480" progId="Equation.DSMT4">
                    <p:embed/>
                    <p:pic>
                      <p:nvPicPr>
                        <p:cNvPr id="4915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313" y="1806575"/>
                          <a:ext cx="3416300" cy="752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7" name="Object 8"/>
            <p:cNvGraphicFramePr>
              <a:graphicFrameLocks noChangeAspect="1"/>
            </p:cNvGraphicFramePr>
            <p:nvPr/>
          </p:nvGraphicFramePr>
          <p:xfrm>
            <a:off x="3066455" y="1868746"/>
            <a:ext cx="785465" cy="270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914400" imgH="304560" progId="Equation.DSMT4">
                    <p:embed/>
                  </p:oleObj>
                </mc:Choice>
                <mc:Fallback>
                  <p:oleObj name="Equation" r:id="rId22" imgW="914400" imgH="304560" progId="Equation.DSMT4">
                    <p:embed/>
                    <p:pic>
                      <p:nvPicPr>
                        <p:cNvPr id="924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6455" y="1868746"/>
                          <a:ext cx="785465" cy="2709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8"/>
            <p:cNvGraphicFramePr>
              <a:graphicFrameLocks noChangeAspect="1"/>
            </p:cNvGraphicFramePr>
            <p:nvPr/>
          </p:nvGraphicFramePr>
          <p:xfrm>
            <a:off x="4759002" y="1851670"/>
            <a:ext cx="173038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03040" imgH="304560" progId="Equation.DSMT4">
                    <p:embed/>
                  </p:oleObj>
                </mc:Choice>
                <mc:Fallback>
                  <p:oleObj name="Equation" r:id="rId24" imgW="203040" imgH="304560" progId="Equation.DSMT4">
                    <p:embed/>
                    <p:pic>
                      <p:nvPicPr>
                        <p:cNvPr id="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9002" y="1851670"/>
                          <a:ext cx="173038" cy="271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2005013" y="2763838"/>
            <a:ext cx="3368675" cy="801687"/>
            <a:chOff x="2005013" y="2763838"/>
            <a:chExt cx="3368675" cy="801687"/>
          </a:xfrm>
        </p:grpSpPr>
        <p:graphicFrame>
          <p:nvGraphicFramePr>
            <p:cNvPr id="49158" name="Object 6"/>
            <p:cNvGraphicFramePr>
              <a:graphicFrameLocks noChangeAspect="1"/>
            </p:cNvGraphicFramePr>
            <p:nvPr/>
          </p:nvGraphicFramePr>
          <p:xfrm>
            <a:off x="2005013" y="2763838"/>
            <a:ext cx="3368675" cy="801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765080" imgH="419040" progId="Equation.DSMT4">
                    <p:embed/>
                  </p:oleObj>
                </mc:Choice>
                <mc:Fallback>
                  <p:oleObj name="Equation" r:id="rId26" imgW="1765080" imgH="419040" progId="Equation.DSMT4">
                    <p:embed/>
                    <p:pic>
                      <p:nvPicPr>
                        <p:cNvPr id="4915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5013" y="2763838"/>
                          <a:ext cx="3368675" cy="801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8"/>
            <p:cNvGraphicFramePr>
              <a:graphicFrameLocks noChangeAspect="1"/>
            </p:cNvGraphicFramePr>
            <p:nvPr/>
          </p:nvGraphicFramePr>
          <p:xfrm>
            <a:off x="3271838" y="2820789"/>
            <a:ext cx="795337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927000" imgH="368280" progId="Equation.DSMT4">
                    <p:embed/>
                  </p:oleObj>
                </mc:Choice>
                <mc:Fallback>
                  <p:oleObj name="Equation" r:id="rId28" imgW="927000" imgH="368280" progId="Equation.DSMT4">
                    <p:embed/>
                    <p:pic>
                      <p:nvPicPr>
                        <p:cNvPr id="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1838" y="2820789"/>
                          <a:ext cx="795337" cy="327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5004048" y="2825057"/>
            <a:ext cx="173038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203040" imgH="304560" progId="Equation.DSMT4">
                    <p:embed/>
                  </p:oleObj>
                </mc:Choice>
                <mc:Fallback>
                  <p:oleObj name="Equation" r:id="rId30" imgW="203040" imgH="304560" progId="Equation.DSMT4">
                    <p:embed/>
                    <p:pic>
                      <p:nvPicPr>
                        <p:cNvPr id="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4048" y="2825057"/>
                          <a:ext cx="173038" cy="271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2"/>
          <p:cNvSpPr txBox="1">
            <a:spLocks noChangeArrowheads="1"/>
          </p:cNvSpPr>
          <p:nvPr/>
        </p:nvSpPr>
        <p:spPr bwMode="auto">
          <a:xfrm>
            <a:off x="0" y="0"/>
            <a:ext cx="5562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3200" b="1" kern="0" dirty="0">
                <a:solidFill>
                  <a:srgbClr val="333399"/>
                </a:solidFill>
                <a:latin typeface="+mn-lt"/>
                <a:ea typeface="楷体_GB2312" pitchFamily="49" charset="-122"/>
              </a:rPr>
              <a:t>二、偏导数的几何意义</a:t>
            </a: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3270694" y="1059582"/>
            <a:ext cx="5328592" cy="613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>
              <a:defRPr/>
            </a:pPr>
            <a:r>
              <a:rPr lang="zh-CN" altLang="en-US" sz="2800" b="1" kern="0" dirty="0">
                <a:solidFill>
                  <a:srgbClr val="333399"/>
                </a:solidFill>
                <a:latin typeface="+mn-lt"/>
                <a:ea typeface="楷体_GB2312" pitchFamily="49" charset="-122"/>
              </a:rPr>
              <a:t>截痕曲线在对应点处切线的斜率</a:t>
            </a:r>
          </a:p>
        </p:txBody>
      </p:sp>
      <p:graphicFrame>
        <p:nvGraphicFramePr>
          <p:cNvPr id="83" name="Object 4"/>
          <p:cNvGraphicFramePr>
            <a:graphicFrameLocks noChangeAspect="1"/>
          </p:cNvGraphicFramePr>
          <p:nvPr/>
        </p:nvGraphicFramePr>
        <p:xfrm>
          <a:off x="6548334" y="2374890"/>
          <a:ext cx="1583408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888840" progId="Equation.DSMT4">
                  <p:embed/>
                </p:oleObj>
              </mc:Choice>
              <mc:Fallback>
                <p:oleObj name="Equation" r:id="rId2" imgW="1892160" imgH="888840" progId="Equation.DSMT4">
                  <p:embed/>
                  <p:pic>
                    <p:nvPicPr>
                      <p:cNvPr id="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8334" y="2374890"/>
                        <a:ext cx="1583408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Text Box 14"/>
          <p:cNvSpPr txBox="1">
            <a:spLocks noChangeArrowheads="1"/>
          </p:cNvSpPr>
          <p:nvPr/>
        </p:nvSpPr>
        <p:spPr bwMode="auto">
          <a:xfrm>
            <a:off x="5577107" y="2499742"/>
            <a:ext cx="10424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曲线</a:t>
            </a:r>
          </a:p>
        </p:txBody>
      </p:sp>
      <p:grpSp>
        <p:nvGrpSpPr>
          <p:cNvPr id="13" name="组合 90"/>
          <p:cNvGrpSpPr/>
          <p:nvPr/>
        </p:nvGrpSpPr>
        <p:grpSpPr>
          <a:xfrm>
            <a:off x="3702742" y="3094971"/>
            <a:ext cx="4896544" cy="566309"/>
            <a:chOff x="4247456" y="3094970"/>
            <a:chExt cx="4896544" cy="566309"/>
          </a:xfrm>
        </p:grpSpPr>
        <p:sp>
          <p:nvSpPr>
            <p:cNvPr id="78" name="Text Box 10"/>
            <p:cNvSpPr txBox="1">
              <a:spLocks noChangeArrowheads="1"/>
            </p:cNvSpPr>
            <p:nvPr/>
          </p:nvSpPr>
          <p:spPr bwMode="auto">
            <a:xfrm>
              <a:off x="7811344" y="3094970"/>
              <a:ext cx="1332656" cy="566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处切线</a:t>
              </a:r>
            </a:p>
          </p:txBody>
        </p:sp>
        <p:sp>
          <p:nvSpPr>
            <p:cNvPr id="85" name="Text Box 10"/>
            <p:cNvSpPr txBox="1">
              <a:spLocks noChangeArrowheads="1"/>
            </p:cNvSpPr>
            <p:nvPr/>
          </p:nvSpPr>
          <p:spPr bwMode="auto">
            <a:xfrm>
              <a:off x="4247456" y="3094970"/>
              <a:ext cx="1224136" cy="566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zh-CN" altLang="en-US" sz="2800" dirty="0">
                  <a:solidFill>
                    <a:srgbClr val="000000"/>
                  </a:solidFill>
                  <a:latin typeface="Times New Roman" pitchFamily="18" charset="0"/>
                  <a:ea typeface="楷体_GB2312" pitchFamily="49" charset="-122"/>
                </a:rPr>
                <a:t>在点</a:t>
              </a:r>
            </a:p>
          </p:txBody>
        </p:sp>
        <p:graphicFrame>
          <p:nvGraphicFramePr>
            <p:cNvPr id="86" name="Object 5"/>
            <p:cNvGraphicFramePr>
              <a:graphicFrameLocks noChangeAspect="1"/>
            </p:cNvGraphicFramePr>
            <p:nvPr/>
          </p:nvGraphicFramePr>
          <p:xfrm>
            <a:off x="5039544" y="3166978"/>
            <a:ext cx="2738438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946240" imgH="431640" progId="Equation.DSMT4">
                    <p:embed/>
                  </p:oleObj>
                </mc:Choice>
                <mc:Fallback>
                  <p:oleObj name="Equation" r:id="rId4" imgW="2946240" imgH="431640" progId="Equation.DSMT4">
                    <p:embed/>
                    <p:pic>
                      <p:nvPicPr>
                        <p:cNvPr id="8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9544" y="3166978"/>
                          <a:ext cx="2738438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7" name="矩形 86"/>
          <p:cNvSpPr/>
          <p:nvPr/>
        </p:nvSpPr>
        <p:spPr>
          <a:xfrm>
            <a:off x="3702742" y="3743042"/>
            <a:ext cx="13516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的斜率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.</a:t>
            </a:r>
            <a:endParaRPr lang="zh-CN" altLang="en-US" dirty="0"/>
          </a:p>
        </p:txBody>
      </p:sp>
      <p:grpSp>
        <p:nvGrpSpPr>
          <p:cNvPr id="15" name="组合 88"/>
          <p:cNvGrpSpPr/>
          <p:nvPr/>
        </p:nvGrpSpPr>
        <p:grpSpPr>
          <a:xfrm>
            <a:off x="4572000" y="72009"/>
            <a:ext cx="4392488" cy="1419622"/>
            <a:chOff x="4572000" y="72008"/>
            <a:chExt cx="4392488" cy="1419622"/>
          </a:xfrm>
        </p:grpSpPr>
        <p:graphicFrame>
          <p:nvGraphicFramePr>
            <p:cNvPr id="72" name="Object 3"/>
            <p:cNvGraphicFramePr>
              <a:graphicFrameLocks noChangeAspect="1"/>
            </p:cNvGraphicFramePr>
            <p:nvPr/>
          </p:nvGraphicFramePr>
          <p:xfrm>
            <a:off x="4716016" y="72008"/>
            <a:ext cx="1151617" cy="658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50680" imgH="520560" progId="Equation.DSMT4">
                    <p:embed/>
                  </p:oleObj>
                </mc:Choice>
                <mc:Fallback>
                  <p:oleObj name="Equation" r:id="rId6" imgW="850680" imgH="520560" progId="Equation.DSMT4">
                    <p:embed/>
                    <p:pic>
                      <p:nvPicPr>
                        <p:cNvPr id="72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016" y="72008"/>
                          <a:ext cx="1151617" cy="658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73" name="Object 19"/>
            <p:cNvGraphicFramePr>
              <a:graphicFrameLocks noChangeAspect="1"/>
            </p:cNvGraphicFramePr>
            <p:nvPr/>
          </p:nvGraphicFramePr>
          <p:xfrm>
            <a:off x="5796136" y="147005"/>
            <a:ext cx="3096344" cy="552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054400" imgH="901440" progId="Equation.3">
                    <p:embed/>
                  </p:oleObj>
                </mc:Choice>
                <mc:Fallback>
                  <p:oleObj name="Equation" r:id="rId8" imgW="5054400" imgH="901440" progId="Equation.3">
                    <p:embed/>
                    <p:pic>
                      <p:nvPicPr>
                        <p:cNvPr id="927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6136" y="147005"/>
                          <a:ext cx="3096344" cy="552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74" name="Object 20"/>
            <p:cNvGraphicFramePr>
              <a:graphicFrameLocks noChangeAspect="1"/>
            </p:cNvGraphicFramePr>
            <p:nvPr/>
          </p:nvGraphicFramePr>
          <p:xfrm>
            <a:off x="5830857" y="771549"/>
            <a:ext cx="1693625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31560" imgH="419040" progId="Equation.DSMT4">
                    <p:embed/>
                  </p:oleObj>
                </mc:Choice>
                <mc:Fallback>
                  <p:oleObj name="Equation" r:id="rId10" imgW="1231560" imgH="419040" progId="Equation.DSMT4">
                    <p:embed/>
                    <p:pic>
                      <p:nvPicPr>
                        <p:cNvPr id="927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0857" y="771549"/>
                          <a:ext cx="1693625" cy="5760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圆角矩形 87"/>
            <p:cNvSpPr/>
            <p:nvPr/>
          </p:nvSpPr>
          <p:spPr>
            <a:xfrm>
              <a:off x="4572000" y="72008"/>
              <a:ext cx="4392488" cy="141962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6104" name="Object 3"/>
          <p:cNvGraphicFramePr>
            <a:graphicFrameLocks noChangeAspect="1"/>
          </p:cNvGraphicFramePr>
          <p:nvPr/>
        </p:nvGraphicFramePr>
        <p:xfrm>
          <a:off x="3883270" y="2355727"/>
          <a:ext cx="1276734" cy="730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50680" imgH="520560" progId="Equation.DSMT4">
                  <p:embed/>
                </p:oleObj>
              </mc:Choice>
              <mc:Fallback>
                <p:oleObj name="Equation" r:id="rId6" imgW="850680" imgH="520560" progId="Equation.DSMT4">
                  <p:embed/>
                  <p:pic>
                    <p:nvPicPr>
                      <p:cNvPr id="4610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270" y="2355727"/>
                        <a:ext cx="1276734" cy="7308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20"/>
          <p:cNvGraphicFramePr>
            <a:graphicFrameLocks noChangeAspect="1"/>
          </p:cNvGraphicFramePr>
          <p:nvPr/>
        </p:nvGraphicFramePr>
        <p:xfrm>
          <a:off x="3595240" y="1635647"/>
          <a:ext cx="15097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228600" progId="Equation.DSMT4">
                  <p:embed/>
                </p:oleObj>
              </mc:Choice>
              <mc:Fallback>
                <p:oleObj name="Equation" r:id="rId13" imgW="914400" imgH="228600" progId="Equation.DSMT4">
                  <p:embed/>
                  <p:pic>
                    <p:nvPicPr>
                      <p:cNvPr id="9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240" y="1635647"/>
                        <a:ext cx="1509713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/>
          <p:cNvGraphicFramePr>
            <a:graphicFrameLocks noChangeAspect="1"/>
          </p:cNvGraphicFramePr>
          <p:nvPr/>
        </p:nvGraphicFramePr>
        <p:xfrm>
          <a:off x="5394325" y="1492250"/>
          <a:ext cx="26416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00200" imgH="457200" progId="Equation.DSMT4">
                  <p:embed/>
                </p:oleObj>
              </mc:Choice>
              <mc:Fallback>
                <p:oleObj name="Equation" r:id="rId15" imgW="1600200" imgH="457200" progId="Equation.DSMT4">
                  <p:embed/>
                  <p:pic>
                    <p:nvPicPr>
                      <p:cNvPr id="1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325" y="1492250"/>
                        <a:ext cx="2641600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矩形 91"/>
          <p:cNvSpPr/>
          <p:nvPr/>
        </p:nvSpPr>
        <p:spPr>
          <a:xfrm>
            <a:off x="5139731" y="2499742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是</a:t>
            </a:r>
            <a:endParaRPr lang="zh-CN" altLang="en-US" dirty="0"/>
          </a:p>
        </p:txBody>
      </p:sp>
      <p:sp>
        <p:nvSpPr>
          <p:cNvPr id="61" name="Freeform 12"/>
          <p:cNvSpPr>
            <a:spLocks/>
          </p:cNvSpPr>
          <p:nvPr/>
        </p:nvSpPr>
        <p:spPr bwMode="auto">
          <a:xfrm rot="21293200">
            <a:off x="791075" y="1836375"/>
            <a:ext cx="3024335" cy="1728192"/>
          </a:xfrm>
          <a:custGeom>
            <a:avLst/>
            <a:gdLst>
              <a:gd name="T0" fmla="*/ 2147483647 w 3391"/>
              <a:gd name="T1" fmla="*/ 0 h 2256"/>
              <a:gd name="T2" fmla="*/ 2147483647 w 3391"/>
              <a:gd name="T3" fmla="*/ 279736528 h 2256"/>
              <a:gd name="T4" fmla="*/ 2147483647 w 3391"/>
              <a:gd name="T5" fmla="*/ 592235867 h 2256"/>
              <a:gd name="T6" fmla="*/ 2033765319 w 3391"/>
              <a:gd name="T7" fmla="*/ 1066025235 h 2256"/>
              <a:gd name="T8" fmla="*/ 1663302888 w 3391"/>
              <a:gd name="T9" fmla="*/ 1320561700 h 2256"/>
              <a:gd name="T10" fmla="*/ 1242436161 w 3391"/>
              <a:gd name="T11" fmla="*/ 1675903181 h 2256"/>
              <a:gd name="T12" fmla="*/ 846772574 w 3391"/>
              <a:gd name="T13" fmla="*/ 2003523351 h 2256"/>
              <a:gd name="T14" fmla="*/ 365423410 w 3391"/>
              <a:gd name="T15" fmla="*/ 2147483647 h 2256"/>
              <a:gd name="T16" fmla="*/ 0 w 3391"/>
              <a:gd name="T17" fmla="*/ 2147483647 h 2256"/>
              <a:gd name="T18" fmla="*/ 551913413 w 3391"/>
              <a:gd name="T19" fmla="*/ 2147483647 h 2256"/>
              <a:gd name="T20" fmla="*/ 1212194298 w 3391"/>
              <a:gd name="T21" fmla="*/ 2147483647 h 2256"/>
              <a:gd name="T22" fmla="*/ 1779230429 w 3391"/>
              <a:gd name="T23" fmla="*/ 2147483647 h 2256"/>
              <a:gd name="T24" fmla="*/ 2147483647 w 3391"/>
              <a:gd name="T25" fmla="*/ 2147483647 h 2256"/>
              <a:gd name="T26" fmla="*/ 2147483647 w 3391"/>
              <a:gd name="T27" fmla="*/ 2147483647 h 2256"/>
              <a:gd name="T28" fmla="*/ 2147483647 w 3391"/>
              <a:gd name="T29" fmla="*/ 2147483647 h 2256"/>
              <a:gd name="T30" fmla="*/ 2147483647 w 3391"/>
              <a:gd name="T31" fmla="*/ 2147483647 h 2256"/>
              <a:gd name="T32" fmla="*/ 2147483647 w 3391"/>
              <a:gd name="T33" fmla="*/ 2147483647 h 2256"/>
              <a:gd name="T34" fmla="*/ 2147483647 w 3391"/>
              <a:gd name="T35" fmla="*/ 2147483647 h 2256"/>
              <a:gd name="T36" fmla="*/ 2147483647 w 3391"/>
              <a:gd name="T37" fmla="*/ 2147483647 h 2256"/>
              <a:gd name="T38" fmla="*/ 2147483647 w 3391"/>
              <a:gd name="T39" fmla="*/ 2147483647 h 2256"/>
              <a:gd name="T40" fmla="*/ 2147483647 w 3391"/>
              <a:gd name="T41" fmla="*/ 2147483647 h 2256"/>
              <a:gd name="T42" fmla="*/ 2147483647 w 3391"/>
              <a:gd name="T43" fmla="*/ 2147483647 h 2256"/>
              <a:gd name="T44" fmla="*/ 2147483647 w 3391"/>
              <a:gd name="T45" fmla="*/ 2147483647 h 2256"/>
              <a:gd name="T46" fmla="*/ 2147483647 w 3391"/>
              <a:gd name="T47" fmla="*/ 2147483647 h 2256"/>
              <a:gd name="T48" fmla="*/ 2147483647 w 3391"/>
              <a:gd name="T49" fmla="*/ 2147483647 h 2256"/>
              <a:gd name="T50" fmla="*/ 2147483647 w 3391"/>
              <a:gd name="T51" fmla="*/ 2147483647 h 2256"/>
              <a:gd name="T52" fmla="*/ 2147483647 w 3391"/>
              <a:gd name="T53" fmla="*/ 2147483647 h 2256"/>
              <a:gd name="T54" fmla="*/ 2147483647 w 3391"/>
              <a:gd name="T55" fmla="*/ 2147483647 h 2256"/>
              <a:gd name="T56" fmla="*/ 2147483647 w 3391"/>
              <a:gd name="T57" fmla="*/ 2147483647 h 2256"/>
              <a:gd name="T58" fmla="*/ 2147483647 w 3391"/>
              <a:gd name="T59" fmla="*/ 2147483647 h 2256"/>
              <a:gd name="T60" fmla="*/ 2147483647 w 3391"/>
              <a:gd name="T61" fmla="*/ 2147483647 h 2256"/>
              <a:gd name="T62" fmla="*/ 2147483647 w 3391"/>
              <a:gd name="T63" fmla="*/ 2147483647 h 2256"/>
              <a:gd name="T64" fmla="*/ 2147483647 w 3391"/>
              <a:gd name="T65" fmla="*/ 2147483647 h 2256"/>
              <a:gd name="T66" fmla="*/ 2147483647 w 3391"/>
              <a:gd name="T67" fmla="*/ 1801910939 h 2256"/>
              <a:gd name="T68" fmla="*/ 2147483647 w 3391"/>
              <a:gd name="T69" fmla="*/ 1320561700 h 2256"/>
              <a:gd name="T70" fmla="*/ 2147483647 w 3391"/>
              <a:gd name="T71" fmla="*/ 912296564 h 2256"/>
              <a:gd name="T72" fmla="*/ 2147483647 w 3391"/>
              <a:gd name="T73" fmla="*/ 607356798 h 2256"/>
              <a:gd name="T74" fmla="*/ 2147483647 w 3391"/>
              <a:gd name="T75" fmla="*/ 468749058 h 2256"/>
              <a:gd name="T76" fmla="*/ 2147483647 w 3391"/>
              <a:gd name="T77" fmla="*/ 330141219 h 2256"/>
              <a:gd name="T78" fmla="*/ 2147483647 w 3391"/>
              <a:gd name="T79" fmla="*/ 234373735 h 2256"/>
              <a:gd name="T80" fmla="*/ 2147483647 w 3391"/>
              <a:gd name="T81" fmla="*/ 161289980 h 2256"/>
              <a:gd name="T82" fmla="*/ 2147483647 w 3391"/>
              <a:gd name="T83" fmla="*/ 0 h 225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391"/>
              <a:gd name="T127" fmla="*/ 0 h 2256"/>
              <a:gd name="T128" fmla="*/ 3391 w 3391"/>
              <a:gd name="T129" fmla="*/ 2256 h 225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391" h="2256">
                <a:moveTo>
                  <a:pt x="1500" y="0"/>
                </a:moveTo>
                <a:lnTo>
                  <a:pt x="1276" y="111"/>
                </a:lnTo>
                <a:lnTo>
                  <a:pt x="1055" y="235"/>
                </a:lnTo>
                <a:lnTo>
                  <a:pt x="807" y="423"/>
                </a:lnTo>
                <a:lnTo>
                  <a:pt x="660" y="524"/>
                </a:lnTo>
                <a:lnTo>
                  <a:pt x="493" y="665"/>
                </a:lnTo>
                <a:lnTo>
                  <a:pt x="336" y="795"/>
                </a:lnTo>
                <a:lnTo>
                  <a:pt x="145" y="957"/>
                </a:lnTo>
                <a:lnTo>
                  <a:pt x="0" y="1108"/>
                </a:lnTo>
                <a:lnTo>
                  <a:pt x="219" y="1199"/>
                </a:lnTo>
                <a:lnTo>
                  <a:pt x="481" y="1289"/>
                </a:lnTo>
                <a:lnTo>
                  <a:pt x="706" y="1410"/>
                </a:lnTo>
                <a:lnTo>
                  <a:pt x="930" y="1531"/>
                </a:lnTo>
                <a:lnTo>
                  <a:pt x="1164" y="1671"/>
                </a:lnTo>
                <a:lnTo>
                  <a:pt x="1290" y="1753"/>
                </a:lnTo>
                <a:lnTo>
                  <a:pt x="1355" y="1797"/>
                </a:lnTo>
                <a:lnTo>
                  <a:pt x="1422" y="1853"/>
                </a:lnTo>
                <a:lnTo>
                  <a:pt x="1475" y="1905"/>
                </a:lnTo>
                <a:lnTo>
                  <a:pt x="1523" y="1960"/>
                </a:lnTo>
                <a:lnTo>
                  <a:pt x="1572" y="2017"/>
                </a:lnTo>
                <a:lnTo>
                  <a:pt x="1612" y="2074"/>
                </a:lnTo>
                <a:lnTo>
                  <a:pt x="1635" y="2124"/>
                </a:lnTo>
                <a:lnTo>
                  <a:pt x="1652" y="2164"/>
                </a:lnTo>
                <a:lnTo>
                  <a:pt x="1691" y="2256"/>
                </a:lnTo>
                <a:lnTo>
                  <a:pt x="1869" y="2064"/>
                </a:lnTo>
                <a:lnTo>
                  <a:pt x="2025" y="1873"/>
                </a:lnTo>
                <a:lnTo>
                  <a:pt x="2239" y="1641"/>
                </a:lnTo>
                <a:lnTo>
                  <a:pt x="2485" y="1471"/>
                </a:lnTo>
                <a:lnTo>
                  <a:pt x="2698" y="1380"/>
                </a:lnTo>
                <a:lnTo>
                  <a:pt x="2911" y="1299"/>
                </a:lnTo>
                <a:lnTo>
                  <a:pt x="3156" y="1218"/>
                </a:lnTo>
                <a:lnTo>
                  <a:pt x="3391" y="1178"/>
                </a:lnTo>
                <a:lnTo>
                  <a:pt x="3190" y="947"/>
                </a:lnTo>
                <a:lnTo>
                  <a:pt x="2966" y="715"/>
                </a:lnTo>
                <a:lnTo>
                  <a:pt x="2731" y="524"/>
                </a:lnTo>
                <a:lnTo>
                  <a:pt x="2507" y="362"/>
                </a:lnTo>
                <a:lnTo>
                  <a:pt x="2239" y="241"/>
                </a:lnTo>
                <a:lnTo>
                  <a:pt x="2111" y="186"/>
                </a:lnTo>
                <a:lnTo>
                  <a:pt x="1959" y="131"/>
                </a:lnTo>
                <a:lnTo>
                  <a:pt x="1832" y="93"/>
                </a:lnTo>
                <a:lnTo>
                  <a:pt x="1737" y="64"/>
                </a:lnTo>
                <a:lnTo>
                  <a:pt x="1500" y="0"/>
                </a:lnTo>
                <a:close/>
              </a:path>
            </a:pathLst>
          </a:custGeom>
          <a:solidFill>
            <a:srgbClr val="CC9900">
              <a:alpha val="69804"/>
            </a:srgbClr>
          </a:solidFill>
          <a:ln w="9525">
            <a:solidFill>
              <a:srgbClr val="4F81BD">
                <a:alpha val="1961"/>
              </a:srgbClr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>
              <a:solidFill>
                <a:srgbClr val="5F5F5F"/>
              </a:solidFill>
            </a:endParaRPr>
          </a:p>
        </p:txBody>
      </p:sp>
      <p:grpSp>
        <p:nvGrpSpPr>
          <p:cNvPr id="63" name="组合 64"/>
          <p:cNvGrpSpPr/>
          <p:nvPr/>
        </p:nvGrpSpPr>
        <p:grpSpPr>
          <a:xfrm>
            <a:off x="1227183" y="3728468"/>
            <a:ext cx="1868816" cy="228600"/>
            <a:chOff x="1766735" y="2814761"/>
            <a:chExt cx="1868816" cy="228600"/>
          </a:xfrm>
        </p:grpSpPr>
        <p:sp>
          <p:nvSpPr>
            <p:cNvPr id="64" name="Line 30"/>
            <p:cNvSpPr>
              <a:spLocks noChangeShapeType="1"/>
            </p:cNvSpPr>
            <p:nvPr/>
          </p:nvSpPr>
          <p:spPr bwMode="auto">
            <a:xfrm>
              <a:off x="1766735" y="2860998"/>
              <a:ext cx="17160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5" name="Object 35"/>
            <p:cNvGraphicFramePr>
              <a:graphicFrameLocks noChangeAspect="1"/>
            </p:cNvGraphicFramePr>
            <p:nvPr/>
          </p:nvGraphicFramePr>
          <p:xfrm>
            <a:off x="3452988" y="2814761"/>
            <a:ext cx="182563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41200" imgH="304560" progId="Equation.3">
                    <p:embed/>
                  </p:oleObj>
                </mc:Choice>
                <mc:Fallback>
                  <p:oleObj name="Equation" r:id="rId17" imgW="241200" imgH="304560" progId="Equation.3">
                    <p:embed/>
                    <p:pic>
                      <p:nvPicPr>
                        <p:cNvPr id="65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2988" y="2814761"/>
                          <a:ext cx="182563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/>
          <p:cNvGrpSpPr/>
          <p:nvPr/>
        </p:nvGrpSpPr>
        <p:grpSpPr>
          <a:xfrm>
            <a:off x="935411" y="1829421"/>
            <a:ext cx="300300" cy="1945284"/>
            <a:chOff x="1474963" y="915714"/>
            <a:chExt cx="300300" cy="1945284"/>
          </a:xfrm>
        </p:grpSpPr>
        <p:sp>
          <p:nvSpPr>
            <p:cNvPr id="67" name="Line 32"/>
            <p:cNvSpPr>
              <a:spLocks noChangeShapeType="1"/>
            </p:cNvSpPr>
            <p:nvPr/>
          </p:nvSpPr>
          <p:spPr bwMode="auto">
            <a:xfrm flipV="1">
              <a:off x="1766735" y="1059582"/>
              <a:ext cx="0" cy="4119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3"/>
            <p:cNvSpPr>
              <a:spLocks noChangeShapeType="1"/>
            </p:cNvSpPr>
            <p:nvPr/>
          </p:nvSpPr>
          <p:spPr bwMode="auto">
            <a:xfrm flipV="1">
              <a:off x="1766735" y="2088282"/>
              <a:ext cx="0" cy="7727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34"/>
            <p:cNvSpPr>
              <a:spLocks noChangeShapeType="1"/>
            </p:cNvSpPr>
            <p:nvPr/>
          </p:nvSpPr>
          <p:spPr bwMode="auto">
            <a:xfrm rot="60000" flipV="1">
              <a:off x="1775263" y="1491630"/>
              <a:ext cx="0" cy="6167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" name="Object 37"/>
            <p:cNvGraphicFramePr>
              <a:graphicFrameLocks noChangeAspect="1"/>
            </p:cNvGraphicFramePr>
            <p:nvPr/>
          </p:nvGraphicFramePr>
          <p:xfrm>
            <a:off x="1474963" y="915714"/>
            <a:ext cx="153988" cy="175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040" imgH="215640" progId="Equation.DSMT4">
                    <p:embed/>
                  </p:oleObj>
                </mc:Choice>
                <mc:Fallback>
                  <p:oleObj name="Equation" r:id="rId19" imgW="203040" imgH="215640" progId="Equation.DSMT4">
                    <p:embed/>
                    <p:pic>
                      <p:nvPicPr>
                        <p:cNvPr id="71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963" y="915714"/>
                          <a:ext cx="153988" cy="1750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组合 63"/>
          <p:cNvGrpSpPr/>
          <p:nvPr/>
        </p:nvGrpSpPr>
        <p:grpSpPr>
          <a:xfrm>
            <a:off x="251520" y="3638534"/>
            <a:ext cx="964090" cy="937013"/>
            <a:chOff x="802643" y="2727846"/>
            <a:chExt cx="964090" cy="937013"/>
          </a:xfrm>
        </p:grpSpPr>
        <p:sp>
          <p:nvSpPr>
            <p:cNvPr id="74" name="Line 31"/>
            <p:cNvSpPr>
              <a:spLocks noChangeShapeType="1"/>
            </p:cNvSpPr>
            <p:nvPr/>
          </p:nvSpPr>
          <p:spPr bwMode="auto">
            <a:xfrm flipH="1">
              <a:off x="802643" y="2859782"/>
              <a:ext cx="964090" cy="5294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5" name="Object 36"/>
            <p:cNvGraphicFramePr>
              <a:graphicFrameLocks noChangeAspect="1"/>
            </p:cNvGraphicFramePr>
            <p:nvPr/>
          </p:nvGraphicFramePr>
          <p:xfrm>
            <a:off x="827580" y="3461262"/>
            <a:ext cx="184150" cy="203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5640" imgH="228600" progId="Equation.3">
                    <p:embed/>
                  </p:oleObj>
                </mc:Choice>
                <mc:Fallback>
                  <p:oleObj name="Equation" r:id="rId21" imgW="215640" imgH="228600" progId="Equation.3">
                    <p:embed/>
                    <p:pic>
                      <p:nvPicPr>
                        <p:cNvPr id="75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580" y="3461262"/>
                          <a:ext cx="184150" cy="2035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38"/>
            <p:cNvGraphicFramePr>
              <a:graphicFrameLocks noChangeAspect="1"/>
            </p:cNvGraphicFramePr>
            <p:nvPr/>
          </p:nvGraphicFramePr>
          <p:xfrm>
            <a:off x="1500363" y="2727846"/>
            <a:ext cx="150813" cy="165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04560" imgH="317160" progId="Equation.DSMT4">
                    <p:embed/>
                  </p:oleObj>
                </mc:Choice>
                <mc:Fallback>
                  <p:oleObj name="Equation" r:id="rId23" imgW="304560" imgH="317160" progId="Equation.DSMT4">
                    <p:embed/>
                    <p:pic>
                      <p:nvPicPr>
                        <p:cNvPr id="7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0363" y="2727846"/>
                          <a:ext cx="150813" cy="1654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组合 108"/>
          <p:cNvGrpSpPr/>
          <p:nvPr/>
        </p:nvGrpSpPr>
        <p:grpSpPr>
          <a:xfrm>
            <a:off x="251520" y="3847010"/>
            <a:ext cx="1499532" cy="320663"/>
            <a:chOff x="791072" y="3489583"/>
            <a:chExt cx="1499532" cy="320663"/>
          </a:xfrm>
        </p:grpSpPr>
        <p:graphicFrame>
          <p:nvGraphicFramePr>
            <p:cNvPr id="80" name="Object 15"/>
            <p:cNvGraphicFramePr>
              <a:graphicFrameLocks noChangeAspect="1"/>
            </p:cNvGraphicFramePr>
            <p:nvPr/>
          </p:nvGraphicFramePr>
          <p:xfrm>
            <a:off x="791072" y="3489583"/>
            <a:ext cx="239466" cy="308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330120" imgH="431640" progId="Equation.3">
                    <p:embed/>
                  </p:oleObj>
                </mc:Choice>
                <mc:Fallback>
                  <p:oleObj name="Equation" r:id="rId25" imgW="330120" imgH="431640" progId="Equation.3">
                    <p:embed/>
                    <p:pic>
                      <p:nvPicPr>
                        <p:cNvPr id="8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1072" y="3489583"/>
                          <a:ext cx="239466" cy="3089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1" name="直接连接符 80"/>
            <p:cNvCxnSpPr/>
            <p:nvPr/>
          </p:nvCxnSpPr>
          <p:spPr>
            <a:xfrm>
              <a:off x="1079104" y="3798499"/>
              <a:ext cx="1211500" cy="1174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109"/>
          <p:cNvGrpSpPr/>
          <p:nvPr/>
        </p:nvGrpSpPr>
        <p:grpSpPr>
          <a:xfrm>
            <a:off x="1791186" y="3435846"/>
            <a:ext cx="646278" cy="708506"/>
            <a:chOff x="2330738" y="3078419"/>
            <a:chExt cx="646278" cy="708506"/>
          </a:xfrm>
        </p:grpSpPr>
        <p:graphicFrame>
          <p:nvGraphicFramePr>
            <p:cNvPr id="89" name="Object 42"/>
            <p:cNvGraphicFramePr>
              <a:graphicFrameLocks noChangeAspect="1"/>
            </p:cNvGraphicFramePr>
            <p:nvPr/>
          </p:nvGraphicFramePr>
          <p:xfrm>
            <a:off x="2735288" y="3078419"/>
            <a:ext cx="241728" cy="296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355320" imgH="431640" progId="Equation.3">
                    <p:embed/>
                  </p:oleObj>
                </mc:Choice>
                <mc:Fallback>
                  <p:oleObj name="Equation" r:id="rId27" imgW="355320" imgH="431640" progId="Equation.3">
                    <p:embed/>
                    <p:pic>
                      <p:nvPicPr>
                        <p:cNvPr id="89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5288" y="3078419"/>
                          <a:ext cx="241728" cy="2965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1" name="直接连接符 90"/>
            <p:cNvCxnSpPr/>
            <p:nvPr/>
          </p:nvCxnSpPr>
          <p:spPr>
            <a:xfrm flipV="1">
              <a:off x="2330738" y="3438459"/>
              <a:ext cx="620574" cy="34846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组合 110"/>
          <p:cNvGrpSpPr/>
          <p:nvPr/>
        </p:nvGrpSpPr>
        <p:grpSpPr>
          <a:xfrm>
            <a:off x="1728192" y="4133529"/>
            <a:ext cx="856777" cy="284560"/>
            <a:chOff x="2267744" y="3776102"/>
            <a:chExt cx="856777" cy="284560"/>
          </a:xfrm>
        </p:grpSpPr>
        <p:graphicFrame>
          <p:nvGraphicFramePr>
            <p:cNvPr id="94" name="Object 57"/>
            <p:cNvGraphicFramePr>
              <a:graphicFrameLocks noChangeAspect="1"/>
            </p:cNvGraphicFramePr>
            <p:nvPr/>
          </p:nvGraphicFramePr>
          <p:xfrm>
            <a:off x="2411760" y="3776102"/>
            <a:ext cx="712761" cy="284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143000" imgH="444240" progId="Equation.3">
                    <p:embed/>
                  </p:oleObj>
                </mc:Choice>
                <mc:Fallback>
                  <p:oleObj name="Equation" r:id="rId29" imgW="1143000" imgH="444240" progId="Equation.3">
                    <p:embed/>
                    <p:pic>
                      <p:nvPicPr>
                        <p:cNvPr id="94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3776102"/>
                          <a:ext cx="712761" cy="2845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5" name="流程图: 联系 94"/>
            <p:cNvSpPr/>
            <p:nvPr/>
          </p:nvSpPr>
          <p:spPr>
            <a:xfrm>
              <a:off x="2267744" y="3776102"/>
              <a:ext cx="45719" cy="45719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97" name="Object 4"/>
          <p:cNvGraphicFramePr>
            <a:graphicFrameLocks noChangeAspect="1"/>
          </p:cNvGraphicFramePr>
          <p:nvPr/>
        </p:nvGraphicFramePr>
        <p:xfrm>
          <a:off x="1187624" y="1347614"/>
          <a:ext cx="1344549" cy="35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49160" imgH="203040" progId="Equation.DSMT4">
                  <p:embed/>
                </p:oleObj>
              </mc:Choice>
              <mc:Fallback>
                <p:oleObj name="Equation" r:id="rId31" imgW="749160" imgH="203040" progId="Equation.DSMT4">
                  <p:embed/>
                  <p:pic>
                    <p:nvPicPr>
                      <p:cNvPr id="9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1347614"/>
                        <a:ext cx="1344549" cy="3563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0" name="组合 100"/>
          <p:cNvGrpSpPr/>
          <p:nvPr/>
        </p:nvGrpSpPr>
        <p:grpSpPr>
          <a:xfrm>
            <a:off x="1440160" y="2189314"/>
            <a:ext cx="335965" cy="1963999"/>
            <a:chOff x="1979712" y="1831887"/>
            <a:chExt cx="335965" cy="1963999"/>
          </a:xfrm>
        </p:grpSpPr>
        <p:graphicFrame>
          <p:nvGraphicFramePr>
            <p:cNvPr id="101" name="Object 53"/>
            <p:cNvGraphicFramePr>
              <a:graphicFrameLocks noChangeAspect="1"/>
            </p:cNvGraphicFramePr>
            <p:nvPr/>
          </p:nvGraphicFramePr>
          <p:xfrm>
            <a:off x="1979712" y="1831887"/>
            <a:ext cx="261416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495000" imgH="431640" progId="Equation.DSMT4">
                    <p:embed/>
                  </p:oleObj>
                </mc:Choice>
                <mc:Fallback>
                  <p:oleObj name="Equation" r:id="rId33" imgW="495000" imgH="431640" progId="Equation.DSMT4">
                    <p:embed/>
                    <p:pic>
                      <p:nvPicPr>
                        <p:cNvPr id="101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9712" y="1831887"/>
                          <a:ext cx="261416" cy="276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" name="Group 54"/>
            <p:cNvGrpSpPr>
              <a:grpSpLocks/>
            </p:cNvGrpSpPr>
            <p:nvPr/>
          </p:nvGrpSpPr>
          <p:grpSpPr bwMode="auto">
            <a:xfrm rot="-180000">
              <a:off x="2266464" y="2047910"/>
              <a:ext cx="49213" cy="739378"/>
              <a:chOff x="4588" y="906"/>
              <a:chExt cx="31" cy="621"/>
            </a:xfrm>
          </p:grpSpPr>
          <p:sp>
            <p:nvSpPr>
              <p:cNvPr id="104" name="Line 55"/>
              <p:cNvSpPr>
                <a:spLocks noChangeShapeType="1"/>
              </p:cNvSpPr>
              <p:nvPr/>
            </p:nvSpPr>
            <p:spPr bwMode="auto">
              <a:xfrm flipV="1">
                <a:off x="4589" y="950"/>
                <a:ext cx="17" cy="57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Oval 56"/>
              <p:cNvSpPr>
                <a:spLocks noChangeArrowheads="1"/>
              </p:cNvSpPr>
              <p:nvPr/>
            </p:nvSpPr>
            <p:spPr bwMode="auto">
              <a:xfrm>
                <a:off x="4588" y="906"/>
                <a:ext cx="31" cy="31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03" name="Line 55"/>
            <p:cNvSpPr>
              <a:spLocks noChangeShapeType="1"/>
            </p:cNvSpPr>
            <p:nvPr/>
          </p:nvSpPr>
          <p:spPr bwMode="auto">
            <a:xfrm flipV="1">
              <a:off x="2291557" y="2839814"/>
              <a:ext cx="0" cy="9560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" name="菱形 105"/>
          <p:cNvSpPr/>
          <p:nvPr/>
        </p:nvSpPr>
        <p:spPr>
          <a:xfrm rot="1838981">
            <a:off x="486170" y="681888"/>
            <a:ext cx="2562074" cy="4447695"/>
          </a:xfrm>
          <a:prstGeom prst="diamond">
            <a:avLst/>
          </a:prstGeom>
          <a:solidFill>
            <a:srgbClr val="40CFCC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7" name="组合 76"/>
          <p:cNvGrpSpPr/>
          <p:nvPr/>
        </p:nvGrpSpPr>
        <p:grpSpPr>
          <a:xfrm>
            <a:off x="1080120" y="1658350"/>
            <a:ext cx="1127666" cy="1696929"/>
            <a:chOff x="1619672" y="1277773"/>
            <a:chExt cx="1127666" cy="1696929"/>
          </a:xfrm>
        </p:grpSpPr>
        <p:sp>
          <p:nvSpPr>
            <p:cNvPr id="108" name="Line 40"/>
            <p:cNvSpPr>
              <a:spLocks noChangeShapeType="1"/>
            </p:cNvSpPr>
            <p:nvPr/>
          </p:nvSpPr>
          <p:spPr bwMode="auto">
            <a:xfrm rot="360000" flipH="1">
              <a:off x="1630574" y="1277773"/>
              <a:ext cx="1116764" cy="1644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9" name="Object 41"/>
            <p:cNvGraphicFramePr>
              <a:graphicFrameLocks noChangeAspect="1"/>
            </p:cNvGraphicFramePr>
            <p:nvPr/>
          </p:nvGraphicFramePr>
          <p:xfrm>
            <a:off x="1619672" y="2787774"/>
            <a:ext cx="166688" cy="186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266400" imgH="291960" progId="Equation.DSMT4">
                    <p:embed/>
                  </p:oleObj>
                </mc:Choice>
                <mc:Fallback>
                  <p:oleObj name="Equation" r:id="rId35" imgW="266400" imgH="291960" progId="Equation.DSMT4">
                    <p:embed/>
                    <p:pic>
                      <p:nvPicPr>
                        <p:cNvPr id="109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672" y="2787774"/>
                          <a:ext cx="166688" cy="1869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0" name="组合 113"/>
          <p:cNvGrpSpPr/>
          <p:nvPr/>
        </p:nvGrpSpPr>
        <p:grpSpPr>
          <a:xfrm>
            <a:off x="1555466" y="1921938"/>
            <a:ext cx="1702284" cy="1132390"/>
            <a:chOff x="2095018" y="1564511"/>
            <a:chExt cx="1702284" cy="1132390"/>
          </a:xfrm>
        </p:grpSpPr>
        <p:grpSp>
          <p:nvGrpSpPr>
            <p:cNvPr id="111" name="组合 48"/>
            <p:cNvGrpSpPr>
              <a:grpSpLocks/>
            </p:cNvGrpSpPr>
            <p:nvPr/>
          </p:nvGrpSpPr>
          <p:grpSpPr bwMode="auto">
            <a:xfrm>
              <a:off x="2915818" y="1635645"/>
              <a:ext cx="881484" cy="945629"/>
              <a:chOff x="5339436" y="2668770"/>
              <a:chExt cx="1171418" cy="1261581"/>
            </a:xfrm>
          </p:grpSpPr>
          <p:graphicFrame>
            <p:nvGraphicFramePr>
              <p:cNvPr id="113" name="Object 4"/>
              <p:cNvGraphicFramePr>
                <a:graphicFrameLocks noChangeAspect="1"/>
              </p:cNvGraphicFramePr>
              <p:nvPr/>
            </p:nvGraphicFramePr>
            <p:xfrm>
              <a:off x="5339436" y="3254963"/>
              <a:ext cx="1171418" cy="6753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7" imgW="838080" imgH="482400" progId="Equation.DSMT4">
                      <p:embed/>
                    </p:oleObj>
                  </mc:Choice>
                  <mc:Fallback>
                    <p:oleObj name="Equation" r:id="rId37" imgW="838080" imgH="482400" progId="Equation.DSMT4">
                      <p:embed/>
                      <p:pic>
                        <p:nvPicPr>
                          <p:cNvPr id="113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9436" y="3254963"/>
                            <a:ext cx="1171418" cy="6753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14" name="曲线连接符 47"/>
              <p:cNvCxnSpPr>
                <a:cxnSpLocks noChangeShapeType="1"/>
              </p:cNvCxnSpPr>
              <p:nvPr/>
            </p:nvCxnSpPr>
            <p:spPr bwMode="auto">
              <a:xfrm rot="16200000" flipV="1">
                <a:off x="5159417" y="2848790"/>
                <a:ext cx="576064" cy="216023"/>
              </a:xfrm>
              <a:prstGeom prst="curvedConnector3">
                <a:avLst>
                  <a:gd name="adj1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</p:spPr>
          </p:cxnSp>
        </p:grpSp>
        <p:sp>
          <p:nvSpPr>
            <p:cNvPr id="112" name="任意多边形 111"/>
            <p:cNvSpPr/>
            <p:nvPr/>
          </p:nvSpPr>
          <p:spPr>
            <a:xfrm>
              <a:off x="2095018" y="1564511"/>
              <a:ext cx="1088020" cy="1132390"/>
            </a:xfrm>
            <a:custGeom>
              <a:avLst/>
              <a:gdLst>
                <a:gd name="connsiteX0" fmla="*/ 1088020 w 1088020"/>
                <a:gd name="connsiteY0" fmla="*/ 44370 h 1132390"/>
                <a:gd name="connsiteX1" fmla="*/ 775504 w 1088020"/>
                <a:gd name="connsiteY1" fmla="*/ 44370 h 1132390"/>
                <a:gd name="connsiteX2" fmla="*/ 717630 w 1088020"/>
                <a:gd name="connsiteY2" fmla="*/ 310588 h 1132390"/>
                <a:gd name="connsiteX3" fmla="*/ 544010 w 1088020"/>
                <a:gd name="connsiteY3" fmla="*/ 437909 h 1132390"/>
                <a:gd name="connsiteX4" fmla="*/ 208344 w 1088020"/>
                <a:gd name="connsiteY4" fmla="*/ 461059 h 1132390"/>
                <a:gd name="connsiteX5" fmla="*/ 57873 w 1088020"/>
                <a:gd name="connsiteY5" fmla="*/ 935621 h 1132390"/>
                <a:gd name="connsiteX6" fmla="*/ 0 w 1088020"/>
                <a:gd name="connsiteY6" fmla="*/ 1132390 h 113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8020" h="1132390">
                  <a:moveTo>
                    <a:pt x="1088020" y="44370"/>
                  </a:moveTo>
                  <a:cubicBezTo>
                    <a:pt x="962628" y="22185"/>
                    <a:pt x="837236" y="0"/>
                    <a:pt x="775504" y="44370"/>
                  </a:cubicBezTo>
                  <a:cubicBezTo>
                    <a:pt x="713772" y="88740"/>
                    <a:pt x="756212" y="244998"/>
                    <a:pt x="717630" y="310588"/>
                  </a:cubicBezTo>
                  <a:cubicBezTo>
                    <a:pt x="679048" y="376178"/>
                    <a:pt x="628891" y="412830"/>
                    <a:pt x="544010" y="437909"/>
                  </a:cubicBezTo>
                  <a:cubicBezTo>
                    <a:pt x="459129" y="462988"/>
                    <a:pt x="289367" y="378107"/>
                    <a:pt x="208344" y="461059"/>
                  </a:cubicBezTo>
                  <a:cubicBezTo>
                    <a:pt x="127321" y="544011"/>
                    <a:pt x="92597" y="823733"/>
                    <a:pt x="57873" y="935621"/>
                  </a:cubicBezTo>
                  <a:cubicBezTo>
                    <a:pt x="23149" y="1047509"/>
                    <a:pt x="11574" y="1089949"/>
                    <a:pt x="0" y="1132390"/>
                  </a:cubicBezTo>
                </a:path>
              </a:pathLst>
            </a:cu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547663" y="1995686"/>
            <a:ext cx="1080121" cy="2315832"/>
            <a:chOff x="1547663" y="1995686"/>
            <a:chExt cx="1080121" cy="2315832"/>
          </a:xfrm>
        </p:grpSpPr>
        <p:sp>
          <p:nvSpPr>
            <p:cNvPr id="123" name="Line 46"/>
            <p:cNvSpPr>
              <a:spLocks noChangeShapeType="1"/>
            </p:cNvSpPr>
            <p:nvPr/>
          </p:nvSpPr>
          <p:spPr bwMode="auto">
            <a:xfrm>
              <a:off x="1547664" y="3003798"/>
              <a:ext cx="0" cy="12961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Line 47"/>
            <p:cNvSpPr>
              <a:spLocks noChangeShapeType="1"/>
            </p:cNvSpPr>
            <p:nvPr/>
          </p:nvSpPr>
          <p:spPr bwMode="auto">
            <a:xfrm flipV="1">
              <a:off x="2627784" y="1995686"/>
              <a:ext cx="0" cy="16561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" name="Line 44"/>
            <p:cNvSpPr>
              <a:spLocks noChangeShapeType="1"/>
            </p:cNvSpPr>
            <p:nvPr/>
          </p:nvSpPr>
          <p:spPr bwMode="auto">
            <a:xfrm flipH="1">
              <a:off x="1547663" y="3663446"/>
              <a:ext cx="1057077" cy="6480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  <p:bldP spid="59" grpId="0" animBg="1" autoUpdateAnimBg="0"/>
      <p:bldP spid="84" grpId="0" build="p" autoUpdateAnimBg="0"/>
      <p:bldP spid="87" grpId="0"/>
      <p:bldP spid="92" grpId="0"/>
      <p:bldP spid="61" grpId="0" animBg="1"/>
      <p:bldP spid="61" grpId="1" animBg="1"/>
      <p:bldP spid="61" grpId="2" animBg="1"/>
      <p:bldP spid="106" grpId="0" animBg="1"/>
      <p:bldP spid="10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/>
          <p:cNvGrpSpPr/>
          <p:nvPr/>
        </p:nvGrpSpPr>
        <p:grpSpPr>
          <a:xfrm>
            <a:off x="1515968" y="1058814"/>
            <a:ext cx="2060049" cy="2376403"/>
            <a:chOff x="2233276" y="1635646"/>
            <a:chExt cx="2060049" cy="237640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2233276" y="1635646"/>
              <a:ext cx="2060049" cy="2376403"/>
              <a:chOff x="4370" y="1248"/>
              <a:chExt cx="1051" cy="1426"/>
            </a:xfrm>
          </p:grpSpPr>
          <p:sp>
            <p:nvSpPr>
              <p:cNvPr id="5" name="Line 8"/>
              <p:cNvSpPr>
                <a:spLocks noChangeShapeType="1"/>
              </p:cNvSpPr>
              <p:nvPr/>
            </p:nvSpPr>
            <p:spPr bwMode="auto">
              <a:xfrm flipV="1">
                <a:off x="4542" y="2458"/>
                <a:ext cx="837" cy="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6" name="Object 11"/>
              <p:cNvGraphicFramePr>
                <a:graphicFrameLocks noChangeAspect="1"/>
              </p:cNvGraphicFramePr>
              <p:nvPr/>
            </p:nvGraphicFramePr>
            <p:xfrm>
              <a:off x="5290" y="2501"/>
              <a:ext cx="131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41200" imgH="317160" progId="Equation.3">
                      <p:embed/>
                    </p:oleObj>
                  </mc:Choice>
                  <mc:Fallback>
                    <p:oleObj name="Equation" r:id="rId2" imgW="241200" imgH="317160" progId="Equation.3">
                      <p:embed/>
                      <p:pic>
                        <p:nvPicPr>
                          <p:cNvPr id="6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0" y="2501"/>
                            <a:ext cx="131" cy="17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12"/>
              <p:cNvGraphicFramePr>
                <a:graphicFrameLocks noChangeAspect="1"/>
              </p:cNvGraphicFramePr>
              <p:nvPr/>
            </p:nvGraphicFramePr>
            <p:xfrm>
              <a:off x="4370" y="1248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15640" imgH="215640" progId="Equation.3">
                      <p:embed/>
                    </p:oleObj>
                  </mc:Choice>
                  <mc:Fallback>
                    <p:oleObj name="Equation" r:id="rId4" imgW="215640" imgH="215640" progId="Equation.3">
                      <p:embed/>
                      <p:pic>
                        <p:nvPicPr>
                          <p:cNvPr id="7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0" y="1248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Line 13"/>
              <p:cNvSpPr>
                <a:spLocks noChangeShapeType="1"/>
              </p:cNvSpPr>
              <p:nvPr/>
            </p:nvSpPr>
            <p:spPr bwMode="auto">
              <a:xfrm rot="120000" flipH="1" flipV="1">
                <a:off x="4541" y="1255"/>
                <a:ext cx="23" cy="120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4" name="Picture 1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464569" y="3702083"/>
              <a:ext cx="268532" cy="2383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10" name="Object 35"/>
          <p:cNvGraphicFramePr>
            <a:graphicFrameLocks noChangeAspect="1"/>
          </p:cNvGraphicFramePr>
          <p:nvPr/>
        </p:nvGraphicFramePr>
        <p:xfrm>
          <a:off x="2414532" y="2570982"/>
          <a:ext cx="2032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40" imgH="571320" progId="Equation.3">
                  <p:embed/>
                </p:oleObj>
              </mc:Choice>
              <mc:Fallback>
                <p:oleObj name="Equation" r:id="rId7" imgW="215640" imgH="571320" progId="Equation.3">
                  <p:embed/>
                  <p:pic>
                    <p:nvPicPr>
                      <p:cNvPr id="1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32" y="2570982"/>
                        <a:ext cx="203200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rc 36"/>
          <p:cNvSpPr>
            <a:spLocks/>
          </p:cNvSpPr>
          <p:nvPr/>
        </p:nvSpPr>
        <p:spPr bwMode="auto">
          <a:xfrm>
            <a:off x="2126502" y="2859013"/>
            <a:ext cx="72009" cy="216024"/>
          </a:xfrm>
          <a:custGeom>
            <a:avLst/>
            <a:gdLst>
              <a:gd name="T0" fmla="*/ 0 w 21600"/>
              <a:gd name="T1" fmla="*/ 0 h 21600"/>
              <a:gd name="T2" fmla="*/ 53527701 w 21600"/>
              <a:gd name="T3" fmla="*/ 3345487 h 21600"/>
              <a:gd name="T4" fmla="*/ 0 w 21600"/>
              <a:gd name="T5" fmla="*/ 334548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08044" y="2232645"/>
            <a:ext cx="1130424" cy="8423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1838468" y="2151634"/>
            <a:ext cx="1080120" cy="93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542324" y="3075038"/>
            <a:ext cx="1310782" cy="13551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37"/>
          <p:cNvGraphicFramePr>
            <a:graphicFrameLocks noChangeAspect="1"/>
          </p:cNvGraphicFramePr>
          <p:nvPr/>
        </p:nvGraphicFramePr>
        <p:xfrm>
          <a:off x="2684706" y="1723455"/>
          <a:ext cx="665931" cy="416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6080" imgH="253800" progId="Equation.DSMT4">
                  <p:embed/>
                </p:oleObj>
              </mc:Choice>
              <mc:Fallback>
                <p:oleObj name="Equation" r:id="rId9" imgW="406080" imgH="253800" progId="Equation.DSMT4">
                  <p:embed/>
                  <p:pic>
                    <p:nvPicPr>
                      <p:cNvPr id="15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706" y="1723455"/>
                        <a:ext cx="665931" cy="4162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/>
        </p:nvGraphicFramePr>
        <p:xfrm>
          <a:off x="357158" y="3435847"/>
          <a:ext cx="31051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85720" imgH="253800" progId="Equation.DSMT4">
                  <p:embed/>
                </p:oleObj>
              </mc:Choice>
              <mc:Fallback>
                <p:oleObj name="Equation" r:id="rId11" imgW="1485720" imgH="253800" progId="Equation.DSMT4">
                  <p:embed/>
                  <p:pic>
                    <p:nvPicPr>
                      <p:cNvPr id="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58" y="3435847"/>
                        <a:ext cx="31051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下弧形箭头 16"/>
          <p:cNvSpPr/>
          <p:nvPr/>
        </p:nvSpPr>
        <p:spPr>
          <a:xfrm rot="18890523">
            <a:off x="1764813" y="1248814"/>
            <a:ext cx="455791" cy="300949"/>
          </a:xfrm>
          <a:prstGeom prst="curvedUp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3669526" y="2067694"/>
            <a:ext cx="72008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5" name="Object 15"/>
          <p:cNvGraphicFramePr>
            <a:graphicFrameLocks noChangeAspect="1"/>
          </p:cNvGraphicFramePr>
          <p:nvPr/>
        </p:nvGraphicFramePr>
        <p:xfrm>
          <a:off x="4173582" y="3291831"/>
          <a:ext cx="914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14400" imgH="736560" progId="Equation.DSMT4">
                  <p:embed/>
                </p:oleObj>
              </mc:Choice>
              <mc:Fallback>
                <p:oleObj name="Equation" r:id="rId13" imgW="914400" imgH="736560" progId="Equation.DSMT4">
                  <p:embed/>
                  <p:pic>
                    <p:nvPicPr>
                      <p:cNvPr id="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3582" y="3291831"/>
                        <a:ext cx="914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6017" name="组合 38"/>
          <p:cNvGrpSpPr/>
          <p:nvPr/>
        </p:nvGrpSpPr>
        <p:grpSpPr>
          <a:xfrm>
            <a:off x="573182" y="195487"/>
            <a:ext cx="7782992" cy="627633"/>
            <a:chOff x="1187624" y="195486"/>
            <a:chExt cx="7782992" cy="627633"/>
          </a:xfrm>
        </p:grpSpPr>
        <p:graphicFrame>
          <p:nvGraphicFramePr>
            <p:cNvPr id="36" name="Object 5"/>
            <p:cNvGraphicFramePr>
              <a:graphicFrameLocks noChangeAspect="1"/>
            </p:cNvGraphicFramePr>
            <p:nvPr/>
          </p:nvGraphicFramePr>
          <p:xfrm>
            <a:off x="2123728" y="267494"/>
            <a:ext cx="6846888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276360" imgH="279360" progId="Equation.DSMT4">
                    <p:embed/>
                  </p:oleObj>
                </mc:Choice>
                <mc:Fallback>
                  <p:oleObj name="Equation" r:id="rId15" imgW="3276360" imgH="279360" progId="Equation.DSMT4">
                    <p:embed/>
                    <p:pic>
                      <p:nvPicPr>
                        <p:cNvPr id="3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267494"/>
                          <a:ext cx="6846888" cy="555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矩形 37"/>
            <p:cNvSpPr/>
            <p:nvPr/>
          </p:nvSpPr>
          <p:spPr>
            <a:xfrm>
              <a:off x="1187624" y="195486"/>
              <a:ext cx="728084" cy="523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txBody>
            <a:bodyPr wrap="none">
              <a:spAutoFit/>
            </a:bodyPr>
            <a:lstStyle/>
            <a:p>
              <a:r>
                <a:rPr lang="zh-CN" altLang="en-US" sz="2800" b="1" kern="0" dirty="0">
                  <a:solidFill>
                    <a:srgbClr val="333399"/>
                  </a:solidFill>
                  <a:ea typeface="楷体_GB2312" pitchFamily="49" charset="-122"/>
                </a:rPr>
                <a:t>例</a:t>
              </a:r>
              <a:r>
                <a:rPr lang="en-US" altLang="zh-CN" sz="2800" b="1" kern="0" dirty="0">
                  <a:solidFill>
                    <a:srgbClr val="333399"/>
                  </a:solidFill>
                  <a:ea typeface="楷体_GB2312" pitchFamily="49" charset="-122"/>
                </a:rPr>
                <a:t>4</a:t>
              </a:r>
              <a:endParaRPr lang="zh-CN" altLang="en-US" sz="2800" dirty="0"/>
            </a:p>
          </p:txBody>
        </p:sp>
      </p:grpSp>
      <p:sp>
        <p:nvSpPr>
          <p:cNvPr id="40" name="左箭头 39"/>
          <p:cNvSpPr/>
          <p:nvPr/>
        </p:nvSpPr>
        <p:spPr>
          <a:xfrm>
            <a:off x="3813542" y="2067694"/>
            <a:ext cx="720080" cy="2880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右箭头 40"/>
          <p:cNvSpPr/>
          <p:nvPr/>
        </p:nvSpPr>
        <p:spPr>
          <a:xfrm>
            <a:off x="3525510" y="3507855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9637" name="Object 14"/>
          <p:cNvGraphicFramePr>
            <a:graphicFrameLocks noChangeAspect="1"/>
          </p:cNvGraphicFramePr>
          <p:nvPr/>
        </p:nvGraphicFramePr>
        <p:xfrm>
          <a:off x="4893662" y="3435847"/>
          <a:ext cx="10604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203040" progId="Equation.DSMT4">
                  <p:embed/>
                </p:oleObj>
              </mc:Choice>
              <mc:Fallback>
                <p:oleObj name="Equation" r:id="rId17" imgW="507960" imgH="203040" progId="Equation.DSMT4">
                  <p:embed/>
                  <p:pic>
                    <p:nvPicPr>
                      <p:cNvPr id="6963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3662" y="3435847"/>
                        <a:ext cx="10604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3"/>
          <p:cNvGraphicFramePr>
            <a:graphicFrameLocks noChangeAspect="1"/>
          </p:cNvGraphicFramePr>
          <p:nvPr/>
        </p:nvGraphicFramePr>
        <p:xfrm>
          <a:off x="1198756" y="4371976"/>
          <a:ext cx="59991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869920" imgH="279360" progId="Equation.DSMT4">
                  <p:embed/>
                </p:oleObj>
              </mc:Choice>
              <mc:Fallback>
                <p:oleObj name="Equation" r:id="rId19" imgW="2869920" imgH="279360" progId="Equation.DSMT4">
                  <p:embed/>
                  <p:pic>
                    <p:nvPicPr>
                      <p:cNvPr id="4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756" y="4371976"/>
                        <a:ext cx="5999162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圆角矩形 43"/>
          <p:cNvSpPr/>
          <p:nvPr/>
        </p:nvSpPr>
        <p:spPr>
          <a:xfrm>
            <a:off x="1005230" y="4371951"/>
            <a:ext cx="6336704" cy="5555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6033" name="Object 17"/>
          <p:cNvGraphicFramePr>
            <a:graphicFrameLocks noChangeAspect="1"/>
          </p:cNvGraphicFramePr>
          <p:nvPr/>
        </p:nvGraphicFramePr>
        <p:xfrm>
          <a:off x="4166786" y="2525713"/>
          <a:ext cx="927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000" imgH="685800" progId="Equation.DSMT4">
                  <p:embed/>
                </p:oleObj>
              </mc:Choice>
              <mc:Fallback>
                <p:oleObj name="Equation" r:id="rId21" imgW="927000" imgH="685800" progId="Equation.DSMT4">
                  <p:embed/>
                  <p:pic>
                    <p:nvPicPr>
                      <p:cNvPr id="860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6786" y="2525713"/>
                        <a:ext cx="927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16" name="Object 18"/>
          <p:cNvGraphicFramePr>
            <a:graphicFrameLocks noChangeAspect="1"/>
          </p:cNvGraphicFramePr>
          <p:nvPr/>
        </p:nvGraphicFramePr>
        <p:xfrm>
          <a:off x="4894307" y="2642618"/>
          <a:ext cx="10604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203040" progId="Equation.DSMT4">
                  <p:embed/>
                </p:oleObj>
              </mc:Choice>
              <mc:Fallback>
                <p:oleObj name="Equation" r:id="rId17" imgW="507960" imgH="203040" progId="Equation.DSMT4">
                  <p:embed/>
                  <p:pic>
                    <p:nvPicPr>
                      <p:cNvPr id="8601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307" y="2642618"/>
                        <a:ext cx="1060450" cy="40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2"/>
          <p:cNvGrpSpPr>
            <a:grpSpLocks/>
          </p:cNvGrpSpPr>
          <p:nvPr/>
        </p:nvGrpSpPr>
        <p:grpSpPr bwMode="auto">
          <a:xfrm>
            <a:off x="5685750" y="1203598"/>
            <a:ext cx="2961689" cy="3061327"/>
            <a:chOff x="3910" y="1248"/>
            <a:chExt cx="1511" cy="1837"/>
          </a:xfrm>
        </p:grpSpPr>
        <p:grpSp>
          <p:nvGrpSpPr>
            <p:cNvPr id="47" name="Group 3"/>
            <p:cNvGrpSpPr>
              <a:grpSpLocks/>
            </p:cNvGrpSpPr>
            <p:nvPr/>
          </p:nvGrpSpPr>
          <p:grpSpPr bwMode="auto">
            <a:xfrm>
              <a:off x="3910" y="1248"/>
              <a:ext cx="1511" cy="1837"/>
              <a:chOff x="3910" y="1248"/>
              <a:chExt cx="1511" cy="1837"/>
            </a:xfrm>
          </p:grpSpPr>
          <p:sp>
            <p:nvSpPr>
              <p:cNvPr id="49" name="Freeform 5"/>
              <p:cNvSpPr>
                <a:spLocks/>
              </p:cNvSpPr>
              <p:nvPr/>
            </p:nvSpPr>
            <p:spPr bwMode="auto">
              <a:xfrm>
                <a:off x="3917" y="1850"/>
                <a:ext cx="1248" cy="624"/>
              </a:xfrm>
              <a:custGeom>
                <a:avLst/>
                <a:gdLst>
                  <a:gd name="T0" fmla="*/ 0 w 1248"/>
                  <a:gd name="T1" fmla="*/ 0 h 624"/>
                  <a:gd name="T2" fmla="*/ 624 w 1248"/>
                  <a:gd name="T3" fmla="*/ 624 h 624"/>
                  <a:gd name="T4" fmla="*/ 1248 w 1248"/>
                  <a:gd name="T5" fmla="*/ 0 h 624"/>
                  <a:gd name="T6" fmla="*/ 0 w 1248"/>
                  <a:gd name="T7" fmla="*/ 0 h 6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8"/>
                  <a:gd name="T13" fmla="*/ 0 h 624"/>
                  <a:gd name="T14" fmla="*/ 1248 w 1248"/>
                  <a:gd name="T15" fmla="*/ 624 h 6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8" h="624">
                    <a:moveTo>
                      <a:pt x="0" y="0"/>
                    </a:moveTo>
                    <a:lnTo>
                      <a:pt x="624" y="624"/>
                    </a:lnTo>
                    <a:lnTo>
                      <a:pt x="12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Arc 6"/>
              <p:cNvSpPr>
                <a:spLocks/>
              </p:cNvSpPr>
              <p:nvPr/>
            </p:nvSpPr>
            <p:spPr bwMode="auto">
              <a:xfrm>
                <a:off x="3923" y="1746"/>
                <a:ext cx="1248" cy="131"/>
              </a:xfrm>
              <a:custGeom>
                <a:avLst/>
                <a:gdLst>
                  <a:gd name="T0" fmla="*/ 0 w 43176"/>
                  <a:gd name="T1" fmla="*/ 0 h 29115"/>
                  <a:gd name="T2" fmla="*/ 0 w 43176"/>
                  <a:gd name="T3" fmla="*/ 0 h 29115"/>
                  <a:gd name="T4" fmla="*/ 0 w 43176"/>
                  <a:gd name="T5" fmla="*/ 0 h 29115"/>
                  <a:gd name="T6" fmla="*/ 0 60000 65536"/>
                  <a:gd name="T7" fmla="*/ 0 60000 65536"/>
                  <a:gd name="T8" fmla="*/ 0 60000 65536"/>
                  <a:gd name="T9" fmla="*/ 0 w 43176"/>
                  <a:gd name="T10" fmla="*/ 0 h 29115"/>
                  <a:gd name="T11" fmla="*/ 43176 w 43176"/>
                  <a:gd name="T12" fmla="*/ 29115 h 291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76" h="29115" fill="none" extrusionOk="0">
                    <a:moveTo>
                      <a:pt x="0" y="20573"/>
                    </a:moveTo>
                    <a:cubicBezTo>
                      <a:pt x="548" y="9055"/>
                      <a:pt x="10045" y="-1"/>
                      <a:pt x="21576" y="0"/>
                    </a:cubicBezTo>
                    <a:cubicBezTo>
                      <a:pt x="33505" y="0"/>
                      <a:pt x="43176" y="9670"/>
                      <a:pt x="43176" y="21600"/>
                    </a:cubicBezTo>
                    <a:cubicBezTo>
                      <a:pt x="43176" y="24165"/>
                      <a:pt x="42719" y="26710"/>
                      <a:pt x="41826" y="29115"/>
                    </a:cubicBezTo>
                  </a:path>
                  <a:path w="43176" h="29115" stroke="0" extrusionOk="0">
                    <a:moveTo>
                      <a:pt x="0" y="20573"/>
                    </a:moveTo>
                    <a:cubicBezTo>
                      <a:pt x="548" y="9055"/>
                      <a:pt x="10045" y="-1"/>
                      <a:pt x="21576" y="0"/>
                    </a:cubicBezTo>
                    <a:cubicBezTo>
                      <a:pt x="33505" y="0"/>
                      <a:pt x="43176" y="9670"/>
                      <a:pt x="43176" y="21600"/>
                    </a:cubicBezTo>
                    <a:cubicBezTo>
                      <a:pt x="43176" y="24165"/>
                      <a:pt x="42719" y="26710"/>
                      <a:pt x="41826" y="29115"/>
                    </a:cubicBezTo>
                    <a:lnTo>
                      <a:pt x="21576" y="216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F5E76"/>
                  </a:gs>
                  <a:gs pos="100000">
                    <a:srgbClr val="66CCFF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Arc 7"/>
              <p:cNvSpPr>
                <a:spLocks/>
              </p:cNvSpPr>
              <p:nvPr/>
            </p:nvSpPr>
            <p:spPr bwMode="auto">
              <a:xfrm>
                <a:off x="3917" y="1825"/>
                <a:ext cx="1247" cy="96"/>
              </a:xfrm>
              <a:custGeom>
                <a:avLst/>
                <a:gdLst>
                  <a:gd name="T0" fmla="*/ 0 w 43200"/>
                  <a:gd name="T1" fmla="*/ 0 h 26370"/>
                  <a:gd name="T2" fmla="*/ 0 w 43200"/>
                  <a:gd name="T3" fmla="*/ 0 h 26370"/>
                  <a:gd name="T4" fmla="*/ 0 w 43200"/>
                  <a:gd name="T5" fmla="*/ 0 h 2637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6370"/>
                  <a:gd name="T11" fmla="*/ 43200 w 43200"/>
                  <a:gd name="T12" fmla="*/ 26370 h 263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6370" fill="none" extrusionOk="0">
                    <a:moveTo>
                      <a:pt x="42805" y="659"/>
                    </a:moveTo>
                    <a:cubicBezTo>
                      <a:pt x="43067" y="2014"/>
                      <a:pt x="43200" y="3390"/>
                      <a:pt x="43200" y="4770"/>
                    </a:cubicBezTo>
                    <a:cubicBezTo>
                      <a:pt x="43200" y="16699"/>
                      <a:pt x="33529" y="26370"/>
                      <a:pt x="21600" y="26370"/>
                    </a:cubicBezTo>
                    <a:cubicBezTo>
                      <a:pt x="9670" y="26370"/>
                      <a:pt x="0" y="16699"/>
                      <a:pt x="0" y="4770"/>
                    </a:cubicBezTo>
                    <a:cubicBezTo>
                      <a:pt x="-1" y="3165"/>
                      <a:pt x="178" y="1565"/>
                      <a:pt x="533" y="0"/>
                    </a:cubicBezTo>
                  </a:path>
                  <a:path w="43200" h="26370" stroke="0" extrusionOk="0">
                    <a:moveTo>
                      <a:pt x="42805" y="659"/>
                    </a:moveTo>
                    <a:cubicBezTo>
                      <a:pt x="43067" y="2014"/>
                      <a:pt x="43200" y="3390"/>
                      <a:pt x="43200" y="4770"/>
                    </a:cubicBezTo>
                    <a:cubicBezTo>
                      <a:pt x="43200" y="16699"/>
                      <a:pt x="33529" y="26370"/>
                      <a:pt x="21600" y="26370"/>
                    </a:cubicBezTo>
                    <a:cubicBezTo>
                      <a:pt x="9670" y="26370"/>
                      <a:pt x="0" y="16699"/>
                      <a:pt x="0" y="4770"/>
                    </a:cubicBezTo>
                    <a:cubicBezTo>
                      <a:pt x="-1" y="3165"/>
                      <a:pt x="178" y="1565"/>
                      <a:pt x="533" y="0"/>
                    </a:cubicBezTo>
                    <a:lnTo>
                      <a:pt x="21600" y="477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2F5E76"/>
                  </a:gs>
                  <a:gs pos="100000">
                    <a:srgbClr val="66CCFF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8"/>
              <p:cNvSpPr>
                <a:spLocks noChangeShapeType="1"/>
              </p:cNvSpPr>
              <p:nvPr/>
            </p:nvSpPr>
            <p:spPr bwMode="auto">
              <a:xfrm flipV="1">
                <a:off x="4542" y="2458"/>
                <a:ext cx="837" cy="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9"/>
              <p:cNvSpPr>
                <a:spLocks noChangeShapeType="1"/>
              </p:cNvSpPr>
              <p:nvPr/>
            </p:nvSpPr>
            <p:spPr bwMode="auto">
              <a:xfrm flipH="1">
                <a:off x="3910" y="2466"/>
                <a:ext cx="632" cy="5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4" name="Object 10"/>
              <p:cNvGraphicFramePr>
                <a:graphicFrameLocks noChangeAspect="1"/>
              </p:cNvGraphicFramePr>
              <p:nvPr/>
            </p:nvGraphicFramePr>
            <p:xfrm>
              <a:off x="4057" y="2933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228600" imgH="241200" progId="Equation.3">
                      <p:embed/>
                    </p:oleObj>
                  </mc:Choice>
                  <mc:Fallback>
                    <p:oleObj name="Equation" r:id="rId24" imgW="228600" imgH="241200" progId="Equation.3">
                      <p:embed/>
                      <p:pic>
                        <p:nvPicPr>
                          <p:cNvPr id="54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7" y="2933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11"/>
              <p:cNvGraphicFramePr>
                <a:graphicFrameLocks noChangeAspect="1"/>
              </p:cNvGraphicFramePr>
              <p:nvPr/>
            </p:nvGraphicFramePr>
            <p:xfrm>
              <a:off x="5290" y="2501"/>
              <a:ext cx="131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241200" imgH="317160" progId="Equation.3">
                      <p:embed/>
                    </p:oleObj>
                  </mc:Choice>
                  <mc:Fallback>
                    <p:oleObj name="Equation" r:id="rId26" imgW="241200" imgH="317160" progId="Equation.3">
                      <p:embed/>
                      <p:pic>
                        <p:nvPicPr>
                          <p:cNvPr id="55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90" y="2501"/>
                            <a:ext cx="131" cy="17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Object 12"/>
              <p:cNvGraphicFramePr>
                <a:graphicFrameLocks noChangeAspect="1"/>
              </p:cNvGraphicFramePr>
              <p:nvPr/>
            </p:nvGraphicFramePr>
            <p:xfrm>
              <a:off x="4370" y="1248"/>
              <a:ext cx="13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215640" imgH="215640" progId="Equation.3">
                      <p:embed/>
                    </p:oleObj>
                  </mc:Choice>
                  <mc:Fallback>
                    <p:oleObj name="Equation" r:id="rId28" imgW="215640" imgH="215640" progId="Equation.3">
                      <p:embed/>
                      <p:pic>
                        <p:nvPicPr>
                          <p:cNvPr id="56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70" y="1248"/>
                            <a:ext cx="136" cy="1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" name="Line 13"/>
              <p:cNvSpPr>
                <a:spLocks noChangeShapeType="1"/>
              </p:cNvSpPr>
              <p:nvPr/>
            </p:nvSpPr>
            <p:spPr bwMode="auto">
              <a:xfrm flipV="1">
                <a:off x="4541" y="1255"/>
                <a:ext cx="0" cy="35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14"/>
              <p:cNvSpPr>
                <a:spLocks noChangeShapeType="1"/>
              </p:cNvSpPr>
              <p:nvPr/>
            </p:nvSpPr>
            <p:spPr bwMode="auto">
              <a:xfrm flipH="1" flipV="1">
                <a:off x="4541" y="1682"/>
                <a:ext cx="1" cy="7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48" name="Picture 1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88" y="2488"/>
              <a:ext cx="137" cy="1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aphicFrame>
        <p:nvGraphicFramePr>
          <p:cNvPr id="59" name="Object 35"/>
          <p:cNvGraphicFramePr>
            <a:graphicFrameLocks noChangeAspect="1"/>
          </p:cNvGraphicFramePr>
          <p:nvPr/>
        </p:nvGraphicFramePr>
        <p:xfrm>
          <a:off x="7485950" y="2715766"/>
          <a:ext cx="2032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15640" imgH="571320" progId="Equation.3">
                  <p:embed/>
                </p:oleObj>
              </mc:Choice>
              <mc:Fallback>
                <p:oleObj name="Equation" r:id="rId30" imgW="215640" imgH="571320" progId="Equation.3">
                  <p:embed/>
                  <p:pic>
                    <p:nvPicPr>
                      <p:cNvPr id="5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5950" y="2715766"/>
                        <a:ext cx="203200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Arc 36"/>
          <p:cNvSpPr>
            <a:spLocks/>
          </p:cNvSpPr>
          <p:nvPr/>
        </p:nvSpPr>
        <p:spPr bwMode="auto">
          <a:xfrm>
            <a:off x="7197918" y="3003798"/>
            <a:ext cx="72009" cy="216024"/>
          </a:xfrm>
          <a:custGeom>
            <a:avLst/>
            <a:gdLst>
              <a:gd name="T0" fmla="*/ 0 w 21600"/>
              <a:gd name="T1" fmla="*/ 0 h 21600"/>
              <a:gd name="T2" fmla="*/ 53527701 w 21600"/>
              <a:gd name="T3" fmla="*/ 3345487 h 21600"/>
              <a:gd name="T4" fmla="*/ 0 w 21600"/>
              <a:gd name="T5" fmla="*/ 334548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1" name="Object 37"/>
          <p:cNvGraphicFramePr>
            <a:graphicFrameLocks noChangeAspect="1"/>
          </p:cNvGraphicFramePr>
          <p:nvPr/>
        </p:nvGraphicFramePr>
        <p:xfrm>
          <a:off x="7455069" y="1563638"/>
          <a:ext cx="129614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838080" imgH="279360" progId="Equation.DSMT4">
                  <p:embed/>
                </p:oleObj>
              </mc:Choice>
              <mc:Fallback>
                <p:oleObj name="Equation" r:id="rId32" imgW="838080" imgH="279360" progId="Equation.DSMT4">
                  <p:embed/>
                  <p:pic>
                    <p:nvPicPr>
                      <p:cNvPr id="6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5069" y="1563638"/>
                        <a:ext cx="1296144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矩形 63"/>
          <p:cNvSpPr/>
          <p:nvPr/>
        </p:nvSpPr>
        <p:spPr>
          <a:xfrm>
            <a:off x="5436096" y="1491630"/>
            <a:ext cx="2808312" cy="1746000"/>
          </a:xfrm>
          <a:prstGeom prst="rect">
            <a:avLst/>
          </a:prstGeom>
          <a:solidFill>
            <a:srgbClr val="D99694">
              <a:alpha val="20000"/>
            </a:srgbClr>
          </a:solidFill>
          <a:ln>
            <a:solidFill>
              <a:srgbClr val="D99694">
                <a:alpha val="4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直接连接符 64"/>
          <p:cNvCxnSpPr/>
          <p:nvPr/>
        </p:nvCxnSpPr>
        <p:spPr>
          <a:xfrm>
            <a:off x="5685750" y="2186953"/>
            <a:ext cx="1238774" cy="10464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6952945" y="2182704"/>
            <a:ext cx="1253085" cy="105832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8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8" grpId="0" animBg="1"/>
      <p:bldP spid="18" grpId="1" animBg="1"/>
      <p:bldP spid="40" grpId="0" animBg="1"/>
      <p:bldP spid="41" grpId="0" animBg="1"/>
      <p:bldP spid="44" grpId="0" animBg="1"/>
      <p:bldP spid="60" grpId="0" animBg="1"/>
      <p:bldP spid="64" grpId="0" animBg="1"/>
      <p:bldP spid="6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山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1" y="681038"/>
            <a:ext cx="5776913" cy="3294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Line 38"/>
          <p:cNvSpPr>
            <a:spLocks noChangeShapeType="1"/>
          </p:cNvSpPr>
          <p:nvPr/>
        </p:nvSpPr>
        <p:spPr bwMode="auto">
          <a:xfrm flipH="1">
            <a:off x="2555875" y="1653779"/>
            <a:ext cx="1123950" cy="1037034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ine 39"/>
          <p:cNvSpPr>
            <a:spLocks noChangeShapeType="1"/>
          </p:cNvSpPr>
          <p:nvPr/>
        </p:nvSpPr>
        <p:spPr bwMode="auto">
          <a:xfrm>
            <a:off x="3924300" y="1707356"/>
            <a:ext cx="496888" cy="73342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ine 40"/>
          <p:cNvSpPr>
            <a:spLocks noChangeShapeType="1"/>
          </p:cNvSpPr>
          <p:nvPr/>
        </p:nvSpPr>
        <p:spPr bwMode="auto">
          <a:xfrm>
            <a:off x="4140200" y="1545432"/>
            <a:ext cx="1866900" cy="426244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41"/>
          <p:cNvSpPr>
            <a:spLocks noChangeShapeType="1"/>
          </p:cNvSpPr>
          <p:nvPr/>
        </p:nvSpPr>
        <p:spPr bwMode="auto">
          <a:xfrm flipH="1" flipV="1">
            <a:off x="2051051" y="1329929"/>
            <a:ext cx="1495425" cy="244078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9" name="Rectangle 4"/>
          <p:cNvSpPr>
            <a:spLocks noChangeArrowheads="1"/>
          </p:cNvSpPr>
          <p:nvPr/>
        </p:nvSpPr>
        <p:spPr bwMode="auto">
          <a:xfrm>
            <a:off x="3563939" y="195263"/>
            <a:ext cx="2232025" cy="540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l"/>
            <a:r>
              <a:rPr kumimoji="0" lang="zh-CN" altLang="en-US" sz="3800" b="1">
                <a:solidFill>
                  <a:srgbClr val="000000"/>
                </a:solidFill>
                <a:latin typeface="Arial Black" pitchFamily="34" charset="0"/>
                <a:ea typeface="新宋体" pitchFamily="49" charset="-122"/>
              </a:rPr>
              <a:t>怎么办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2124324" y="4030266"/>
            <a:ext cx="4607916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 algn="ctr">
            <a:solidFill>
              <a:schemeClr val="accent1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0000"/>
                </a:solidFill>
                <a:latin typeface="宋体" charset="-122"/>
              </a:rPr>
              <a:t>函数沿某个方向的变化率的问题</a:t>
            </a:r>
          </a:p>
        </p:txBody>
      </p:sp>
      <p:sp>
        <p:nvSpPr>
          <p:cNvPr id="44043" name="Rectangle 2089"/>
          <p:cNvSpPr>
            <a:spLocks noChangeArrowheads="1"/>
          </p:cNvSpPr>
          <p:nvPr/>
        </p:nvSpPr>
        <p:spPr bwMode="auto">
          <a:xfrm>
            <a:off x="5292725" y="1"/>
            <a:ext cx="71913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8000">
                <a:solidFill>
                  <a:srgbClr val="0000FF"/>
                </a:solidFill>
                <a:ea typeface="华文彩云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179512" y="342900"/>
            <a:ext cx="2031876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2800" b="1" kern="0" dirty="0">
                <a:solidFill>
                  <a:schemeClr val="accent2"/>
                </a:solidFill>
                <a:latin typeface="+mj-lt"/>
                <a:ea typeface="楷体_GB2312" pitchFamily="49" charset="-122"/>
                <a:cs typeface="+mj-cs"/>
              </a:rPr>
              <a:t>练习</a:t>
            </a:r>
            <a:r>
              <a:rPr lang="en-US" altLang="zh-CN" sz="2800" b="1" kern="0" dirty="0">
                <a:solidFill>
                  <a:schemeClr val="accent2"/>
                </a:solidFill>
                <a:latin typeface="+mj-lt"/>
                <a:ea typeface="楷体_GB2312" pitchFamily="49" charset="-122"/>
                <a:cs typeface="+mj-cs"/>
              </a:rPr>
              <a:t>1 .</a:t>
            </a:r>
            <a:r>
              <a:rPr lang="en-US" altLang="zh-CN" sz="2800" kern="0" dirty="0">
                <a:solidFill>
                  <a:schemeClr val="tx2"/>
                </a:solidFill>
                <a:latin typeface="+mj-lt"/>
                <a:ea typeface="楷体_GB2312" pitchFamily="49" charset="-122"/>
                <a:cs typeface="+mj-cs"/>
              </a:rPr>
              <a:t> </a:t>
            </a:r>
            <a:r>
              <a:rPr lang="zh-CN" altLang="en-US" sz="2800" kern="0" dirty="0">
                <a:latin typeface="+mn-ea"/>
                <a:cs typeface="+mj-cs"/>
              </a:rPr>
              <a:t>求</a:t>
            </a:r>
            <a:endParaRPr lang="zh-CN" altLang="en-US" sz="2800" kern="0" dirty="0">
              <a:solidFill>
                <a:schemeClr val="tx2"/>
              </a:solidFill>
              <a:latin typeface="+mn-ea"/>
              <a:cs typeface="+mj-cs"/>
            </a:endParaRP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391248"/>
              </p:ext>
            </p:extLst>
          </p:nvPr>
        </p:nvGraphicFramePr>
        <p:xfrm>
          <a:off x="1944688" y="325041"/>
          <a:ext cx="2031876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400" imgH="520560" progId="Equation.3">
                  <p:embed/>
                </p:oleObj>
              </mc:Choice>
              <mc:Fallback>
                <p:oleObj name="Equation" r:id="rId3" imgW="2552400" imgH="5205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325041"/>
                        <a:ext cx="2031876" cy="390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4007370" y="222078"/>
            <a:ext cx="40445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+mn-ea"/>
              </a:rPr>
              <a:t>在点</a:t>
            </a:r>
            <a:r>
              <a:rPr kumimoji="1" lang="en-US" altLang="zh-CN" sz="2800" dirty="0">
                <a:latin typeface="+mn-ea"/>
              </a:rPr>
              <a:t>(1 , 2)</a:t>
            </a:r>
            <a:r>
              <a:rPr kumimoji="1" lang="zh-CN" altLang="en-US" sz="2800" dirty="0">
                <a:latin typeface="+mn-ea"/>
              </a:rPr>
              <a:t>处的偏导数</a:t>
            </a:r>
            <a:r>
              <a:rPr kumimoji="1" lang="en-US" altLang="zh-CN" sz="2800" dirty="0">
                <a:latin typeface="+mn-ea"/>
              </a:rPr>
              <a:t>.</a:t>
            </a:r>
          </a:p>
        </p:txBody>
      </p:sp>
      <p:graphicFrame>
        <p:nvGraphicFramePr>
          <p:cNvPr id="65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28592"/>
              </p:ext>
            </p:extLst>
          </p:nvPr>
        </p:nvGraphicFramePr>
        <p:xfrm>
          <a:off x="1195451" y="862307"/>
          <a:ext cx="3448558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070000" imgH="457200" progId="Equation.3">
                  <p:embed/>
                </p:oleObj>
              </mc:Choice>
              <mc:Fallback>
                <p:oleObj name="公式" r:id="rId5" imgW="20700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451" y="862307"/>
                        <a:ext cx="3448558" cy="690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935419"/>
              </p:ext>
            </p:extLst>
          </p:nvPr>
        </p:nvGraphicFramePr>
        <p:xfrm>
          <a:off x="4211961" y="1977628"/>
          <a:ext cx="1152128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69800" imgH="203040" progId="Equation.3">
                  <p:embed/>
                </p:oleObj>
              </mc:Choice>
              <mc:Fallback>
                <p:oleObj name="公式" r:id="rId7" imgW="46980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1" y="1977628"/>
                        <a:ext cx="1152128" cy="4310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08260"/>
              </p:ext>
            </p:extLst>
          </p:nvPr>
        </p:nvGraphicFramePr>
        <p:xfrm>
          <a:off x="6074097" y="1976437"/>
          <a:ext cx="1152129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57200" imgH="203040" progId="Equation.3">
                  <p:embed/>
                </p:oleObj>
              </mc:Choice>
              <mc:Fallback>
                <p:oleObj name="公式" r:id="rId9" imgW="4572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097" y="1976437"/>
                        <a:ext cx="1152129" cy="43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978626"/>
              </p:ext>
            </p:extLst>
          </p:nvPr>
        </p:nvGraphicFramePr>
        <p:xfrm>
          <a:off x="4229423" y="2733674"/>
          <a:ext cx="1152129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69800" imgH="203040" progId="Equation.3">
                  <p:embed/>
                </p:oleObj>
              </mc:Choice>
              <mc:Fallback>
                <p:oleObj name="公式" r:id="rId11" imgW="46980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423" y="2733674"/>
                        <a:ext cx="1152129" cy="442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797632"/>
              </p:ext>
            </p:extLst>
          </p:nvPr>
        </p:nvGraphicFramePr>
        <p:xfrm>
          <a:off x="6118546" y="2733674"/>
          <a:ext cx="1063230" cy="397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82400" imgH="203040" progId="Equation.3">
                  <p:embed/>
                </p:oleObj>
              </mc:Choice>
              <mc:Fallback>
                <p:oleObj name="公式" r:id="rId13" imgW="48240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546" y="2733674"/>
                        <a:ext cx="1063230" cy="3976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8" name="Picture 9" descr="mi-1130-niederland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99592" y="1699611"/>
            <a:ext cx="24765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323528" y="342900"/>
            <a:ext cx="188627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练习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2 .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92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17201"/>
              </p:ext>
            </p:extLst>
          </p:nvPr>
        </p:nvGraphicFramePr>
        <p:xfrm>
          <a:off x="1691681" y="257952"/>
          <a:ext cx="5616624" cy="453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95480" imgH="253800" progId="Equation.DSMT4">
                  <p:embed/>
                </p:oleObj>
              </mc:Choice>
              <mc:Fallback>
                <p:oleObj name="Equation" r:id="rId3" imgW="289548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1" y="257952"/>
                        <a:ext cx="5616624" cy="4530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517268"/>
              </p:ext>
            </p:extLst>
          </p:nvPr>
        </p:nvGraphicFramePr>
        <p:xfrm>
          <a:off x="449265" y="1679972"/>
          <a:ext cx="3185616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280" imgH="228600" progId="Equation.DSMT4">
                  <p:embed/>
                </p:oleObj>
              </mc:Choice>
              <mc:Fallback>
                <p:oleObj name="Equation" r:id="rId5" imgW="129528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5" y="1679972"/>
                        <a:ext cx="3185616" cy="485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686554"/>
              </p:ext>
            </p:extLst>
          </p:nvPr>
        </p:nvGraphicFramePr>
        <p:xfrm>
          <a:off x="4572000" y="1707356"/>
          <a:ext cx="333064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228600" progId="Equation.DSMT4">
                  <p:embed/>
                </p:oleObj>
              </mc:Choice>
              <mc:Fallback>
                <p:oleObj name="Equation" r:id="rId7" imgW="129528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07356"/>
                        <a:ext cx="3330648" cy="485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904552"/>
              </p:ext>
            </p:extLst>
          </p:nvPr>
        </p:nvGraphicFramePr>
        <p:xfrm>
          <a:off x="449265" y="2494823"/>
          <a:ext cx="3185616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07880" imgH="228600" progId="Equation.DSMT4">
                  <p:embed/>
                </p:oleObj>
              </mc:Choice>
              <mc:Fallback>
                <p:oleObj name="Equation" r:id="rId9" imgW="130788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5" y="2494823"/>
                        <a:ext cx="3185616" cy="485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76491"/>
              </p:ext>
            </p:extLst>
          </p:nvPr>
        </p:nvGraphicFramePr>
        <p:xfrm>
          <a:off x="4527673" y="2518171"/>
          <a:ext cx="327667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20480" imgH="228600" progId="Equation.DSMT4">
                  <p:embed/>
                </p:oleObj>
              </mc:Choice>
              <mc:Fallback>
                <p:oleObj name="Equation" r:id="rId11" imgW="132048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673" y="2518171"/>
                        <a:ext cx="3276672" cy="485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5" name="Picture 10" descr="000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11188" y="3165873"/>
            <a:ext cx="2006600" cy="1806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9C312084-E2C0-4964-B7BB-7C69D949B889}"/>
              </a:ext>
            </a:extLst>
          </p:cNvPr>
          <p:cNvGrpSpPr/>
          <p:nvPr/>
        </p:nvGrpSpPr>
        <p:grpSpPr>
          <a:xfrm>
            <a:off x="1612375" y="870922"/>
            <a:ext cx="6191970" cy="523220"/>
            <a:chOff x="1476374" y="1006079"/>
            <a:chExt cx="6191970" cy="523220"/>
          </a:xfrm>
        </p:grpSpPr>
        <p:sp>
          <p:nvSpPr>
            <p:cNvPr id="9224" name="Text Box 5"/>
            <p:cNvSpPr txBox="1">
              <a:spLocks noChangeArrowheads="1"/>
            </p:cNvSpPr>
            <p:nvPr/>
          </p:nvSpPr>
          <p:spPr bwMode="auto">
            <a:xfrm>
              <a:off x="1476374" y="1006079"/>
              <a:ext cx="619197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800" dirty="0">
                  <a:latin typeface="+mn-ea"/>
                </a:rPr>
                <a:t>求其在点    处关于  的偏导数</a:t>
              </a:r>
              <a:r>
                <a:rPr kumimoji="1" lang="en-US" altLang="zh-CN" sz="2800" dirty="0">
                  <a:latin typeface="+mn-ea"/>
                </a:rPr>
                <a:t>.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45D9EFE-965B-4416-9653-F37928FA3F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3997960"/>
                </p:ext>
              </p:extLst>
            </p:nvPr>
          </p:nvGraphicFramePr>
          <p:xfrm>
            <a:off x="2987824" y="1070908"/>
            <a:ext cx="744886" cy="458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30120" imgH="203040" progId="Equation.DSMT4">
                    <p:embed/>
                  </p:oleObj>
                </mc:Choice>
                <mc:Fallback>
                  <p:oleObj name="Equation" r:id="rId14" imgW="3301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87824" y="1070908"/>
                          <a:ext cx="744886" cy="4583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09E3926C-0710-463F-B837-B651AFB9558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1171970"/>
                </p:ext>
              </p:extLst>
            </p:nvPr>
          </p:nvGraphicFramePr>
          <p:xfrm>
            <a:off x="4745524" y="1131177"/>
            <a:ext cx="285874" cy="337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39680" imgH="164880" progId="Equation.DSMT4">
                    <p:embed/>
                  </p:oleObj>
                </mc:Choice>
                <mc:Fallback>
                  <p:oleObj name="Equation" r:id="rId16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745524" y="1131177"/>
                          <a:ext cx="285874" cy="3378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Rectangle 5"/>
          <p:cNvSpPr>
            <a:spLocks noChangeArrowheads="1"/>
          </p:cNvSpPr>
          <p:nvPr/>
        </p:nvSpPr>
        <p:spPr bwMode="auto">
          <a:xfrm>
            <a:off x="0" y="195263"/>
            <a:ext cx="1600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练习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3.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67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05022"/>
              </p:ext>
            </p:extLst>
          </p:nvPr>
        </p:nvGraphicFramePr>
        <p:xfrm>
          <a:off x="5652120" y="609188"/>
          <a:ext cx="1720874" cy="387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228600" progId="Equation.DSMT4">
                  <p:embed/>
                </p:oleObj>
              </mc:Choice>
              <mc:Fallback>
                <p:oleObj name="Equation" r:id="rId3" imgW="76176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609188"/>
                        <a:ext cx="1720874" cy="3873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193958"/>
              </p:ext>
            </p:extLst>
          </p:nvPr>
        </p:nvGraphicFramePr>
        <p:xfrm>
          <a:off x="4229101" y="1762125"/>
          <a:ext cx="846956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5320" imgH="203040" progId="Equation.DSMT4">
                  <p:embed/>
                </p:oleObj>
              </mc:Choice>
              <mc:Fallback>
                <p:oleObj name="Equation" r:id="rId5" imgW="35532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101" y="1762125"/>
                        <a:ext cx="846956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416930"/>
              </p:ext>
            </p:extLst>
          </p:nvPr>
        </p:nvGraphicFramePr>
        <p:xfrm>
          <a:off x="6318251" y="1762125"/>
          <a:ext cx="702021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7160" imgH="203040" progId="Equation.DSMT4">
                  <p:embed/>
                </p:oleObj>
              </mc:Choice>
              <mc:Fallback>
                <p:oleObj name="Equation" r:id="rId7" imgW="31716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1" y="1762125"/>
                        <a:ext cx="702021" cy="43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278564"/>
              </p:ext>
            </p:extLst>
          </p:nvPr>
        </p:nvGraphicFramePr>
        <p:xfrm>
          <a:off x="4267995" y="2452290"/>
          <a:ext cx="76916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42720" imgH="203040" progId="Equation.3">
                  <p:embed/>
                </p:oleObj>
              </mc:Choice>
              <mc:Fallback>
                <p:oleObj name="公式" r:id="rId9" imgW="34272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995" y="2452290"/>
                        <a:ext cx="769168" cy="442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877111"/>
              </p:ext>
            </p:extLst>
          </p:nvPr>
        </p:nvGraphicFramePr>
        <p:xfrm>
          <a:off x="6328743" y="2427734"/>
          <a:ext cx="1451694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23600" imgH="215640" progId="Equation.3">
                  <p:embed/>
                </p:oleObj>
              </mc:Choice>
              <mc:Fallback>
                <p:oleObj name="公式" r:id="rId11" imgW="72360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8743" y="2427734"/>
                        <a:ext cx="1451694" cy="4226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9" name="Picture 7" descr="mi-niederl-113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34154" y="2062758"/>
            <a:ext cx="3382963" cy="1732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833213"/>
              </p:ext>
            </p:extLst>
          </p:nvPr>
        </p:nvGraphicFramePr>
        <p:xfrm>
          <a:off x="971551" y="250031"/>
          <a:ext cx="4392537" cy="1253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24080" imgH="736560" progId="Equation.DSMT4">
                  <p:embed/>
                </p:oleObj>
              </mc:Choice>
              <mc:Fallback>
                <p:oleObj name="Equation" r:id="rId14" imgW="3124080" imgH="7365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1" y="250031"/>
                        <a:ext cx="4392537" cy="1253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651321" y="335161"/>
            <a:ext cx="5486400" cy="40005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3100" b="1" dirty="0">
                <a:solidFill>
                  <a:schemeClr val="accent2"/>
                </a:solidFill>
                <a:latin typeface="+mn-lt"/>
                <a:ea typeface="楷体_GB2312" pitchFamily="49" charset="-122"/>
                <a:cs typeface="+mn-cs"/>
              </a:rPr>
              <a:t>练习</a:t>
            </a:r>
            <a:r>
              <a:rPr lang="en-US" altLang="zh-CN" sz="3100" b="1" dirty="0">
                <a:solidFill>
                  <a:schemeClr val="accent2"/>
                </a:solidFill>
                <a:latin typeface="+mn-lt"/>
                <a:ea typeface="楷体_GB2312" pitchFamily="49" charset="-122"/>
                <a:cs typeface="+mn-cs"/>
              </a:rPr>
              <a:t>4.</a:t>
            </a:r>
            <a:r>
              <a:rPr lang="en-US" altLang="zh-CN" sz="2800" dirty="0">
                <a:ea typeface="楷体_GB2312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已知理想气体的状态方程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11282" name="Text Box 4"/>
          <p:cNvSpPr txBox="1">
            <a:spLocks noChangeArrowheads="1"/>
          </p:cNvSpPr>
          <p:nvPr/>
        </p:nvSpPr>
        <p:spPr bwMode="auto">
          <a:xfrm>
            <a:off x="1769715" y="847202"/>
            <a:ext cx="114300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500" dirty="0">
                <a:latin typeface="+mn-ea"/>
              </a:rPr>
              <a:t>求</a:t>
            </a:r>
            <a:r>
              <a:rPr kumimoji="1" lang="en-US" altLang="zh-CN" sz="2500" dirty="0">
                <a:latin typeface="+mn-ea"/>
              </a:rPr>
              <a:t>:</a:t>
            </a:r>
          </a:p>
        </p:txBody>
      </p:sp>
      <p:graphicFrame>
        <p:nvGraphicFramePr>
          <p:cNvPr id="112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701313"/>
              </p:ext>
            </p:extLst>
          </p:nvPr>
        </p:nvGraphicFramePr>
        <p:xfrm>
          <a:off x="2535441" y="841922"/>
          <a:ext cx="2377153" cy="59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95280" imgH="431640" progId="Equation.DSMT4">
                  <p:embed/>
                </p:oleObj>
              </mc:Choice>
              <mc:Fallback>
                <p:oleObj name="Equation" r:id="rId6" imgW="1295280" imgH="431640" progId="Equation.DSMT4">
                  <p:embed/>
                  <p:pic>
                    <p:nvPicPr>
                      <p:cNvPr id="1126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441" y="841922"/>
                        <a:ext cx="2377153" cy="5950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64141"/>
              </p:ext>
            </p:extLst>
          </p:nvPr>
        </p:nvGraphicFramePr>
        <p:xfrm>
          <a:off x="5486400" y="420291"/>
          <a:ext cx="1029816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84200" imgH="393480" progId="Equation.3">
                  <p:embed/>
                </p:oleObj>
              </mc:Choice>
              <mc:Fallback>
                <p:oleObj name="Equation" r:id="rId8" imgW="1384200" imgH="393480" progId="Equation.3">
                  <p:embed/>
                  <p:pic>
                    <p:nvPicPr>
                      <p:cNvPr id="112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20291"/>
                        <a:ext cx="1029816" cy="295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5" name="Text Box 13"/>
          <p:cNvSpPr txBox="1">
            <a:spLocks noChangeArrowheads="1"/>
          </p:cNvSpPr>
          <p:nvPr/>
        </p:nvSpPr>
        <p:spPr bwMode="auto">
          <a:xfrm>
            <a:off x="6520112" y="273576"/>
            <a:ext cx="230505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500" dirty="0">
                <a:latin typeface="+mn-ea"/>
              </a:rPr>
              <a:t>(</a:t>
            </a:r>
            <a:r>
              <a:rPr kumimoji="1" lang="en-US" altLang="zh-CN" sz="2500" i="1" dirty="0">
                <a:latin typeface="+mn-ea"/>
              </a:rPr>
              <a:t>R </a:t>
            </a:r>
            <a:r>
              <a:rPr kumimoji="1" lang="zh-CN" altLang="en-US" sz="2500" dirty="0">
                <a:latin typeface="+mn-ea"/>
              </a:rPr>
              <a:t>为常数</a:t>
            </a:r>
            <a:r>
              <a:rPr kumimoji="1" lang="en-US" altLang="zh-CN" sz="2500" dirty="0">
                <a:latin typeface="+mn-ea"/>
              </a:rPr>
              <a:t>) , </a:t>
            </a:r>
          </a:p>
        </p:txBody>
      </p:sp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00CE9F3D-C7D8-4F48-8BEB-F6E218528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115534"/>
              </p:ext>
            </p:extLst>
          </p:nvPr>
        </p:nvGraphicFramePr>
        <p:xfrm>
          <a:off x="2123728" y="2067694"/>
          <a:ext cx="4349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177480" progId="Equation.DSMT4">
                  <p:embed/>
                </p:oleObj>
              </mc:Choice>
              <mc:Fallback>
                <p:oleObj name="Equation" r:id="rId10" imgW="203040" imgH="177480" progId="Equation.DSMT4">
                  <p:embed/>
                  <p:pic>
                    <p:nvPicPr>
                      <p:cNvPr id="11" name="Object 3">
                        <a:extLst>
                          <a:ext uri="{FF2B5EF4-FFF2-40B4-BE49-F238E27FC236}">
                            <a16:creationId xmlns:a16="http://schemas.microsoft.com/office/drawing/2014/main" id="{9F242449-2DFE-4AFD-B496-43D25D18B2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067694"/>
                        <a:ext cx="4349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椭圆 27">
            <a:extLst>
              <a:ext uri="{FF2B5EF4-FFF2-40B4-BE49-F238E27FC236}">
                <a16:creationId xmlns:a16="http://schemas.microsoft.com/office/drawing/2014/main" id="{772B4408-26FD-4B40-9216-E5C2535F39C1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596678" y="205816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2770E36-3167-48C8-8C81-3E7D6B6485D8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201640" y="205816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0" name="Object 3">
            <a:extLst>
              <a:ext uri="{FF2B5EF4-FFF2-40B4-BE49-F238E27FC236}">
                <a16:creationId xmlns:a16="http://schemas.microsoft.com/office/drawing/2014/main" id="{596DC55D-9AD3-4CEC-B69B-DC1FAB5B4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316043"/>
              </p:ext>
            </p:extLst>
          </p:nvPr>
        </p:nvGraphicFramePr>
        <p:xfrm>
          <a:off x="3889028" y="2040706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64880" progId="Equation.DSMT4">
                  <p:embed/>
                </p:oleObj>
              </mc:Choice>
              <mc:Fallback>
                <p:oleObj name="Equation" r:id="rId12" imgW="114120" imgH="164880" progId="Equation.DSMT4">
                  <p:embed/>
                  <p:pic>
                    <p:nvPicPr>
                      <p:cNvPr id="14" name="Object 3">
                        <a:extLst>
                          <a:ext uri="{FF2B5EF4-FFF2-40B4-BE49-F238E27FC236}">
                            <a16:creationId xmlns:a16="http://schemas.microsoft.com/office/drawing/2014/main" id="{83A34079-24D7-4961-B2DB-1A7B81E79F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028" y="2040706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椭圆 30">
            <a:extLst>
              <a:ext uri="{FF2B5EF4-FFF2-40B4-BE49-F238E27FC236}">
                <a16:creationId xmlns:a16="http://schemas.microsoft.com/office/drawing/2014/main" id="{B7B24B69-78CC-4811-A60B-ADBEED8A7C74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4806602" y="204070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2" name="Object 3">
            <a:extLst>
              <a:ext uri="{FF2B5EF4-FFF2-40B4-BE49-F238E27FC236}">
                <a16:creationId xmlns:a16="http://schemas.microsoft.com/office/drawing/2014/main" id="{3174507C-90D0-4901-A409-84DB0EBCA3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8515828"/>
              </p:ext>
            </p:extLst>
          </p:nvPr>
        </p:nvGraphicFramePr>
        <p:xfrm>
          <a:off x="5481290" y="2010544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77480" progId="Equation.DSMT4">
                  <p:embed/>
                </p:oleObj>
              </mc:Choice>
              <mc:Fallback>
                <p:oleObj name="Equation" r:id="rId14" imgW="126720" imgH="177480" progId="Equation.DSMT4">
                  <p:embed/>
                  <p:pic>
                    <p:nvPicPr>
                      <p:cNvPr id="16" name="Object 3">
                        <a:extLst>
                          <a:ext uri="{FF2B5EF4-FFF2-40B4-BE49-F238E27FC236}">
                            <a16:creationId xmlns:a16="http://schemas.microsoft.com/office/drawing/2014/main" id="{4B9260D1-17F0-4F9C-99A6-35B5D9CF07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290" y="2010544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椭圆 32">
            <a:extLst>
              <a:ext uri="{FF2B5EF4-FFF2-40B4-BE49-F238E27FC236}">
                <a16:creationId xmlns:a16="http://schemas.microsoft.com/office/drawing/2014/main" id="{34176719-264B-4FDD-A342-8EEF3101AF81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352829" y="204070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4" name="Object 3">
            <a:extLst>
              <a:ext uri="{FF2B5EF4-FFF2-40B4-BE49-F238E27FC236}">
                <a16:creationId xmlns:a16="http://schemas.microsoft.com/office/drawing/2014/main" id="{70C5037E-DB4D-4561-87EA-07BC3FC12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124152"/>
              </p:ext>
            </p:extLst>
          </p:nvPr>
        </p:nvGraphicFramePr>
        <p:xfrm>
          <a:off x="6944965" y="2023244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040" imgH="164880" progId="Equation.DSMT4">
                  <p:embed/>
                </p:oleObj>
              </mc:Choice>
              <mc:Fallback>
                <p:oleObj name="Equation" r:id="rId16" imgW="203040" imgH="164880" progId="Equation.DSMT4">
                  <p:embed/>
                  <p:pic>
                    <p:nvPicPr>
                      <p:cNvPr id="18" name="Object 3">
                        <a:extLst>
                          <a:ext uri="{FF2B5EF4-FFF2-40B4-BE49-F238E27FC236}">
                            <a16:creationId xmlns:a16="http://schemas.microsoft.com/office/drawing/2014/main" id="{D102B497-DC8E-4D32-B090-439C4E307C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4965" y="2023244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1452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5133696" y="2190353"/>
            <a:ext cx="3124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偏导数记号是一个</a:t>
            </a: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250825" y="1600200"/>
            <a:ext cx="990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itchFamily="18" charset="0"/>
                <a:ea typeface="仿宋_GB2312" pitchFamily="49" charset="-122"/>
              </a:rPr>
              <a:t>:</a:t>
            </a:r>
            <a:endParaRPr kumimoji="1" lang="en-US" altLang="zh-CN" sz="2800">
              <a:solidFill>
                <a:schemeClr val="accent2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811143"/>
              </p:ext>
            </p:extLst>
          </p:nvPr>
        </p:nvGraphicFramePr>
        <p:xfrm>
          <a:off x="1042988" y="1491854"/>
          <a:ext cx="1081088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850680" progId="Equation.3">
                  <p:embed/>
                </p:oleObj>
              </mc:Choice>
              <mc:Fallback>
                <p:oleObj name="Equation" r:id="rId2" imgW="1307880" imgH="8506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491854"/>
                        <a:ext cx="1081088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47957"/>
              </p:ext>
            </p:extLst>
          </p:nvPr>
        </p:nvGraphicFramePr>
        <p:xfrm>
          <a:off x="1020472" y="2210455"/>
          <a:ext cx="990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927000" progId="Equation.3">
                  <p:embed/>
                </p:oleObj>
              </mc:Choice>
              <mc:Fallback>
                <p:oleObj name="Equation" r:id="rId4" imgW="1282680" imgH="927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472" y="2210455"/>
                        <a:ext cx="990600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674212"/>
              </p:ext>
            </p:extLst>
          </p:nvPr>
        </p:nvGraphicFramePr>
        <p:xfrm>
          <a:off x="881983" y="2986206"/>
          <a:ext cx="1098549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850680" progId="Equation.3">
                  <p:embed/>
                </p:oleObj>
              </mc:Choice>
              <mc:Fallback>
                <p:oleObj name="Equation" r:id="rId6" imgW="1282680" imgH="8506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983" y="2986206"/>
                        <a:ext cx="1098549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298343"/>
              </p:ext>
            </p:extLst>
          </p:nvPr>
        </p:nvGraphicFramePr>
        <p:xfrm>
          <a:off x="775385" y="3830521"/>
          <a:ext cx="2068423" cy="6339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927000" progId="Equation.3">
                  <p:embed/>
                </p:oleObj>
              </mc:Choice>
              <mc:Fallback>
                <p:oleObj name="Equation" r:id="rId8" imgW="2514600" imgH="927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85" y="3830521"/>
                        <a:ext cx="2068423" cy="6339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0" name="Text Box 12"/>
          <p:cNvSpPr txBox="1">
            <a:spLocks noChangeArrowheads="1"/>
          </p:cNvSpPr>
          <p:nvPr/>
        </p:nvSpPr>
        <p:spPr bwMode="auto">
          <a:xfrm>
            <a:off x="5349596" y="1758157"/>
            <a:ext cx="1295400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说明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:</a:t>
            </a:r>
            <a:endParaRPr kumimoji="1" lang="en-US" altLang="zh-CN" sz="280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686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785493"/>
              </p:ext>
            </p:extLst>
          </p:nvPr>
        </p:nvGraphicFramePr>
        <p:xfrm>
          <a:off x="2473199" y="1455063"/>
          <a:ext cx="647701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927000" progId="Equation.3">
                  <p:embed/>
                </p:oleObj>
              </mc:Choice>
              <mc:Fallback>
                <p:oleObj name="Equation" r:id="rId10" imgW="787320" imgH="927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199" y="1455063"/>
                        <a:ext cx="647701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488007"/>
              </p:ext>
            </p:extLst>
          </p:nvPr>
        </p:nvGraphicFramePr>
        <p:xfrm>
          <a:off x="3191064" y="1455063"/>
          <a:ext cx="5943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12520" imgH="888840" progId="Equation.3">
                  <p:embed/>
                </p:oleObj>
              </mc:Choice>
              <mc:Fallback>
                <p:oleObj name="Equation" r:id="rId12" imgW="812520" imgH="8888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1064" y="1455063"/>
                        <a:ext cx="594325" cy="666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160045"/>
              </p:ext>
            </p:extLst>
          </p:nvPr>
        </p:nvGraphicFramePr>
        <p:xfrm>
          <a:off x="2424779" y="2257956"/>
          <a:ext cx="696121" cy="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9920" imgH="927000" progId="Equation.3">
                  <p:embed/>
                </p:oleObj>
              </mc:Choice>
              <mc:Fallback>
                <p:oleObj name="Equation" r:id="rId14" imgW="799920" imgH="927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779" y="2257956"/>
                        <a:ext cx="696121" cy="604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727647"/>
              </p:ext>
            </p:extLst>
          </p:nvPr>
        </p:nvGraphicFramePr>
        <p:xfrm>
          <a:off x="3326104" y="2273042"/>
          <a:ext cx="287288" cy="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120" imgH="927000" progId="Equation.3">
                  <p:embed/>
                </p:oleObj>
              </mc:Choice>
              <mc:Fallback>
                <p:oleObj name="Equation" r:id="rId16" imgW="330120" imgH="927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104" y="2273042"/>
                        <a:ext cx="287288" cy="604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323281"/>
              </p:ext>
            </p:extLst>
          </p:nvPr>
        </p:nvGraphicFramePr>
        <p:xfrm>
          <a:off x="2394160" y="3032194"/>
          <a:ext cx="647278" cy="5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87320" imgH="927000" progId="Equation.3">
                  <p:embed/>
                </p:oleObj>
              </mc:Choice>
              <mc:Fallback>
                <p:oleObj name="Equation" r:id="rId18" imgW="787320" imgH="927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160" y="3032194"/>
                        <a:ext cx="647278" cy="571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169935"/>
              </p:ext>
            </p:extLst>
          </p:nvPr>
        </p:nvGraphicFramePr>
        <p:xfrm>
          <a:off x="3292151" y="3039770"/>
          <a:ext cx="249145" cy="52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4560" imgH="850680" progId="Equation.3">
                  <p:embed/>
                </p:oleObj>
              </mc:Choice>
              <mc:Fallback>
                <p:oleObj name="Equation" r:id="rId20" imgW="304560" imgH="8506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2151" y="3039770"/>
                        <a:ext cx="249145" cy="5216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170342"/>
              </p:ext>
            </p:extLst>
          </p:nvPr>
        </p:nvGraphicFramePr>
        <p:xfrm>
          <a:off x="2997926" y="3838333"/>
          <a:ext cx="729269" cy="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38080" imgH="927000" progId="Equation.3">
                  <p:embed/>
                </p:oleObj>
              </mc:Choice>
              <mc:Fallback>
                <p:oleObj name="Equation" r:id="rId22" imgW="838080" imgH="927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926" y="3838333"/>
                        <a:ext cx="729269" cy="6049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469318"/>
              </p:ext>
            </p:extLst>
          </p:nvPr>
        </p:nvGraphicFramePr>
        <p:xfrm>
          <a:off x="3881313" y="4011910"/>
          <a:ext cx="648072" cy="21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85800" imgH="304560" progId="Equation.3">
                  <p:embed/>
                </p:oleObj>
              </mc:Choice>
              <mc:Fallback>
                <p:oleObj name="Equation" r:id="rId24" imgW="685800" imgH="3045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313" y="4011910"/>
                        <a:ext cx="648072" cy="216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30" name="Rectangle 22"/>
          <p:cNvSpPr>
            <a:spLocks noChangeArrowheads="1"/>
          </p:cNvSpPr>
          <p:nvPr/>
        </p:nvSpPr>
        <p:spPr bwMode="auto">
          <a:xfrm>
            <a:off x="6876771" y="2676128"/>
            <a:ext cx="1676400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不能看作</a:t>
            </a:r>
          </a:p>
        </p:txBody>
      </p:sp>
      <p:sp>
        <p:nvSpPr>
          <p:cNvPr id="68631" name="Rectangle 23"/>
          <p:cNvSpPr>
            <a:spLocks noChangeArrowheads="1"/>
          </p:cNvSpPr>
          <p:nvPr/>
        </p:nvSpPr>
        <p:spPr bwMode="auto">
          <a:xfrm>
            <a:off x="5205134" y="3054747"/>
            <a:ext cx="3048000" cy="437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分子与分母的商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!</a:t>
            </a:r>
          </a:p>
        </p:txBody>
      </p:sp>
      <p:sp>
        <p:nvSpPr>
          <p:cNvPr id="68632" name="Rectangle 24"/>
          <p:cNvSpPr>
            <a:spLocks noChangeArrowheads="1"/>
          </p:cNvSpPr>
          <p:nvPr/>
        </p:nvSpPr>
        <p:spPr bwMode="auto">
          <a:xfrm>
            <a:off x="5151142" y="1732618"/>
            <a:ext cx="3352800" cy="18288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68633" name="Text Box 25"/>
          <p:cNvSpPr txBox="1">
            <a:spLocks noChangeArrowheads="1"/>
          </p:cNvSpPr>
          <p:nvPr/>
        </p:nvSpPr>
        <p:spPr bwMode="auto">
          <a:xfrm>
            <a:off x="6429096" y="1758157"/>
            <a:ext cx="1710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此例表明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68634" name="Text Box 26"/>
          <p:cNvSpPr txBox="1">
            <a:spLocks noChangeArrowheads="1"/>
          </p:cNvSpPr>
          <p:nvPr/>
        </p:nvSpPr>
        <p:spPr bwMode="auto">
          <a:xfrm>
            <a:off x="5205134" y="2622551"/>
            <a:ext cx="1828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整体记号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F81399-F7DB-499D-9E66-FB904D9A7F4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6900" y="-17807"/>
            <a:ext cx="8346147" cy="12558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86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8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8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 build="p" autoUpdateAnimBg="0" advAuto="0"/>
      <p:bldP spid="68615" grpId="0" autoUpdateAnimBg="0"/>
      <p:bldP spid="68620" grpId="0" animBg="1" autoUpdateAnimBg="0"/>
      <p:bldP spid="68630" grpId="0" autoUpdateAnimBg="0"/>
      <p:bldP spid="68631" grpId="0" autoUpdateAnimBg="0"/>
      <p:bldP spid="68632" grpId="0" animBg="1"/>
      <p:bldP spid="68633" grpId="0" build="p" autoUpdateAnimBg="0" advAuto="0"/>
      <p:bldP spid="68634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对象 140290">
            <a:extLst>
              <a:ext uri="{FF2B5EF4-FFF2-40B4-BE49-F238E27FC236}">
                <a16:creationId xmlns:a16="http://schemas.microsoft.com/office/drawing/2014/main" id="{DB2A1ACB-DDB0-404B-9B22-19AEC36697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9446510"/>
              </p:ext>
            </p:extLst>
          </p:nvPr>
        </p:nvGraphicFramePr>
        <p:xfrm>
          <a:off x="1907704" y="26178"/>
          <a:ext cx="6030516" cy="1539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376734" imgH="863225" progId="Equation.3">
                  <p:embed/>
                </p:oleObj>
              </mc:Choice>
              <mc:Fallback>
                <p:oleObj r:id="rId6" imgW="3376734" imgH="863225" progId="Equation.3">
                  <p:embed/>
                  <p:pic>
                    <p:nvPicPr>
                      <p:cNvPr id="35842" name="对象 140290">
                        <a:extLst>
                          <a:ext uri="{FF2B5EF4-FFF2-40B4-BE49-F238E27FC236}">
                            <a16:creationId xmlns:a16="http://schemas.microsoft.com/office/drawing/2014/main" id="{DB2A1ACB-DDB0-404B-9B22-19AEC36697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6178"/>
                        <a:ext cx="6030516" cy="1539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文本框 140291">
            <a:extLst>
              <a:ext uri="{FF2B5EF4-FFF2-40B4-BE49-F238E27FC236}">
                <a16:creationId xmlns:a16="http://schemas.microsoft.com/office/drawing/2014/main" id="{606B0185-7A89-4A74-8C31-26002C64F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1601051"/>
            <a:ext cx="28003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连续</a:t>
            </a:r>
            <a:r>
              <a:rPr lang="en-US" altLang="zh-CN" sz="2100" b="1" dirty="0">
                <a:latin typeface="Times New Roman" panose="02020603050405020304" pitchFamily="18" charset="0"/>
              </a:rPr>
              <a:t>,</a:t>
            </a:r>
            <a:r>
              <a:rPr lang="zh-CN" altLang="en-US" sz="2100" b="1" dirty="0">
                <a:latin typeface="Times New Roman" panose="02020603050405020304" pitchFamily="18" charset="0"/>
              </a:rPr>
              <a:t>偏导数存在</a:t>
            </a:r>
            <a:r>
              <a:rPr lang="en-US" altLang="zh-CN" sz="2100" b="1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0293" name="文本框 140292">
            <a:extLst>
              <a:ext uri="{FF2B5EF4-FFF2-40B4-BE49-F238E27FC236}">
                <a16:creationId xmlns:a16="http://schemas.microsoft.com/office/drawing/2014/main" id="{8478A265-8E0B-463A-B18E-5212BF1DA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579" y="2223960"/>
            <a:ext cx="3829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连续</a:t>
            </a:r>
            <a:r>
              <a:rPr lang="en-US" altLang="zh-CN" sz="2100" b="1" dirty="0">
                <a:latin typeface="Times New Roman" panose="02020603050405020304" pitchFamily="18" charset="0"/>
              </a:rPr>
              <a:t>,</a:t>
            </a:r>
            <a:r>
              <a:rPr lang="zh-CN" altLang="en-US" sz="2100" b="1" dirty="0">
                <a:latin typeface="Times New Roman" panose="02020603050405020304" pitchFamily="18" charset="0"/>
              </a:rPr>
              <a:t>偏导数</a:t>
            </a:r>
            <a:r>
              <a:rPr lang="zh-CN" altLang="zh-CN" sz="2100" b="1" dirty="0">
                <a:latin typeface="Times New Roman" panose="02020603050405020304" pitchFamily="18" charset="0"/>
              </a:rPr>
              <a:t>不</a:t>
            </a:r>
            <a:r>
              <a:rPr lang="zh-CN" altLang="en-US" sz="2100" b="1" dirty="0">
                <a:latin typeface="Times New Roman" panose="02020603050405020304" pitchFamily="18" charset="0"/>
              </a:rPr>
              <a:t>存在</a:t>
            </a:r>
            <a:r>
              <a:rPr lang="en-US" altLang="zh-CN" sz="2100" b="1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0294" name="文本框 140293">
            <a:extLst>
              <a:ext uri="{FF2B5EF4-FFF2-40B4-BE49-F238E27FC236}">
                <a16:creationId xmlns:a16="http://schemas.microsoft.com/office/drawing/2014/main" id="{5CFF2BB6-1E3A-46C5-B6F3-91446499E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579" y="2814456"/>
            <a:ext cx="3829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不连续</a:t>
            </a:r>
            <a:r>
              <a:rPr lang="en-US" altLang="zh-CN" sz="2100" b="1" dirty="0">
                <a:latin typeface="Times New Roman" panose="02020603050405020304" pitchFamily="18" charset="0"/>
              </a:rPr>
              <a:t>,</a:t>
            </a:r>
            <a:r>
              <a:rPr lang="zh-CN" altLang="en-US" sz="2100" b="1" dirty="0">
                <a:latin typeface="Times New Roman" panose="02020603050405020304" pitchFamily="18" charset="0"/>
              </a:rPr>
              <a:t>偏导数存在</a:t>
            </a:r>
            <a:r>
              <a:rPr lang="en-US" altLang="zh-CN" sz="2100" b="1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0295" name="文本框 140294">
            <a:extLst>
              <a:ext uri="{FF2B5EF4-FFF2-40B4-BE49-F238E27FC236}">
                <a16:creationId xmlns:a16="http://schemas.microsoft.com/office/drawing/2014/main" id="{8DAF2F4A-BCF5-4650-B12E-15564410D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371" y="3416124"/>
            <a:ext cx="3829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100" b="1" dirty="0">
                <a:latin typeface="Times New Roman" panose="02020603050405020304" pitchFamily="18" charset="0"/>
              </a:rPr>
              <a:t>不</a:t>
            </a:r>
            <a:r>
              <a:rPr lang="zh-CN" altLang="en-US" sz="2100" b="1" dirty="0">
                <a:latin typeface="Times New Roman" panose="02020603050405020304" pitchFamily="18" charset="0"/>
              </a:rPr>
              <a:t>连续</a:t>
            </a:r>
            <a:r>
              <a:rPr lang="en-US" altLang="zh-CN" sz="2100" b="1" dirty="0">
                <a:latin typeface="Times New Roman" panose="02020603050405020304" pitchFamily="18" charset="0"/>
              </a:rPr>
              <a:t>,</a:t>
            </a:r>
            <a:r>
              <a:rPr lang="zh-CN" altLang="en-US" sz="2100" b="1" dirty="0">
                <a:latin typeface="Times New Roman" panose="02020603050405020304" pitchFamily="18" charset="0"/>
              </a:rPr>
              <a:t>偏导数不存在</a:t>
            </a:r>
            <a:r>
              <a:rPr lang="en-US" altLang="zh-CN" sz="2100" b="1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122BE9-BC28-43E2-A67C-38E5B2B44ABA}"/>
              </a:ext>
            </a:extLst>
          </p:cNvPr>
          <p:cNvSpPr/>
          <p:nvPr/>
        </p:nvSpPr>
        <p:spPr>
          <a:xfrm>
            <a:off x="467544" y="267494"/>
            <a:ext cx="1369286" cy="5693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100" b="1" dirty="0">
                <a:solidFill>
                  <a:srgbClr val="C0504D"/>
                </a:solidFill>
                <a:ea typeface="楷体_GB2312" pitchFamily="49" charset="-122"/>
                <a:cs typeface="+mj-cs"/>
              </a:rPr>
              <a:t>练习</a:t>
            </a:r>
            <a:r>
              <a:rPr lang="en-US" altLang="zh-CN" sz="3100" b="1" dirty="0">
                <a:solidFill>
                  <a:srgbClr val="C0504D"/>
                </a:solidFill>
                <a:ea typeface="楷体_GB2312" pitchFamily="49" charset="-122"/>
                <a:cs typeface="+mj-cs"/>
              </a:rPr>
              <a:t>5.</a:t>
            </a:r>
            <a:r>
              <a:rPr lang="en-US" altLang="zh-CN" sz="2800" dirty="0">
                <a:solidFill>
                  <a:prstClr val="black"/>
                </a:solidFill>
                <a:ea typeface="楷体_GB2312" pitchFamily="49" charset="-122"/>
                <a:cs typeface="+mj-cs"/>
              </a:rPr>
              <a:t> 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4C6C2D1-561E-4142-AB66-F31716E15A40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2458045" y="1599240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960685F-15DB-4D64-A17E-FF4F836F645D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2427816" y="222986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4CAC102-FA18-4B28-8208-A506C83BDBE6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2439608" y="2815557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CAEC384-6F16-41F6-B39A-785C42BA382B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2456136" y="343020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/>
      <p:bldP spid="140293" grpId="0"/>
      <p:bldP spid="140294" grpId="0"/>
      <p:bldP spid="14029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151" descr="j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" y="1"/>
            <a:ext cx="2149475" cy="1556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84438" y="195263"/>
            <a:ext cx="5905500" cy="522684"/>
            <a:chOff x="612" y="663"/>
            <a:chExt cx="3720" cy="439"/>
          </a:xfrm>
        </p:grpSpPr>
        <p:sp>
          <p:nvSpPr>
            <p:cNvPr id="14373" name="Rectangle 3"/>
            <p:cNvSpPr>
              <a:spLocks noChangeArrowheads="1"/>
            </p:cNvSpPr>
            <p:nvPr/>
          </p:nvSpPr>
          <p:spPr bwMode="auto">
            <a:xfrm>
              <a:off x="612" y="663"/>
              <a:ext cx="3720" cy="4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800" dirty="0">
                  <a:solidFill>
                    <a:srgbClr val="C00000"/>
                  </a:solidFill>
                  <a:latin typeface="Times New Roman" pitchFamily="18" charset="0"/>
                </a:rPr>
                <a:t>一元函数中在某点</a:t>
              </a:r>
              <a:r>
                <a:rPr lang="zh-CN" altLang="en-US" sz="2800" b="1" dirty="0">
                  <a:solidFill>
                    <a:srgbClr val="C00000"/>
                  </a:solidFill>
                  <a:latin typeface="Times New Roman" pitchFamily="18" charset="0"/>
                </a:rPr>
                <a:t>可导          连续，</a:t>
              </a:r>
            </a:p>
          </p:txBody>
        </p:sp>
        <p:sp>
          <p:nvSpPr>
            <p:cNvPr id="14374" name="Line 4"/>
            <p:cNvSpPr>
              <a:spLocks noChangeShapeType="1"/>
            </p:cNvSpPr>
            <p:nvPr/>
          </p:nvSpPr>
          <p:spPr bwMode="auto">
            <a:xfrm>
              <a:off x="2971" y="799"/>
              <a:ext cx="384" cy="0"/>
            </a:xfrm>
            <a:prstGeom prst="line">
              <a:avLst/>
            </a:prstGeom>
            <a:noFill/>
            <a:ln w="57150">
              <a:solidFill>
                <a:srgbClr val="3333CC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042988" y="2842023"/>
            <a:ext cx="73453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多元函数中在某点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</a:rPr>
              <a:t>偏导数存在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           </a:t>
            </a:r>
            <a:r>
              <a:rPr lang="zh-CN" altLang="en-US" sz="2800" b="1" dirty="0">
                <a:solidFill>
                  <a:srgbClr val="C00000"/>
                </a:solidFill>
                <a:latin typeface="Times New Roman" pitchFamily="18" charset="0"/>
              </a:rPr>
              <a:t>连续</a:t>
            </a:r>
            <a:r>
              <a:rPr lang="zh-CN" altLang="en-US" sz="2800" dirty="0">
                <a:solidFill>
                  <a:srgbClr val="C00000"/>
                </a:solidFill>
                <a:latin typeface="Times New Roman" pitchFamily="18" charset="0"/>
              </a:rPr>
              <a:t>，</a:t>
            </a:r>
          </a:p>
        </p:txBody>
      </p:sp>
      <p:sp>
        <p:nvSpPr>
          <p:cNvPr id="12" name="WordArt 12"/>
          <p:cNvSpPr>
            <a:spLocks noChangeArrowheads="1" noChangeShapeType="1" noTextEdit="1"/>
          </p:cNvSpPr>
          <p:nvPr/>
        </p:nvSpPr>
        <p:spPr bwMode="auto">
          <a:xfrm>
            <a:off x="6084888" y="2842022"/>
            <a:ext cx="381000" cy="40005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4236"/>
              </a:avLst>
            </a:prstTxWarp>
          </a:bodyPr>
          <a:lstStyle/>
          <a:p>
            <a:r>
              <a:rPr lang="zh-CN" altLang="en-US" sz="28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宋体"/>
                <a:ea typeface="宋体"/>
              </a:rPr>
              <a:t>？</a:t>
            </a: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V="1">
            <a:off x="6011863" y="3003947"/>
            <a:ext cx="685800" cy="23813"/>
          </a:xfrm>
          <a:prstGeom prst="line">
            <a:avLst/>
          </a:prstGeom>
          <a:noFill/>
          <a:ln w="57150">
            <a:solidFill>
              <a:srgbClr val="3333CC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32"/>
          <p:cNvGrpSpPr>
            <a:grpSpLocks/>
          </p:cNvGrpSpPr>
          <p:nvPr/>
        </p:nvGrpSpPr>
        <p:grpSpPr bwMode="auto">
          <a:xfrm>
            <a:off x="2051050" y="751539"/>
            <a:ext cx="6516688" cy="523220"/>
            <a:chOff x="2051720" y="1001843"/>
            <a:chExt cx="6516216" cy="697015"/>
          </a:xfrm>
        </p:grpSpPr>
        <p:sp>
          <p:nvSpPr>
            <p:cNvPr id="14371" name="Rectangle 9"/>
            <p:cNvSpPr>
              <a:spLocks noChangeArrowheads="1"/>
            </p:cNvSpPr>
            <p:nvPr/>
          </p:nvSpPr>
          <p:spPr bwMode="auto">
            <a:xfrm>
              <a:off x="2051720" y="1001843"/>
              <a:ext cx="1728192" cy="69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偏导数</a:t>
              </a:r>
              <a:endParaRPr lang="zh-CN" altLang="en-US" sz="2800"/>
            </a:p>
          </p:txBody>
        </p:sp>
        <p:graphicFrame>
          <p:nvGraphicFramePr>
            <p:cNvPr id="14346" name="Object 8"/>
            <p:cNvGraphicFramePr>
              <a:graphicFrameLocks noChangeAspect="1"/>
            </p:cNvGraphicFramePr>
            <p:nvPr/>
          </p:nvGraphicFramePr>
          <p:xfrm>
            <a:off x="3144907" y="1135653"/>
            <a:ext cx="1677673" cy="5050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787320" imgH="253800" progId="Equation.3">
                    <p:embed/>
                  </p:oleObj>
                </mc:Choice>
                <mc:Fallback>
                  <p:oleObj name="公式" r:id="rId4" imgW="787320" imgH="253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4907" y="1135653"/>
                          <a:ext cx="1677673" cy="5050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2" name="Rectangle 10"/>
            <p:cNvSpPr>
              <a:spLocks noChangeArrowheads="1"/>
            </p:cNvSpPr>
            <p:nvPr/>
          </p:nvSpPr>
          <p:spPr bwMode="auto">
            <a:xfrm>
              <a:off x="4623680" y="1001843"/>
              <a:ext cx="3944256" cy="69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存在，那么一元函数</a:t>
              </a:r>
              <a:r>
                <a:rPr lang="zh-CN" altLang="en-US" sz="2800"/>
                <a:t> </a:t>
              </a:r>
            </a:p>
          </p:txBody>
        </p:sp>
      </p:grpSp>
      <p:sp>
        <p:nvSpPr>
          <p:cNvPr id="14353" name="Rectangle 1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组合 33"/>
          <p:cNvGrpSpPr>
            <a:grpSpLocks/>
          </p:cNvGrpSpPr>
          <p:nvPr/>
        </p:nvGrpSpPr>
        <p:grpSpPr bwMode="auto">
          <a:xfrm>
            <a:off x="1993901" y="1209824"/>
            <a:ext cx="4760913" cy="550232"/>
            <a:chOff x="1994588" y="1613724"/>
            <a:chExt cx="4759568" cy="733390"/>
          </a:xfrm>
        </p:grpSpPr>
        <p:graphicFrame>
          <p:nvGraphicFramePr>
            <p:cNvPr id="14344" name="Object 11"/>
            <p:cNvGraphicFramePr>
              <a:graphicFrameLocks noChangeAspect="1"/>
            </p:cNvGraphicFramePr>
            <p:nvPr/>
          </p:nvGraphicFramePr>
          <p:xfrm>
            <a:off x="1994588" y="1703445"/>
            <a:ext cx="1377279" cy="573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533169" imgH="228501" progId="Equation.DSMT4">
                    <p:embed/>
                  </p:oleObj>
                </mc:Choice>
                <mc:Fallback>
                  <p:oleObj r:id="rId6" imgW="533169" imgH="228501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4588" y="1703445"/>
                          <a:ext cx="1377279" cy="5734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9" name="Rectangle 14"/>
            <p:cNvSpPr>
              <a:spLocks noChangeArrowheads="1"/>
            </p:cNvSpPr>
            <p:nvPr/>
          </p:nvSpPr>
          <p:spPr bwMode="auto">
            <a:xfrm>
              <a:off x="3203849" y="1649728"/>
              <a:ext cx="1043608" cy="697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在点</a:t>
              </a:r>
              <a:endParaRPr lang="zh-CN" altLang="en-US" sz="2800"/>
            </a:p>
          </p:txBody>
        </p:sp>
        <p:graphicFrame>
          <p:nvGraphicFramePr>
            <p:cNvPr id="14345" name="Object 13"/>
            <p:cNvGraphicFramePr>
              <a:graphicFrameLocks noChangeAspect="1"/>
            </p:cNvGraphicFramePr>
            <p:nvPr/>
          </p:nvGraphicFramePr>
          <p:xfrm>
            <a:off x="4078377" y="1705502"/>
            <a:ext cx="421616" cy="556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65028" imgH="228501" progId="Equation.DSMT4">
                    <p:embed/>
                  </p:oleObj>
                </mc:Choice>
                <mc:Fallback>
                  <p:oleObj r:id="rId8" imgW="165028" imgH="228501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8377" y="1705502"/>
                          <a:ext cx="421616" cy="556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70" name="Rectangle 15"/>
            <p:cNvSpPr>
              <a:spLocks noChangeArrowheads="1"/>
            </p:cNvSpPr>
            <p:nvPr/>
          </p:nvSpPr>
          <p:spPr bwMode="auto">
            <a:xfrm>
              <a:off x="4433814" y="1613724"/>
              <a:ext cx="2320342" cy="697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处连续；</a:t>
              </a:r>
              <a:r>
                <a:rPr lang="zh-CN" altLang="en-US" sz="2800"/>
                <a:t> </a:t>
              </a:r>
            </a:p>
          </p:txBody>
        </p:sp>
      </p:grpSp>
      <p:grpSp>
        <p:nvGrpSpPr>
          <p:cNvPr id="5" name="组合 34"/>
          <p:cNvGrpSpPr>
            <a:grpSpLocks/>
          </p:cNvGrpSpPr>
          <p:nvPr/>
        </p:nvGrpSpPr>
        <p:grpSpPr bwMode="auto">
          <a:xfrm>
            <a:off x="2124076" y="1804056"/>
            <a:ext cx="6608763" cy="523220"/>
            <a:chOff x="2123728" y="2406008"/>
            <a:chExt cx="6608552" cy="696997"/>
          </a:xfrm>
        </p:grpSpPr>
        <p:sp>
          <p:nvSpPr>
            <p:cNvPr id="14367" name="Rectangle 9"/>
            <p:cNvSpPr>
              <a:spLocks noChangeArrowheads="1"/>
            </p:cNvSpPr>
            <p:nvPr/>
          </p:nvSpPr>
          <p:spPr bwMode="auto">
            <a:xfrm>
              <a:off x="2123728" y="2406008"/>
              <a:ext cx="1728192" cy="69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偏导数</a:t>
              </a:r>
              <a:endParaRPr lang="zh-CN" altLang="en-US" sz="2800"/>
            </a:p>
          </p:txBody>
        </p:sp>
        <p:graphicFrame>
          <p:nvGraphicFramePr>
            <p:cNvPr id="14343" name="Object 16"/>
            <p:cNvGraphicFramePr>
              <a:graphicFrameLocks noChangeAspect="1"/>
            </p:cNvGraphicFramePr>
            <p:nvPr/>
          </p:nvGraphicFramePr>
          <p:xfrm>
            <a:off x="3216275" y="2514600"/>
            <a:ext cx="1677988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787320" imgH="279360" progId="Equation.3">
                    <p:embed/>
                  </p:oleObj>
                </mc:Choice>
                <mc:Fallback>
                  <p:oleObj name="公式" r:id="rId10" imgW="787320" imgH="2793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275" y="2514600"/>
                          <a:ext cx="1677988" cy="555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8" name="Rectangle 10"/>
            <p:cNvSpPr>
              <a:spLocks noChangeArrowheads="1"/>
            </p:cNvSpPr>
            <p:nvPr/>
          </p:nvSpPr>
          <p:spPr bwMode="auto">
            <a:xfrm>
              <a:off x="4788024" y="2406008"/>
              <a:ext cx="3944256" cy="69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存在，那么一元函数</a:t>
              </a:r>
              <a:r>
                <a:rPr lang="zh-CN" altLang="en-US" sz="2800"/>
                <a:t> </a:t>
              </a:r>
            </a:p>
          </p:txBody>
        </p:sp>
      </p:grp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57" name="Rectangle 2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组合 35"/>
          <p:cNvGrpSpPr>
            <a:grpSpLocks/>
          </p:cNvGrpSpPr>
          <p:nvPr/>
        </p:nvGrpSpPr>
        <p:grpSpPr bwMode="auto">
          <a:xfrm>
            <a:off x="2124076" y="2247898"/>
            <a:ext cx="4702175" cy="565609"/>
            <a:chOff x="2123728" y="2996952"/>
            <a:chExt cx="4702435" cy="754695"/>
          </a:xfrm>
        </p:grpSpPr>
        <p:sp>
          <p:nvSpPr>
            <p:cNvPr id="14365" name="Rectangle 14"/>
            <p:cNvSpPr>
              <a:spLocks noChangeArrowheads="1"/>
            </p:cNvSpPr>
            <p:nvPr/>
          </p:nvSpPr>
          <p:spPr bwMode="auto">
            <a:xfrm>
              <a:off x="3305621" y="3053510"/>
              <a:ext cx="1013843" cy="698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在点</a:t>
              </a:r>
              <a:endParaRPr lang="zh-CN" altLang="en-US" sz="2800"/>
            </a:p>
          </p:txBody>
        </p:sp>
        <p:sp>
          <p:nvSpPr>
            <p:cNvPr id="14366" name="Rectangle 15"/>
            <p:cNvSpPr>
              <a:spLocks noChangeArrowheads="1"/>
            </p:cNvSpPr>
            <p:nvPr/>
          </p:nvSpPr>
          <p:spPr bwMode="auto">
            <a:xfrm>
              <a:off x="4572000" y="3053512"/>
              <a:ext cx="2254163" cy="698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处连续；</a:t>
              </a:r>
              <a:r>
                <a:rPr lang="zh-CN" altLang="en-US" sz="2800"/>
                <a:t> </a:t>
              </a:r>
            </a:p>
          </p:txBody>
        </p:sp>
        <p:graphicFrame>
          <p:nvGraphicFramePr>
            <p:cNvPr id="14341" name="Object 19"/>
            <p:cNvGraphicFramePr>
              <a:graphicFrameLocks noChangeAspect="1"/>
            </p:cNvGraphicFramePr>
            <p:nvPr/>
          </p:nvGraphicFramePr>
          <p:xfrm>
            <a:off x="2123728" y="3140968"/>
            <a:ext cx="1176131" cy="504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533169" imgH="228501" progId="Equation.DSMT4">
                    <p:embed/>
                  </p:oleObj>
                </mc:Choice>
                <mc:Fallback>
                  <p:oleObj r:id="rId12" imgW="533169" imgH="228501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3728" y="3140968"/>
                          <a:ext cx="1176131" cy="5040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2" name="Object 21"/>
            <p:cNvGraphicFramePr>
              <a:graphicFrameLocks noChangeAspect="1"/>
            </p:cNvGraphicFramePr>
            <p:nvPr/>
          </p:nvGraphicFramePr>
          <p:xfrm>
            <a:off x="4067944" y="2996952"/>
            <a:ext cx="462909" cy="6480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177646" imgH="228402" progId="Equation.DSMT4">
                    <p:embed/>
                  </p:oleObj>
                </mc:Choice>
                <mc:Fallback>
                  <p:oleObj r:id="rId14" imgW="177646" imgH="228402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944" y="2996952"/>
                          <a:ext cx="462909" cy="6480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44"/>
          <p:cNvGrpSpPr>
            <a:grpSpLocks/>
          </p:cNvGrpSpPr>
          <p:nvPr/>
        </p:nvGrpSpPr>
        <p:grpSpPr bwMode="auto">
          <a:xfrm>
            <a:off x="539751" y="3532551"/>
            <a:ext cx="6335713" cy="523220"/>
            <a:chOff x="539552" y="4710132"/>
            <a:chExt cx="6336704" cy="697260"/>
          </a:xfrm>
        </p:grpSpPr>
        <p:sp>
          <p:nvSpPr>
            <p:cNvPr id="14363" name="Rectangle 9"/>
            <p:cNvSpPr>
              <a:spLocks noChangeArrowheads="1"/>
            </p:cNvSpPr>
            <p:nvPr/>
          </p:nvSpPr>
          <p:spPr bwMode="auto">
            <a:xfrm>
              <a:off x="539552" y="4710132"/>
              <a:ext cx="4392488" cy="69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偏导数                 ，</a:t>
              </a:r>
              <a:endParaRPr lang="zh-CN" altLang="en-US" sz="2800"/>
            </a:p>
          </p:txBody>
        </p:sp>
        <p:graphicFrame>
          <p:nvGraphicFramePr>
            <p:cNvPr id="14339" name="Object 23"/>
            <p:cNvGraphicFramePr>
              <a:graphicFrameLocks noChangeAspect="1"/>
            </p:cNvGraphicFramePr>
            <p:nvPr/>
          </p:nvGraphicFramePr>
          <p:xfrm>
            <a:off x="1704747" y="4772057"/>
            <a:ext cx="1677673" cy="5050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787320" imgH="253800" progId="Equation.3">
                    <p:embed/>
                  </p:oleObj>
                </mc:Choice>
                <mc:Fallback>
                  <p:oleObj name="公式" r:id="rId4" imgW="787320" imgH="2538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4747" y="4772057"/>
                          <a:ext cx="1677673" cy="5050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4" name="Rectangle 10"/>
            <p:cNvSpPr>
              <a:spLocks noChangeArrowheads="1"/>
            </p:cNvSpPr>
            <p:nvPr/>
          </p:nvSpPr>
          <p:spPr bwMode="auto">
            <a:xfrm>
              <a:off x="5148064" y="4710132"/>
              <a:ext cx="1728192" cy="697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>
                  <a:cs typeface="Times New Roman" pitchFamily="18" charset="0"/>
                </a:rPr>
                <a:t>都存在，</a:t>
              </a:r>
              <a:endParaRPr lang="zh-CN" altLang="en-US" sz="2800"/>
            </a:p>
          </p:txBody>
        </p:sp>
        <p:graphicFrame>
          <p:nvGraphicFramePr>
            <p:cNvPr id="14340" name="Object 24"/>
            <p:cNvGraphicFramePr>
              <a:graphicFrameLocks noChangeAspect="1"/>
            </p:cNvGraphicFramePr>
            <p:nvPr/>
          </p:nvGraphicFramePr>
          <p:xfrm>
            <a:off x="3491880" y="4797152"/>
            <a:ext cx="1677988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787320" imgH="279360" progId="Equation.3">
                    <p:embed/>
                  </p:oleObj>
                </mc:Choice>
                <mc:Fallback>
                  <p:oleObj name="公式" r:id="rId10" imgW="787320" imgH="27936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4797152"/>
                          <a:ext cx="1677988" cy="555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60" name="Rectangle 2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8" name="组合 45"/>
          <p:cNvGrpSpPr>
            <a:grpSpLocks/>
          </p:cNvGrpSpPr>
          <p:nvPr/>
        </p:nvGrpSpPr>
        <p:grpSpPr bwMode="auto">
          <a:xfrm>
            <a:off x="564267" y="4186781"/>
            <a:ext cx="5854700" cy="523220"/>
            <a:chOff x="611560" y="5733256"/>
            <a:chExt cx="5854782" cy="697527"/>
          </a:xfrm>
        </p:grpSpPr>
        <p:sp>
          <p:nvSpPr>
            <p:cNvPr id="14362" name="矩形 40"/>
            <p:cNvSpPr>
              <a:spLocks noChangeArrowheads="1"/>
            </p:cNvSpPr>
            <p:nvPr/>
          </p:nvSpPr>
          <p:spPr bwMode="auto">
            <a:xfrm>
              <a:off x="611560" y="5733256"/>
              <a:ext cx="5854782" cy="697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cs typeface="Times New Roman" pitchFamily="18" charset="0"/>
                </a:rPr>
                <a:t>那么二元函数在点             处连续？</a:t>
              </a:r>
              <a:r>
                <a:rPr lang="zh-CN" altLang="en-US" sz="2800" dirty="0"/>
                <a:t> </a:t>
              </a:r>
            </a:p>
          </p:txBody>
        </p:sp>
        <p:graphicFrame>
          <p:nvGraphicFramePr>
            <p:cNvPr id="14338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5595199"/>
                </p:ext>
              </p:extLst>
            </p:nvPr>
          </p:nvGraphicFramePr>
          <p:xfrm>
            <a:off x="3507965" y="5810599"/>
            <a:ext cx="1208134" cy="5760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482391" imgH="228501" progId="Equation.DSMT4">
                    <p:embed/>
                  </p:oleObj>
                </mc:Choice>
                <mc:Fallback>
                  <p:oleObj r:id="rId18" imgW="482391" imgH="228501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7965" y="5810599"/>
                          <a:ext cx="1208134" cy="5760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00"/>
                            </p:stCondLst>
                            <p:childTnLst>
                              <p:par>
                                <p:cTn id="43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611188" y="195263"/>
            <a:ext cx="3529012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思考</a:t>
            </a:r>
            <a:r>
              <a:rPr lang="en-US" altLang="zh-CN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2.</a:t>
            </a:r>
            <a:r>
              <a:rPr lang="zh-CN" altLang="en-US" sz="2800" kern="0" dirty="0">
                <a:solidFill>
                  <a:srgbClr val="000000"/>
                </a:solidFill>
                <a:latin typeface="宋体"/>
                <a:ea typeface="+mn-ea"/>
              </a:rPr>
              <a:t>分别讨论函数</a:t>
            </a:r>
            <a:r>
              <a:rPr lang="en-US" altLang="zh-CN" sz="2800" kern="0" dirty="0">
                <a:solidFill>
                  <a:srgbClr val="000000"/>
                </a:solidFill>
                <a:latin typeface="宋体"/>
                <a:ea typeface="+mn-ea"/>
              </a:rPr>
              <a:t> </a:t>
            </a:r>
            <a:endParaRPr lang="zh-CN" altLang="en-US" sz="2800" kern="0" dirty="0">
              <a:solidFill>
                <a:srgbClr val="000000"/>
              </a:solidFill>
              <a:latin typeface="宋体"/>
              <a:ea typeface="+mn-ea"/>
            </a:endParaRPr>
          </a:p>
        </p:txBody>
      </p:sp>
      <p:graphicFrame>
        <p:nvGraphicFramePr>
          <p:cNvPr id="153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527711"/>
              </p:ext>
            </p:extLst>
          </p:nvPr>
        </p:nvGraphicFramePr>
        <p:xfrm>
          <a:off x="3854187" y="118032"/>
          <a:ext cx="1800522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30040" imgH="279360" progId="Equation.3">
                  <p:embed/>
                </p:oleObj>
              </mc:Choice>
              <mc:Fallback>
                <p:oleObj name="公式" r:id="rId3" imgW="1130040" imgH="2793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187" y="118032"/>
                        <a:ext cx="1800522" cy="43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3"/>
          <p:cNvSpPr txBox="1">
            <a:spLocks noChangeArrowheads="1"/>
          </p:cNvSpPr>
          <p:nvPr/>
        </p:nvSpPr>
        <p:spPr bwMode="auto">
          <a:xfrm>
            <a:off x="4040188" y="2188626"/>
            <a:ext cx="34067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）连续，不连续 </a:t>
            </a:r>
          </a:p>
        </p:txBody>
      </p:sp>
      <p:sp>
        <p:nvSpPr>
          <p:cNvPr id="15371" name="Text Box 4"/>
          <p:cNvSpPr txBox="1">
            <a:spLocks noChangeArrowheads="1"/>
          </p:cNvSpPr>
          <p:nvPr/>
        </p:nvSpPr>
        <p:spPr bwMode="auto">
          <a:xfrm>
            <a:off x="3967163" y="2782748"/>
            <a:ext cx="33858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）不连续，连续</a:t>
            </a:r>
          </a:p>
        </p:txBody>
      </p:sp>
      <p:sp>
        <p:nvSpPr>
          <p:cNvPr id="15372" name="Text Box 5"/>
          <p:cNvSpPr txBox="1">
            <a:spLocks noChangeArrowheads="1"/>
          </p:cNvSpPr>
          <p:nvPr/>
        </p:nvSpPr>
        <p:spPr bwMode="auto">
          <a:xfrm>
            <a:off x="4040188" y="3323292"/>
            <a:ext cx="29370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）连续，连续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914128"/>
              </p:ext>
            </p:extLst>
          </p:nvPr>
        </p:nvGraphicFramePr>
        <p:xfrm>
          <a:off x="126343" y="671877"/>
          <a:ext cx="4680369" cy="784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933640" imgH="507960" progId="Equation.3">
                  <p:embed/>
                </p:oleObj>
              </mc:Choice>
              <mc:Fallback>
                <p:oleObj name="公式" r:id="rId5" imgW="2933640" imgH="5079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43" y="671877"/>
                        <a:ext cx="4680369" cy="7846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Text Box 5"/>
          <p:cNvSpPr txBox="1">
            <a:spLocks noChangeArrowheads="1"/>
          </p:cNvSpPr>
          <p:nvPr/>
        </p:nvSpPr>
        <p:spPr bwMode="auto">
          <a:xfrm>
            <a:off x="4061148" y="3839887"/>
            <a:ext cx="36760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rPr>
              <a:t>）不连续，不连续</a:t>
            </a:r>
          </a:p>
        </p:txBody>
      </p:sp>
      <p:sp>
        <p:nvSpPr>
          <p:cNvPr id="15374" name="TextBox 10"/>
          <p:cNvSpPr txBox="1">
            <a:spLocks noChangeArrowheads="1"/>
          </p:cNvSpPr>
          <p:nvPr/>
        </p:nvSpPr>
        <p:spPr bwMode="auto">
          <a:xfrm>
            <a:off x="5699090" y="127786"/>
            <a:ext cx="720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</a:rPr>
              <a:t>和</a:t>
            </a:r>
          </a:p>
        </p:txBody>
      </p:sp>
      <p:pic>
        <p:nvPicPr>
          <p:cNvPr id="18" name="Picture 7" descr="mi-niederl-113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95288" y="2301479"/>
            <a:ext cx="3382962" cy="1732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2" descr="http://pic1.sc.chinaz.com/files/pic/pic/b/jiankangsg_198b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5652" y="1603431"/>
            <a:ext cx="2160041" cy="1398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AutoShape 2150"/>
          <p:cNvSpPr>
            <a:spLocks noChangeArrowheads="1"/>
          </p:cNvSpPr>
          <p:nvPr/>
        </p:nvSpPr>
        <p:spPr bwMode="auto">
          <a:xfrm>
            <a:off x="6879566" y="1327756"/>
            <a:ext cx="2084922" cy="901630"/>
          </a:xfrm>
          <a:prstGeom prst="cloudCallout">
            <a:avLst>
              <a:gd name="adj1" fmla="val -126916"/>
              <a:gd name="adj2" fmla="val -64486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000" dirty="0">
                <a:latin typeface="楷体" pitchFamily="49" charset="-122"/>
                <a:ea typeface="楷体" pitchFamily="49" charset="-122"/>
              </a:rPr>
              <a:t>借助几何直观思考？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4FFA2F4-F6DF-47A8-9C9E-2E09550A06A5}"/>
              </a:ext>
            </a:extLst>
          </p:cNvPr>
          <p:cNvGrpSpPr/>
          <p:nvPr/>
        </p:nvGrpSpPr>
        <p:grpSpPr>
          <a:xfrm>
            <a:off x="579118" y="2951903"/>
            <a:ext cx="2160041" cy="1770120"/>
            <a:chOff x="585653" y="3003948"/>
            <a:chExt cx="2160041" cy="1770120"/>
          </a:xfrm>
        </p:grpSpPr>
        <p:graphicFrame>
          <p:nvGraphicFramePr>
            <p:cNvPr id="22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6039931"/>
                </p:ext>
              </p:extLst>
            </p:nvPr>
          </p:nvGraphicFramePr>
          <p:xfrm>
            <a:off x="1763713" y="3003948"/>
            <a:ext cx="260350" cy="215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14120" imgH="126720" progId="Equation.3">
                    <p:embed/>
                  </p:oleObj>
                </mc:Choice>
                <mc:Fallback>
                  <p:oleObj name="公式" r:id="rId9" imgW="114120" imgH="12672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713" y="3003948"/>
                          <a:ext cx="260350" cy="2155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5" name="Picture 12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85653" y="3067651"/>
              <a:ext cx="2160041" cy="1706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26" name="Object 15">
              <a:extLst>
                <a:ext uri="{FF2B5EF4-FFF2-40B4-BE49-F238E27FC236}">
                  <a16:creationId xmlns:a16="http://schemas.microsoft.com/office/drawing/2014/main" id="{899B96C6-DE85-4489-8CAB-D55A19AD30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0342776"/>
                </p:ext>
              </p:extLst>
            </p:nvPr>
          </p:nvGraphicFramePr>
          <p:xfrm>
            <a:off x="2375694" y="4165399"/>
            <a:ext cx="194739" cy="154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28600" imgH="241200" progId="Equation.DSMT4">
                    <p:embed/>
                  </p:oleObj>
                </mc:Choice>
                <mc:Fallback>
                  <p:oleObj name="Equation" r:id="rId12" imgW="228600" imgH="241200" progId="Equation.DSMT4">
                    <p:embed/>
                    <p:pic>
                      <p:nvPicPr>
                        <p:cNvPr id="21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694" y="4165399"/>
                          <a:ext cx="194739" cy="15416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">
              <a:extLst>
                <a:ext uri="{FF2B5EF4-FFF2-40B4-BE49-F238E27FC236}">
                  <a16:creationId xmlns:a16="http://schemas.microsoft.com/office/drawing/2014/main" id="{6C9B498B-6E49-471F-8C4A-6280C0CEA9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6036789"/>
                </p:ext>
              </p:extLst>
            </p:nvPr>
          </p:nvGraphicFramePr>
          <p:xfrm>
            <a:off x="899592" y="4547668"/>
            <a:ext cx="255356" cy="224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9680" imgH="164880" progId="Equation.3">
                    <p:embed/>
                  </p:oleObj>
                </mc:Choice>
                <mc:Fallback>
                  <p:oleObj name="公式" r:id="rId14" imgW="139680" imgH="164880" progId="Equation.3">
                    <p:embed/>
                    <p:pic>
                      <p:nvPicPr>
                        <p:cNvPr id="2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4547668"/>
                          <a:ext cx="255356" cy="22486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1">
              <a:extLst>
                <a:ext uri="{FF2B5EF4-FFF2-40B4-BE49-F238E27FC236}">
                  <a16:creationId xmlns:a16="http://schemas.microsoft.com/office/drawing/2014/main" id="{D87F7D2C-1873-4ED8-A1A4-0856747714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6250870"/>
                </p:ext>
              </p:extLst>
            </p:nvPr>
          </p:nvGraphicFramePr>
          <p:xfrm>
            <a:off x="1330847" y="4227987"/>
            <a:ext cx="216818" cy="178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26720" imgH="139680" progId="Equation.3">
                    <p:embed/>
                  </p:oleObj>
                </mc:Choice>
                <mc:Fallback>
                  <p:oleObj name="公式" r:id="rId16" imgW="126720" imgH="139680" progId="Equation.3">
                    <p:embed/>
                    <p:pic>
                      <p:nvPicPr>
                        <p:cNvPr id="24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0847" y="4227987"/>
                          <a:ext cx="216818" cy="17869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5">
              <a:extLst>
                <a:ext uri="{FF2B5EF4-FFF2-40B4-BE49-F238E27FC236}">
                  <a16:creationId xmlns:a16="http://schemas.microsoft.com/office/drawing/2014/main" id="{0586C337-EBBB-4E36-8DA9-F616B6ACF8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99816211"/>
                </p:ext>
              </p:extLst>
            </p:nvPr>
          </p:nvGraphicFramePr>
          <p:xfrm>
            <a:off x="1460269" y="3055205"/>
            <a:ext cx="235210" cy="224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26720" progId="Equation.DSMT4">
                    <p:embed/>
                  </p:oleObj>
                </mc:Choice>
                <mc:Fallback>
                  <p:oleObj name="Equation" r:id="rId18" imgW="126720" imgH="126720" progId="Equation.DSMT4">
                    <p:embed/>
                    <p:pic>
                      <p:nvPicPr>
                        <p:cNvPr id="26" name="Object 15">
                          <a:extLst>
                            <a:ext uri="{FF2B5EF4-FFF2-40B4-BE49-F238E27FC236}">
                              <a16:creationId xmlns:a16="http://schemas.microsoft.com/office/drawing/2014/main" id="{899B96C6-DE85-4489-8CAB-D55A19AD30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0269" y="3055205"/>
                          <a:ext cx="235210" cy="22490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6413B1C-EEDD-4E83-92CA-0DFB1975DEF0}"/>
              </a:ext>
            </a:extLst>
          </p:cNvPr>
          <p:cNvGrpSpPr/>
          <p:nvPr/>
        </p:nvGrpSpPr>
        <p:grpSpPr>
          <a:xfrm>
            <a:off x="4806712" y="775525"/>
            <a:ext cx="4337288" cy="523220"/>
            <a:chOff x="4806712" y="775525"/>
            <a:chExt cx="4337288" cy="523220"/>
          </a:xfrm>
        </p:grpSpPr>
        <p:sp>
          <p:nvSpPr>
            <p:cNvPr id="15369" name="Text Box 9"/>
            <p:cNvSpPr txBox="1">
              <a:spLocks noChangeArrowheads="1"/>
            </p:cNvSpPr>
            <p:nvPr/>
          </p:nvSpPr>
          <p:spPr bwMode="auto">
            <a:xfrm>
              <a:off x="4806712" y="775525"/>
              <a:ext cx="4337288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dirty="0">
                  <a:solidFill>
                    <a:srgbClr val="000000"/>
                  </a:solidFill>
                  <a:latin typeface="+mn-ea"/>
                </a:rPr>
                <a:t>在点    处的连续性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+mn-ea"/>
                </a:rPr>
                <a:t>.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3C815CE-EC25-4EA9-ACCE-437E397E3D4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3272141"/>
                </p:ext>
              </p:extLst>
            </p:nvPr>
          </p:nvGraphicFramePr>
          <p:xfrm>
            <a:off x="5559878" y="866715"/>
            <a:ext cx="678545" cy="387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55320" imgH="203040" progId="Equation.DSMT4">
                    <p:embed/>
                  </p:oleObj>
                </mc:Choice>
                <mc:Fallback>
                  <p:oleObj name="Equation" r:id="rId20" imgW="35532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559878" y="866715"/>
                          <a:ext cx="678545" cy="3877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35999"/>
              </p:ext>
            </p:extLst>
          </p:nvPr>
        </p:nvGraphicFramePr>
        <p:xfrm>
          <a:off x="582613" y="394058"/>
          <a:ext cx="6437659" cy="863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593880" imgH="507960" progId="Equation.3">
                  <p:embed/>
                </p:oleObj>
              </mc:Choice>
              <mc:Fallback>
                <p:oleObj name="公式" r:id="rId3" imgW="3593880" imgH="507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394058"/>
                        <a:ext cx="6437659" cy="8632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5"/>
          <p:cNvSpPr>
            <a:spLocks noChangeArrowheads="1"/>
          </p:cNvSpPr>
          <p:nvPr/>
        </p:nvSpPr>
        <p:spPr bwMode="auto">
          <a:xfrm>
            <a:off x="0" y="195263"/>
            <a:ext cx="1600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思考</a:t>
            </a:r>
            <a:r>
              <a:rPr lang="en-US" altLang="zh-CN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3</a:t>
            </a:r>
          </a:p>
        </p:txBody>
      </p:sp>
      <p:graphicFrame>
        <p:nvGraphicFramePr>
          <p:cNvPr id="675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551030"/>
              </p:ext>
            </p:extLst>
          </p:nvPr>
        </p:nvGraphicFramePr>
        <p:xfrm>
          <a:off x="7164288" y="538163"/>
          <a:ext cx="1296515" cy="364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11000" imgH="228600" progId="Equation.3">
                  <p:embed/>
                </p:oleObj>
              </mc:Choice>
              <mc:Fallback>
                <p:oleObj name="公式" r:id="rId5" imgW="7110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538163"/>
                        <a:ext cx="1296515" cy="3644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284664" y="2301479"/>
          <a:ext cx="936625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0120" imgH="203040" progId="Equation.3">
                  <p:embed/>
                </p:oleObj>
              </mc:Choice>
              <mc:Fallback>
                <p:oleObj name="公式" r:id="rId7" imgW="33012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4" y="2301479"/>
                        <a:ext cx="936625" cy="4310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940426" y="2356247"/>
          <a:ext cx="900113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17160" imgH="203040" progId="Equation.3">
                  <p:embed/>
                </p:oleObj>
              </mc:Choice>
              <mc:Fallback>
                <p:oleObj name="公式" r:id="rId9" imgW="317160" imgH="2030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6" y="2356247"/>
                        <a:ext cx="900113" cy="4321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211639" y="3003947"/>
          <a:ext cx="9985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42720" imgH="203040" progId="Equation.3">
                  <p:embed/>
                </p:oleObj>
              </mc:Choice>
              <mc:Fallback>
                <p:oleObj name="公式" r:id="rId11" imgW="34272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9" y="3003947"/>
                        <a:ext cx="998537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867400" y="3003947"/>
          <a:ext cx="1893888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23600" imgH="215640" progId="Equation.3">
                  <p:embed/>
                </p:oleObj>
              </mc:Choice>
              <mc:Fallback>
                <p:oleObj name="公式" r:id="rId13" imgW="72360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003947"/>
                        <a:ext cx="1893888" cy="422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9" descr="mi-1130-niederland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39750" y="2085975"/>
            <a:ext cx="24765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468313" y="3813572"/>
          <a:ext cx="2286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8600" imgH="241200" progId="Equation.3">
                  <p:embed/>
                </p:oleObj>
              </mc:Choice>
              <mc:Fallback>
                <p:oleObj name="公式" r:id="rId16" imgW="228600" imgH="241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813572"/>
                        <a:ext cx="22860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1547813" y="2139554"/>
          <a:ext cx="260350" cy="215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4120" imgH="126720" progId="Equation.3">
                  <p:embed/>
                </p:oleObj>
              </mc:Choice>
              <mc:Fallback>
                <p:oleObj name="公式" r:id="rId18" imgW="114120" imgH="12672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139554"/>
                        <a:ext cx="260350" cy="2155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3348039" y="3273028"/>
          <a:ext cx="319087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9680" imgH="164880" progId="Equation.3">
                  <p:embed/>
                </p:oleObj>
              </mc:Choice>
              <mc:Fallback>
                <p:oleObj name="公式" r:id="rId20" imgW="139680" imgH="1648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9" y="3273028"/>
                        <a:ext cx="319087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1042989" y="3165872"/>
          <a:ext cx="2889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6720" imgH="139680" progId="Equation.3">
                  <p:embed/>
                </p:oleObj>
              </mc:Choice>
              <mc:Fallback>
                <p:oleObj name="公式" r:id="rId22" imgW="126720" imgH="1396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9" y="3165872"/>
                        <a:ext cx="288925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2"/>
          <p:cNvPicPr>
            <a:picLocks noChangeAspect="1" noChangeArrowheads="1"/>
          </p:cNvPicPr>
          <p:nvPr/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611188" y="2409825"/>
            <a:ext cx="2781300" cy="172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AutoShape 2150"/>
          <p:cNvSpPr>
            <a:spLocks noChangeArrowheads="1"/>
          </p:cNvSpPr>
          <p:nvPr/>
        </p:nvSpPr>
        <p:spPr bwMode="auto">
          <a:xfrm>
            <a:off x="6696076" y="1168004"/>
            <a:ext cx="2447925" cy="1358503"/>
          </a:xfrm>
          <a:prstGeom prst="cloudCallout">
            <a:avLst>
              <a:gd name="adj1" fmla="val -62125"/>
              <a:gd name="adj2" fmla="val -21912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500" dirty="0">
                <a:latin typeface="楷体" pitchFamily="49" charset="-122"/>
                <a:ea typeface="楷体" pitchFamily="49" charset="-122"/>
              </a:rPr>
              <a:t>借助几何意义思考？</a:t>
            </a:r>
          </a:p>
        </p:txBody>
      </p:sp>
      <p:pic>
        <p:nvPicPr>
          <p:cNvPr id="20" name="Picture 2" descr="http://pic1.sc.chinaz.com/files/pic/pic/b/jiankangsg_198b.jpg"/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4284663" y="735807"/>
            <a:ext cx="2032000" cy="1398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53975" y="-30093"/>
            <a:ext cx="61563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3200" b="1" kern="0" dirty="0">
                <a:solidFill>
                  <a:srgbClr val="333399"/>
                </a:solidFill>
                <a:ea typeface="楷体_GB2312" pitchFamily="49" charset="-122"/>
              </a:rPr>
              <a:t>三、偏导数存在和连续的关系</a:t>
            </a: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5436096" y="655707"/>
            <a:ext cx="1873250" cy="37742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400"/>
              <a:t>偏导存在</a:t>
            </a:r>
          </a:p>
        </p:txBody>
      </p:sp>
      <p:grpSp>
        <p:nvGrpSpPr>
          <p:cNvPr id="3" name="组合 24"/>
          <p:cNvGrpSpPr>
            <a:grpSpLocks/>
          </p:cNvGrpSpPr>
          <p:nvPr/>
        </p:nvGrpSpPr>
        <p:grpSpPr bwMode="auto">
          <a:xfrm>
            <a:off x="3492996" y="655707"/>
            <a:ext cx="1651000" cy="253603"/>
            <a:chOff x="3492499" y="1628800"/>
            <a:chExt cx="1651847" cy="336908"/>
          </a:xfrm>
        </p:grpSpPr>
        <p:sp>
          <p:nvSpPr>
            <p:cNvPr id="34838" name="Line 13"/>
            <p:cNvSpPr>
              <a:spLocks noChangeShapeType="1"/>
            </p:cNvSpPr>
            <p:nvPr/>
          </p:nvSpPr>
          <p:spPr bwMode="auto">
            <a:xfrm flipH="1">
              <a:off x="3492499" y="1771798"/>
              <a:ext cx="16518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15"/>
            <p:cNvSpPr>
              <a:spLocks noChangeShapeType="1"/>
            </p:cNvSpPr>
            <p:nvPr/>
          </p:nvSpPr>
          <p:spPr bwMode="auto">
            <a:xfrm>
              <a:off x="4355976" y="1628800"/>
              <a:ext cx="221056" cy="3369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Line 12"/>
          <p:cNvSpPr>
            <a:spLocks noChangeShapeType="1"/>
          </p:cNvSpPr>
          <p:nvPr/>
        </p:nvSpPr>
        <p:spPr bwMode="auto">
          <a:xfrm>
            <a:off x="3556496" y="2942897"/>
            <a:ext cx="16525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4"/>
          <p:cNvSpPr>
            <a:spLocks noChangeShapeType="1"/>
          </p:cNvSpPr>
          <p:nvPr/>
        </p:nvSpPr>
        <p:spPr bwMode="auto">
          <a:xfrm>
            <a:off x="3996234" y="2816691"/>
            <a:ext cx="220662" cy="252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23" name="AutoShape 8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24" name="AutoShape 10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825" name="AutoShape 12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1454" name="Picture 14" descr="http://images.sbar.com.cn/2009/07/27/09b77af57e00aa1ac8e07f0dddf5f49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8896" y="925978"/>
            <a:ext cx="1295400" cy="1329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5364659" y="2761922"/>
            <a:ext cx="1873250" cy="377429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400"/>
              <a:t>偏导存在</a:t>
            </a: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1403846" y="655707"/>
            <a:ext cx="1873250" cy="37742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400"/>
              <a:t>连续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1259384" y="2761922"/>
            <a:ext cx="1873250" cy="377429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2400"/>
              <a:t>连续</a:t>
            </a:r>
          </a:p>
        </p:txBody>
      </p:sp>
      <p:pic>
        <p:nvPicPr>
          <p:cNvPr id="34830" name="Picture 16" descr="漏斗漏勺不锈钢锥形过滤器网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6" y="-102394"/>
            <a:ext cx="9525" cy="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1" name="Picture 18" descr="漏斗漏勺不锈钢锥形过滤器网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6" y="-102394"/>
            <a:ext cx="9525" cy="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32" name="AutoShape 20" descr="http://file.huitao.net/images/sp/bao/uploaded/i5/T1dH4pXgxGXXXrzLA2_044059.jpg"/>
          <p:cNvSpPr>
            <a:spLocks noChangeAspect="1" noChangeArrowheads="1"/>
          </p:cNvSpPr>
          <p:nvPr/>
        </p:nvSpPr>
        <p:spPr bwMode="auto">
          <a:xfrm>
            <a:off x="117476" y="-996553"/>
            <a:ext cx="3648075" cy="188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AutoShape 2150"/>
          <p:cNvSpPr>
            <a:spLocks noChangeArrowheads="1"/>
          </p:cNvSpPr>
          <p:nvPr/>
        </p:nvSpPr>
        <p:spPr bwMode="auto">
          <a:xfrm>
            <a:off x="5651997" y="1358176"/>
            <a:ext cx="2736427" cy="1359694"/>
          </a:xfrm>
          <a:prstGeom prst="cloudCallout">
            <a:avLst>
              <a:gd name="adj1" fmla="val -82875"/>
              <a:gd name="adj2" fmla="val 53759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能举出这样例子吗？</a:t>
            </a:r>
          </a:p>
        </p:txBody>
      </p:sp>
      <p:sp>
        <p:nvSpPr>
          <p:cNvPr id="34834" name="AutoShape 22" descr="http://t1.baidu.com/it/u=1112655197,3163063132&amp;fm=21&amp;gp=0.jp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791" name="Picture 2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4435" y="3032194"/>
            <a:ext cx="1639887" cy="149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36" name="AutoShape 23" descr="http://t2.baidu.com/it/u=65780846,1121234438&amp;fm=21&amp;gp=0.jp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792" name="Picture 2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04297" y="3356044"/>
            <a:ext cx="1171575" cy="87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">
            <a:extLst>
              <a:ext uri="{FF2B5EF4-FFF2-40B4-BE49-F238E27FC236}">
                <a16:creationId xmlns:a16="http://schemas.microsoft.com/office/drawing/2014/main" id="{F67CC359-6401-485D-A001-B9C4F18AA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4487793"/>
            <a:ext cx="86042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zh-CN" altLang="en-US" sz="3200" b="1" kern="0" dirty="0">
                <a:solidFill>
                  <a:srgbClr val="C00000"/>
                </a:solidFill>
                <a:latin typeface="+mn-lt"/>
                <a:ea typeface="楷体_GB2312" pitchFamily="49" charset="-122"/>
              </a:rPr>
              <a:t>在某点偏导数存在和连续之间没有必然联系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 autoUpdateAnimBg="0"/>
      <p:bldP spid="23" grpId="0" animBg="1"/>
      <p:bldP spid="24" grpId="0" animBg="1"/>
      <p:bldP spid="29" grpId="0" animBg="1" autoUpdateAnimBg="0"/>
      <p:bldP spid="30" grpId="0" animBg="1" autoUpdateAnimBg="0"/>
      <p:bldP spid="31" grpId="0" animBg="1" autoUpdateAnimBg="0"/>
      <p:bldP spid="21" grpId="0" animBg="1" autoUpdateAnimBg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0" descr="sikao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0826" y="2950369"/>
            <a:ext cx="1763713" cy="1350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AutoShape 2150"/>
          <p:cNvSpPr>
            <a:spLocks noChangeArrowheads="1"/>
          </p:cNvSpPr>
          <p:nvPr/>
        </p:nvSpPr>
        <p:spPr bwMode="auto">
          <a:xfrm>
            <a:off x="2915817" y="123478"/>
            <a:ext cx="5904654" cy="1305446"/>
          </a:xfrm>
          <a:prstGeom prst="cloudCallout">
            <a:avLst>
              <a:gd name="adj1" fmla="val -89110"/>
              <a:gd name="adj2" fmla="val 200291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偏导数存在为什么不能推出该点连续？</a:t>
            </a:r>
          </a:p>
        </p:txBody>
      </p:sp>
      <p:sp>
        <p:nvSpPr>
          <p:cNvPr id="4" name="AutoShape 2150"/>
          <p:cNvSpPr>
            <a:spLocks noChangeArrowheads="1"/>
          </p:cNvSpPr>
          <p:nvPr/>
        </p:nvSpPr>
        <p:spPr bwMode="auto">
          <a:xfrm>
            <a:off x="2915817" y="2059781"/>
            <a:ext cx="6120680" cy="1565672"/>
          </a:xfrm>
          <a:prstGeom prst="cloudCallout">
            <a:avLst>
              <a:gd name="adj1" fmla="val -88421"/>
              <a:gd name="adj2" fmla="val 14838"/>
            </a:avLst>
          </a:prstGeom>
          <a:noFill/>
          <a:ln w="9525" algn="ctr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2800" dirty="0">
                <a:latin typeface="楷体" pitchFamily="49" charset="-122"/>
                <a:ea typeface="楷体" pitchFamily="49" charset="-122"/>
              </a:rPr>
              <a:t>偏导数和该点连续之间真的没有任何联系了吗？</a:t>
            </a:r>
          </a:p>
        </p:txBody>
      </p:sp>
      <p:sp>
        <p:nvSpPr>
          <p:cNvPr id="5" name="下箭头 4"/>
          <p:cNvSpPr>
            <a:spLocks noChangeArrowheads="1"/>
          </p:cNvSpPr>
          <p:nvPr/>
        </p:nvSpPr>
        <p:spPr bwMode="auto">
          <a:xfrm>
            <a:off x="5940425" y="1707356"/>
            <a:ext cx="215900" cy="32385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3352800" cy="4572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zh-CN" altLang="en-US" sz="3200" b="1" kern="0" dirty="0">
                <a:solidFill>
                  <a:srgbClr val="333399"/>
                </a:solidFill>
                <a:latin typeface="+mn-lt"/>
                <a:ea typeface="楷体_GB2312" pitchFamily="49" charset="-122"/>
                <a:cs typeface="+mn-cs"/>
              </a:rPr>
              <a:t>四、高阶偏导数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84213" y="411957"/>
            <a:ext cx="6934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设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z = f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(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x , y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)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在域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D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内存在偏导数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17688"/>
              </p:ext>
            </p:extLst>
          </p:nvPr>
        </p:nvGraphicFramePr>
        <p:xfrm>
          <a:off x="2339752" y="1008248"/>
          <a:ext cx="3765265" cy="697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5800" imgH="927000" progId="Equation.3">
                  <p:embed/>
                </p:oleObj>
              </mc:Choice>
              <mc:Fallback>
                <p:oleObj name="Equation" r:id="rId2" imgW="4825800" imgH="927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008248"/>
                        <a:ext cx="3765265" cy="6977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322064" y="1919076"/>
            <a:ext cx="556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若这两个偏导数仍存在偏导数，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013246"/>
              </p:ext>
            </p:extLst>
          </p:nvPr>
        </p:nvGraphicFramePr>
        <p:xfrm>
          <a:off x="1403152" y="3190687"/>
          <a:ext cx="685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927000" progId="Equation.3">
                  <p:embed/>
                </p:oleObj>
              </mc:Choice>
              <mc:Fallback>
                <p:oleObj name="Equation" r:id="rId4" imgW="685800" imgH="927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152" y="3190687"/>
                        <a:ext cx="6858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581794"/>
              </p:ext>
            </p:extLst>
          </p:nvPr>
        </p:nvGraphicFramePr>
        <p:xfrm>
          <a:off x="971352" y="3947925"/>
          <a:ext cx="1143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00" imgH="927000" progId="Equation.3">
                  <p:embed/>
                </p:oleObj>
              </mc:Choice>
              <mc:Fallback>
                <p:oleObj name="Equation" r:id="rId6" imgW="114300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352" y="3947925"/>
                        <a:ext cx="11430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551972"/>
              </p:ext>
            </p:extLst>
          </p:nvPr>
        </p:nvGraphicFramePr>
        <p:xfrm>
          <a:off x="5003602" y="3190687"/>
          <a:ext cx="1143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927000" progId="Equation.3">
                  <p:embed/>
                </p:oleObj>
              </mc:Choice>
              <mc:Fallback>
                <p:oleObj name="Equation" r:id="rId8" imgW="1143000" imgH="927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602" y="3190687"/>
                        <a:ext cx="11430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855385"/>
              </p:ext>
            </p:extLst>
          </p:nvPr>
        </p:nvGraphicFramePr>
        <p:xfrm>
          <a:off x="5148065" y="3893156"/>
          <a:ext cx="387191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73240" imgH="1054080" progId="Equation.3">
                  <p:embed/>
                </p:oleObj>
              </mc:Choice>
              <mc:Fallback>
                <p:oleObj name="Equation" r:id="rId10" imgW="3873240" imgH="1054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5" y="3893156"/>
                        <a:ext cx="3871913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5148064" y="1919076"/>
            <a:ext cx="381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则称它们是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z = f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(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x , y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) 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322064" y="2297695"/>
            <a:ext cx="2667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二阶偏导数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2771577" y="2297695"/>
            <a:ext cx="6096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按求导顺序不同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有下列四个二阶偏导</a:t>
            </a:r>
          </a:p>
        </p:txBody>
      </p:sp>
      <p:graphicFrame>
        <p:nvGraphicFramePr>
          <p:cNvPr id="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04336"/>
              </p:ext>
            </p:extLst>
          </p:nvPr>
        </p:nvGraphicFramePr>
        <p:xfrm>
          <a:off x="2050852" y="3137110"/>
          <a:ext cx="9144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1054080" progId="Equation.3">
                  <p:embed/>
                </p:oleObj>
              </mc:Choice>
              <mc:Fallback>
                <p:oleObj name="Equation" r:id="rId12" imgW="914400" imgH="1054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852" y="3137110"/>
                        <a:ext cx="9144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819561"/>
              </p:ext>
            </p:extLst>
          </p:nvPr>
        </p:nvGraphicFramePr>
        <p:xfrm>
          <a:off x="2987477" y="3353803"/>
          <a:ext cx="17256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26920" imgH="507960" progId="Equation.3">
                  <p:embed/>
                </p:oleObj>
              </mc:Choice>
              <mc:Fallback>
                <p:oleObj name="Equation" r:id="rId14" imgW="1726920" imgH="5079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477" y="3353803"/>
                        <a:ext cx="172561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8467669"/>
              </p:ext>
            </p:extLst>
          </p:nvPr>
        </p:nvGraphicFramePr>
        <p:xfrm>
          <a:off x="6156127" y="3137110"/>
          <a:ext cx="11176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17440" imgH="1015920" progId="Equation.3">
                  <p:embed/>
                </p:oleObj>
              </mc:Choice>
              <mc:Fallback>
                <p:oleObj name="Equation" r:id="rId16" imgW="1117440" imgH="10159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27" y="3137110"/>
                        <a:ext cx="11176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815183"/>
              </p:ext>
            </p:extLst>
          </p:nvPr>
        </p:nvGraphicFramePr>
        <p:xfrm>
          <a:off x="7307064" y="3353803"/>
          <a:ext cx="165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50960" imgH="507960" progId="Equation.3">
                  <p:embed/>
                </p:oleObj>
              </mc:Choice>
              <mc:Fallback>
                <p:oleObj name="Equation" r:id="rId18" imgW="1650960" imgH="50796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064" y="3353803"/>
                        <a:ext cx="16510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891098"/>
              </p:ext>
            </p:extLst>
          </p:nvPr>
        </p:nvGraphicFramePr>
        <p:xfrm>
          <a:off x="2122290" y="3947925"/>
          <a:ext cx="29067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908080" imgH="1015920" progId="Equation.3">
                  <p:embed/>
                </p:oleObj>
              </mc:Choice>
              <mc:Fallback>
                <p:oleObj name="Equation" r:id="rId20" imgW="2908080" imgH="101592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290" y="3947925"/>
                        <a:ext cx="290671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475635"/>
              </p:ext>
            </p:extLst>
          </p:nvPr>
        </p:nvGraphicFramePr>
        <p:xfrm>
          <a:off x="971352" y="3190687"/>
          <a:ext cx="431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31640" imgH="927000" progId="Equation.3">
                  <p:embed/>
                </p:oleObj>
              </mc:Choice>
              <mc:Fallback>
                <p:oleObj name="Equation" r:id="rId22" imgW="431640" imgH="927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352" y="3190687"/>
                        <a:ext cx="4318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322759" y="2765709"/>
            <a:ext cx="76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数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autoUpdateAnimBg="0"/>
      <p:bldP spid="15365" grpId="0" autoUpdateAnimBg="0"/>
      <p:bldP spid="15370" grpId="0" autoUpdateAnimBg="0"/>
      <p:bldP spid="15371" grpId="0" autoUpdateAnimBg="0"/>
      <p:bldP spid="15372" grpId="0" autoUpdateAnimBg="0"/>
      <p:bldP spid="1538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81460"/>
            <a:ext cx="5867400" cy="4572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类似可以定义更高阶的偏导数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685800" y="810816"/>
            <a:ext cx="6477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例如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z = f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x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 y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关于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x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的三阶偏导数为</a:t>
            </a:r>
          </a:p>
        </p:txBody>
      </p:sp>
      <p:graphicFrame>
        <p:nvGraphicFramePr>
          <p:cNvPr id="16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416883"/>
              </p:ext>
            </p:extLst>
          </p:nvPr>
        </p:nvGraphicFramePr>
        <p:xfrm>
          <a:off x="2787613" y="1318732"/>
          <a:ext cx="1663774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1054080" progId="Equation.3">
                  <p:embed/>
                </p:oleObj>
              </mc:Choice>
              <mc:Fallback>
                <p:oleObj name="Equation" r:id="rId2" imgW="2260440" imgH="1054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613" y="1318732"/>
                        <a:ext cx="1663774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506055" y="2086411"/>
            <a:ext cx="86409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z = f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 (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x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 y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关于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x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的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n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–1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阶偏导数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再关于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的一阶</a:t>
            </a:r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294854"/>
              </p:ext>
            </p:extLst>
          </p:nvPr>
        </p:nvGraphicFramePr>
        <p:xfrm>
          <a:off x="2752359" y="2785391"/>
          <a:ext cx="1227139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6920" imgH="927000" progId="Equation.3">
                  <p:embed/>
                </p:oleObj>
              </mc:Choice>
              <mc:Fallback>
                <p:oleObj name="Equation" r:id="rId4" imgW="172692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359" y="2785391"/>
                        <a:ext cx="1227139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56691"/>
              </p:ext>
            </p:extLst>
          </p:nvPr>
        </p:nvGraphicFramePr>
        <p:xfrm>
          <a:off x="4035999" y="2715766"/>
          <a:ext cx="986139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1054080" progId="Equation.3">
                  <p:embed/>
                </p:oleObj>
              </mc:Choice>
              <mc:Fallback>
                <p:oleObj name="Equation" r:id="rId6" imgW="1536480" imgH="1054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999" y="2715766"/>
                        <a:ext cx="986139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369992" y="2814533"/>
            <a:ext cx="1752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偏导数为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143065"/>
              </p:ext>
            </p:extLst>
          </p:nvPr>
        </p:nvGraphicFramePr>
        <p:xfrm>
          <a:off x="3245425" y="2715766"/>
          <a:ext cx="599779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1054080" progId="Equation.3">
                  <p:embed/>
                </p:oleObj>
              </mc:Choice>
              <mc:Fallback>
                <p:oleObj name="Equation" r:id="rId8" imgW="888840" imgH="1054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5425" y="2715766"/>
                        <a:ext cx="599779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9" grpId="0" autoUpdateAnimBg="0"/>
      <p:bldP spid="1640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矩形 134150">
            <a:extLst>
              <a:ext uri="{FF2B5EF4-FFF2-40B4-BE49-F238E27FC236}">
                <a16:creationId xmlns:a16="http://schemas.microsoft.com/office/drawing/2014/main" id="{487B8AD5-EC22-442C-B148-91DD60ABB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30" y="166362"/>
            <a:ext cx="50292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多元函数的偏导数常常用于建立某些偏微</a:t>
            </a:r>
          </a:p>
        </p:txBody>
      </p:sp>
      <p:sp>
        <p:nvSpPr>
          <p:cNvPr id="72706" name="矩形 134151">
            <a:extLst>
              <a:ext uri="{FF2B5EF4-FFF2-40B4-BE49-F238E27FC236}">
                <a16:creationId xmlns:a16="http://schemas.microsoft.com/office/drawing/2014/main" id="{97ABC7A6-44A1-4990-AFF3-17E2AB3F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112" y="166362"/>
            <a:ext cx="10858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分方程</a:t>
            </a:r>
            <a:r>
              <a:rPr lang="en-US" altLang="zh-CN" sz="21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4153" name="矩形 134152">
            <a:extLst>
              <a:ext uri="{FF2B5EF4-FFF2-40B4-BE49-F238E27FC236}">
                <a16:creationId xmlns:a16="http://schemas.microsoft.com/office/drawing/2014/main" id="{6F329804-9E4A-4943-B943-05AD2A2EB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638384"/>
            <a:ext cx="50292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偏微分方程是描述自然现象、反映自然</a:t>
            </a:r>
          </a:p>
        </p:txBody>
      </p:sp>
      <p:sp>
        <p:nvSpPr>
          <p:cNvPr id="134154" name="矩形 134153">
            <a:extLst>
              <a:ext uri="{FF2B5EF4-FFF2-40B4-BE49-F238E27FC236}">
                <a16:creationId xmlns:a16="http://schemas.microsoft.com/office/drawing/2014/main" id="{0192FE3A-CF0C-4F43-9257-3173FEC0E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042" y="644084"/>
            <a:ext cx="28003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规律的一种重要手段</a:t>
            </a:r>
            <a:r>
              <a:rPr lang="en-US" altLang="zh-CN" sz="21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4155" name="矩形 134154">
            <a:extLst>
              <a:ext uri="{FF2B5EF4-FFF2-40B4-BE49-F238E27FC236}">
                <a16:creationId xmlns:a16="http://schemas.microsoft.com/office/drawing/2014/main" id="{705581F1-2793-492A-A236-A71A3CF94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30" y="1097341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例如方程</a:t>
            </a:r>
          </a:p>
        </p:txBody>
      </p:sp>
      <p:graphicFrame>
        <p:nvGraphicFramePr>
          <p:cNvPr id="134156" name="对象 134155">
            <a:extLst>
              <a:ext uri="{FF2B5EF4-FFF2-40B4-BE49-F238E27FC236}">
                <a16:creationId xmlns:a16="http://schemas.microsoft.com/office/drawing/2014/main" id="{3FD6AADF-8D89-4977-B652-B10C47E28948}"/>
              </a:ext>
            </a:extLst>
          </p:cNvPr>
          <p:cNvGraphicFramePr>
            <a:graphicFrameLocks/>
          </p:cNvGraphicFramePr>
          <p:nvPr/>
        </p:nvGraphicFramePr>
        <p:xfrm>
          <a:off x="2579613" y="1034832"/>
          <a:ext cx="13811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41500" imgH="965200" progId="Equation.3">
                  <p:embed/>
                </p:oleObj>
              </mc:Choice>
              <mc:Fallback>
                <p:oleObj r:id="rId2" imgW="1841500" imgH="965200" progId="Equation.3">
                  <p:embed/>
                  <p:pic>
                    <p:nvPicPr>
                      <p:cNvPr id="134156" name="对象 134155">
                        <a:extLst>
                          <a:ext uri="{FF2B5EF4-FFF2-40B4-BE49-F238E27FC236}">
                            <a16:creationId xmlns:a16="http://schemas.microsoft.com/office/drawing/2014/main" id="{3FD6AADF-8D89-4977-B652-B10C47E289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13" y="1034832"/>
                        <a:ext cx="13811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7" name="矩形 134156">
            <a:extLst>
              <a:ext uri="{FF2B5EF4-FFF2-40B4-BE49-F238E27FC236}">
                <a16:creationId xmlns:a16="http://schemas.microsoft.com/office/drawing/2014/main" id="{47801334-7497-496C-B9E1-4D91A4592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1774596"/>
            <a:ext cx="30861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100" b="1" dirty="0">
                <a:latin typeface="Times New Roman" panose="02020603050405020304" pitchFamily="18" charset="0"/>
              </a:rPr>
              <a:t>(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100" b="1" dirty="0">
                <a:latin typeface="Times New Roman" panose="02020603050405020304" pitchFamily="18" charset="0"/>
              </a:rPr>
              <a:t>是常数</a:t>
            </a:r>
            <a:r>
              <a:rPr lang="en-US" altLang="zh-CN" sz="2100" b="1" dirty="0">
                <a:latin typeface="Times New Roman" panose="02020603050405020304" pitchFamily="18" charset="0"/>
              </a:rPr>
              <a:t>)</a:t>
            </a:r>
            <a:r>
              <a:rPr lang="zh-CN" altLang="en-US" sz="2100" b="1" dirty="0">
                <a:latin typeface="Times New Roman" panose="02020603050405020304" pitchFamily="18" charset="0"/>
              </a:rPr>
              <a:t>称为</a:t>
            </a:r>
            <a:r>
              <a:rPr lang="zh-CN" altLang="en-US" sz="2100" b="1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波动方程</a:t>
            </a:r>
            <a:r>
              <a:rPr lang="en-US" altLang="zh-CN" sz="2100" b="1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34158" name="矩形 134157">
            <a:extLst>
              <a:ext uri="{FF2B5EF4-FFF2-40B4-BE49-F238E27FC236}">
                <a16:creationId xmlns:a16="http://schemas.microsoft.com/office/drawing/2014/main" id="{356C725A-6C85-4527-A2D4-28B230B45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1774596"/>
            <a:ext cx="367240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它可用来描述各类波的运动</a:t>
            </a:r>
            <a:r>
              <a:rPr lang="en-US" altLang="zh-CN" sz="2100" b="1" dirty="0">
                <a:latin typeface="Times New Roman" panose="02020603050405020304" pitchFamily="18" charset="0"/>
              </a:rPr>
              <a:t>.</a:t>
            </a:r>
            <a:endParaRPr lang="zh-CN" altLang="en-US" sz="21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0" name="矩形 134159">
            <a:extLst>
              <a:ext uri="{FF2B5EF4-FFF2-40B4-BE49-F238E27FC236}">
                <a16:creationId xmlns:a16="http://schemas.microsoft.com/office/drawing/2014/main" id="{6410A9E3-91D4-48BA-A5F8-14482E6B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485221"/>
            <a:ext cx="14287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又如方程</a:t>
            </a:r>
          </a:p>
        </p:txBody>
      </p:sp>
      <p:graphicFrame>
        <p:nvGraphicFramePr>
          <p:cNvPr id="134161" name="对象 134160">
            <a:extLst>
              <a:ext uri="{FF2B5EF4-FFF2-40B4-BE49-F238E27FC236}">
                <a16:creationId xmlns:a16="http://schemas.microsoft.com/office/drawing/2014/main" id="{48DF0F3B-6D29-4A57-84C5-35FA02537B06}"/>
              </a:ext>
            </a:extLst>
          </p:cNvPr>
          <p:cNvGraphicFramePr>
            <a:graphicFrameLocks/>
          </p:cNvGraphicFramePr>
          <p:nvPr/>
        </p:nvGraphicFramePr>
        <p:xfrm>
          <a:off x="2627784" y="2338566"/>
          <a:ext cx="14763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68500" imgH="965200" progId="Equation.3">
                  <p:embed/>
                </p:oleObj>
              </mc:Choice>
              <mc:Fallback>
                <p:oleObj r:id="rId4" imgW="1968500" imgH="965200" progId="Equation.3">
                  <p:embed/>
                  <p:pic>
                    <p:nvPicPr>
                      <p:cNvPr id="134161" name="对象 134160">
                        <a:extLst>
                          <a:ext uri="{FF2B5EF4-FFF2-40B4-BE49-F238E27FC236}">
                            <a16:creationId xmlns:a16="http://schemas.microsoft.com/office/drawing/2014/main" id="{48DF0F3B-6D29-4A57-84C5-35FA02537B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338566"/>
                        <a:ext cx="14763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62" name="矩形 134161">
            <a:extLst>
              <a:ext uri="{FF2B5EF4-FFF2-40B4-BE49-F238E27FC236}">
                <a16:creationId xmlns:a16="http://schemas.microsoft.com/office/drawing/2014/main" id="{0250953A-E4ED-48D5-83DE-04A8AF9BE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7080" y="3210938"/>
            <a:ext cx="3829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>
                <a:latin typeface="Times New Roman" panose="02020603050405020304" pitchFamily="18" charset="0"/>
              </a:rPr>
              <a:t>称为</a:t>
            </a:r>
            <a:r>
              <a:rPr lang="zh-CN" altLang="en-US" sz="2100" b="1" u="sng">
                <a:solidFill>
                  <a:srgbClr val="0000FF"/>
                </a:solidFill>
                <a:latin typeface="Times New Roman" panose="02020603050405020304" pitchFamily="18" charset="0"/>
              </a:rPr>
              <a:t>拉普拉斯</a:t>
            </a:r>
            <a:r>
              <a:rPr lang="en-US" altLang="zh-CN" sz="2100" b="1" u="sng">
                <a:solidFill>
                  <a:srgbClr val="0000FF"/>
                </a:solidFill>
                <a:latin typeface="Times New Roman" panose="02020603050405020304" pitchFamily="18" charset="0"/>
              </a:rPr>
              <a:t>(laplace)</a:t>
            </a:r>
            <a:r>
              <a:rPr lang="zh-CN" altLang="en-US" sz="2100" b="1" u="sng">
                <a:solidFill>
                  <a:srgbClr val="0000FF"/>
                </a:solidFill>
                <a:latin typeface="Times New Roman" panose="02020603050405020304" pitchFamily="18" charset="0"/>
              </a:rPr>
              <a:t>方程</a:t>
            </a:r>
            <a:r>
              <a:rPr lang="en-US" altLang="zh-CN" sz="2100" b="1" u="sng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34163" name="矩形 134162">
            <a:extLst>
              <a:ext uri="{FF2B5EF4-FFF2-40B4-BE49-F238E27FC236}">
                <a16:creationId xmlns:a16="http://schemas.microsoft.com/office/drawing/2014/main" id="{D17EB5DC-CC01-462B-BB81-FCDB9D74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630661"/>
            <a:ext cx="26289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100" b="1">
                <a:latin typeface="Times New Roman" panose="02020603050405020304" pitchFamily="18" charset="0"/>
              </a:rPr>
              <a:t>它在热传导、流体</a:t>
            </a:r>
            <a:endParaRPr lang="zh-CN" altLang="en-US" sz="2100" b="1" u="sng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64" name="矩形 134163">
            <a:extLst>
              <a:ext uri="{FF2B5EF4-FFF2-40B4-BE49-F238E27FC236}">
                <a16:creationId xmlns:a16="http://schemas.microsoft.com/office/drawing/2014/main" id="{90F93304-5A72-460D-97F5-C4C4CA43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4159" y="3630661"/>
            <a:ext cx="38290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100" b="1" dirty="0">
                <a:latin typeface="Times New Roman" panose="02020603050405020304" pitchFamily="18" charset="0"/>
              </a:rPr>
              <a:t>运动等问题中有着重要的作用</a:t>
            </a:r>
            <a:r>
              <a:rPr lang="en-US" altLang="zh-CN" sz="2100" b="1" dirty="0">
                <a:latin typeface="Times New Roman" panose="02020603050405020304" pitchFamily="18" charset="0"/>
              </a:rPr>
              <a:t>.</a:t>
            </a:r>
            <a:endParaRPr lang="en-US" altLang="zh-CN" sz="21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4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3" grpId="0"/>
      <p:bldP spid="134154" grpId="0"/>
      <p:bldP spid="134155" grpId="0"/>
      <p:bldP spid="134157" grpId="0"/>
      <p:bldP spid="134158" grpId="0"/>
      <p:bldP spid="134160" grpId="0"/>
      <p:bldP spid="134162" grpId="0"/>
      <p:bldP spid="134163" grpId="0"/>
      <p:bldP spid="1341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1916" y="113705"/>
            <a:ext cx="1763688" cy="40005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证明函数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1945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756309"/>
              </p:ext>
            </p:extLst>
          </p:nvPr>
        </p:nvGraphicFramePr>
        <p:xfrm>
          <a:off x="2627313" y="0"/>
          <a:ext cx="2592759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850680" progId="Equation.3">
                  <p:embed/>
                </p:oleObj>
              </mc:Choice>
              <mc:Fallback>
                <p:oleObj name="Equation" r:id="rId2" imgW="3670200" imgH="850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0"/>
                        <a:ext cx="2592759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5207846" y="49799"/>
            <a:ext cx="243840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500" dirty="0">
                <a:latin typeface="Times New Roman" pitchFamily="18" charset="0"/>
                <a:ea typeface="楷体_GB2312" pitchFamily="49" charset="-122"/>
              </a:rPr>
              <a:t>满足拉普拉斯</a:t>
            </a: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819908"/>
              </p:ext>
            </p:extLst>
          </p:nvPr>
        </p:nvGraphicFramePr>
        <p:xfrm>
          <a:off x="2795463" y="615553"/>
          <a:ext cx="2183706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35160" imgH="1054080" progId="Equation.3">
                  <p:embed/>
                </p:oleObj>
              </mc:Choice>
              <mc:Fallback>
                <p:oleObj name="Equation" r:id="rId4" imgW="3035160" imgH="1054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463" y="615553"/>
                        <a:ext cx="2183706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2" name="Text Box 6"/>
          <p:cNvSpPr txBox="1">
            <a:spLocks noChangeArrowheads="1"/>
          </p:cNvSpPr>
          <p:nvPr/>
        </p:nvSpPr>
        <p:spPr bwMode="auto">
          <a:xfrm>
            <a:off x="20638" y="1860117"/>
            <a:ext cx="1066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证：</a:t>
            </a:r>
            <a:endParaRPr kumimoji="1" lang="zh-CN" altLang="en-US" sz="2800">
              <a:solidFill>
                <a:schemeClr val="accent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aphicFrame>
        <p:nvGraphicFramePr>
          <p:cNvPr id="757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281501"/>
              </p:ext>
            </p:extLst>
          </p:nvPr>
        </p:nvGraphicFramePr>
        <p:xfrm>
          <a:off x="776288" y="1751770"/>
          <a:ext cx="55535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927000" progId="Equation.3">
                  <p:embed/>
                </p:oleObj>
              </mc:Choice>
              <mc:Fallback>
                <p:oleObj name="Equation" r:id="rId6" imgW="73656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1751770"/>
                        <a:ext cx="555352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38669"/>
              </p:ext>
            </p:extLst>
          </p:nvPr>
        </p:nvGraphicFramePr>
        <p:xfrm>
          <a:off x="4169313" y="1666842"/>
          <a:ext cx="75723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1054080" progId="Equation.3">
                  <p:embed/>
                </p:oleObj>
              </mc:Choice>
              <mc:Fallback>
                <p:oleObj name="Equation" r:id="rId8" imgW="927000" imgH="1054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9313" y="1666842"/>
                        <a:ext cx="757238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20638" y="2616164"/>
            <a:ext cx="2819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利用对称性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757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967828"/>
              </p:ext>
            </p:extLst>
          </p:nvPr>
        </p:nvGraphicFramePr>
        <p:xfrm>
          <a:off x="2766729" y="2496315"/>
          <a:ext cx="2067494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30240" imgH="1054080" progId="Equation.3">
                  <p:embed/>
                </p:oleObj>
              </mc:Choice>
              <mc:Fallback>
                <p:oleObj name="Equation" r:id="rId10" imgW="2730240" imgH="10540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6729" y="2496315"/>
                        <a:ext cx="2067494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820626"/>
              </p:ext>
            </p:extLst>
          </p:nvPr>
        </p:nvGraphicFramePr>
        <p:xfrm>
          <a:off x="810914" y="3366256"/>
          <a:ext cx="264403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7760" imgH="1054080" progId="Equation.3">
                  <p:embed/>
                </p:oleObj>
              </mc:Choice>
              <mc:Fallback>
                <p:oleObj name="Equation" r:id="rId12" imgW="3047760" imgH="10540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914" y="3366256"/>
                        <a:ext cx="2644030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513549"/>
              </p:ext>
            </p:extLst>
          </p:nvPr>
        </p:nvGraphicFramePr>
        <p:xfrm>
          <a:off x="2132929" y="859397"/>
          <a:ext cx="574129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393480" progId="Equation.3">
                  <p:embed/>
                </p:oleObj>
              </mc:Choice>
              <mc:Fallback>
                <p:oleObj name="Equation" r:id="rId14" imgW="736560" imgH="3934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929" y="859397"/>
                        <a:ext cx="574129" cy="295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9" name="Text Box 13"/>
          <p:cNvSpPr txBox="1">
            <a:spLocks noChangeArrowheads="1"/>
          </p:cNvSpPr>
          <p:nvPr/>
        </p:nvSpPr>
        <p:spPr bwMode="auto">
          <a:xfrm>
            <a:off x="7149860" y="56421"/>
            <a:ext cx="1066800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500" dirty="0">
                <a:latin typeface="Times New Roman" pitchFamily="18" charset="0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757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290066"/>
              </p:ext>
            </p:extLst>
          </p:nvPr>
        </p:nvGraphicFramePr>
        <p:xfrm>
          <a:off x="1497013" y="1751770"/>
          <a:ext cx="9271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30040" imgH="927000" progId="Equation.3">
                  <p:embed/>
                </p:oleObj>
              </mc:Choice>
              <mc:Fallback>
                <p:oleObj name="Equation" r:id="rId16" imgW="1130040" imgH="927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1751770"/>
                        <a:ext cx="927100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976381"/>
              </p:ext>
            </p:extLst>
          </p:nvPr>
        </p:nvGraphicFramePr>
        <p:xfrm>
          <a:off x="2647951" y="1751770"/>
          <a:ext cx="11303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58640" imgH="888840" progId="Equation.3">
                  <p:embed/>
                </p:oleObj>
              </mc:Choice>
              <mc:Fallback>
                <p:oleObj name="Equation" r:id="rId18" imgW="1358640" imgH="8888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1" y="1751770"/>
                        <a:ext cx="1130300" cy="666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834723"/>
              </p:ext>
            </p:extLst>
          </p:nvPr>
        </p:nvGraphicFramePr>
        <p:xfrm>
          <a:off x="4941258" y="1751770"/>
          <a:ext cx="566846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40" imgH="888840" progId="Equation.3">
                  <p:embed/>
                </p:oleObj>
              </mc:Choice>
              <mc:Fallback>
                <p:oleObj name="Equation" r:id="rId20" imgW="672840" imgH="8888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258" y="1751770"/>
                        <a:ext cx="566846" cy="6667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15032"/>
              </p:ext>
            </p:extLst>
          </p:nvPr>
        </p:nvGraphicFramePr>
        <p:xfrm>
          <a:off x="5590382" y="1751769"/>
          <a:ext cx="11483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07880" imgH="927000" progId="Equation.3">
                  <p:embed/>
                </p:oleObj>
              </mc:Choice>
              <mc:Fallback>
                <p:oleObj name="Equation" r:id="rId22" imgW="1307880" imgH="9270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382" y="1751769"/>
                        <a:ext cx="1148300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461809"/>
              </p:ext>
            </p:extLst>
          </p:nvPr>
        </p:nvGraphicFramePr>
        <p:xfrm>
          <a:off x="6813524" y="1687315"/>
          <a:ext cx="142160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892160" imgH="977760" progId="Equation.3">
                  <p:embed/>
                </p:oleObj>
              </mc:Choice>
              <mc:Fallback>
                <p:oleObj name="Equation" r:id="rId24" imgW="1892160" imgH="9777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24" y="1687315"/>
                        <a:ext cx="1421607" cy="733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362710"/>
              </p:ext>
            </p:extLst>
          </p:nvPr>
        </p:nvGraphicFramePr>
        <p:xfrm>
          <a:off x="5085557" y="2500077"/>
          <a:ext cx="1944687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552400" imgH="1054080" progId="Equation.3">
                  <p:embed/>
                </p:oleObj>
              </mc:Choice>
              <mc:Fallback>
                <p:oleObj name="Equation" r:id="rId26" imgW="2552400" imgH="105408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557" y="2500077"/>
                        <a:ext cx="1944687" cy="790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230989"/>
              </p:ext>
            </p:extLst>
          </p:nvPr>
        </p:nvGraphicFramePr>
        <p:xfrm>
          <a:off x="3621163" y="3364685"/>
          <a:ext cx="3229768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746160" imgH="977760" progId="Equation.3">
                  <p:embed/>
                </p:oleObj>
              </mc:Choice>
              <mc:Fallback>
                <p:oleObj name="Equation" r:id="rId28" imgW="3746160" imgH="97776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163" y="3364685"/>
                        <a:ext cx="3229768" cy="733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729928"/>
              </p:ext>
            </p:extLst>
          </p:nvPr>
        </p:nvGraphicFramePr>
        <p:xfrm>
          <a:off x="7400925" y="1208753"/>
          <a:ext cx="846138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12520" imgH="507960" progId="Equation.3">
                  <p:embed/>
                </p:oleObj>
              </mc:Choice>
              <mc:Fallback>
                <p:oleObj name="Equation" r:id="rId30" imgW="812520" imgH="50796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0925" y="1208753"/>
                        <a:ext cx="846138" cy="383381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9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278199"/>
              </p:ext>
            </p:extLst>
          </p:nvPr>
        </p:nvGraphicFramePr>
        <p:xfrm>
          <a:off x="7161017" y="3610367"/>
          <a:ext cx="363311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95000" imgH="317160" progId="Equation.3">
                  <p:embed/>
                </p:oleObj>
              </mc:Choice>
              <mc:Fallback>
                <p:oleObj name="Equation" r:id="rId32" imgW="495000" imgH="31716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017" y="3610367"/>
                        <a:ext cx="363311" cy="238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4863334" y="3361493"/>
            <a:ext cx="1981200" cy="40005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800" name="Freeform 24"/>
          <p:cNvSpPr>
            <a:spLocks/>
          </p:cNvSpPr>
          <p:nvPr/>
        </p:nvSpPr>
        <p:spPr bwMode="auto">
          <a:xfrm>
            <a:off x="6897688" y="1644614"/>
            <a:ext cx="685800" cy="1543050"/>
          </a:xfrm>
          <a:custGeom>
            <a:avLst/>
            <a:gdLst>
              <a:gd name="T0" fmla="*/ 0 w 480"/>
              <a:gd name="T1" fmla="*/ 2147483647 h 1488"/>
              <a:gd name="T2" fmla="*/ 2147483647 w 480"/>
              <a:gd name="T3" fmla="*/ 0 h 1488"/>
              <a:gd name="T4" fmla="*/ 0 60000 65536"/>
              <a:gd name="T5" fmla="*/ 0 60000 65536"/>
              <a:gd name="T6" fmla="*/ 0 w 480"/>
              <a:gd name="T7" fmla="*/ 0 h 1488"/>
              <a:gd name="T8" fmla="*/ 480 w 480"/>
              <a:gd name="T9" fmla="*/ 1488 h 14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0" h="1488">
                <a:moveTo>
                  <a:pt x="0" y="1488"/>
                </a:moveTo>
                <a:cubicBezTo>
                  <a:pt x="200" y="868"/>
                  <a:pt x="400" y="248"/>
                  <a:pt x="480" y="0"/>
                </a:cubicBezTo>
              </a:path>
            </a:pathLst>
          </a:custGeom>
          <a:noFill/>
          <a:ln w="19050" cmpd="sng">
            <a:solidFill>
              <a:schemeClr val="accent2"/>
            </a:solidFill>
            <a:round/>
            <a:headEnd type="none" w="med" len="med"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1DAD93-F1AC-4796-81F2-64F26EA79F45}"/>
              </a:ext>
            </a:extLst>
          </p:cNvPr>
          <p:cNvSpPr/>
          <p:nvPr/>
        </p:nvSpPr>
        <p:spPr>
          <a:xfrm>
            <a:off x="281740" y="33338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5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2" grpId="0" autoUpdateAnimBg="0"/>
      <p:bldP spid="75785" grpId="0" autoUpdateAnimBg="0"/>
      <p:bldP spid="75799" grpId="0" animBg="1"/>
      <p:bldP spid="7580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2"/>
          <p:cNvSpPr txBox="1">
            <a:spLocks noChangeArrowheads="1"/>
          </p:cNvSpPr>
          <p:nvPr/>
        </p:nvSpPr>
        <p:spPr bwMode="auto">
          <a:xfrm>
            <a:off x="468313" y="357188"/>
            <a:ext cx="8084264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思考</a:t>
            </a:r>
            <a:r>
              <a:rPr lang="en-US" altLang="zh-CN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</a:rPr>
              <a:t>4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二元函数的二阶混合偏导有两个，由于只是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                  求导次序不同，所以他们应该是相等的 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972122" y="2035726"/>
            <a:ext cx="16113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）对 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2987824" y="2035726"/>
            <a:ext cx="19495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）不对</a:t>
            </a: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5436172" y="2035726"/>
            <a:ext cx="221887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C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）不知道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autoUpdateAnimBg="0"/>
      <p:bldP spid="80899" grpId="0" build="p" autoUpdateAnimBg="0"/>
      <p:bldP spid="80900" grpId="0" build="p" autoUpdateAnimBg="0"/>
      <p:bldP spid="80901" grpId="0" build="p" autoUpdateAnimBg="0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4383715"/>
              </p:ext>
            </p:extLst>
          </p:nvPr>
        </p:nvGraphicFramePr>
        <p:xfrm>
          <a:off x="4454266" y="3138694"/>
          <a:ext cx="13684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228600" progId="Equation.DSMT4">
                  <p:embed/>
                </p:oleObj>
              </mc:Choice>
              <mc:Fallback>
                <p:oleObj name="Equation" r:id="rId2" imgW="53316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266" y="3138694"/>
                        <a:ext cx="136842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4113" y="295274"/>
            <a:ext cx="1259632" cy="4572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求函数</a:t>
            </a:r>
            <a:endParaRPr lang="zh-CN" altLang="en-US" sz="2800" dirty="0">
              <a:ea typeface="楷体_GB2312" pitchFamily="49" charset="-122"/>
            </a:endParaRPr>
          </a:p>
        </p:txBody>
      </p:sp>
      <p:graphicFrame>
        <p:nvGraphicFramePr>
          <p:cNvPr id="2048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705919"/>
              </p:ext>
            </p:extLst>
          </p:nvPr>
        </p:nvGraphicFramePr>
        <p:xfrm>
          <a:off x="1872295" y="342305"/>
          <a:ext cx="1187537" cy="382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203040" progId="Equation.DSMT4">
                  <p:embed/>
                </p:oleObj>
              </mc:Choice>
              <mc:Fallback>
                <p:oleObj name="Equation" r:id="rId4" imgW="54576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2295" y="342305"/>
                        <a:ext cx="1187537" cy="3821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972915"/>
              </p:ext>
            </p:extLst>
          </p:nvPr>
        </p:nvGraphicFramePr>
        <p:xfrm>
          <a:off x="5473442" y="84981"/>
          <a:ext cx="11049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1054080" progId="Equation.3">
                  <p:embed/>
                </p:oleObj>
              </mc:Choice>
              <mc:Fallback>
                <p:oleObj name="Equation" r:id="rId6" imgW="1104840" imgH="1054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3442" y="84981"/>
                        <a:ext cx="11049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42666" y="1111540"/>
            <a:ext cx="1371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解</a:t>
            </a:r>
            <a:r>
              <a:rPr kumimoji="1" lang="zh-CN" altLang="en-US" sz="2800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189809"/>
              </p:ext>
            </p:extLst>
          </p:nvPr>
        </p:nvGraphicFramePr>
        <p:xfrm>
          <a:off x="1533266" y="1034149"/>
          <a:ext cx="711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11000" imgH="927000" progId="Equation.3">
                  <p:embed/>
                </p:oleObj>
              </mc:Choice>
              <mc:Fallback>
                <p:oleObj name="Equation" r:id="rId8" imgW="711000" imgH="927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3266" y="1034149"/>
                        <a:ext cx="7112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864647"/>
              </p:ext>
            </p:extLst>
          </p:nvPr>
        </p:nvGraphicFramePr>
        <p:xfrm>
          <a:off x="228341" y="2020937"/>
          <a:ext cx="9017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01440" imgH="1054080" progId="Equation.3">
                  <p:embed/>
                </p:oleObj>
              </mc:Choice>
              <mc:Fallback>
                <p:oleObj name="Equation" r:id="rId10" imgW="901440" imgH="10540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341" y="2020937"/>
                        <a:ext cx="9017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00255"/>
              </p:ext>
            </p:extLst>
          </p:nvPr>
        </p:nvGraphicFramePr>
        <p:xfrm>
          <a:off x="1407722" y="2999241"/>
          <a:ext cx="29591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58840" imgH="1054080" progId="Equation.3">
                  <p:embed/>
                </p:oleObj>
              </mc:Choice>
              <mc:Fallback>
                <p:oleObj name="Equation" r:id="rId12" imgW="2958840" imgH="10540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722" y="2999241"/>
                        <a:ext cx="29591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039767"/>
              </p:ext>
            </p:extLst>
          </p:nvPr>
        </p:nvGraphicFramePr>
        <p:xfrm>
          <a:off x="4454266" y="1024624"/>
          <a:ext cx="736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36560" imgH="927000" progId="Equation.3">
                  <p:embed/>
                </p:oleObj>
              </mc:Choice>
              <mc:Fallback>
                <p:oleObj name="Equation" r:id="rId14" imgW="736560" imgH="927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4266" y="1024624"/>
                        <a:ext cx="7366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985063"/>
              </p:ext>
            </p:extLst>
          </p:nvPr>
        </p:nvGraphicFramePr>
        <p:xfrm>
          <a:off x="4478079" y="2020937"/>
          <a:ext cx="11049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04840" imgH="1015920" progId="Equation.3">
                  <p:embed/>
                </p:oleObj>
              </mc:Choice>
              <mc:Fallback>
                <p:oleObj name="Equation" r:id="rId16" imgW="1104840" imgH="101592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079" y="2020937"/>
                        <a:ext cx="11049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2068987"/>
              </p:ext>
            </p:extLst>
          </p:nvPr>
        </p:nvGraphicFramePr>
        <p:xfrm>
          <a:off x="2028566" y="2020937"/>
          <a:ext cx="1193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93760" imgH="1015920" progId="Equation.3">
                  <p:embed/>
                </p:oleObj>
              </mc:Choice>
              <mc:Fallback>
                <p:oleObj name="Equation" r:id="rId18" imgW="1193760" imgH="10159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566" y="2020937"/>
                        <a:ext cx="1193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264897"/>
              </p:ext>
            </p:extLst>
          </p:nvPr>
        </p:nvGraphicFramePr>
        <p:xfrm>
          <a:off x="6710104" y="2020937"/>
          <a:ext cx="10287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520" imgH="1054080" progId="Equation.3">
                  <p:embed/>
                </p:oleObj>
              </mc:Choice>
              <mc:Fallback>
                <p:oleObj name="Equation" r:id="rId20" imgW="1028520" imgH="105408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104" y="2020937"/>
                        <a:ext cx="10287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892578"/>
              </p:ext>
            </p:extLst>
          </p:nvPr>
        </p:nvGraphicFramePr>
        <p:xfrm>
          <a:off x="2344480" y="1119874"/>
          <a:ext cx="809625" cy="389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17160" imgH="203040" progId="Equation.DSMT4">
                  <p:embed/>
                </p:oleObj>
              </mc:Choice>
              <mc:Fallback>
                <p:oleObj name="Equation" r:id="rId22" imgW="317160" imgH="203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4480" y="1119874"/>
                        <a:ext cx="809625" cy="3893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132173"/>
              </p:ext>
            </p:extLst>
          </p:nvPr>
        </p:nvGraphicFramePr>
        <p:xfrm>
          <a:off x="5238985" y="1124084"/>
          <a:ext cx="1081088" cy="444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19040" imgH="228600" progId="Equation.DSMT4">
                  <p:embed/>
                </p:oleObj>
              </mc:Choice>
              <mc:Fallback>
                <p:oleObj name="Equation" r:id="rId24" imgW="41904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985" y="1124084"/>
                        <a:ext cx="1081088" cy="444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656931"/>
              </p:ext>
            </p:extLst>
          </p:nvPr>
        </p:nvGraphicFramePr>
        <p:xfrm>
          <a:off x="1093529" y="2182862"/>
          <a:ext cx="7921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17160" imgH="203040" progId="Equation.DSMT4">
                  <p:embed/>
                </p:oleObj>
              </mc:Choice>
              <mc:Fallback>
                <p:oleObj name="Equation" r:id="rId26" imgW="317160" imgH="2030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529" y="2182862"/>
                        <a:ext cx="7921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3721780"/>
              </p:ext>
            </p:extLst>
          </p:nvPr>
        </p:nvGraphicFramePr>
        <p:xfrm>
          <a:off x="3181092" y="2237631"/>
          <a:ext cx="1008063" cy="41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19040" imgH="228600" progId="Equation.DSMT4">
                  <p:embed/>
                </p:oleObj>
              </mc:Choice>
              <mc:Fallback>
                <p:oleObj name="Equation" r:id="rId28" imgW="41904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092" y="2237631"/>
                        <a:ext cx="1008063" cy="4107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12528"/>
              </p:ext>
            </p:extLst>
          </p:nvPr>
        </p:nvGraphicFramePr>
        <p:xfrm>
          <a:off x="5557580" y="2237631"/>
          <a:ext cx="936625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19040" imgH="228600" progId="Equation.DSMT4">
                  <p:embed/>
                </p:oleObj>
              </mc:Choice>
              <mc:Fallback>
                <p:oleObj name="Equation" r:id="rId30" imgW="41904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580" y="2237631"/>
                        <a:ext cx="936625" cy="3833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587044"/>
              </p:ext>
            </p:extLst>
          </p:nvPr>
        </p:nvGraphicFramePr>
        <p:xfrm>
          <a:off x="7753092" y="2182863"/>
          <a:ext cx="1368425" cy="40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583920" imgH="228600" progId="Equation.DSMT4">
                  <p:embed/>
                </p:oleObj>
              </mc:Choice>
              <mc:Fallback>
                <p:oleObj name="Equation" r:id="rId32" imgW="58392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092" y="2182863"/>
                        <a:ext cx="1368425" cy="402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Rectangle 25"/>
          <p:cNvSpPr>
            <a:spLocks noChangeArrowheads="1"/>
          </p:cNvSpPr>
          <p:nvPr/>
        </p:nvSpPr>
        <p:spPr bwMode="auto">
          <a:xfrm>
            <a:off x="1380866" y="1034149"/>
            <a:ext cx="1981200" cy="742950"/>
          </a:xfrm>
          <a:prstGeom prst="rect">
            <a:avLst/>
          </a:prstGeom>
          <a:noFill/>
          <a:ln w="28575">
            <a:solidFill>
              <a:srgbClr val="00FF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4" name="Rectangle 26"/>
          <p:cNvSpPr>
            <a:spLocks noChangeArrowheads="1"/>
          </p:cNvSpPr>
          <p:nvPr/>
        </p:nvSpPr>
        <p:spPr bwMode="auto">
          <a:xfrm>
            <a:off x="1380866" y="1034149"/>
            <a:ext cx="1981200" cy="74295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5" name="Rectangle 27"/>
          <p:cNvSpPr>
            <a:spLocks noChangeArrowheads="1"/>
          </p:cNvSpPr>
          <p:nvPr/>
        </p:nvSpPr>
        <p:spPr bwMode="auto">
          <a:xfrm>
            <a:off x="4352666" y="1034149"/>
            <a:ext cx="1981200" cy="685800"/>
          </a:xfrm>
          <a:prstGeom prst="rect">
            <a:avLst/>
          </a:prstGeom>
          <a:noFill/>
          <a:ln w="28575">
            <a:solidFill>
              <a:srgbClr val="99FF33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4352666" y="1034149"/>
            <a:ext cx="1981200" cy="685800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04" name="Text Box 39"/>
          <p:cNvSpPr txBox="1">
            <a:spLocks noChangeArrowheads="1"/>
          </p:cNvSpPr>
          <p:nvPr/>
        </p:nvSpPr>
        <p:spPr bwMode="auto">
          <a:xfrm>
            <a:off x="3016825" y="270545"/>
            <a:ext cx="2501006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500" dirty="0">
                <a:latin typeface="+mj-lt"/>
                <a:ea typeface="楷体_GB2312" pitchFamily="49" charset="-122"/>
                <a:cs typeface="+mj-cs"/>
              </a:rPr>
              <a:t>的二阶偏导数及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20A9E1-3BCD-486F-9726-0B8235479157}"/>
              </a:ext>
            </a:extLst>
          </p:cNvPr>
          <p:cNvSpPr/>
          <p:nvPr/>
        </p:nvSpPr>
        <p:spPr>
          <a:xfrm>
            <a:off x="46529" y="229254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6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  <p:bldP spid="17433" grpId="0" animBg="1"/>
      <p:bldP spid="17434" grpId="0" animBg="1"/>
      <p:bldP spid="17435" grpId="0" animBg="1"/>
      <p:bldP spid="1743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7"/>
          <p:cNvGraphicFramePr>
            <a:graphicFrameLocks noChangeAspect="1"/>
          </p:cNvGraphicFramePr>
          <p:nvPr/>
        </p:nvGraphicFramePr>
        <p:xfrm>
          <a:off x="1014413" y="410766"/>
          <a:ext cx="1371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406080" progId="Equation.3">
                  <p:embed/>
                </p:oleObj>
              </mc:Choice>
              <mc:Fallback>
                <p:oleObj name="Equation" r:id="rId2" imgW="1371600" imgH="4060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410766"/>
                        <a:ext cx="13716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7" name="AutoShape 66"/>
          <p:cNvSpPr>
            <a:spLocks/>
          </p:cNvSpPr>
          <p:nvPr/>
        </p:nvSpPr>
        <p:spPr bwMode="auto">
          <a:xfrm>
            <a:off x="2538413" y="86916"/>
            <a:ext cx="152400" cy="914400"/>
          </a:xfrm>
          <a:prstGeom prst="leftBrace">
            <a:avLst>
              <a:gd name="adj1" fmla="val 6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graphicFrame>
        <p:nvGraphicFramePr>
          <p:cNvPr id="21507" name="Object 67"/>
          <p:cNvGraphicFramePr>
            <a:graphicFrameLocks noChangeAspect="1"/>
          </p:cNvGraphicFramePr>
          <p:nvPr/>
        </p:nvGraphicFramePr>
        <p:xfrm>
          <a:off x="2843213" y="0"/>
          <a:ext cx="344805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68680" imgH="977760" progId="Equation.3">
                  <p:embed/>
                </p:oleObj>
              </mc:Choice>
              <mc:Fallback>
                <p:oleObj name="Equation" r:id="rId4" imgW="3568680" imgH="97776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0"/>
                        <a:ext cx="3448050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68"/>
          <p:cNvGraphicFramePr>
            <a:graphicFrameLocks noChangeAspect="1"/>
          </p:cNvGraphicFramePr>
          <p:nvPr/>
        </p:nvGraphicFramePr>
        <p:xfrm>
          <a:off x="3122614" y="708422"/>
          <a:ext cx="3108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00400" imgH="482400" progId="Equation.3">
                  <p:embed/>
                </p:oleObj>
              </mc:Choice>
              <mc:Fallback>
                <p:oleObj name="Equation" r:id="rId6" imgW="3200400" imgH="4824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2614" y="708422"/>
                        <a:ext cx="31083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15476"/>
              </p:ext>
            </p:extLst>
          </p:nvPr>
        </p:nvGraphicFramePr>
        <p:xfrm>
          <a:off x="6365752" y="313666"/>
          <a:ext cx="2598736" cy="41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65080" imgH="330120" progId="Equation.3">
                  <p:embed/>
                </p:oleObj>
              </mc:Choice>
              <mc:Fallback>
                <p:oleObj name="公式" r:id="rId8" imgW="1765080" imgH="330120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5752" y="313666"/>
                        <a:ext cx="2598736" cy="415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86"/>
          <p:cNvSpPr txBox="1">
            <a:spLocks noChangeArrowheads="1"/>
          </p:cNvSpPr>
          <p:nvPr/>
        </p:nvSpPr>
        <p:spPr bwMode="auto">
          <a:xfrm>
            <a:off x="478558" y="1173113"/>
            <a:ext cx="11525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/>
              <a:t>解：</a:t>
            </a:r>
          </a:p>
        </p:txBody>
      </p:sp>
      <p:graphicFrame>
        <p:nvGraphicFramePr>
          <p:cNvPr id="21595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866683"/>
              </p:ext>
            </p:extLst>
          </p:nvPr>
        </p:nvGraphicFramePr>
        <p:xfrm>
          <a:off x="3136033" y="2662584"/>
          <a:ext cx="4776787" cy="758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27320" imgH="1041120" progId="Equation.3">
                  <p:embed/>
                </p:oleObj>
              </mc:Choice>
              <mc:Fallback>
                <p:oleObj name="Equation" r:id="rId10" imgW="4927320" imgH="104112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033" y="2662584"/>
                        <a:ext cx="4776787" cy="7584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96" name="Object 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7751186"/>
              </p:ext>
            </p:extLst>
          </p:nvPr>
        </p:nvGraphicFramePr>
        <p:xfrm>
          <a:off x="1319932" y="3078113"/>
          <a:ext cx="1511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11280" imgH="495000" progId="Equation.3">
                  <p:embed/>
                </p:oleObj>
              </mc:Choice>
              <mc:Fallback>
                <p:oleObj name="Equation" r:id="rId12" imgW="1511280" imgH="495000" progId="Equation.3">
                  <p:embed/>
                  <p:pic>
                    <p:nvPicPr>
                      <p:cNvPr id="0" name="Object 92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932" y="3078113"/>
                        <a:ext cx="15113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97" name="Object 9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0214302"/>
              </p:ext>
            </p:extLst>
          </p:nvPr>
        </p:nvGraphicFramePr>
        <p:xfrm>
          <a:off x="1383432" y="1973213"/>
          <a:ext cx="14986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98320" imgH="444240" progId="Equation.3">
                  <p:embed/>
                </p:oleObj>
              </mc:Choice>
              <mc:Fallback>
                <p:oleObj name="Equation" r:id="rId14" imgW="1498320" imgH="444240" progId="Equation.3">
                  <p:embed/>
                  <p:pic>
                    <p:nvPicPr>
                      <p:cNvPr id="0" name="Object 93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432" y="1973213"/>
                        <a:ext cx="14986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98" name="Rectangle 94"/>
          <p:cNvSpPr>
            <a:spLocks noChangeArrowheads="1"/>
          </p:cNvSpPr>
          <p:nvPr/>
        </p:nvSpPr>
        <p:spPr bwMode="auto">
          <a:xfrm>
            <a:off x="3059832" y="1563638"/>
            <a:ext cx="2819400" cy="8001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21599" name="Line 95"/>
          <p:cNvSpPr>
            <a:spLocks noChangeShapeType="1"/>
          </p:cNvSpPr>
          <p:nvPr/>
        </p:nvSpPr>
        <p:spPr bwMode="auto">
          <a:xfrm>
            <a:off x="3364633" y="1563638"/>
            <a:ext cx="1587" cy="8001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00" name="Rectangle 96"/>
          <p:cNvSpPr>
            <a:spLocks noChangeArrowheads="1"/>
          </p:cNvSpPr>
          <p:nvPr/>
        </p:nvSpPr>
        <p:spPr bwMode="auto">
          <a:xfrm>
            <a:off x="3059832" y="2649488"/>
            <a:ext cx="2819400" cy="7429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21601" name="Line 97"/>
          <p:cNvSpPr>
            <a:spLocks noChangeShapeType="1"/>
          </p:cNvSpPr>
          <p:nvPr/>
        </p:nvSpPr>
        <p:spPr bwMode="auto">
          <a:xfrm>
            <a:off x="3440833" y="2649488"/>
            <a:ext cx="1587" cy="7429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02" name="AutoShape 98"/>
          <p:cNvSpPr>
            <a:spLocks/>
          </p:cNvSpPr>
          <p:nvPr/>
        </p:nvSpPr>
        <p:spPr bwMode="auto">
          <a:xfrm>
            <a:off x="2907433" y="1677938"/>
            <a:ext cx="179387" cy="914400"/>
          </a:xfrm>
          <a:prstGeom prst="leftBrace">
            <a:avLst>
              <a:gd name="adj1" fmla="val 5663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21603" name="AutoShape 99"/>
          <p:cNvSpPr>
            <a:spLocks/>
          </p:cNvSpPr>
          <p:nvPr/>
        </p:nvSpPr>
        <p:spPr bwMode="auto">
          <a:xfrm>
            <a:off x="2907433" y="2820938"/>
            <a:ext cx="179387" cy="857250"/>
          </a:xfrm>
          <a:prstGeom prst="leftBrace">
            <a:avLst>
              <a:gd name="adj1" fmla="val 5309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graphicFrame>
        <p:nvGraphicFramePr>
          <p:cNvPr id="21604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27173"/>
              </p:ext>
            </p:extLst>
          </p:nvPr>
        </p:nvGraphicFramePr>
        <p:xfrm>
          <a:off x="3405907" y="3319809"/>
          <a:ext cx="4506912" cy="37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647960" imgH="507960" progId="Equation.3">
                  <p:embed/>
                </p:oleObj>
              </mc:Choice>
              <mc:Fallback>
                <p:oleObj name="Equation" r:id="rId16" imgW="4647960" imgH="507960" progId="Equation.3">
                  <p:embed/>
                  <p:pic>
                    <p:nvPicPr>
                      <p:cNvPr id="0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907" y="3319809"/>
                        <a:ext cx="4506912" cy="3702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5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595090"/>
              </p:ext>
            </p:extLst>
          </p:nvPr>
        </p:nvGraphicFramePr>
        <p:xfrm>
          <a:off x="3118570" y="1644600"/>
          <a:ext cx="47545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902120" imgH="1041120" progId="Equation.3">
                  <p:embed/>
                </p:oleObj>
              </mc:Choice>
              <mc:Fallback>
                <p:oleObj name="Equation" r:id="rId18" imgW="4902120" imgH="1041120" progId="Equation.3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570" y="1644600"/>
                        <a:ext cx="4754563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6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375154"/>
              </p:ext>
            </p:extLst>
          </p:nvPr>
        </p:nvGraphicFramePr>
        <p:xfrm>
          <a:off x="3358282" y="2306588"/>
          <a:ext cx="4578350" cy="37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724280" imgH="507960" progId="Equation.3">
                  <p:embed/>
                </p:oleObj>
              </mc:Choice>
              <mc:Fallback>
                <p:oleObj name="Equation" r:id="rId20" imgW="4724280" imgH="507960" progId="Equation.3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8282" y="2306588"/>
                        <a:ext cx="4578350" cy="3702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A43A4EA2-6A8E-421C-B38C-7A248AF14601}"/>
              </a:ext>
            </a:extLst>
          </p:cNvPr>
          <p:cNvSpPr/>
          <p:nvPr/>
        </p:nvSpPr>
        <p:spPr>
          <a:xfrm>
            <a:off x="179512" y="195486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7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98" grpId="0" animBg="1"/>
      <p:bldP spid="21599" grpId="0" animBg="1"/>
      <p:bldP spid="21600" grpId="0" animBg="1"/>
      <p:bldP spid="21601" grpId="0" animBg="1"/>
      <p:bldP spid="21602" grpId="0" animBg="1"/>
      <p:bldP spid="21603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806034"/>
              </p:ext>
            </p:extLst>
          </p:nvPr>
        </p:nvGraphicFramePr>
        <p:xfrm>
          <a:off x="2217967" y="1386091"/>
          <a:ext cx="4776787" cy="758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27320" imgH="1041120" progId="Equation.3">
                  <p:embed/>
                </p:oleObj>
              </mc:Choice>
              <mc:Fallback>
                <p:oleObj name="Equation" r:id="rId2" imgW="4927320" imgH="1041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967" y="1386091"/>
                        <a:ext cx="4776787" cy="7584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098893"/>
              </p:ext>
            </p:extLst>
          </p:nvPr>
        </p:nvGraphicFramePr>
        <p:xfrm>
          <a:off x="1939737" y="2796527"/>
          <a:ext cx="3608388" cy="683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20960" imgH="939600" progId="Equation.3">
                  <p:embed/>
                </p:oleObj>
              </mc:Choice>
              <mc:Fallback>
                <p:oleObj name="Equation" r:id="rId4" imgW="3720960" imgH="939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737" y="2796527"/>
                        <a:ext cx="3608388" cy="683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1326271"/>
              </p:ext>
            </p:extLst>
          </p:nvPr>
        </p:nvGraphicFramePr>
        <p:xfrm>
          <a:off x="401866" y="1801618"/>
          <a:ext cx="1511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95000" progId="Equation.3">
                  <p:embed/>
                </p:oleObj>
              </mc:Choice>
              <mc:Fallback>
                <p:oleObj name="Equation" r:id="rId6" imgW="1511280" imgH="4950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66" y="1801618"/>
                        <a:ext cx="15113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778402"/>
              </p:ext>
            </p:extLst>
          </p:nvPr>
        </p:nvGraphicFramePr>
        <p:xfrm>
          <a:off x="478423" y="571075"/>
          <a:ext cx="14986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98320" imgH="444240" progId="Equation.3">
                  <p:embed/>
                </p:oleObj>
              </mc:Choice>
              <mc:Fallback>
                <p:oleObj name="Equation" r:id="rId8" imgW="1498320" imgH="444240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23" y="571075"/>
                        <a:ext cx="14986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172997"/>
              </p:ext>
            </p:extLst>
          </p:nvPr>
        </p:nvGraphicFramePr>
        <p:xfrm>
          <a:off x="365711" y="2975797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040" imgH="507960" progId="Equation.3">
                  <p:embed/>
                </p:oleObj>
              </mc:Choice>
              <mc:Fallback>
                <p:oleObj name="Equation" r:id="rId10" imgW="1562040" imgH="507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11" y="2975797"/>
                        <a:ext cx="1562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840880"/>
              </p:ext>
            </p:extLst>
          </p:nvPr>
        </p:nvGraphicFramePr>
        <p:xfrm>
          <a:off x="414924" y="3503245"/>
          <a:ext cx="5159375" cy="720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21160" imgH="990360" progId="Equation.3">
                  <p:embed/>
                </p:oleObj>
              </mc:Choice>
              <mc:Fallback>
                <p:oleObj name="Equation" r:id="rId12" imgW="5321160" imgH="9903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24" y="3503245"/>
                        <a:ext cx="5159375" cy="7203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0" name="Text Box 10"/>
          <p:cNvSpPr txBox="1">
            <a:spLocks noChangeArrowheads="1"/>
          </p:cNvSpPr>
          <p:nvPr/>
        </p:nvSpPr>
        <p:spPr bwMode="auto">
          <a:xfrm>
            <a:off x="8384214" y="2693098"/>
            <a:ext cx="553998" cy="1463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二者不等</a:t>
            </a: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003759"/>
              </p:ext>
            </p:extLst>
          </p:nvPr>
        </p:nvGraphicFramePr>
        <p:xfrm>
          <a:off x="5552073" y="2771010"/>
          <a:ext cx="1785938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41400" imgH="927000" progId="Equation.3">
                  <p:embed/>
                </p:oleObj>
              </mc:Choice>
              <mc:Fallback>
                <p:oleObj name="Equation" r:id="rId14" imgW="1841400" imgH="927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2073" y="2771010"/>
                        <a:ext cx="1785938" cy="673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191698"/>
              </p:ext>
            </p:extLst>
          </p:nvPr>
        </p:nvGraphicFramePr>
        <p:xfrm>
          <a:off x="7430671" y="2842022"/>
          <a:ext cx="685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85800" imgH="304560" progId="Equation.3">
                  <p:embed/>
                </p:oleObj>
              </mc:Choice>
              <mc:Fallback>
                <p:oleObj name="Equation" r:id="rId16" imgW="685800" imgH="3045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0671" y="2842022"/>
                        <a:ext cx="6858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820015"/>
              </p:ext>
            </p:extLst>
          </p:nvPr>
        </p:nvGraphicFramePr>
        <p:xfrm>
          <a:off x="5658436" y="3585397"/>
          <a:ext cx="1527175" cy="673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74640" imgH="927000" progId="Equation.3">
                  <p:embed/>
                </p:oleObj>
              </mc:Choice>
              <mc:Fallback>
                <p:oleObj name="Equation" r:id="rId18" imgW="1574640" imgH="9270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8436" y="3585397"/>
                        <a:ext cx="1527175" cy="6738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408758"/>
              </p:ext>
            </p:extLst>
          </p:nvPr>
        </p:nvGraphicFramePr>
        <p:xfrm>
          <a:off x="7239586" y="3756847"/>
          <a:ext cx="431800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31640" imgH="393480" progId="Equation.3">
                  <p:embed/>
                </p:oleObj>
              </mc:Choice>
              <mc:Fallback>
                <p:oleObj name="Equation" r:id="rId20" imgW="431640" imgH="39348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586" y="3756847"/>
                        <a:ext cx="431800" cy="29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5" name="Rectangle 15"/>
          <p:cNvSpPr>
            <a:spLocks noChangeArrowheads="1"/>
          </p:cNvSpPr>
          <p:nvPr/>
        </p:nvSpPr>
        <p:spPr bwMode="auto">
          <a:xfrm>
            <a:off x="2662113" y="2788987"/>
            <a:ext cx="1524000" cy="4000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76816" name="Rectangle 16"/>
          <p:cNvSpPr>
            <a:spLocks noChangeArrowheads="1"/>
          </p:cNvSpPr>
          <p:nvPr/>
        </p:nvSpPr>
        <p:spPr bwMode="auto">
          <a:xfrm>
            <a:off x="2154823" y="161500"/>
            <a:ext cx="2819400" cy="8001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76817" name="Line 17"/>
          <p:cNvSpPr>
            <a:spLocks noChangeShapeType="1"/>
          </p:cNvSpPr>
          <p:nvPr/>
        </p:nvSpPr>
        <p:spPr bwMode="auto">
          <a:xfrm>
            <a:off x="2459624" y="161500"/>
            <a:ext cx="1587" cy="8001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18" name="Rectangle 18"/>
          <p:cNvSpPr>
            <a:spLocks noChangeArrowheads="1"/>
          </p:cNvSpPr>
          <p:nvPr/>
        </p:nvSpPr>
        <p:spPr bwMode="auto">
          <a:xfrm>
            <a:off x="2721376" y="3450433"/>
            <a:ext cx="1447800" cy="4000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76819" name="Rectangle 19"/>
          <p:cNvSpPr>
            <a:spLocks noChangeArrowheads="1"/>
          </p:cNvSpPr>
          <p:nvPr/>
        </p:nvSpPr>
        <p:spPr bwMode="auto">
          <a:xfrm>
            <a:off x="2141766" y="1372993"/>
            <a:ext cx="2819400" cy="74295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76820" name="Line 20"/>
          <p:cNvSpPr>
            <a:spLocks noChangeShapeType="1"/>
          </p:cNvSpPr>
          <p:nvPr/>
        </p:nvSpPr>
        <p:spPr bwMode="auto">
          <a:xfrm>
            <a:off x="2522767" y="1372993"/>
            <a:ext cx="1587" cy="7429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21" name="AutoShape 21"/>
          <p:cNvSpPr>
            <a:spLocks/>
          </p:cNvSpPr>
          <p:nvPr/>
        </p:nvSpPr>
        <p:spPr bwMode="auto">
          <a:xfrm>
            <a:off x="2002424" y="275800"/>
            <a:ext cx="179387" cy="914400"/>
          </a:xfrm>
          <a:prstGeom prst="leftBrace">
            <a:avLst>
              <a:gd name="adj1" fmla="val 5663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sp>
        <p:nvSpPr>
          <p:cNvPr id="76822" name="AutoShape 22"/>
          <p:cNvSpPr>
            <a:spLocks/>
          </p:cNvSpPr>
          <p:nvPr/>
        </p:nvSpPr>
        <p:spPr bwMode="auto">
          <a:xfrm>
            <a:off x="1989367" y="1544443"/>
            <a:ext cx="179387" cy="857250"/>
          </a:xfrm>
          <a:prstGeom prst="leftBrace">
            <a:avLst>
              <a:gd name="adj1" fmla="val 5309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graphicFrame>
        <p:nvGraphicFramePr>
          <p:cNvPr id="7682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604018"/>
              </p:ext>
            </p:extLst>
          </p:nvPr>
        </p:nvGraphicFramePr>
        <p:xfrm>
          <a:off x="2393007" y="2127849"/>
          <a:ext cx="4506912" cy="370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647960" imgH="507960" progId="Equation.3">
                  <p:embed/>
                </p:oleObj>
              </mc:Choice>
              <mc:Fallback>
                <p:oleObj name="Equation" r:id="rId22" imgW="4647960" imgH="50796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007" y="2127849"/>
                        <a:ext cx="4506912" cy="3702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735733"/>
              </p:ext>
            </p:extLst>
          </p:nvPr>
        </p:nvGraphicFramePr>
        <p:xfrm>
          <a:off x="2217967" y="175666"/>
          <a:ext cx="47545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02120" imgH="1041120" progId="Equation.3">
                  <p:embed/>
                </p:oleObj>
              </mc:Choice>
              <mc:Fallback>
                <p:oleObj name="Equation" r:id="rId24" imgW="4902120" imgH="104112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7967" y="175666"/>
                        <a:ext cx="4754563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27284"/>
              </p:ext>
            </p:extLst>
          </p:nvPr>
        </p:nvGraphicFramePr>
        <p:xfrm>
          <a:off x="2394180" y="928687"/>
          <a:ext cx="4578350" cy="37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724280" imgH="507960" progId="Equation.3">
                  <p:embed/>
                </p:oleObj>
              </mc:Choice>
              <mc:Fallback>
                <p:oleObj name="Equation" r:id="rId26" imgW="4724280" imgH="50796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180" y="928687"/>
                        <a:ext cx="4578350" cy="3702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6" name="AutoShape 26"/>
          <p:cNvSpPr>
            <a:spLocks/>
          </p:cNvSpPr>
          <p:nvPr/>
        </p:nvSpPr>
        <p:spPr bwMode="auto">
          <a:xfrm>
            <a:off x="8176212" y="3013897"/>
            <a:ext cx="179387" cy="1028700"/>
          </a:xfrm>
          <a:prstGeom prst="rightBrace">
            <a:avLst>
              <a:gd name="adj1" fmla="val 6371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140535" y="80538"/>
            <a:ext cx="2819400" cy="2514600"/>
            <a:chOff x="1392" y="912"/>
            <a:chExt cx="1776" cy="2112"/>
          </a:xfrm>
        </p:grpSpPr>
        <p:sp>
          <p:nvSpPr>
            <p:cNvPr id="22558" name="Rectangle 28"/>
            <p:cNvSpPr>
              <a:spLocks noChangeArrowheads="1"/>
            </p:cNvSpPr>
            <p:nvPr/>
          </p:nvSpPr>
          <p:spPr bwMode="auto">
            <a:xfrm>
              <a:off x="1680" y="2688"/>
              <a:ext cx="960" cy="336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9" name="Rectangle 29"/>
            <p:cNvSpPr>
              <a:spLocks noChangeArrowheads="1"/>
            </p:cNvSpPr>
            <p:nvPr/>
          </p:nvSpPr>
          <p:spPr bwMode="auto">
            <a:xfrm>
              <a:off x="1392" y="912"/>
              <a:ext cx="1776" cy="67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0" name="Line 30"/>
            <p:cNvSpPr>
              <a:spLocks noChangeShapeType="1"/>
            </p:cNvSpPr>
            <p:nvPr/>
          </p:nvSpPr>
          <p:spPr bwMode="auto">
            <a:xfrm>
              <a:off x="1584" y="912"/>
              <a:ext cx="1" cy="67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1"/>
          <p:cNvGrpSpPr>
            <a:grpSpLocks/>
          </p:cNvGrpSpPr>
          <p:nvPr/>
        </p:nvGrpSpPr>
        <p:grpSpPr bwMode="auto">
          <a:xfrm>
            <a:off x="2124075" y="1275160"/>
            <a:ext cx="2819400" cy="2228850"/>
            <a:chOff x="1392" y="1824"/>
            <a:chExt cx="1776" cy="1872"/>
          </a:xfrm>
        </p:grpSpPr>
        <p:sp>
          <p:nvSpPr>
            <p:cNvPr id="22555" name="Rectangle 32"/>
            <p:cNvSpPr>
              <a:spLocks noChangeArrowheads="1"/>
            </p:cNvSpPr>
            <p:nvPr/>
          </p:nvSpPr>
          <p:spPr bwMode="auto">
            <a:xfrm>
              <a:off x="1728" y="3360"/>
              <a:ext cx="912" cy="336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6" name="Rectangle 33"/>
            <p:cNvSpPr>
              <a:spLocks noChangeArrowheads="1"/>
            </p:cNvSpPr>
            <p:nvPr/>
          </p:nvSpPr>
          <p:spPr bwMode="auto">
            <a:xfrm>
              <a:off x="1392" y="1824"/>
              <a:ext cx="1776" cy="62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57" name="Line 34"/>
            <p:cNvSpPr>
              <a:spLocks noChangeShapeType="1"/>
            </p:cNvSpPr>
            <p:nvPr/>
          </p:nvSpPr>
          <p:spPr bwMode="auto">
            <a:xfrm>
              <a:off x="1632" y="1824"/>
              <a:ext cx="1" cy="6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6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7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0" grpId="0" autoUpdateAnimBg="0"/>
      <p:bldP spid="76815" grpId="0" animBg="1"/>
      <p:bldP spid="76816" grpId="0" animBg="1"/>
      <p:bldP spid="76817" grpId="0" animBg="1"/>
      <p:bldP spid="76818" grpId="0" animBg="1"/>
      <p:bldP spid="76819" grpId="0" animBg="1"/>
      <p:bldP spid="76820" grpId="0" animBg="1"/>
      <p:bldP spid="76821" grpId="0" animBg="1"/>
      <p:bldP spid="76822" grpId="0" animBg="1"/>
      <p:bldP spid="768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4"/>
          <p:cNvGraphicFramePr>
            <a:graphicFrameLocks noChangeAspect="1"/>
          </p:cNvGraphicFramePr>
          <p:nvPr/>
        </p:nvGraphicFramePr>
        <p:xfrm>
          <a:off x="1187450" y="195263"/>
          <a:ext cx="6667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67200" imgH="533160" progId="Equation.3">
                  <p:embed/>
                </p:oleObj>
              </mc:Choice>
              <mc:Fallback>
                <p:oleObj name="Equation" r:id="rId3" imgW="6667200" imgH="5331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5263"/>
                        <a:ext cx="66675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2339976" y="573881"/>
          <a:ext cx="3897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98800" imgH="507960" progId="Equation.3">
                  <p:embed/>
                </p:oleObj>
              </mc:Choice>
              <mc:Fallback>
                <p:oleObj name="Equation" r:id="rId5" imgW="3898800" imgH="5079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6" y="573881"/>
                        <a:ext cx="38973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7812088" y="141685"/>
            <a:ext cx="76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24583" name="Rectangle 2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5263"/>
            <a:ext cx="1143000" cy="40005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定理</a:t>
            </a:r>
            <a:r>
              <a:rPr lang="en-US" altLang="zh-CN" sz="2800" b="1">
                <a:solidFill>
                  <a:schemeClr val="accent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51226" name="Text Box 26"/>
          <p:cNvSpPr txBox="1">
            <a:spLocks noChangeArrowheads="1"/>
          </p:cNvSpPr>
          <p:nvPr/>
        </p:nvSpPr>
        <p:spPr bwMode="auto">
          <a:xfrm>
            <a:off x="225704" y="1887014"/>
            <a:ext cx="5486400" cy="45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例如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,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对三元函数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u = f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(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x , y , z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) ,</a:t>
            </a:r>
          </a:p>
        </p:txBody>
      </p:sp>
      <p:graphicFrame>
        <p:nvGraphicFramePr>
          <p:cNvPr id="512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15008"/>
              </p:ext>
            </p:extLst>
          </p:nvPr>
        </p:nvGraphicFramePr>
        <p:xfrm>
          <a:off x="801968" y="2696639"/>
          <a:ext cx="5940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43600" imgH="507960" progId="Equation.3">
                  <p:embed/>
                </p:oleObj>
              </mc:Choice>
              <mc:Fallback>
                <p:oleObj name="Equation" r:id="rId7" imgW="5943600" imgH="50796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968" y="2696639"/>
                        <a:ext cx="59404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9" name="Rectangle 29"/>
          <p:cNvSpPr>
            <a:spLocks noChangeArrowheads="1"/>
          </p:cNvSpPr>
          <p:nvPr/>
        </p:nvSpPr>
        <p:spPr bwMode="auto">
          <a:xfrm>
            <a:off x="683568" y="1218069"/>
            <a:ext cx="6858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本定理对 </a:t>
            </a:r>
            <a:r>
              <a:rPr kumimoji="1" lang="en-US" altLang="zh-CN" sz="2800" i="1" dirty="0">
                <a:latin typeface="Times New Roman" pitchFamily="18" charset="0"/>
                <a:ea typeface="楷体_GB2312" pitchFamily="49" charset="-122"/>
              </a:rPr>
              <a:t>n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itchFamily="18" charset="0"/>
                <a:ea typeface="楷体_GB2312" pitchFamily="49" charset="-122"/>
              </a:rPr>
              <a:t>元函数的高阶混合导数也成立</a:t>
            </a:r>
            <a:r>
              <a:rPr kumimoji="1" lang="en-US" altLang="zh-CN" sz="2800" dirty="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5123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171709"/>
              </p:ext>
            </p:extLst>
          </p:nvPr>
        </p:nvGraphicFramePr>
        <p:xfrm>
          <a:off x="2459318" y="3075258"/>
          <a:ext cx="63468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9680" imgH="507960" progId="Equation.3">
                  <p:embed/>
                </p:oleObj>
              </mc:Choice>
              <mc:Fallback>
                <p:oleObj name="Equation" r:id="rId9" imgW="6349680" imgH="50796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318" y="3075258"/>
                        <a:ext cx="63468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5" name="Text Box 35"/>
          <p:cNvSpPr txBox="1">
            <a:spLocks noChangeArrowheads="1"/>
          </p:cNvSpPr>
          <p:nvPr/>
        </p:nvSpPr>
        <p:spPr bwMode="auto">
          <a:xfrm>
            <a:off x="5410479" y="1887014"/>
            <a:ext cx="3124200" cy="45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当三阶混合偏导数</a:t>
            </a:r>
          </a:p>
        </p:txBody>
      </p:sp>
      <p:sp>
        <p:nvSpPr>
          <p:cNvPr id="51236" name="Text Box 36"/>
          <p:cNvSpPr txBox="1">
            <a:spLocks noChangeArrowheads="1"/>
          </p:cNvSpPr>
          <p:nvPr/>
        </p:nvSpPr>
        <p:spPr bwMode="auto">
          <a:xfrm>
            <a:off x="-25121" y="2319211"/>
            <a:ext cx="4572000" cy="45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在点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x , y , z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)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连续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时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有</a:t>
            </a:r>
          </a:p>
        </p:txBody>
      </p:sp>
      <p:sp>
        <p:nvSpPr>
          <p:cNvPr id="51238" name="Text Box 38"/>
          <p:cNvSpPr txBox="1">
            <a:spLocks noChangeArrowheads="1"/>
          </p:cNvSpPr>
          <p:nvPr/>
        </p:nvSpPr>
        <p:spPr bwMode="auto">
          <a:xfrm>
            <a:off x="7092950" y="573881"/>
            <a:ext cx="13949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zh-CN" altLang="en-US" sz="24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证明略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)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6" grpId="0" build="p" autoUpdateAnimBg="0"/>
      <p:bldP spid="51226" grpId="0" autoUpdateAnimBg="0"/>
      <p:bldP spid="51229" grpId="0" build="p" autoUpdateAnimBg="0"/>
      <p:bldP spid="51235" grpId="0" autoUpdateAnimBg="0"/>
      <p:bldP spid="51236" grpId="0" autoUpdateAnimBg="0"/>
      <p:bldP spid="51238" grpId="0" build="p" autoUpdateAnimBg="0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323850" y="1006079"/>
            <a:ext cx="1219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说明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:</a:t>
            </a:r>
            <a:endParaRPr kumimoji="1" lang="en-US" altLang="zh-CN" sz="2800">
              <a:solidFill>
                <a:schemeClr val="accent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323850" y="1383506"/>
            <a:ext cx="5181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函数在其定义区域内是连续的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 </a:t>
            </a:r>
            <a:endParaRPr kumimoji="1" lang="en-US" altLang="zh-CN" sz="2800">
              <a:solidFill>
                <a:schemeClr val="tx2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5076825" y="1329929"/>
            <a:ext cx="381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故求初等函数的高阶导</a:t>
            </a:r>
          </a:p>
        </p:txBody>
      </p:sp>
      <p:sp>
        <p:nvSpPr>
          <p:cNvPr id="77831" name="Text Box 7"/>
          <p:cNvSpPr txBox="1">
            <a:spLocks noChangeArrowheads="1"/>
          </p:cNvSpPr>
          <p:nvPr/>
        </p:nvSpPr>
        <p:spPr bwMode="auto">
          <a:xfrm>
            <a:off x="323850" y="1707357"/>
            <a:ext cx="4876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数可以选择方便的求导顺序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7832" name="Text Box 8"/>
          <p:cNvSpPr txBox="1">
            <a:spLocks noChangeArrowheads="1"/>
          </p:cNvSpPr>
          <p:nvPr/>
        </p:nvSpPr>
        <p:spPr bwMode="auto">
          <a:xfrm>
            <a:off x="1476375" y="1006079"/>
            <a:ext cx="6172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因为初等函数的偏导数仍为初等函数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77833" name="Text Box 9"/>
          <p:cNvSpPr txBox="1">
            <a:spLocks noChangeArrowheads="1"/>
          </p:cNvSpPr>
          <p:nvPr/>
        </p:nvSpPr>
        <p:spPr bwMode="auto">
          <a:xfrm>
            <a:off x="7451725" y="951310"/>
            <a:ext cx="1371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而初等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8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build="p" autoUpdateAnimBg="0"/>
      <p:bldP spid="77829" grpId="0" autoUpdateAnimBg="0"/>
      <p:bldP spid="77830" grpId="0" autoUpdateAnimBg="0"/>
      <p:bldP spid="77831" grpId="0" autoUpdateAnimBg="0"/>
      <p:bldP spid="77832" grpId="0" autoUpdateAnimBg="0"/>
      <p:bldP spid="7783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Rectangle 4"/>
          <p:cNvSpPr>
            <a:spLocks noChangeArrowheads="1"/>
          </p:cNvSpPr>
          <p:nvPr/>
        </p:nvSpPr>
        <p:spPr bwMode="auto">
          <a:xfrm>
            <a:off x="1258615" y="172981"/>
            <a:ext cx="144016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800" dirty="0">
                <a:ea typeface="楷体_GB2312" pitchFamily="49" charset="-122"/>
              </a:rPr>
              <a:t>设函数</a:t>
            </a:r>
            <a:endParaRPr lang="zh-CN" altLang="en-US" sz="2800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276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911341"/>
              </p:ext>
            </p:extLst>
          </p:nvPr>
        </p:nvGraphicFramePr>
        <p:xfrm>
          <a:off x="2495691" y="162427"/>
          <a:ext cx="5028638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480" imgH="228600" progId="Equation.DSMT4">
                  <p:embed/>
                </p:oleObj>
              </mc:Choice>
              <mc:Fallback>
                <p:oleObj name="Equation" r:id="rId3" imgW="26794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91" y="162427"/>
                        <a:ext cx="5028638" cy="43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Text Box 6"/>
          <p:cNvSpPr txBox="1">
            <a:spLocks noChangeArrowheads="1"/>
          </p:cNvSpPr>
          <p:nvPr/>
        </p:nvSpPr>
        <p:spPr bwMode="auto">
          <a:xfrm>
            <a:off x="1655639" y="668710"/>
            <a:ext cx="7921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276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776329"/>
              </p:ext>
            </p:extLst>
          </p:nvPr>
        </p:nvGraphicFramePr>
        <p:xfrm>
          <a:off x="2339752" y="689118"/>
          <a:ext cx="2935967" cy="478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54080" imgH="228600" progId="Equation.3">
                  <p:embed/>
                </p:oleObj>
              </mc:Choice>
              <mc:Fallback>
                <p:oleObj name="公式" r:id="rId5" imgW="105408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89118"/>
                        <a:ext cx="2935967" cy="478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275039"/>
              </p:ext>
            </p:extLst>
          </p:nvPr>
        </p:nvGraphicFramePr>
        <p:xfrm>
          <a:off x="2051720" y="1635646"/>
          <a:ext cx="936625" cy="431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30120" imgH="203040" progId="Equation.3">
                  <p:embed/>
                </p:oleObj>
              </mc:Choice>
              <mc:Fallback>
                <p:oleObj name="公式" r:id="rId7" imgW="33012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1635646"/>
                        <a:ext cx="936625" cy="4310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554578"/>
              </p:ext>
            </p:extLst>
          </p:nvPr>
        </p:nvGraphicFramePr>
        <p:xfrm>
          <a:off x="3690020" y="1690414"/>
          <a:ext cx="935037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30120" imgH="203040" progId="Equation.3">
                  <p:embed/>
                </p:oleObj>
              </mc:Choice>
              <mc:Fallback>
                <p:oleObj name="公式" r:id="rId9" imgW="33012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020" y="1690414"/>
                        <a:ext cx="935037" cy="4321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812851"/>
              </p:ext>
            </p:extLst>
          </p:nvPr>
        </p:nvGraphicFramePr>
        <p:xfrm>
          <a:off x="1978695" y="2338114"/>
          <a:ext cx="9985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42720" imgH="203040" progId="Equation.3">
                  <p:embed/>
                </p:oleObj>
              </mc:Choice>
              <mc:Fallback>
                <p:oleObj name="公式" r:id="rId11" imgW="342720" imgH="203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695" y="2338114"/>
                        <a:ext cx="998537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8942663"/>
              </p:ext>
            </p:extLst>
          </p:nvPr>
        </p:nvGraphicFramePr>
        <p:xfrm>
          <a:off x="3634456" y="2338114"/>
          <a:ext cx="1893888" cy="42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723600" imgH="215640" progId="Equation.3">
                  <p:embed/>
                </p:oleObj>
              </mc:Choice>
              <mc:Fallback>
                <p:oleObj name="公式" r:id="rId13" imgW="72360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4456" y="2338114"/>
                        <a:ext cx="1893888" cy="4226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D52F1775-9CC6-4AA8-AB1C-BD86864ACF10}"/>
              </a:ext>
            </a:extLst>
          </p:cNvPr>
          <p:cNvSpPr/>
          <p:nvPr/>
        </p:nvSpPr>
        <p:spPr>
          <a:xfrm>
            <a:off x="251520" y="133855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8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485576"/>
              </p:ext>
            </p:extLst>
          </p:nvPr>
        </p:nvGraphicFramePr>
        <p:xfrm>
          <a:off x="2212871" y="771107"/>
          <a:ext cx="2759075" cy="55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01440" imgH="241200" progId="Equation.3">
                  <p:embed/>
                </p:oleObj>
              </mc:Choice>
              <mc:Fallback>
                <p:oleObj name="公式" r:id="rId3" imgW="90144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871" y="771107"/>
                        <a:ext cx="2759075" cy="553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802646"/>
              </p:ext>
            </p:extLst>
          </p:nvPr>
        </p:nvGraphicFramePr>
        <p:xfrm>
          <a:off x="2924148" y="1705846"/>
          <a:ext cx="9731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2720" imgH="203040" progId="Equation.DSMT4">
                  <p:embed/>
                </p:oleObj>
              </mc:Choice>
              <mc:Fallback>
                <p:oleObj name="Equation" r:id="rId5" imgW="34272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48" y="1705846"/>
                        <a:ext cx="9731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524020"/>
              </p:ext>
            </p:extLst>
          </p:nvPr>
        </p:nvGraphicFramePr>
        <p:xfrm>
          <a:off x="4508500" y="1690688"/>
          <a:ext cx="1006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320" imgH="203040" progId="Equation.DSMT4">
                  <p:embed/>
                </p:oleObj>
              </mc:Choice>
              <mc:Fallback>
                <p:oleObj name="Equation" r:id="rId7" imgW="35532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1690688"/>
                        <a:ext cx="100647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501032"/>
              </p:ext>
            </p:extLst>
          </p:nvPr>
        </p:nvGraphicFramePr>
        <p:xfrm>
          <a:off x="2905126" y="2090177"/>
          <a:ext cx="1109663" cy="858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0880" imgH="393480" progId="Equation.DSMT4">
                  <p:embed/>
                </p:oleObj>
              </mc:Choice>
              <mc:Fallback>
                <p:oleObj name="Equation" r:id="rId9" imgW="380880" imgH="393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6" y="2090177"/>
                        <a:ext cx="1109663" cy="8584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474175"/>
              </p:ext>
            </p:extLst>
          </p:nvPr>
        </p:nvGraphicFramePr>
        <p:xfrm>
          <a:off x="4508500" y="2308259"/>
          <a:ext cx="19272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215640" progId="Equation.DSMT4">
                  <p:embed/>
                </p:oleObj>
              </mc:Choice>
              <mc:Fallback>
                <p:oleObj name="Equation" r:id="rId11" imgW="736560" imgH="2156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2308259"/>
                        <a:ext cx="192722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B43C3D37-6158-484C-8D48-5CD2E6CF8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912" y="159665"/>
            <a:ext cx="141808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800" dirty="0">
                <a:ea typeface="楷体_GB2312" pitchFamily="49" charset="-122"/>
              </a:rPr>
              <a:t>设函数</a:t>
            </a:r>
            <a:endParaRPr lang="zh-CN" altLang="en-US" sz="2800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9278663C-8C6D-4A52-BC4C-6542196FB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7102751"/>
              </p:ext>
            </p:extLst>
          </p:nvPr>
        </p:nvGraphicFramePr>
        <p:xfrm>
          <a:off x="2555776" y="172167"/>
          <a:ext cx="5407011" cy="432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79480" imgH="228600" progId="Equation.DSMT4">
                  <p:embed/>
                </p:oleObj>
              </mc:Choice>
              <mc:Fallback>
                <p:oleObj name="Equation" r:id="rId13" imgW="2679480" imgH="228600" progId="Equation.DSMT4">
                  <p:embed/>
                  <p:pic>
                    <p:nvPicPr>
                      <p:cNvPr id="276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72167"/>
                        <a:ext cx="5407011" cy="4321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>
            <a:extLst>
              <a:ext uri="{FF2B5EF4-FFF2-40B4-BE49-F238E27FC236}">
                <a16:creationId xmlns:a16="http://schemas.microsoft.com/office/drawing/2014/main" id="{0AAF4CA2-DF53-4514-94AB-4F0D3E3E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874" y="769380"/>
            <a:ext cx="7921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楷体_GB2312" pitchFamily="49" charset="-122"/>
              </a:rPr>
              <a:t>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7D076C-4A88-4CAB-A793-C494129B2766}"/>
              </a:ext>
            </a:extLst>
          </p:cNvPr>
          <p:cNvSpPr/>
          <p:nvPr/>
        </p:nvSpPr>
        <p:spPr>
          <a:xfrm>
            <a:off x="251520" y="133855"/>
            <a:ext cx="72808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none">
            <a:spAutoFit/>
          </a:bodyPr>
          <a:lstStyle/>
          <a:p>
            <a:r>
              <a:rPr lang="zh-CN" altLang="en-US" sz="2800" b="1" kern="0" dirty="0">
                <a:solidFill>
                  <a:srgbClr val="333399"/>
                </a:solidFill>
                <a:ea typeface="楷体_GB2312" pitchFamily="49" charset="-122"/>
              </a:rPr>
              <a:t>例</a:t>
            </a:r>
            <a:r>
              <a:rPr lang="en-US" altLang="zh-CN" sz="2800" b="1" kern="0" dirty="0">
                <a:solidFill>
                  <a:srgbClr val="333399"/>
                </a:solidFill>
                <a:ea typeface="楷体_GB2312" pitchFamily="49" charset="-122"/>
              </a:rPr>
              <a:t>8</a:t>
            </a:r>
            <a:endParaRPr lang="zh-CN" altLang="en-US" sz="2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4"/>
          <p:cNvGraphicFramePr>
            <a:graphicFrameLocks noChangeAspect="1"/>
          </p:cNvGraphicFramePr>
          <p:nvPr/>
        </p:nvGraphicFramePr>
        <p:xfrm>
          <a:off x="1066800" y="971550"/>
          <a:ext cx="1066800" cy="33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45760" imgH="228600" progId="Equation.3">
                  <p:embed/>
                </p:oleObj>
              </mc:Choice>
              <mc:Fallback>
                <p:oleObj name="公式" r:id="rId3" imgW="5457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71550"/>
                        <a:ext cx="1066800" cy="3345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5"/>
          <p:cNvSpPr txBox="1">
            <a:spLocks noChangeArrowheads="1"/>
          </p:cNvSpPr>
          <p:nvPr/>
        </p:nvSpPr>
        <p:spPr bwMode="auto">
          <a:xfrm>
            <a:off x="2133600" y="971550"/>
            <a:ext cx="533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楷体_GB2312" pitchFamily="49" charset="-122"/>
              </a:rPr>
              <a:t>为二元函数，下列等式正确的是（）</a:t>
            </a:r>
          </a:p>
        </p:txBody>
      </p:sp>
      <p:graphicFrame>
        <p:nvGraphicFramePr>
          <p:cNvPr id="29699" name="Object 6"/>
          <p:cNvGraphicFramePr>
            <a:graphicFrameLocks noChangeAspect="1"/>
          </p:cNvGraphicFramePr>
          <p:nvPr/>
        </p:nvGraphicFramePr>
        <p:xfrm>
          <a:off x="1066800" y="1543050"/>
          <a:ext cx="13144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72840" imgH="266400" progId="Equation.3">
                  <p:embed/>
                </p:oleObj>
              </mc:Choice>
              <mc:Fallback>
                <p:oleObj name="公式" r:id="rId5" imgW="672840" imgH="26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543050"/>
                        <a:ext cx="13144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7"/>
          <p:cNvGraphicFramePr>
            <a:graphicFrameLocks noChangeAspect="1"/>
          </p:cNvGraphicFramePr>
          <p:nvPr/>
        </p:nvGraphicFramePr>
        <p:xfrm>
          <a:off x="1143000" y="2057400"/>
          <a:ext cx="13144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72840" imgH="266400" progId="Equation.3">
                  <p:embed/>
                </p:oleObj>
              </mc:Choice>
              <mc:Fallback>
                <p:oleObj name="公式" r:id="rId7" imgW="672840" imgH="26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57400"/>
                        <a:ext cx="131445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8"/>
          <p:cNvGraphicFramePr>
            <a:graphicFrameLocks noChangeAspect="1"/>
          </p:cNvGraphicFramePr>
          <p:nvPr/>
        </p:nvGraphicFramePr>
        <p:xfrm>
          <a:off x="1387475" y="2628900"/>
          <a:ext cx="5207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6400" imgH="266400" progId="Equation.3">
                  <p:embed/>
                </p:oleObj>
              </mc:Choice>
              <mc:Fallback>
                <p:oleObj name="公式" r:id="rId9" imgW="266400" imgH="266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2628900"/>
                        <a:ext cx="5207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9"/>
          <p:cNvGraphicFramePr>
            <a:graphicFrameLocks noChangeAspect="1"/>
          </p:cNvGraphicFramePr>
          <p:nvPr/>
        </p:nvGraphicFramePr>
        <p:xfrm>
          <a:off x="2286000" y="2628900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6400" imgH="266400" progId="Equation.3">
                  <p:embed/>
                </p:oleObj>
              </mc:Choice>
              <mc:Fallback>
                <p:oleObj name="公式" r:id="rId11" imgW="266400" imgH="266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628900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2" name="Text Box 10"/>
          <p:cNvSpPr txBox="1">
            <a:spLocks noChangeArrowheads="1"/>
          </p:cNvSpPr>
          <p:nvPr/>
        </p:nvSpPr>
        <p:spPr bwMode="auto">
          <a:xfrm>
            <a:off x="228600" y="1543050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（</a:t>
            </a:r>
            <a:r>
              <a:rPr lang="en-US" altLang="zh-CN" sz="2400" b="1"/>
              <a:t>A</a:t>
            </a:r>
            <a:r>
              <a:rPr lang="zh-CN" altLang="en-US" sz="2400" b="1"/>
              <a:t>）</a:t>
            </a:r>
          </a:p>
        </p:txBody>
      </p:sp>
      <p:sp>
        <p:nvSpPr>
          <p:cNvPr id="105483" name="Text Box 11"/>
          <p:cNvSpPr txBox="1">
            <a:spLocks noChangeArrowheads="1"/>
          </p:cNvSpPr>
          <p:nvPr/>
        </p:nvSpPr>
        <p:spPr bwMode="auto">
          <a:xfrm>
            <a:off x="304800" y="2628900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（</a:t>
            </a:r>
            <a:r>
              <a:rPr lang="en-US" altLang="zh-CN" sz="2400" b="1"/>
              <a:t>C</a:t>
            </a:r>
            <a:r>
              <a:rPr lang="zh-CN" altLang="en-US" sz="2400" b="1"/>
              <a:t>）</a:t>
            </a:r>
          </a:p>
        </p:txBody>
      </p:sp>
      <p:sp>
        <p:nvSpPr>
          <p:cNvPr id="105484" name="Text Box 12"/>
          <p:cNvSpPr txBox="1">
            <a:spLocks noChangeArrowheads="1"/>
          </p:cNvSpPr>
          <p:nvPr/>
        </p:nvSpPr>
        <p:spPr bwMode="auto">
          <a:xfrm>
            <a:off x="228600" y="2057400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（</a:t>
            </a:r>
            <a:r>
              <a:rPr lang="en-US" altLang="zh-CN" sz="2400" b="1"/>
              <a:t>B</a:t>
            </a:r>
            <a:r>
              <a:rPr lang="zh-CN" altLang="en-US" sz="2400" b="1"/>
              <a:t>）</a:t>
            </a:r>
          </a:p>
        </p:txBody>
      </p:sp>
      <p:sp>
        <p:nvSpPr>
          <p:cNvPr id="105485" name="Text Box 13"/>
          <p:cNvSpPr txBox="1">
            <a:spLocks noChangeArrowheads="1"/>
          </p:cNvSpPr>
          <p:nvPr/>
        </p:nvSpPr>
        <p:spPr bwMode="auto">
          <a:xfrm>
            <a:off x="304800" y="3200400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（</a:t>
            </a:r>
            <a:r>
              <a:rPr lang="en-US" altLang="zh-CN" sz="2400" b="1"/>
              <a:t>D</a:t>
            </a:r>
            <a:r>
              <a:rPr lang="zh-CN" altLang="en-US" sz="2400" b="1"/>
              <a:t>）</a:t>
            </a:r>
          </a:p>
        </p:txBody>
      </p:sp>
      <p:sp>
        <p:nvSpPr>
          <p:cNvPr id="29715" name="Text Box 14"/>
          <p:cNvSpPr txBox="1">
            <a:spLocks noChangeArrowheads="1"/>
          </p:cNvSpPr>
          <p:nvPr/>
        </p:nvSpPr>
        <p:spPr bwMode="auto">
          <a:xfrm>
            <a:off x="1905000" y="2628900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楷体_GB2312" pitchFamily="49" charset="-122"/>
              </a:rPr>
              <a:t>与</a:t>
            </a:r>
          </a:p>
        </p:txBody>
      </p:sp>
      <p:sp>
        <p:nvSpPr>
          <p:cNvPr id="29716" name="Text Box 15"/>
          <p:cNvSpPr txBox="1">
            <a:spLocks noChangeArrowheads="1"/>
          </p:cNvSpPr>
          <p:nvPr/>
        </p:nvSpPr>
        <p:spPr bwMode="auto">
          <a:xfrm>
            <a:off x="2743200" y="2628900"/>
            <a:ext cx="640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楷体_GB2312" pitchFamily="49" charset="-122"/>
              </a:rPr>
              <a:t>是否相等，取决于            在          处是否连续</a:t>
            </a:r>
          </a:p>
        </p:txBody>
      </p:sp>
      <p:graphicFrame>
        <p:nvGraphicFramePr>
          <p:cNvPr id="29703" name="Object 16"/>
          <p:cNvGraphicFramePr>
            <a:graphicFrameLocks noChangeAspect="1"/>
          </p:cNvGraphicFramePr>
          <p:nvPr/>
        </p:nvGraphicFramePr>
        <p:xfrm>
          <a:off x="1158875" y="3257550"/>
          <a:ext cx="5207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6400" imgH="266400" progId="Equation.3">
                  <p:embed/>
                </p:oleObj>
              </mc:Choice>
              <mc:Fallback>
                <p:oleObj name="公式" r:id="rId9" imgW="266400" imgH="266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3257550"/>
                        <a:ext cx="5207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17"/>
          <p:cNvGraphicFramePr>
            <a:graphicFrameLocks noChangeAspect="1"/>
          </p:cNvGraphicFramePr>
          <p:nvPr/>
        </p:nvGraphicFramePr>
        <p:xfrm>
          <a:off x="2057400" y="3257550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6400" imgH="266400" progId="Equation.3">
                  <p:embed/>
                </p:oleObj>
              </mc:Choice>
              <mc:Fallback>
                <p:oleObj name="公式" r:id="rId11" imgW="266400" imgH="2664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257550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7" name="Text Box 18"/>
          <p:cNvSpPr txBox="1">
            <a:spLocks noChangeArrowheads="1"/>
          </p:cNvSpPr>
          <p:nvPr/>
        </p:nvSpPr>
        <p:spPr bwMode="auto">
          <a:xfrm>
            <a:off x="1676400" y="3257550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楷体_GB2312" pitchFamily="49" charset="-122"/>
              </a:rPr>
              <a:t>与</a:t>
            </a:r>
          </a:p>
        </p:txBody>
      </p:sp>
      <p:sp>
        <p:nvSpPr>
          <p:cNvPr id="29718" name="Text Box 19"/>
          <p:cNvSpPr txBox="1">
            <a:spLocks noChangeArrowheads="1"/>
          </p:cNvSpPr>
          <p:nvPr/>
        </p:nvSpPr>
        <p:spPr bwMode="auto">
          <a:xfrm>
            <a:off x="2514600" y="3257550"/>
            <a:ext cx="640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>
                <a:ea typeface="楷体_GB2312" pitchFamily="49" charset="-122"/>
              </a:rPr>
              <a:t>是否相等，取决于             在          处是否连续</a:t>
            </a:r>
          </a:p>
        </p:txBody>
      </p:sp>
      <p:graphicFrame>
        <p:nvGraphicFramePr>
          <p:cNvPr id="29705" name="Object 20"/>
          <p:cNvGraphicFramePr>
            <a:graphicFrameLocks noChangeAspect="1"/>
          </p:cNvGraphicFramePr>
          <p:nvPr/>
        </p:nvGraphicFramePr>
        <p:xfrm>
          <a:off x="5181600" y="2628900"/>
          <a:ext cx="914400" cy="286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545760" imgH="228600" progId="Equation.3">
                  <p:embed/>
                </p:oleObj>
              </mc:Choice>
              <mc:Fallback>
                <p:oleObj name="公式" r:id="rId3" imgW="545760" imgH="2286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28900"/>
                        <a:ext cx="914400" cy="2869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21"/>
          <p:cNvGraphicFramePr>
            <a:graphicFrameLocks noChangeAspect="1"/>
          </p:cNvGraphicFramePr>
          <p:nvPr/>
        </p:nvGraphicFramePr>
        <p:xfrm>
          <a:off x="4953000" y="3200400"/>
          <a:ext cx="5207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66400" imgH="266400" progId="Equation.3">
                  <p:embed/>
                </p:oleObj>
              </mc:Choice>
              <mc:Fallback>
                <p:oleObj name="公式" r:id="rId9" imgW="266400" imgH="2664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200400"/>
                        <a:ext cx="5207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22"/>
          <p:cNvGraphicFramePr>
            <a:graphicFrameLocks noChangeAspect="1"/>
          </p:cNvGraphicFramePr>
          <p:nvPr/>
        </p:nvGraphicFramePr>
        <p:xfrm>
          <a:off x="5410200" y="3257550"/>
          <a:ext cx="45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66400" imgH="266400" progId="Equation.3">
                  <p:embed/>
                </p:oleObj>
              </mc:Choice>
              <mc:Fallback>
                <p:oleObj name="公式" r:id="rId11" imgW="266400" imgH="266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3257550"/>
                        <a:ext cx="457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54557"/>
              </p:ext>
            </p:extLst>
          </p:nvPr>
        </p:nvGraphicFramePr>
        <p:xfrm>
          <a:off x="6372200" y="2703313"/>
          <a:ext cx="762000" cy="241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71320" imgH="241200" progId="Equation.3">
                  <p:embed/>
                </p:oleObj>
              </mc:Choice>
              <mc:Fallback>
                <p:oleObj name="公式" r:id="rId16" imgW="571320" imgH="241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2703313"/>
                        <a:ext cx="762000" cy="2416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470993"/>
              </p:ext>
            </p:extLst>
          </p:nvPr>
        </p:nvGraphicFramePr>
        <p:xfrm>
          <a:off x="6235700" y="3349228"/>
          <a:ext cx="762000" cy="241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571320" imgH="241200" progId="Equation.3">
                  <p:embed/>
                </p:oleObj>
              </mc:Choice>
              <mc:Fallback>
                <p:oleObj name="公式" r:id="rId18" imgW="571320" imgH="2412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700" y="3349228"/>
                        <a:ext cx="762000" cy="2416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9" name="Rectangle 25"/>
          <p:cNvSpPr>
            <a:spLocks noChangeArrowheads="1"/>
          </p:cNvSpPr>
          <p:nvPr/>
        </p:nvSpPr>
        <p:spPr bwMode="auto">
          <a:xfrm>
            <a:off x="304800" y="171450"/>
            <a:ext cx="4038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zh-CN" sz="4400" b="1" dirty="0">
                <a:solidFill>
                  <a:schemeClr val="tx2"/>
                </a:solidFill>
              </a:rPr>
              <a:t>☆</a:t>
            </a:r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题目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13.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2" grpId="0"/>
      <p:bldP spid="105483" grpId="0"/>
      <p:bldP spid="105484" grpId="0"/>
      <p:bldP spid="10548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149364"/>
            <a:ext cx="1828800" cy="40005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zh-CN" altLang="en-US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  <a:cs typeface="+mn-cs"/>
              </a:rPr>
              <a:t>练习</a:t>
            </a:r>
            <a:r>
              <a:rPr lang="en-US" altLang="zh-CN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  <a:cs typeface="+mn-cs"/>
              </a:rPr>
              <a:t>5</a:t>
            </a:r>
          </a:p>
        </p:txBody>
      </p:sp>
      <p:sp>
        <p:nvSpPr>
          <p:cNvPr id="30745" name="Text Box 3"/>
          <p:cNvSpPr txBox="1">
            <a:spLocks noChangeArrowheads="1"/>
          </p:cNvSpPr>
          <p:nvPr/>
        </p:nvSpPr>
        <p:spPr bwMode="auto">
          <a:xfrm>
            <a:off x="1547813" y="141685"/>
            <a:ext cx="83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30723" name="Object 4"/>
          <p:cNvGraphicFramePr>
            <a:graphicFrameLocks noChangeAspect="1"/>
          </p:cNvGraphicFramePr>
          <p:nvPr/>
        </p:nvGraphicFramePr>
        <p:xfrm>
          <a:off x="2124075" y="195263"/>
          <a:ext cx="1422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406080" progId="Equation.3">
                  <p:embed/>
                </p:oleObj>
              </mc:Choice>
              <mc:Fallback>
                <p:oleObj name="Equation" r:id="rId6" imgW="1422360" imgH="406080" progId="Equation.3">
                  <p:embed/>
                  <p:pic>
                    <p:nvPicPr>
                      <p:cNvPr id="3072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95263"/>
                        <a:ext cx="14224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6" name="Text Box 5"/>
          <p:cNvSpPr txBox="1">
            <a:spLocks noChangeArrowheads="1"/>
          </p:cNvSpPr>
          <p:nvPr/>
        </p:nvSpPr>
        <p:spPr bwMode="auto">
          <a:xfrm>
            <a:off x="3492500" y="141685"/>
            <a:ext cx="990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0724" name="Object 6"/>
          <p:cNvGraphicFramePr>
            <a:graphicFrameLocks noChangeAspect="1"/>
          </p:cNvGraphicFramePr>
          <p:nvPr/>
        </p:nvGraphicFramePr>
        <p:xfrm>
          <a:off x="4356101" y="195263"/>
          <a:ext cx="1547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080" imgH="406080" progId="Equation.3">
                  <p:embed/>
                </p:oleObj>
              </mc:Choice>
              <mc:Fallback>
                <p:oleObj name="Equation" r:id="rId8" imgW="1549080" imgH="406080" progId="Equation.3">
                  <p:embed/>
                  <p:pic>
                    <p:nvPicPr>
                      <p:cNvPr id="307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1" y="195263"/>
                        <a:ext cx="15478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7"/>
          <p:cNvGraphicFramePr>
            <a:graphicFrameLocks noChangeAspect="1"/>
          </p:cNvGraphicFramePr>
          <p:nvPr/>
        </p:nvGraphicFramePr>
        <p:xfrm>
          <a:off x="6011864" y="0"/>
          <a:ext cx="1368425" cy="59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09480" imgH="355320" progId="Equation.DSMT4">
                  <p:embed/>
                </p:oleObj>
              </mc:Choice>
              <mc:Fallback>
                <p:oleObj name="Equation" r:id="rId10" imgW="609480" imgH="355320" progId="Equation.DSMT4">
                  <p:embed/>
                  <p:pic>
                    <p:nvPicPr>
                      <p:cNvPr id="307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4" y="0"/>
                        <a:ext cx="1368425" cy="598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Text Box 8"/>
          <p:cNvSpPr txBox="1">
            <a:spLocks noChangeArrowheads="1"/>
          </p:cNvSpPr>
          <p:nvPr/>
        </p:nvSpPr>
        <p:spPr bwMode="auto">
          <a:xfrm>
            <a:off x="323850" y="627460"/>
            <a:ext cx="381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确定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是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,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的函数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45066" name="Object 10"/>
          <p:cNvGraphicFramePr>
            <a:graphicFrameLocks noChangeAspect="1"/>
          </p:cNvGraphicFramePr>
          <p:nvPr/>
        </p:nvGraphicFramePr>
        <p:xfrm>
          <a:off x="3924300" y="681037"/>
          <a:ext cx="33274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27120" imgH="444240" progId="Equation.3">
                  <p:embed/>
                </p:oleObj>
              </mc:Choice>
              <mc:Fallback>
                <p:oleObj name="Equation" r:id="rId12" imgW="3327120" imgH="444240" progId="Equation.3">
                  <p:embed/>
                  <p:pic>
                    <p:nvPicPr>
                      <p:cNvPr id="4506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681037"/>
                        <a:ext cx="33274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12"/>
          <p:cNvGraphicFramePr>
            <a:graphicFrameLocks noChangeAspect="1"/>
          </p:cNvGraphicFramePr>
          <p:nvPr/>
        </p:nvGraphicFramePr>
        <p:xfrm>
          <a:off x="7308851" y="627460"/>
          <a:ext cx="154781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49080" imgH="419040" progId="Equation.3">
                  <p:embed/>
                </p:oleObj>
              </mc:Choice>
              <mc:Fallback>
                <p:oleObj name="Equation" r:id="rId14" imgW="1549080" imgH="419040" progId="Equation.3">
                  <p:embed/>
                  <p:pic>
                    <p:nvPicPr>
                      <p:cNvPr id="450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1" y="627460"/>
                        <a:ext cx="1547813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395288" y="1168004"/>
            <a:ext cx="1676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连续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45070" name="Object 14"/>
          <p:cNvGraphicFramePr>
            <a:graphicFrameLocks noChangeAspect="1"/>
          </p:cNvGraphicFramePr>
          <p:nvPr/>
        </p:nvGraphicFramePr>
        <p:xfrm>
          <a:off x="1908175" y="1168004"/>
          <a:ext cx="14097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09400" imgH="419040" progId="Equation.3">
                  <p:embed/>
                </p:oleObj>
              </mc:Choice>
              <mc:Fallback>
                <p:oleObj name="Equation" r:id="rId16" imgW="1409400" imgH="419040" progId="Equation.3">
                  <p:embed/>
                  <p:pic>
                    <p:nvPicPr>
                      <p:cNvPr id="4507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68004"/>
                        <a:ext cx="14097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3276600" y="1113235"/>
            <a:ext cx="914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45072" name="Object 16"/>
          <p:cNvGraphicFramePr>
            <a:graphicFrameLocks noChangeAspect="1"/>
          </p:cNvGraphicFramePr>
          <p:nvPr/>
        </p:nvGraphicFramePr>
        <p:xfrm>
          <a:off x="3708401" y="1006079"/>
          <a:ext cx="24477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06560" imgH="927000" progId="Equation.3">
                  <p:embed/>
                </p:oleObj>
              </mc:Choice>
              <mc:Fallback>
                <p:oleObj name="Equation" r:id="rId18" imgW="2806560" imgH="927000" progId="Equation.3">
                  <p:embed/>
                  <p:pic>
                    <p:nvPicPr>
                      <p:cNvPr id="450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1" y="1006079"/>
                        <a:ext cx="2447775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">
            <a:extLst>
              <a:ext uri="{FF2B5EF4-FFF2-40B4-BE49-F238E27FC236}">
                <a16:creationId xmlns:a16="http://schemas.microsoft.com/office/drawing/2014/main" id="{4388FA03-B609-4500-A088-6B9E22EA59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567019"/>
              </p:ext>
            </p:extLst>
          </p:nvPr>
        </p:nvGraphicFramePr>
        <p:xfrm>
          <a:off x="2123728" y="2067694"/>
          <a:ext cx="4349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3040" imgH="177480" progId="Equation.DSMT4">
                  <p:embed/>
                </p:oleObj>
              </mc:Choice>
              <mc:Fallback>
                <p:oleObj name="Equation" r:id="rId20" imgW="203040" imgH="177480" progId="Equation.DSMT4">
                  <p:embed/>
                  <p:pic>
                    <p:nvPicPr>
                      <p:cNvPr id="27" name="Object 3">
                        <a:extLst>
                          <a:ext uri="{FF2B5EF4-FFF2-40B4-BE49-F238E27FC236}">
                            <a16:creationId xmlns:a16="http://schemas.microsoft.com/office/drawing/2014/main" id="{00CE9F3D-C7D8-4F48-8BEB-F6E218528B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067694"/>
                        <a:ext cx="4349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椭圆 34">
            <a:extLst>
              <a:ext uri="{FF2B5EF4-FFF2-40B4-BE49-F238E27FC236}">
                <a16:creationId xmlns:a16="http://schemas.microsoft.com/office/drawing/2014/main" id="{2C9C4DEE-5296-450A-A374-7718E93E89A2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596678" y="205816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B06B12D-FE94-40E6-8B53-0F8D6111A4FE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201640" y="205816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7" name="Object 3">
            <a:extLst>
              <a:ext uri="{FF2B5EF4-FFF2-40B4-BE49-F238E27FC236}">
                <a16:creationId xmlns:a16="http://schemas.microsoft.com/office/drawing/2014/main" id="{F3EE9527-879F-4DEC-B17F-728380A5FA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160320"/>
              </p:ext>
            </p:extLst>
          </p:nvPr>
        </p:nvGraphicFramePr>
        <p:xfrm>
          <a:off x="3889028" y="2040706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64880" progId="Equation.DSMT4">
                  <p:embed/>
                </p:oleObj>
              </mc:Choice>
              <mc:Fallback>
                <p:oleObj name="Equation" r:id="rId22" imgW="114120" imgH="164880" progId="Equation.DSMT4">
                  <p:embed/>
                  <p:pic>
                    <p:nvPicPr>
                      <p:cNvPr id="30" name="Object 3">
                        <a:extLst>
                          <a:ext uri="{FF2B5EF4-FFF2-40B4-BE49-F238E27FC236}">
                            <a16:creationId xmlns:a16="http://schemas.microsoft.com/office/drawing/2014/main" id="{596DC55D-9AD3-4CEC-B69B-DC1FAB5B4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9028" y="2040706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椭圆 37">
            <a:extLst>
              <a:ext uri="{FF2B5EF4-FFF2-40B4-BE49-F238E27FC236}">
                <a16:creationId xmlns:a16="http://schemas.microsoft.com/office/drawing/2014/main" id="{0B698240-C121-4B8F-A589-58F4ED8B666F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4806602" y="204070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9" name="Object 3">
            <a:extLst>
              <a:ext uri="{FF2B5EF4-FFF2-40B4-BE49-F238E27FC236}">
                <a16:creationId xmlns:a16="http://schemas.microsoft.com/office/drawing/2014/main" id="{260E1335-5D4E-490C-BD27-FC3D454F5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248051"/>
              </p:ext>
            </p:extLst>
          </p:nvPr>
        </p:nvGraphicFramePr>
        <p:xfrm>
          <a:off x="5481290" y="2010544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720" imgH="177480" progId="Equation.DSMT4">
                  <p:embed/>
                </p:oleObj>
              </mc:Choice>
              <mc:Fallback>
                <p:oleObj name="Equation" r:id="rId24" imgW="126720" imgH="177480" progId="Equation.DSMT4">
                  <p:embed/>
                  <p:pic>
                    <p:nvPicPr>
                      <p:cNvPr id="32" name="Object 3">
                        <a:extLst>
                          <a:ext uri="{FF2B5EF4-FFF2-40B4-BE49-F238E27FC236}">
                            <a16:creationId xmlns:a16="http://schemas.microsoft.com/office/drawing/2014/main" id="{3174507C-90D0-4901-A409-84DB0EBCA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290" y="2010544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椭圆 39">
            <a:extLst>
              <a:ext uri="{FF2B5EF4-FFF2-40B4-BE49-F238E27FC236}">
                <a16:creationId xmlns:a16="http://schemas.microsoft.com/office/drawing/2014/main" id="{AE726453-86B3-4BF5-BE32-8868835EC32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352829" y="204070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41" name="Object 3">
            <a:extLst>
              <a:ext uri="{FF2B5EF4-FFF2-40B4-BE49-F238E27FC236}">
                <a16:creationId xmlns:a16="http://schemas.microsoft.com/office/drawing/2014/main" id="{87A0B72A-F75A-496E-9D13-25D6A5846D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509353"/>
              </p:ext>
            </p:extLst>
          </p:nvPr>
        </p:nvGraphicFramePr>
        <p:xfrm>
          <a:off x="6944965" y="2023244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3040" imgH="164880" progId="Equation.DSMT4">
                  <p:embed/>
                </p:oleObj>
              </mc:Choice>
              <mc:Fallback>
                <p:oleObj name="Equation" r:id="rId26" imgW="203040" imgH="164880" progId="Equation.DSMT4">
                  <p:embed/>
                  <p:pic>
                    <p:nvPicPr>
                      <p:cNvPr id="34" name="Object 3">
                        <a:extLst>
                          <a:ext uri="{FF2B5EF4-FFF2-40B4-BE49-F238E27FC236}">
                            <a16:creationId xmlns:a16="http://schemas.microsoft.com/office/drawing/2014/main" id="{70C5037E-DB4D-4561-87EA-07BC3FC124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4965" y="2023244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7515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9" grpId="0" build="p" autoUpdateAnimBg="0" advAuto="0"/>
      <p:bldP spid="45071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81" name="Object 25"/>
          <p:cNvGraphicFramePr>
            <a:graphicFrameLocks noChangeAspect="1"/>
          </p:cNvGraphicFramePr>
          <p:nvPr/>
        </p:nvGraphicFramePr>
        <p:xfrm>
          <a:off x="1692275" y="1653779"/>
          <a:ext cx="1447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47560" imgH="927000" progId="Equation.3">
                  <p:embed/>
                </p:oleObj>
              </mc:Choice>
              <mc:Fallback>
                <p:oleObj name="Equation" r:id="rId2" imgW="1447560" imgH="9270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653779"/>
                        <a:ext cx="14478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1300" y="149364"/>
            <a:ext cx="1828800" cy="40005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zh-CN" altLang="en-US" sz="2500" b="1" kern="0" dirty="0">
                <a:solidFill>
                  <a:srgbClr val="333399"/>
                </a:solidFill>
                <a:latin typeface="Arial"/>
                <a:ea typeface="楷体_GB2312" pitchFamily="49" charset="-122"/>
                <a:cs typeface="+mn-cs"/>
              </a:rPr>
              <a:t>练习</a:t>
            </a:r>
            <a:r>
              <a:rPr lang="en-US" altLang="zh-CN" sz="2800" b="1" kern="0" dirty="0">
                <a:solidFill>
                  <a:srgbClr val="333399"/>
                </a:solidFill>
                <a:latin typeface="Arial"/>
                <a:ea typeface="楷体_GB2312" pitchFamily="49" charset="-122"/>
                <a:cs typeface="+mn-cs"/>
              </a:rPr>
              <a:t>5</a:t>
            </a:r>
          </a:p>
        </p:txBody>
      </p:sp>
      <p:sp>
        <p:nvSpPr>
          <p:cNvPr id="30745" name="Text Box 3"/>
          <p:cNvSpPr txBox="1">
            <a:spLocks noChangeArrowheads="1"/>
          </p:cNvSpPr>
          <p:nvPr/>
        </p:nvSpPr>
        <p:spPr bwMode="auto">
          <a:xfrm>
            <a:off x="1547813" y="141685"/>
            <a:ext cx="83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设</a:t>
            </a:r>
          </a:p>
        </p:txBody>
      </p:sp>
      <p:graphicFrame>
        <p:nvGraphicFramePr>
          <p:cNvPr id="30723" name="Object 4"/>
          <p:cNvGraphicFramePr>
            <a:graphicFrameLocks noChangeAspect="1"/>
          </p:cNvGraphicFramePr>
          <p:nvPr/>
        </p:nvGraphicFramePr>
        <p:xfrm>
          <a:off x="2124075" y="195263"/>
          <a:ext cx="1422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22360" imgH="406080" progId="Equation.3">
                  <p:embed/>
                </p:oleObj>
              </mc:Choice>
              <mc:Fallback>
                <p:oleObj name="Equation" r:id="rId4" imgW="1422360" imgH="406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95263"/>
                        <a:ext cx="14224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6" name="Text Box 5"/>
          <p:cNvSpPr txBox="1">
            <a:spLocks noChangeArrowheads="1"/>
          </p:cNvSpPr>
          <p:nvPr/>
        </p:nvSpPr>
        <p:spPr bwMode="auto">
          <a:xfrm>
            <a:off x="3492500" y="141685"/>
            <a:ext cx="990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方程</a:t>
            </a:r>
          </a:p>
        </p:txBody>
      </p:sp>
      <p:graphicFrame>
        <p:nvGraphicFramePr>
          <p:cNvPr id="30724" name="Object 6"/>
          <p:cNvGraphicFramePr>
            <a:graphicFrameLocks noChangeAspect="1"/>
          </p:cNvGraphicFramePr>
          <p:nvPr/>
        </p:nvGraphicFramePr>
        <p:xfrm>
          <a:off x="4356101" y="195263"/>
          <a:ext cx="1547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080" imgH="406080" progId="Equation.3">
                  <p:embed/>
                </p:oleObj>
              </mc:Choice>
              <mc:Fallback>
                <p:oleObj name="Equation" r:id="rId6" imgW="154908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1" y="195263"/>
                        <a:ext cx="15478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7"/>
          <p:cNvGraphicFramePr>
            <a:graphicFrameLocks noChangeAspect="1"/>
          </p:cNvGraphicFramePr>
          <p:nvPr/>
        </p:nvGraphicFramePr>
        <p:xfrm>
          <a:off x="6011864" y="0"/>
          <a:ext cx="1368425" cy="598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09480" imgH="355320" progId="Equation.DSMT4">
                  <p:embed/>
                </p:oleObj>
              </mc:Choice>
              <mc:Fallback>
                <p:oleObj name="Equation" r:id="rId8" imgW="609480" imgH="3553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4" y="0"/>
                        <a:ext cx="1368425" cy="598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Text Box 8"/>
          <p:cNvSpPr txBox="1">
            <a:spLocks noChangeArrowheads="1"/>
          </p:cNvSpPr>
          <p:nvPr/>
        </p:nvSpPr>
        <p:spPr bwMode="auto">
          <a:xfrm>
            <a:off x="323850" y="627460"/>
            <a:ext cx="3810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确定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u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是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, </a:t>
            </a:r>
            <a:r>
              <a:rPr kumimoji="1" lang="en-US" altLang="zh-CN" sz="2800" i="1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的函数 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45066" name="Object 10"/>
          <p:cNvGraphicFramePr>
            <a:graphicFrameLocks noChangeAspect="1"/>
          </p:cNvGraphicFramePr>
          <p:nvPr/>
        </p:nvGraphicFramePr>
        <p:xfrm>
          <a:off x="3924300" y="681037"/>
          <a:ext cx="332740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27120" imgH="444240" progId="Equation.3">
                  <p:embed/>
                </p:oleObj>
              </mc:Choice>
              <mc:Fallback>
                <p:oleObj name="Equation" r:id="rId10" imgW="3327120" imgH="4442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681037"/>
                        <a:ext cx="3327400" cy="333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12"/>
          <p:cNvGraphicFramePr>
            <a:graphicFrameLocks noChangeAspect="1"/>
          </p:cNvGraphicFramePr>
          <p:nvPr/>
        </p:nvGraphicFramePr>
        <p:xfrm>
          <a:off x="7308851" y="627460"/>
          <a:ext cx="154781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080" imgH="419040" progId="Equation.3">
                  <p:embed/>
                </p:oleObj>
              </mc:Choice>
              <mc:Fallback>
                <p:oleObj name="Equation" r:id="rId12" imgW="1549080" imgH="4190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1" y="627460"/>
                        <a:ext cx="1547813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/>
          <p:cNvSpPr txBox="1">
            <a:spLocks noChangeArrowheads="1"/>
          </p:cNvSpPr>
          <p:nvPr/>
        </p:nvSpPr>
        <p:spPr bwMode="auto">
          <a:xfrm>
            <a:off x="395288" y="1168004"/>
            <a:ext cx="1676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连续</a:t>
            </a:r>
            <a:r>
              <a:rPr kumimoji="1" lang="en-US" altLang="zh-CN" sz="2800">
                <a:latin typeface="Times New Roman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且</a:t>
            </a:r>
          </a:p>
        </p:txBody>
      </p:sp>
      <p:graphicFrame>
        <p:nvGraphicFramePr>
          <p:cNvPr id="45070" name="Object 14"/>
          <p:cNvGraphicFramePr>
            <a:graphicFrameLocks noChangeAspect="1"/>
          </p:cNvGraphicFramePr>
          <p:nvPr/>
        </p:nvGraphicFramePr>
        <p:xfrm>
          <a:off x="1908175" y="1168004"/>
          <a:ext cx="14097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419040" progId="Equation.3">
                  <p:embed/>
                </p:oleObj>
              </mc:Choice>
              <mc:Fallback>
                <p:oleObj name="Equation" r:id="rId14" imgW="1409400" imgH="4190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68004"/>
                        <a:ext cx="14097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1" name="Text Box 15"/>
          <p:cNvSpPr txBox="1">
            <a:spLocks noChangeArrowheads="1"/>
          </p:cNvSpPr>
          <p:nvPr/>
        </p:nvSpPr>
        <p:spPr bwMode="auto">
          <a:xfrm>
            <a:off x="3276600" y="1113235"/>
            <a:ext cx="914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latin typeface="Times New Roman" pitchFamily="18" charset="0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4507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356318"/>
              </p:ext>
            </p:extLst>
          </p:nvPr>
        </p:nvGraphicFramePr>
        <p:xfrm>
          <a:off x="3708401" y="1006079"/>
          <a:ext cx="24477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06560" imgH="927000" progId="Equation.3">
                  <p:embed/>
                </p:oleObj>
              </mc:Choice>
              <mc:Fallback>
                <p:oleObj name="Equation" r:id="rId16" imgW="2806560" imgH="927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1" y="1006079"/>
                        <a:ext cx="2447775" cy="6953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0" y="1762125"/>
            <a:ext cx="76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>
                <a:solidFill>
                  <a:schemeClr val="accent2"/>
                </a:solidFill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45077" name="AutoShape 21"/>
          <p:cNvSpPr>
            <a:spLocks/>
          </p:cNvSpPr>
          <p:nvPr/>
        </p:nvSpPr>
        <p:spPr bwMode="auto">
          <a:xfrm>
            <a:off x="4140200" y="2463404"/>
            <a:ext cx="152400" cy="971550"/>
          </a:xfrm>
          <a:prstGeom prst="rightBrace">
            <a:avLst>
              <a:gd name="adj1" fmla="val 70833"/>
              <a:gd name="adj2" fmla="val 51565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5078" name="AutoShape 22"/>
          <p:cNvSpPr>
            <a:spLocks noChangeArrowheads="1"/>
          </p:cNvSpPr>
          <p:nvPr/>
        </p:nvSpPr>
        <p:spPr bwMode="auto">
          <a:xfrm>
            <a:off x="4356100" y="2895600"/>
            <a:ext cx="685800" cy="127397"/>
          </a:xfrm>
          <a:prstGeom prst="rightArrow">
            <a:avLst>
              <a:gd name="adj1" fmla="val 50000"/>
              <a:gd name="adj2" fmla="val 10093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graphicFrame>
        <p:nvGraphicFramePr>
          <p:cNvPr id="45080" name="Object 24"/>
          <p:cNvGraphicFramePr>
            <a:graphicFrameLocks noChangeAspect="1"/>
          </p:cNvGraphicFramePr>
          <p:nvPr/>
        </p:nvGraphicFramePr>
        <p:xfrm>
          <a:off x="900113" y="1653779"/>
          <a:ext cx="736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36560" imgH="927000" progId="Equation.3">
                  <p:embed/>
                </p:oleObj>
              </mc:Choice>
              <mc:Fallback>
                <p:oleObj name="Equation" r:id="rId18" imgW="736560" imgH="9270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53779"/>
                        <a:ext cx="7366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3" name="Object 27"/>
          <p:cNvGraphicFramePr>
            <a:graphicFrameLocks noChangeAspect="1"/>
          </p:cNvGraphicFramePr>
          <p:nvPr/>
        </p:nvGraphicFramePr>
        <p:xfrm>
          <a:off x="3276600" y="1600200"/>
          <a:ext cx="2108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08160" imgH="927000" progId="Equation.3">
                  <p:embed/>
                </p:oleObj>
              </mc:Choice>
              <mc:Fallback>
                <p:oleObj name="Equation" r:id="rId20" imgW="2108160" imgH="9270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600200"/>
                        <a:ext cx="21082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4" name="Object 28"/>
          <p:cNvGraphicFramePr>
            <a:graphicFrameLocks noChangeAspect="1"/>
          </p:cNvGraphicFramePr>
          <p:nvPr/>
        </p:nvGraphicFramePr>
        <p:xfrm>
          <a:off x="684213" y="2356247"/>
          <a:ext cx="2032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31840" imgH="927000" progId="Equation.3">
                  <p:embed/>
                </p:oleObj>
              </mc:Choice>
              <mc:Fallback>
                <p:oleObj name="Equation" r:id="rId22" imgW="2031840" imgH="9270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356247"/>
                        <a:ext cx="20320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5" name="Object 29"/>
          <p:cNvGraphicFramePr>
            <a:graphicFrameLocks noChangeAspect="1"/>
          </p:cNvGraphicFramePr>
          <p:nvPr/>
        </p:nvGraphicFramePr>
        <p:xfrm>
          <a:off x="2916238" y="2518172"/>
          <a:ext cx="1003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02960" imgH="406080" progId="Equation.3">
                  <p:embed/>
                </p:oleObj>
              </mc:Choice>
              <mc:Fallback>
                <p:oleObj name="Equation" r:id="rId24" imgW="1002960" imgH="40608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518172"/>
                        <a:ext cx="1003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6" name="Object 30"/>
          <p:cNvGraphicFramePr>
            <a:graphicFrameLocks noChangeAspect="1"/>
          </p:cNvGraphicFramePr>
          <p:nvPr/>
        </p:nvGraphicFramePr>
        <p:xfrm>
          <a:off x="684213" y="3003947"/>
          <a:ext cx="20828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082600" imgH="927000" progId="Equation.3">
                  <p:embed/>
                </p:oleObj>
              </mc:Choice>
              <mc:Fallback>
                <p:oleObj name="Equation" r:id="rId26" imgW="2082600" imgH="9270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003947"/>
                        <a:ext cx="20828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7" name="Object 31"/>
          <p:cNvGraphicFramePr>
            <a:graphicFrameLocks noChangeAspect="1"/>
          </p:cNvGraphicFramePr>
          <p:nvPr/>
        </p:nvGraphicFramePr>
        <p:xfrm>
          <a:off x="2916238" y="3165872"/>
          <a:ext cx="1016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15920" imgH="406080" progId="Equation.3">
                  <p:embed/>
                </p:oleObj>
              </mc:Choice>
              <mc:Fallback>
                <p:oleObj name="Equation" r:id="rId28" imgW="1015920" imgH="40608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165872"/>
                        <a:ext cx="10160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8" name="Object 32"/>
          <p:cNvGraphicFramePr>
            <a:graphicFrameLocks noChangeAspect="1"/>
          </p:cNvGraphicFramePr>
          <p:nvPr/>
        </p:nvGraphicFramePr>
        <p:xfrm>
          <a:off x="5364163" y="2247900"/>
          <a:ext cx="736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736560" imgH="927000" progId="Equation.3">
                  <p:embed/>
                </p:oleObj>
              </mc:Choice>
              <mc:Fallback>
                <p:oleObj name="Equation" r:id="rId30" imgW="736560" imgH="9270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247900"/>
                        <a:ext cx="7366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9" name="Object 33"/>
          <p:cNvGraphicFramePr>
            <a:graphicFrameLocks noChangeAspect="1"/>
          </p:cNvGraphicFramePr>
          <p:nvPr/>
        </p:nvGraphicFramePr>
        <p:xfrm>
          <a:off x="6300788" y="2247900"/>
          <a:ext cx="1270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9720" imgH="927000" progId="Equation.3">
                  <p:embed/>
                </p:oleObj>
              </mc:Choice>
              <mc:Fallback>
                <p:oleObj name="Equation" r:id="rId32" imgW="1269720" imgH="9270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247900"/>
                        <a:ext cx="12700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0" name="Object 34"/>
          <p:cNvGraphicFramePr>
            <a:graphicFrameLocks noChangeAspect="1"/>
          </p:cNvGraphicFramePr>
          <p:nvPr/>
        </p:nvGraphicFramePr>
        <p:xfrm>
          <a:off x="5364163" y="2895600"/>
          <a:ext cx="762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761760" imgH="927000" progId="Equation.3">
                  <p:embed/>
                </p:oleObj>
              </mc:Choice>
              <mc:Fallback>
                <p:oleObj name="Equation" r:id="rId34" imgW="761760" imgH="9270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895600"/>
                        <a:ext cx="7620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1" name="Object 35"/>
          <p:cNvGraphicFramePr>
            <a:graphicFrameLocks noChangeAspect="1"/>
          </p:cNvGraphicFramePr>
          <p:nvPr/>
        </p:nvGraphicFramePr>
        <p:xfrm>
          <a:off x="6300788" y="2895600"/>
          <a:ext cx="1270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9720" imgH="927000" progId="Equation.3">
                  <p:embed/>
                </p:oleObj>
              </mc:Choice>
              <mc:Fallback>
                <p:oleObj name="Equation" r:id="rId36" imgW="1269720" imgH="9270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895600"/>
                        <a:ext cx="1270000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2" name="AutoShape 36"/>
          <p:cNvSpPr>
            <a:spLocks/>
          </p:cNvSpPr>
          <p:nvPr/>
        </p:nvSpPr>
        <p:spPr bwMode="auto">
          <a:xfrm>
            <a:off x="5076825" y="2463404"/>
            <a:ext cx="152400" cy="1028700"/>
          </a:xfrm>
          <a:prstGeom prst="leftBrace">
            <a:avLst>
              <a:gd name="adj1" fmla="val 75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/>
          </a:p>
        </p:txBody>
      </p:sp>
      <p:graphicFrame>
        <p:nvGraphicFramePr>
          <p:cNvPr id="45093" name="Object 37"/>
          <p:cNvGraphicFramePr>
            <a:graphicFrameLocks noChangeAspect="1"/>
          </p:cNvGraphicFramePr>
          <p:nvPr/>
        </p:nvGraphicFramePr>
        <p:xfrm>
          <a:off x="3995738" y="3759994"/>
          <a:ext cx="8255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825480" imgH="419040" progId="Equation.3">
                  <p:embed/>
                </p:oleObj>
              </mc:Choice>
              <mc:Fallback>
                <p:oleObj name="Equation" r:id="rId38" imgW="825480" imgH="41904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759994"/>
                        <a:ext cx="8255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4" name="Object 38"/>
          <p:cNvGraphicFramePr>
            <a:graphicFrameLocks noChangeAspect="1"/>
          </p:cNvGraphicFramePr>
          <p:nvPr/>
        </p:nvGraphicFramePr>
        <p:xfrm>
          <a:off x="539751" y="3598069"/>
          <a:ext cx="34020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3403440" imgH="927000" progId="Equation.3">
                  <p:embed/>
                </p:oleObj>
              </mc:Choice>
              <mc:Fallback>
                <p:oleObj name="Equation" r:id="rId40" imgW="3403440" imgH="927000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1" y="3598069"/>
                        <a:ext cx="3402013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5" name="Object 39"/>
          <p:cNvGraphicFramePr>
            <a:graphicFrameLocks noChangeAspect="1"/>
          </p:cNvGraphicFramePr>
          <p:nvPr/>
        </p:nvGraphicFramePr>
        <p:xfrm>
          <a:off x="4859338" y="3598069"/>
          <a:ext cx="30845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3085920" imgH="927000" progId="Equation.3">
                  <p:embed/>
                </p:oleObj>
              </mc:Choice>
              <mc:Fallback>
                <p:oleObj name="Equation" r:id="rId42" imgW="3085920" imgH="9270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598069"/>
                        <a:ext cx="3084512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6" name="Object 40"/>
          <p:cNvGraphicFramePr>
            <a:graphicFrameLocks noChangeAspect="1"/>
          </p:cNvGraphicFramePr>
          <p:nvPr/>
        </p:nvGraphicFramePr>
        <p:xfrm>
          <a:off x="8101013" y="3759994"/>
          <a:ext cx="4953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495000" imgH="317160" progId="Equation.3">
                  <p:embed/>
                </p:oleObj>
              </mc:Choice>
              <mc:Fallback>
                <p:oleObj name="Equation" r:id="rId44" imgW="495000" imgH="31716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3759994"/>
                        <a:ext cx="49530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9" grpId="0" build="p" autoUpdateAnimBg="0" advAuto="0"/>
      <p:bldP spid="45071" grpId="0" build="p" autoUpdateAnimBg="0"/>
      <p:bldP spid="45073" grpId="0" autoUpdateAnimBg="0"/>
      <p:bldP spid="45077" grpId="0" animBg="1"/>
      <p:bldP spid="45078" grpId="0" animBg="1"/>
      <p:bldP spid="4509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219" name="对象 137218">
            <a:extLst>
              <a:ext uri="{FF2B5EF4-FFF2-40B4-BE49-F238E27FC236}">
                <a16:creationId xmlns:a16="http://schemas.microsoft.com/office/drawing/2014/main" id="{310F9CFB-63EA-4E95-8F7D-FA8AACC775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0531799"/>
              </p:ext>
            </p:extLst>
          </p:nvPr>
        </p:nvGraphicFramePr>
        <p:xfrm>
          <a:off x="562422" y="132150"/>
          <a:ext cx="4769644" cy="835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79700" imgH="469900" progId="Equation.3">
                  <p:embed/>
                </p:oleObj>
              </mc:Choice>
              <mc:Fallback>
                <p:oleObj r:id="rId2" imgW="2679700" imgH="469900" progId="Equation.3">
                  <p:embed/>
                  <p:pic>
                    <p:nvPicPr>
                      <p:cNvPr id="137219" name="对象 137218">
                        <a:extLst>
                          <a:ext uri="{FF2B5EF4-FFF2-40B4-BE49-F238E27FC236}">
                            <a16:creationId xmlns:a16="http://schemas.microsoft.com/office/drawing/2014/main" id="{310F9CFB-63EA-4E95-8F7D-FA8AACC775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22" y="132150"/>
                        <a:ext cx="4769644" cy="8358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0" name="对象 137219">
            <a:extLst>
              <a:ext uri="{FF2B5EF4-FFF2-40B4-BE49-F238E27FC236}">
                <a16:creationId xmlns:a16="http://schemas.microsoft.com/office/drawing/2014/main" id="{85AF504A-973C-4CD7-85FD-ABBDE576D2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0772578"/>
              </p:ext>
            </p:extLst>
          </p:nvPr>
        </p:nvGraphicFramePr>
        <p:xfrm>
          <a:off x="5314950" y="155962"/>
          <a:ext cx="3300413" cy="78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853396" imgH="444307" progId="Equation.3">
                  <p:embed/>
                </p:oleObj>
              </mc:Choice>
              <mc:Fallback>
                <p:oleObj r:id="rId4" imgW="1853396" imgH="444307" progId="Equation.3">
                  <p:embed/>
                  <p:pic>
                    <p:nvPicPr>
                      <p:cNvPr id="137220" name="对象 137219">
                        <a:extLst>
                          <a:ext uri="{FF2B5EF4-FFF2-40B4-BE49-F238E27FC236}">
                            <a16:creationId xmlns:a16="http://schemas.microsoft.com/office/drawing/2014/main" id="{85AF504A-973C-4CD7-85FD-ABBDE576D2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155962"/>
                        <a:ext cx="3300413" cy="788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5" name="矩形 137225">
            <a:extLst>
              <a:ext uri="{FF2B5EF4-FFF2-40B4-BE49-F238E27FC236}">
                <a16:creationId xmlns:a16="http://schemas.microsoft.com/office/drawing/2014/main" id="{4B75D394-412F-40E1-B19A-80428753F31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7599" y="0"/>
            <a:ext cx="514350" cy="5143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2700" dirty="0"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对象 138242">
            <a:extLst>
              <a:ext uri="{FF2B5EF4-FFF2-40B4-BE49-F238E27FC236}">
                <a16:creationId xmlns:a16="http://schemas.microsoft.com/office/drawing/2014/main" id="{8D3C14B6-4B1B-4D0F-8AC4-82E8C475C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756263"/>
              </p:ext>
            </p:extLst>
          </p:nvPr>
        </p:nvGraphicFramePr>
        <p:xfrm>
          <a:off x="1565275" y="268288"/>
          <a:ext cx="56530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4840" imgH="444240" progId="Equation.DSMT4">
                  <p:embed/>
                </p:oleObj>
              </mc:Choice>
              <mc:Fallback>
                <p:oleObj name="Equation" r:id="rId6" imgW="3174840" imgH="444240" progId="Equation.DSMT4">
                  <p:embed/>
                  <p:pic>
                    <p:nvPicPr>
                      <p:cNvPr id="76802" name="对象 138242">
                        <a:extLst>
                          <a:ext uri="{FF2B5EF4-FFF2-40B4-BE49-F238E27FC236}">
                            <a16:creationId xmlns:a16="http://schemas.microsoft.com/office/drawing/2014/main" id="{8D3C14B6-4B1B-4D0F-8AC4-82E8C475CD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268288"/>
                        <a:ext cx="56530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4" name="对象 138243">
            <a:extLst>
              <a:ext uri="{FF2B5EF4-FFF2-40B4-BE49-F238E27FC236}">
                <a16:creationId xmlns:a16="http://schemas.microsoft.com/office/drawing/2014/main" id="{0FA3EC40-2B5B-47DA-8116-5461558FD4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9789511"/>
              </p:ext>
            </p:extLst>
          </p:nvPr>
        </p:nvGraphicFramePr>
        <p:xfrm>
          <a:off x="2089095" y="1851670"/>
          <a:ext cx="609600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469800" progId="Equation.DSMT4">
                  <p:embed/>
                </p:oleObj>
              </mc:Choice>
              <mc:Fallback>
                <p:oleObj name="Equation" r:id="rId8" imgW="355320" imgH="469800" progId="Equation.DSMT4">
                  <p:embed/>
                  <p:pic>
                    <p:nvPicPr>
                      <p:cNvPr id="138244" name="对象 138243">
                        <a:extLst>
                          <a:ext uri="{FF2B5EF4-FFF2-40B4-BE49-F238E27FC236}">
                            <a16:creationId xmlns:a16="http://schemas.microsoft.com/office/drawing/2014/main" id="{0FA3EC40-2B5B-47DA-8116-5461558FD4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095" y="1851670"/>
                        <a:ext cx="609600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137225">
            <a:extLst>
              <a:ext uri="{FF2B5EF4-FFF2-40B4-BE49-F238E27FC236}">
                <a16:creationId xmlns:a16="http://schemas.microsoft.com/office/drawing/2014/main" id="{8275CD99-FB53-432F-B35C-2C28AA14F4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5536" y="267494"/>
            <a:ext cx="514350" cy="5143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2700" dirty="0"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E157966-E63C-45C0-8E07-90D1DEC896E9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551479" y="2061741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4EC0366-002B-41A9-9308-FB5159E6886A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156441" y="2061741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D6052F26-DB86-4B6F-A878-EEEEF5201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153946"/>
              </p:ext>
            </p:extLst>
          </p:nvPr>
        </p:nvGraphicFramePr>
        <p:xfrm>
          <a:off x="3843829" y="2044278"/>
          <a:ext cx="24606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64880" progId="Equation.DSMT4">
                  <p:embed/>
                </p:oleObj>
              </mc:Choice>
              <mc:Fallback>
                <p:oleObj name="Equation" r:id="rId10" imgW="114120" imgH="164880" progId="Equation.DSMT4">
                  <p:embed/>
                  <p:pic>
                    <p:nvPicPr>
                      <p:cNvPr id="37" name="Object 3">
                        <a:extLst>
                          <a:ext uri="{FF2B5EF4-FFF2-40B4-BE49-F238E27FC236}">
                            <a16:creationId xmlns:a16="http://schemas.microsoft.com/office/drawing/2014/main" id="{F3EE9527-879F-4DEC-B17F-728380A5FA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829" y="2044278"/>
                        <a:ext cx="24606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79C13F99-4DA3-4F42-924B-7BCC78D38B0A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4761403" y="204427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A5D3B13B-8CF5-4F22-B914-E9359105C0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982217"/>
              </p:ext>
            </p:extLst>
          </p:nvPr>
        </p:nvGraphicFramePr>
        <p:xfrm>
          <a:off x="5436091" y="2014116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39" name="Object 3">
                        <a:extLst>
                          <a:ext uri="{FF2B5EF4-FFF2-40B4-BE49-F238E27FC236}">
                            <a16:creationId xmlns:a16="http://schemas.microsoft.com/office/drawing/2014/main" id="{260E1335-5D4E-490C-BD27-FC3D454F5D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1" y="2014116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5ADF94D2-603D-476A-8D45-75998B31EFF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307630" y="204427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2E046FD8-A4E3-465B-BAD8-DB649D337B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56633"/>
              </p:ext>
            </p:extLst>
          </p:nvPr>
        </p:nvGraphicFramePr>
        <p:xfrm>
          <a:off x="6899766" y="2026816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64880" progId="Equation.DSMT4">
                  <p:embed/>
                </p:oleObj>
              </mc:Choice>
              <mc:Fallback>
                <p:oleObj name="Equation" r:id="rId14" imgW="203040" imgH="164880" progId="Equation.DSMT4">
                  <p:embed/>
                  <p:pic>
                    <p:nvPicPr>
                      <p:cNvPr id="41" name="Object 3">
                        <a:extLst>
                          <a:ext uri="{FF2B5EF4-FFF2-40B4-BE49-F238E27FC236}">
                            <a16:creationId xmlns:a16="http://schemas.microsoft.com/office/drawing/2014/main" id="{87A0B72A-F75A-496E-9D13-25D6A5846D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9766" y="2026816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246" name="对象 138245">
            <a:extLst>
              <a:ext uri="{FF2B5EF4-FFF2-40B4-BE49-F238E27FC236}">
                <a16:creationId xmlns:a16="http://schemas.microsoft.com/office/drawing/2014/main" id="{BCABD2BE-C4EB-4FCC-9C88-B94325B274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161358"/>
              </p:ext>
            </p:extLst>
          </p:nvPr>
        </p:nvGraphicFramePr>
        <p:xfrm>
          <a:off x="1187624" y="386356"/>
          <a:ext cx="5381625" cy="720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019978" imgH="406048" progId="Equation.3">
                  <p:embed/>
                </p:oleObj>
              </mc:Choice>
              <mc:Fallback>
                <p:oleObj r:id="rId6" imgW="3019978" imgH="406048" progId="Equation.3">
                  <p:embed/>
                  <p:pic>
                    <p:nvPicPr>
                      <p:cNvPr id="138246" name="对象 138245">
                        <a:extLst>
                          <a:ext uri="{FF2B5EF4-FFF2-40B4-BE49-F238E27FC236}">
                            <a16:creationId xmlns:a16="http://schemas.microsoft.com/office/drawing/2014/main" id="{BCABD2BE-C4EB-4FCC-9C88-B94325B2746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86356"/>
                        <a:ext cx="5381625" cy="720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7" name="对象 138246">
            <a:extLst>
              <a:ext uri="{FF2B5EF4-FFF2-40B4-BE49-F238E27FC236}">
                <a16:creationId xmlns:a16="http://schemas.microsoft.com/office/drawing/2014/main" id="{9C6E6751-5CA6-4264-8975-360823115C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255574"/>
              </p:ext>
            </p:extLst>
          </p:nvPr>
        </p:nvGraphicFramePr>
        <p:xfrm>
          <a:off x="6493455" y="352423"/>
          <a:ext cx="2645569" cy="788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485255" imgH="444307" progId="Equation.3">
                  <p:embed/>
                </p:oleObj>
              </mc:Choice>
              <mc:Fallback>
                <p:oleObj r:id="rId8" imgW="1485255" imgH="444307" progId="Equation.3">
                  <p:embed/>
                  <p:pic>
                    <p:nvPicPr>
                      <p:cNvPr id="138247" name="对象 138246">
                        <a:extLst>
                          <a:ext uri="{FF2B5EF4-FFF2-40B4-BE49-F238E27FC236}">
                            <a16:creationId xmlns:a16="http://schemas.microsoft.com/office/drawing/2014/main" id="{9C6E6751-5CA6-4264-8975-360823115C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3455" y="352423"/>
                        <a:ext cx="2645569" cy="7881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8" name="对象 138247">
            <a:extLst>
              <a:ext uri="{FF2B5EF4-FFF2-40B4-BE49-F238E27FC236}">
                <a16:creationId xmlns:a16="http://schemas.microsoft.com/office/drawing/2014/main" id="{A52D6947-57A5-4156-8784-A395F622E7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0374485"/>
              </p:ext>
            </p:extLst>
          </p:nvPr>
        </p:nvGraphicFramePr>
        <p:xfrm>
          <a:off x="2405063" y="2074863"/>
          <a:ext cx="35401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42920" imgH="203040" progId="Equation.DSMT4">
                  <p:embed/>
                </p:oleObj>
              </mc:Choice>
              <mc:Fallback>
                <p:oleObj name="Equation" r:id="rId10" imgW="1942920" imgH="203040" progId="Equation.DSMT4">
                  <p:embed/>
                  <p:pic>
                    <p:nvPicPr>
                      <p:cNvPr id="138248" name="对象 138247">
                        <a:extLst>
                          <a:ext uri="{FF2B5EF4-FFF2-40B4-BE49-F238E27FC236}">
                            <a16:creationId xmlns:a16="http://schemas.microsoft.com/office/drawing/2014/main" id="{A52D6947-57A5-4156-8784-A395F622E7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2074863"/>
                        <a:ext cx="354012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137225">
            <a:extLst>
              <a:ext uri="{FF2B5EF4-FFF2-40B4-BE49-F238E27FC236}">
                <a16:creationId xmlns:a16="http://schemas.microsoft.com/office/drawing/2014/main" id="{7411183E-0B15-422B-8379-DD519944738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5536" y="267494"/>
            <a:ext cx="514350" cy="5143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2700" dirty="0"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A3B49DF-0AF2-49ED-94A7-ECE9DF63B89E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619672" y="139415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D56B91-647C-4612-BD7F-8D249FFD4FDB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619671" y="2101527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9323DF1-D4A8-47CA-A4B3-BFACD38A3D3F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619670" y="2757772"/>
            <a:ext cx="385763" cy="360835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41478165-01A9-4FC0-9998-B4E0C2C1B1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92403"/>
              </p:ext>
            </p:extLst>
          </p:nvPr>
        </p:nvGraphicFramePr>
        <p:xfrm>
          <a:off x="2411760" y="2740782"/>
          <a:ext cx="273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15" name="Object 3">
                        <a:extLst>
                          <a:ext uri="{FF2B5EF4-FFF2-40B4-BE49-F238E27FC236}">
                            <a16:creationId xmlns:a16="http://schemas.microsoft.com/office/drawing/2014/main" id="{A5D3B13B-8CF5-4F22-B914-E9359105C0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740782"/>
                        <a:ext cx="273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椭圆 13">
            <a:extLst>
              <a:ext uri="{FF2B5EF4-FFF2-40B4-BE49-F238E27FC236}">
                <a16:creationId xmlns:a16="http://schemas.microsoft.com/office/drawing/2014/main" id="{9C297C75-F074-4F12-A0F1-F474B2DEB36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619670" y="346931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CCAED79D-0D74-4DAA-9C38-AB9F3511D2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240155"/>
              </p:ext>
            </p:extLst>
          </p:nvPr>
        </p:nvGraphicFramePr>
        <p:xfrm>
          <a:off x="2329210" y="3469316"/>
          <a:ext cx="43815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3040" imgH="164880" progId="Equation.DSMT4">
                  <p:embed/>
                </p:oleObj>
              </mc:Choice>
              <mc:Fallback>
                <p:oleObj name="Equation" r:id="rId14" imgW="203040" imgH="164880" progId="Equation.DSMT4">
                  <p:embed/>
                  <p:pic>
                    <p:nvPicPr>
                      <p:cNvPr id="17" name="Object 3">
                        <a:extLst>
                          <a:ext uri="{FF2B5EF4-FFF2-40B4-BE49-F238E27FC236}">
                            <a16:creationId xmlns:a16="http://schemas.microsoft.com/office/drawing/2014/main" id="{2E046FD8-A4E3-465B-BAD8-DB649D337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210" y="3469316"/>
                        <a:ext cx="43815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05A7553-92BE-48BB-986E-F80ABD423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5915570"/>
              </p:ext>
            </p:extLst>
          </p:nvPr>
        </p:nvGraphicFramePr>
        <p:xfrm>
          <a:off x="2422525" y="1393825"/>
          <a:ext cx="351631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30320" imgH="203040" progId="Equation.DSMT4">
                  <p:embed/>
                </p:oleObj>
              </mc:Choice>
              <mc:Fallback>
                <p:oleObj name="Equation" r:id="rId16" imgW="1930320" imgH="203040" progId="Equation.DSMT4">
                  <p:embed/>
                  <p:pic>
                    <p:nvPicPr>
                      <p:cNvPr id="138248" name="对象 138247">
                        <a:extLst>
                          <a:ext uri="{FF2B5EF4-FFF2-40B4-BE49-F238E27FC236}">
                            <a16:creationId xmlns:a16="http://schemas.microsoft.com/office/drawing/2014/main" id="{A52D6947-57A5-4156-8784-A395F622E7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1393825"/>
                        <a:ext cx="3516313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410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AutoShape 8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6" name="AutoShape 10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7" name="AutoShape 12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782" name="Picture 16" descr="漏斗漏勺不锈钢锥形过滤器网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8" y="-102394"/>
            <a:ext cx="9525" cy="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3" name="Picture 18" descr="漏斗漏勺不锈钢锥形过滤器网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8" y="-102394"/>
            <a:ext cx="9525" cy="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84" name="AutoShape 20" descr="http://file.huitao.net/images/sp/bao/uploaded/i5/T1dH4pXgxGXXXrzLA2_044059.jpg"/>
          <p:cNvSpPr>
            <a:spLocks noChangeAspect="1" noChangeArrowheads="1"/>
          </p:cNvSpPr>
          <p:nvPr/>
        </p:nvSpPr>
        <p:spPr bwMode="auto">
          <a:xfrm>
            <a:off x="117480" y="-996553"/>
            <a:ext cx="3648075" cy="188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86" name="AutoShape 22" descr="http://t1.baidu.com/it/u=1112655197,3163063132&amp;fm=21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88" name="AutoShape 23" descr="http://t2.baidu.com/it/u=65780846,1121234438&amp;fm=21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179514" y="195487"/>
            <a:ext cx="1187623" cy="50405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02060"/>
                </a:solidFill>
                <a:latin typeface="+mj-lt"/>
                <a:ea typeface="楷体_GB2312" pitchFamily="49" charset="-122"/>
                <a:cs typeface="+mj-cs"/>
              </a:rPr>
              <a:t>小结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395537" y="908051"/>
            <a:ext cx="2520280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</a:rPr>
              <a:t>1.</a:t>
            </a:r>
            <a:r>
              <a:rPr lang="zh-CN" altLang="en-US" sz="2800" b="1" dirty="0">
                <a:solidFill>
                  <a:srgbClr val="000000"/>
                </a:solidFill>
              </a:rPr>
              <a:t>偏导数定义     </a:t>
            </a:r>
            <a:endParaRPr lang="en-US" altLang="zh-CN" sz="2800" b="1" dirty="0">
              <a:solidFill>
                <a:srgbClr val="000000"/>
              </a:solidFill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</a:rPr>
              <a:t>   及计算</a:t>
            </a:r>
          </a:p>
        </p:txBody>
      </p:sp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3131840" y="627534"/>
          <a:ext cx="4968552" cy="751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03160" imgH="393480" progId="Equation.DSMT4">
                  <p:embed/>
                </p:oleObj>
              </mc:Choice>
              <mc:Fallback>
                <p:oleObj name="Equation" r:id="rId4" imgW="2603160" imgH="393480" progId="Equation.DSMT4">
                  <p:embed/>
                  <p:pic>
                    <p:nvPicPr>
                      <p:cNvPr id="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627534"/>
                        <a:ext cx="4968552" cy="751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395536" y="3272666"/>
            <a:ext cx="324036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</a:rPr>
              <a:t>2.</a:t>
            </a:r>
            <a:r>
              <a:rPr lang="zh-CN" altLang="en-US" sz="2800" b="1" dirty="0">
                <a:solidFill>
                  <a:srgbClr val="000000"/>
                </a:solidFill>
              </a:rPr>
              <a:t>偏导数几何意义 </a:t>
            </a:r>
          </a:p>
        </p:txBody>
      </p:sp>
      <p:graphicFrame>
        <p:nvGraphicFramePr>
          <p:cNvPr id="69637" name="Object 5"/>
          <p:cNvGraphicFramePr>
            <a:graphicFrameLocks noChangeAspect="1"/>
          </p:cNvGraphicFramePr>
          <p:nvPr/>
        </p:nvGraphicFramePr>
        <p:xfrm>
          <a:off x="4324127" y="1516063"/>
          <a:ext cx="262413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82400" progId="Equation.DSMT4">
                  <p:embed/>
                </p:oleObj>
              </mc:Choice>
              <mc:Fallback>
                <p:oleObj name="Equation" r:id="rId6" imgW="1371600" imgH="482400" progId="Equation.DSMT4">
                  <p:embed/>
                  <p:pic>
                    <p:nvPicPr>
                      <p:cNvPr id="696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127" y="1516063"/>
                        <a:ext cx="2624137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6"/>
          <p:cNvGraphicFramePr>
            <a:graphicFrameLocks noChangeAspect="1"/>
          </p:cNvGraphicFramePr>
          <p:nvPr/>
        </p:nvGraphicFramePr>
        <p:xfrm>
          <a:off x="4332290" y="2571750"/>
          <a:ext cx="212248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440" imgH="241200" progId="Equation.DSMT4">
                  <p:embed/>
                </p:oleObj>
              </mc:Choice>
              <mc:Fallback>
                <p:oleObj name="Equation" r:id="rId8" imgW="1117440" imgH="241200" progId="Equation.DSMT4">
                  <p:embed/>
                  <p:pic>
                    <p:nvPicPr>
                      <p:cNvPr id="696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90" y="2571750"/>
                        <a:ext cx="2122487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圆角矩形 36"/>
          <p:cNvSpPr/>
          <p:nvPr/>
        </p:nvSpPr>
        <p:spPr>
          <a:xfrm>
            <a:off x="2987824" y="483519"/>
            <a:ext cx="5904656" cy="26642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8"/>
          <p:cNvGrpSpPr/>
          <p:nvPr/>
        </p:nvGrpSpPr>
        <p:grpSpPr>
          <a:xfrm>
            <a:off x="3131840" y="3939902"/>
            <a:ext cx="5760640" cy="648072"/>
            <a:chOff x="3131840" y="3939902"/>
            <a:chExt cx="5760640" cy="648072"/>
          </a:xfrm>
        </p:grpSpPr>
        <p:sp>
          <p:nvSpPr>
            <p:cNvPr id="38" name="矩形 37"/>
            <p:cNvSpPr/>
            <p:nvPr/>
          </p:nvSpPr>
          <p:spPr>
            <a:xfrm>
              <a:off x="3419872" y="4011910"/>
              <a:ext cx="523412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800" b="1" kern="0" dirty="0">
                  <a:ea typeface="楷体_GB2312" pitchFamily="49" charset="-122"/>
                </a:rPr>
                <a:t>截痕曲线在对应点处切线的斜率</a:t>
              </a: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3131840" y="3939902"/>
              <a:ext cx="5760640" cy="64807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41418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5" grpId="0" animBg="1"/>
      <p:bldP spid="3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AutoShape 8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6" name="AutoShape 10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77" name="AutoShape 12" descr="http://t1.baidu.com/it/u=2399372019,697399527&amp;fm=9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782" name="Picture 16" descr="漏斗漏勺不锈钢锥形过滤器网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8" y="-102394"/>
            <a:ext cx="9525" cy="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83" name="Picture 18" descr="漏斗漏勺不锈钢锥形过滤器网漏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5578" y="-102394"/>
            <a:ext cx="9525" cy="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84" name="AutoShape 20" descr="http://file.huitao.net/images/sp/bao/uploaded/i5/T1dH4pXgxGXXXrzLA2_044059.jpg"/>
          <p:cNvSpPr>
            <a:spLocks noChangeAspect="1" noChangeArrowheads="1"/>
          </p:cNvSpPr>
          <p:nvPr/>
        </p:nvSpPr>
        <p:spPr bwMode="auto">
          <a:xfrm>
            <a:off x="117480" y="-996553"/>
            <a:ext cx="3648075" cy="188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86" name="AutoShape 22" descr="http://t1.baidu.com/it/u=1112655197,3163063132&amp;fm=21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788" name="AutoShape 23" descr="http://t2.baidu.com/it/u=65780846,1121234438&amp;fm=21&amp;gp=0.jpg"/>
          <p:cNvSpPr>
            <a:spLocks noChangeAspect="1" noChangeArrowheads="1"/>
          </p:cNvSpPr>
          <p:nvPr/>
        </p:nvSpPr>
        <p:spPr bwMode="auto">
          <a:xfrm>
            <a:off x="155575" y="-108346"/>
            <a:ext cx="304800" cy="228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179514" y="195487"/>
            <a:ext cx="1187623" cy="504056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1" kern="0" dirty="0">
                <a:solidFill>
                  <a:srgbClr val="002060"/>
                </a:solidFill>
                <a:latin typeface="+mj-lt"/>
                <a:ea typeface="楷体_GB2312" pitchFamily="49" charset="-122"/>
                <a:cs typeface="+mj-cs"/>
              </a:rPr>
              <a:t>小结</a:t>
            </a: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460374" y="1050685"/>
            <a:ext cx="439965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</a:rPr>
              <a:t>3.</a:t>
            </a:r>
            <a:r>
              <a:rPr lang="zh-CN" altLang="en-US" sz="2800" b="1" dirty="0">
                <a:solidFill>
                  <a:srgbClr val="000000"/>
                </a:solidFill>
              </a:rPr>
              <a:t>偏导存在和连续的关系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B635ECC3-5765-4489-B022-7A26D73CB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4" y="2427734"/>
            <a:ext cx="3194947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</a:rPr>
              <a:t>4.</a:t>
            </a:r>
            <a:r>
              <a:rPr lang="zh-CN" altLang="en-US" sz="2800" b="1" dirty="0">
                <a:solidFill>
                  <a:srgbClr val="000000"/>
                </a:solidFill>
              </a:rPr>
              <a:t>高阶偏导数</a:t>
            </a:r>
          </a:p>
        </p:txBody>
      </p:sp>
    </p:spTree>
    <p:extLst>
      <p:ext uri="{BB962C8B-B14F-4D97-AF65-F5344CB8AC3E}">
        <p14:creationId xmlns:p14="http://schemas.microsoft.com/office/powerpoint/2010/main" val="34624614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1642</TotalTime>
  <Words>1115</Words>
  <Application>Microsoft Office PowerPoint</Application>
  <PresentationFormat>全屏显示(16:9)</PresentationFormat>
  <Paragraphs>270</Paragraphs>
  <Slides>45</Slides>
  <Notes>16</Notes>
  <HiddenSlides>4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华文彩云</vt:lpstr>
      <vt:lpstr>华文行楷</vt:lpstr>
      <vt:lpstr>楷体</vt:lpstr>
      <vt:lpstr>楷体_GB2312</vt:lpstr>
      <vt:lpstr>宋体</vt:lpstr>
      <vt:lpstr>Microsoft Yahei</vt:lpstr>
      <vt:lpstr>Arial</vt:lpstr>
      <vt:lpstr>Arial Black</vt:lpstr>
      <vt:lpstr>Calibri</vt:lpstr>
      <vt:lpstr>Times New Roman</vt:lpstr>
      <vt:lpstr>Office 主题</vt:lpstr>
      <vt:lpstr>公式</vt:lpstr>
      <vt:lpstr>Equation</vt:lpstr>
      <vt:lpstr>Microsoft 公式 3.0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练习4.  已知理想气体的状态方程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四、高阶偏导数</vt:lpstr>
      <vt:lpstr>类似可以定义更高阶的偏导数.</vt:lpstr>
      <vt:lpstr>PowerPoint 演示文稿</vt:lpstr>
      <vt:lpstr>证明函数</vt:lpstr>
      <vt:lpstr>PowerPoint 演示文稿</vt:lpstr>
      <vt:lpstr>求函数</vt:lpstr>
      <vt:lpstr>PowerPoint 演示文稿</vt:lpstr>
      <vt:lpstr>PowerPoint 演示文稿</vt:lpstr>
      <vt:lpstr>定理.</vt:lpstr>
      <vt:lpstr>PowerPoint 演示文稿</vt:lpstr>
      <vt:lpstr>PowerPoint 演示文稿</vt:lpstr>
      <vt:lpstr>PowerPoint 演示文稿</vt:lpstr>
      <vt:lpstr>PowerPoint 演示文稿</vt:lpstr>
      <vt:lpstr>练习5</vt:lpstr>
      <vt:lpstr>练习5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1</dc:creator>
  <cp:lastModifiedBy>玥儿 小</cp:lastModifiedBy>
  <cp:revision>85</cp:revision>
  <dcterms:created xsi:type="dcterms:W3CDTF">2015-05-17T13:52:10Z</dcterms:created>
  <dcterms:modified xsi:type="dcterms:W3CDTF">2025-02-26T01:09:26Z</dcterms:modified>
</cp:coreProperties>
</file>