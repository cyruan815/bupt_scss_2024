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437" r:id="rId2"/>
    <p:sldId id="424" r:id="rId3"/>
    <p:sldId id="256" r:id="rId4"/>
    <p:sldId id="401" r:id="rId5"/>
    <p:sldId id="402" r:id="rId6"/>
    <p:sldId id="257" r:id="rId7"/>
    <p:sldId id="258" r:id="rId8"/>
    <p:sldId id="403" r:id="rId9"/>
    <p:sldId id="345" r:id="rId10"/>
    <p:sldId id="259" r:id="rId11"/>
    <p:sldId id="260" r:id="rId12"/>
    <p:sldId id="352" r:id="rId13"/>
    <p:sldId id="353" r:id="rId14"/>
    <p:sldId id="262" r:id="rId15"/>
    <p:sldId id="404" r:id="rId16"/>
    <p:sldId id="263" r:id="rId17"/>
    <p:sldId id="425" r:id="rId18"/>
    <p:sldId id="357" r:id="rId19"/>
    <p:sldId id="264" r:id="rId20"/>
    <p:sldId id="426" r:id="rId21"/>
    <p:sldId id="265" r:id="rId22"/>
    <p:sldId id="266" r:id="rId23"/>
    <p:sldId id="428" r:id="rId24"/>
    <p:sldId id="390" r:id="rId25"/>
    <p:sldId id="429" r:id="rId26"/>
    <p:sldId id="389" r:id="rId27"/>
    <p:sldId id="431" r:id="rId28"/>
    <p:sldId id="432" r:id="rId29"/>
    <p:sldId id="408" r:id="rId30"/>
    <p:sldId id="409" r:id="rId31"/>
    <p:sldId id="410" r:id="rId32"/>
    <p:sldId id="411" r:id="rId33"/>
    <p:sldId id="412" r:id="rId34"/>
    <p:sldId id="413" r:id="rId35"/>
    <p:sldId id="433" r:id="rId36"/>
    <p:sldId id="434" r:id="rId37"/>
    <p:sldId id="435" r:id="rId38"/>
    <p:sldId id="284" r:id="rId39"/>
    <p:sldId id="285" r:id="rId40"/>
    <p:sldId id="288" r:id="rId41"/>
    <p:sldId id="418" r:id="rId42"/>
    <p:sldId id="282" r:id="rId43"/>
    <p:sldId id="283" r:id="rId44"/>
    <p:sldId id="419" r:id="rId45"/>
    <p:sldId id="436" r:id="rId46"/>
    <p:sldId id="421" r:id="rId47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37" autoAdjust="0"/>
  </p:normalViewPr>
  <p:slideViewPr>
    <p:cSldViewPr>
      <p:cViewPr varScale="1">
        <p:scale>
          <a:sx n="79" d="100"/>
          <a:sy n="79" d="100"/>
        </p:scale>
        <p:origin x="54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278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C0E2746-37C2-4E37-B80E-E6382ABE38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7F76E8A-5951-4FB7-AC70-34B0548C11F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65B6307-AA8B-4270-8EDA-4B55103913D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3ED2A831-CE2D-468A-8AC2-B92C711CEEE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FB0347E6-E9A6-4792-843D-1AAB25D49AC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0B5A4031-E95E-41BC-A985-4EE805085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1C5ABC7-293E-49C5-B0D9-D31D57E8F2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22C298D-2F49-4C6E-931B-1BA7C73BAF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C3BBCC-B0EA-4576-8D10-D52AD3190428}" type="slidenum">
              <a:rPr lang="en-US" altLang="zh-CN" smtClean="0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C31C8D8-751B-491B-B064-FE3F36767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A62E3FD-E711-40E0-96AF-4381E67E2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运行时</a:t>
            </a:r>
            <a:r>
              <a:rPr lang="en-US" altLang="zh-CN">
                <a:latin typeface="Arial" panose="020B0604020202020204" pitchFamily="34" charset="0"/>
              </a:rPr>
              <a:t>, </a:t>
            </a:r>
            <a:r>
              <a:rPr lang="zh-CN" altLang="en-US">
                <a:latin typeface="Arial" panose="020B0604020202020204" pitchFamily="34" charset="0"/>
              </a:rPr>
              <a:t>点击相片</a:t>
            </a:r>
            <a:r>
              <a:rPr lang="en-US" altLang="zh-CN">
                <a:latin typeface="Arial" panose="020B0604020202020204" pitchFamily="34" charset="0"/>
              </a:rPr>
              <a:t>, </a:t>
            </a:r>
            <a:r>
              <a:rPr lang="zh-CN" altLang="en-US">
                <a:latin typeface="Arial" panose="020B0604020202020204" pitchFamily="34" charset="0"/>
              </a:rPr>
              <a:t>或按钮“傅立叶”</a:t>
            </a:r>
            <a:r>
              <a:rPr lang="en-US" altLang="zh-CN">
                <a:latin typeface="Arial" panose="020B0604020202020204" pitchFamily="34" charset="0"/>
              </a:rPr>
              <a:t>, </a:t>
            </a:r>
            <a:r>
              <a:rPr lang="zh-CN" altLang="en-US">
                <a:latin typeface="Arial" panose="020B0604020202020204" pitchFamily="34" charset="0"/>
              </a:rPr>
              <a:t>将显示傅立叶简介</a:t>
            </a:r>
            <a:r>
              <a:rPr lang="en-US" altLang="zh-CN">
                <a:latin typeface="Arial" panose="020B0604020202020204" pitchFamily="34" charset="0"/>
              </a:rPr>
              <a:t>, </a:t>
            </a:r>
            <a:r>
              <a:rPr lang="zh-CN" altLang="en-US">
                <a:latin typeface="Arial" panose="020B0604020202020204" pitchFamily="34" charset="0"/>
              </a:rPr>
              <a:t>并自动返回</a:t>
            </a:r>
            <a:r>
              <a:rPr lang="en-US" altLang="zh-CN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6AA2ACFB-7DBD-447B-B424-053AEAE0D2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3B0ECA5-1EA2-4DF4-88EE-CC05A47660B7}" type="slidenum">
              <a:rPr lang="en-US" altLang="zh-CN" smtClean="0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6B6D6F5-DBA1-428A-A1E4-20C2B2CF26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Text Box 3">
            <a:extLst>
              <a:ext uri="{FF2B5EF4-FFF2-40B4-BE49-F238E27FC236}">
                <a16:creationId xmlns:a16="http://schemas.microsoft.com/office/drawing/2014/main" id="{F19A77D2-23D0-4F4C-B7A7-36CE27F37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由此定理可以看出 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函数展成傅立叶级数的条件比展成幂级数的条件低得多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.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这正是傅立叶级数具有广泛应用的重要原因 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运行时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点击相片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或按钮“简介”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可显示狄利克雷的简介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并自动返回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332C8899-E1EF-4261-9548-BD27A9FA46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6D9F2E55-9F3C-4F41-BAA2-241FB32C7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FAD74748-49AE-43D8-AE94-B703A9A5ED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AE924F-3D48-4E2E-B1E2-A4D785EBC35F}" type="slidenum">
              <a:rPr lang="en-US" altLang="zh-CN" b="0" smtClean="0"/>
              <a:pPr/>
              <a:t>27</a:t>
            </a:fld>
            <a:endParaRPr lang="en-US" altLang="zh-CN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291E52-4C7A-4064-A47A-FF388CF53A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0FE7F1-E79F-447F-8EDF-9320572239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FC49B0-D0A0-4E02-9723-A01B9DF0BA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B8A429-2D02-42BC-8271-ED0A83BA7F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09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4FC981-0F9A-4301-ADE1-C145EFE1A3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A0D0A2-B8B0-4BD5-A003-7A793DA91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67E1B-B33E-402B-9EBE-C43FE5A3C0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06781-F1DA-4E52-B7A5-AA12D95D79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406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53A57F-5555-4768-8206-C651E009BA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83B5CD-9BC6-4409-8D3F-069FEA3977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1E8ED9-96C4-4F07-9B54-27C5E2F0E6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FDEDC-5305-4D1C-851F-E1C4F9B23A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307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CE74F4-3207-4E04-927D-05D22051E2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10677-D906-465E-8C2E-BAC12A43D1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6D64D-238A-44DF-8F62-7B592B5A9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2909C-513D-4162-9083-FC794DD43D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48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F2E7A3-AB26-4089-8908-7CA5218109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7EC6D3-1A56-4CE3-98F9-BFBA88089F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2CFD6C8-5748-4F1F-9272-FEA6A9E5CD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D88D8F-D74C-4EC6-B5C5-9611738772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75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C10AC19-85A7-4EC7-873C-55E2FF95CF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4AC26-57E8-4077-92D2-5C2C251FDC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679196-1FD8-4028-A42E-083E6E9A65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91DE5-971A-4FBA-B8C3-5FF89DCF56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27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5B9238F-CB6F-4A16-A408-A14F5390A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9CDE65E-FC3E-4E4A-BC0E-2FA37EBEDC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CCF07C-10AE-49C8-A781-CC280BA69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9F560-074A-4866-92E7-7B9775F0F3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364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A7F2D-C8AD-4C81-8B55-0EEF3EA699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E41EC9-2BD5-426E-B2BF-BE927A3928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F41509-E593-4788-A009-222EF2A419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A27E4-3E46-4640-B427-D502ED4AC3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4223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1F8231-E021-4CA9-A97E-8CD7C55E2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AE977-EC33-4C5B-B365-05DB616090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2A1A45-8C13-4B6D-9A28-E5DFBF2D2C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4CD73-4773-4877-8368-D57B882126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842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81F97-C048-4E46-8C3C-E7F5C1A2D5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F8A989-4F5A-4AA9-BA30-274A45E53A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DA5E9A-7CCC-462E-A798-BECE9ECD77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BB591-49FD-4C1E-B2CF-72AD048F88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274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CAEB7F-3CD0-46A4-BAF6-B1FD7A0166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8F7EF4-211B-41CB-931A-FD85DC3CD1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282BEE-4FF7-4DA2-8E56-19E0257A8E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96CA0-7E99-41A6-B392-A1E215CE9C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139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790F553-7DCA-4DDD-B63A-101E67B4D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32F2D8-6A83-42EF-8723-672002BB6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3E145DF-6AFC-40DF-93DF-F76D82F97C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9A2D392-6F75-4F18-8D6C-553D200D72B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E4363D-537F-4136-836D-25720FEF3B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AD2A844A-A6B0-41B6-AE75-E4054483EA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2.emf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24.e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5" Type="http://schemas.openxmlformats.org/officeDocument/2006/relationships/image" Target="../media/image23.e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25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4.emf"/><Relationship Id="rId26" Type="http://schemas.openxmlformats.org/officeDocument/2006/relationships/image" Target="../media/image38.emf"/><Relationship Id="rId3" Type="http://schemas.openxmlformats.org/officeDocument/2006/relationships/image" Target="../media/image26.wmf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1.e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2" Type="http://schemas.openxmlformats.org/officeDocument/2006/relationships/oleObject" Target="../embeddings/oleObject20.bin"/><Relationship Id="rId16" Type="http://schemas.openxmlformats.org/officeDocument/2006/relationships/image" Target="../media/image33.emf"/><Relationship Id="rId20" Type="http://schemas.openxmlformats.org/officeDocument/2006/relationships/image" Target="../media/image35.emf"/><Relationship Id="rId29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37.e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39.emf"/><Relationship Id="rId10" Type="http://schemas.openxmlformats.org/officeDocument/2006/relationships/image" Target="../media/image30.e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2.emf"/><Relationship Id="rId22" Type="http://schemas.openxmlformats.org/officeDocument/2006/relationships/image" Target="../media/image36.emf"/><Relationship Id="rId27" Type="http://schemas.openxmlformats.org/officeDocument/2006/relationships/oleObject" Target="../embeddings/oleObject32.bin"/><Relationship Id="rId30" Type="http://schemas.openxmlformats.org/officeDocument/2006/relationships/image" Target="../media/image4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46.emf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42.bin"/><Relationship Id="rId3" Type="http://schemas.openxmlformats.org/officeDocument/2006/relationships/image" Target="../media/image41.emf"/><Relationship Id="rId21" Type="http://schemas.openxmlformats.org/officeDocument/2006/relationships/image" Target="../media/image50.emf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48.emf"/><Relationship Id="rId25" Type="http://schemas.openxmlformats.org/officeDocument/2006/relationships/image" Target="../media/image52.e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5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5.emf"/><Relationship Id="rId24" Type="http://schemas.openxmlformats.org/officeDocument/2006/relationships/oleObject" Target="../embeddings/oleObject41.bin"/><Relationship Id="rId5" Type="http://schemas.openxmlformats.org/officeDocument/2006/relationships/image" Target="../media/image42.emf"/><Relationship Id="rId15" Type="http://schemas.openxmlformats.org/officeDocument/2006/relationships/image" Target="../media/image47.emf"/><Relationship Id="rId23" Type="http://schemas.openxmlformats.org/officeDocument/2006/relationships/image" Target="../media/image51.emf"/><Relationship Id="rId28" Type="http://schemas.openxmlformats.org/officeDocument/2006/relationships/oleObject" Target="../embeddings/oleObject29.bin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49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4.emf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5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60.emf"/><Relationship Id="rId18" Type="http://schemas.openxmlformats.org/officeDocument/2006/relationships/oleObject" Target="../embeddings/oleObject33.bin"/><Relationship Id="rId3" Type="http://schemas.openxmlformats.org/officeDocument/2006/relationships/image" Target="../media/image55.emf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62.emf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59.emf"/><Relationship Id="rId5" Type="http://schemas.openxmlformats.org/officeDocument/2006/relationships/image" Target="../media/image56.emf"/><Relationship Id="rId15" Type="http://schemas.openxmlformats.org/officeDocument/2006/relationships/image" Target="../media/image61.e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63.e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8.emf"/><Relationship Id="rId14" Type="http://schemas.openxmlformats.org/officeDocument/2006/relationships/oleObject" Target="../embeddings/oleObject4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69.emf"/><Relationship Id="rId3" Type="http://schemas.openxmlformats.org/officeDocument/2006/relationships/image" Target="../media/image64.emf"/><Relationship Id="rId7" Type="http://schemas.openxmlformats.org/officeDocument/2006/relationships/image" Target="../media/image66.e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71.wmf"/><Relationship Id="rId2" Type="http://schemas.openxmlformats.org/officeDocument/2006/relationships/oleObject" Target="../embeddings/oleObject49.bin"/><Relationship Id="rId16" Type="http://schemas.openxmlformats.org/officeDocument/2006/relationships/oleObject" Target="../embeddings/oleObject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68.emf"/><Relationship Id="rId5" Type="http://schemas.openxmlformats.org/officeDocument/2006/relationships/image" Target="../media/image65.emf"/><Relationship Id="rId15" Type="http://schemas.openxmlformats.org/officeDocument/2006/relationships/image" Target="../media/image70.e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67.emf"/><Relationship Id="rId14" Type="http://schemas.openxmlformats.org/officeDocument/2006/relationships/oleObject" Target="../embeddings/oleObject5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72.emf"/><Relationship Id="rId7" Type="http://schemas.openxmlformats.org/officeDocument/2006/relationships/image" Target="../media/image74.e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76.emf"/><Relationship Id="rId5" Type="http://schemas.openxmlformats.org/officeDocument/2006/relationships/image" Target="../media/image73.e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7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82.emf"/><Relationship Id="rId18" Type="http://schemas.openxmlformats.org/officeDocument/2006/relationships/oleObject" Target="../embeddings/oleObject69.bin"/><Relationship Id="rId3" Type="http://schemas.openxmlformats.org/officeDocument/2006/relationships/image" Target="../media/image77.emf"/><Relationship Id="rId21" Type="http://schemas.openxmlformats.org/officeDocument/2006/relationships/image" Target="../media/image86.wmf"/><Relationship Id="rId7" Type="http://schemas.openxmlformats.org/officeDocument/2006/relationships/image" Target="../media/image79.e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84.e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81.emf"/><Relationship Id="rId24" Type="http://schemas.openxmlformats.org/officeDocument/2006/relationships/image" Target="../media/image88.emf"/><Relationship Id="rId5" Type="http://schemas.openxmlformats.org/officeDocument/2006/relationships/image" Target="../media/image78.emf"/><Relationship Id="rId15" Type="http://schemas.openxmlformats.org/officeDocument/2006/relationships/image" Target="../media/image83.emf"/><Relationship Id="rId23" Type="http://schemas.openxmlformats.org/officeDocument/2006/relationships/image" Target="../media/image87.emf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85.e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80.emf"/><Relationship Id="rId14" Type="http://schemas.openxmlformats.org/officeDocument/2006/relationships/oleObject" Target="../embeddings/oleObject67.bin"/><Relationship Id="rId22" Type="http://schemas.openxmlformats.org/officeDocument/2006/relationships/oleObject" Target="../embeddings/oleObject7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13" Type="http://schemas.openxmlformats.org/officeDocument/2006/relationships/image" Target="../media/image94.emf"/><Relationship Id="rId18" Type="http://schemas.openxmlformats.org/officeDocument/2006/relationships/oleObject" Target="../embeddings/oleObject52.bin"/><Relationship Id="rId3" Type="http://schemas.openxmlformats.org/officeDocument/2006/relationships/oleObject" Target="../embeddings/oleObject72.bin"/><Relationship Id="rId21" Type="http://schemas.openxmlformats.org/officeDocument/2006/relationships/image" Target="../media/image98.emf"/><Relationship Id="rId7" Type="http://schemas.openxmlformats.org/officeDocument/2006/relationships/oleObject" Target="../embeddings/oleObject74.bin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96.emf"/><Relationship Id="rId25" Type="http://schemas.openxmlformats.org/officeDocument/2006/relationships/image" Target="../media/image100.e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emf"/><Relationship Id="rId11" Type="http://schemas.openxmlformats.org/officeDocument/2006/relationships/image" Target="../media/image93.png"/><Relationship Id="rId24" Type="http://schemas.openxmlformats.org/officeDocument/2006/relationships/oleObject" Target="../embeddings/oleObject55.bin"/><Relationship Id="rId5" Type="http://schemas.openxmlformats.org/officeDocument/2006/relationships/oleObject" Target="../embeddings/oleObject73.bin"/><Relationship Id="rId15" Type="http://schemas.openxmlformats.org/officeDocument/2006/relationships/image" Target="../media/image95.emf"/><Relationship Id="rId23" Type="http://schemas.openxmlformats.org/officeDocument/2006/relationships/image" Target="../media/image99.emf"/><Relationship Id="rId10" Type="http://schemas.openxmlformats.org/officeDocument/2006/relationships/image" Target="../media/image92.emf"/><Relationship Id="rId19" Type="http://schemas.openxmlformats.org/officeDocument/2006/relationships/image" Target="../media/image97.emf"/><Relationship Id="rId4" Type="http://schemas.openxmlformats.org/officeDocument/2006/relationships/image" Target="../media/image89.emf"/><Relationship Id="rId9" Type="http://schemas.openxmlformats.org/officeDocument/2006/relationships/oleObject" Target="../embeddings/oleObject75.bin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106.emf"/><Relationship Id="rId18" Type="http://schemas.openxmlformats.org/officeDocument/2006/relationships/oleObject" Target="../embeddings/oleObject78.bin"/><Relationship Id="rId3" Type="http://schemas.openxmlformats.org/officeDocument/2006/relationships/image" Target="../media/image101.emf"/><Relationship Id="rId21" Type="http://schemas.openxmlformats.org/officeDocument/2006/relationships/image" Target="../media/image109.emf"/><Relationship Id="rId7" Type="http://schemas.openxmlformats.org/officeDocument/2006/relationships/image" Target="../media/image103.e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71.wmf"/><Relationship Id="rId2" Type="http://schemas.openxmlformats.org/officeDocument/2006/relationships/oleObject" Target="../embeddings/oleObject50.bin"/><Relationship Id="rId16" Type="http://schemas.openxmlformats.org/officeDocument/2006/relationships/oleObject" Target="../embeddings/oleObject77.bin"/><Relationship Id="rId20" Type="http://schemas.openxmlformats.org/officeDocument/2006/relationships/oleObject" Target="../embeddings/oleObject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105.emf"/><Relationship Id="rId5" Type="http://schemas.openxmlformats.org/officeDocument/2006/relationships/image" Target="../media/image102.emf"/><Relationship Id="rId15" Type="http://schemas.openxmlformats.org/officeDocument/2006/relationships/image" Target="../media/image107.emf"/><Relationship Id="rId10" Type="http://schemas.openxmlformats.org/officeDocument/2006/relationships/oleObject" Target="../embeddings/oleObject54.bin"/><Relationship Id="rId19" Type="http://schemas.openxmlformats.org/officeDocument/2006/relationships/image" Target="../media/image108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104.emf"/><Relationship Id="rId14" Type="http://schemas.openxmlformats.org/officeDocument/2006/relationships/oleObject" Target="../embeddings/oleObject7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13" Type="http://schemas.openxmlformats.org/officeDocument/2006/relationships/image" Target="../media/image115.png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1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e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image" Target="../media/image71.wmf"/><Relationship Id="rId10" Type="http://schemas.openxmlformats.org/officeDocument/2006/relationships/image" Target="../media/image113.emf"/><Relationship Id="rId4" Type="http://schemas.openxmlformats.org/officeDocument/2006/relationships/image" Target="../media/image110.emf"/><Relationship Id="rId9" Type="http://schemas.openxmlformats.org/officeDocument/2006/relationships/oleObject" Target="../embeddings/oleObject83.bin"/><Relationship Id="rId14" Type="http://schemas.openxmlformats.org/officeDocument/2006/relationships/oleObject" Target="../embeddings/oleObject8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8.emf"/><Relationship Id="rId4" Type="http://schemas.openxmlformats.org/officeDocument/2006/relationships/oleObject" Target="../embeddings/oleObject8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124.emf"/><Relationship Id="rId18" Type="http://schemas.openxmlformats.org/officeDocument/2006/relationships/oleObject" Target="../embeddings/oleObject94.bin"/><Relationship Id="rId3" Type="http://schemas.openxmlformats.org/officeDocument/2006/relationships/image" Target="../media/image119.emf"/><Relationship Id="rId21" Type="http://schemas.openxmlformats.org/officeDocument/2006/relationships/image" Target="../media/image128.emf"/><Relationship Id="rId7" Type="http://schemas.openxmlformats.org/officeDocument/2006/relationships/image" Target="../media/image121.e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126.emf"/><Relationship Id="rId25" Type="http://schemas.openxmlformats.org/officeDocument/2006/relationships/image" Target="../media/image130.emf"/><Relationship Id="rId2" Type="http://schemas.openxmlformats.org/officeDocument/2006/relationships/oleObject" Target="../embeddings/oleObject86.bin"/><Relationship Id="rId16" Type="http://schemas.openxmlformats.org/officeDocument/2006/relationships/oleObject" Target="../embeddings/oleObject93.bin"/><Relationship Id="rId20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123.emf"/><Relationship Id="rId24" Type="http://schemas.openxmlformats.org/officeDocument/2006/relationships/oleObject" Target="../embeddings/oleObject97.bin"/><Relationship Id="rId5" Type="http://schemas.openxmlformats.org/officeDocument/2006/relationships/image" Target="../media/image120.emf"/><Relationship Id="rId15" Type="http://schemas.openxmlformats.org/officeDocument/2006/relationships/image" Target="../media/image125.emf"/><Relationship Id="rId23" Type="http://schemas.openxmlformats.org/officeDocument/2006/relationships/image" Target="../media/image129.e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127.e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122.emf"/><Relationship Id="rId14" Type="http://schemas.openxmlformats.org/officeDocument/2006/relationships/oleObject" Target="../embeddings/oleObject92.bin"/><Relationship Id="rId22" Type="http://schemas.openxmlformats.org/officeDocument/2006/relationships/oleObject" Target="../embeddings/oleObject96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emf"/><Relationship Id="rId18" Type="http://schemas.openxmlformats.org/officeDocument/2006/relationships/oleObject" Target="../embeddings/oleObject106.bin"/><Relationship Id="rId26" Type="http://schemas.openxmlformats.org/officeDocument/2006/relationships/oleObject" Target="../embeddings/oleObject110.bin"/><Relationship Id="rId3" Type="http://schemas.openxmlformats.org/officeDocument/2006/relationships/image" Target="../media/image131.emf"/><Relationship Id="rId21" Type="http://schemas.openxmlformats.org/officeDocument/2006/relationships/image" Target="../media/image140.emf"/><Relationship Id="rId7" Type="http://schemas.openxmlformats.org/officeDocument/2006/relationships/image" Target="../media/image133.e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38.emf"/><Relationship Id="rId25" Type="http://schemas.openxmlformats.org/officeDocument/2006/relationships/image" Target="../media/image142.emf"/><Relationship Id="rId33" Type="http://schemas.openxmlformats.org/officeDocument/2006/relationships/image" Target="../media/image146.e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20" Type="http://schemas.openxmlformats.org/officeDocument/2006/relationships/oleObject" Target="../embeddings/oleObject107.bin"/><Relationship Id="rId29" Type="http://schemas.openxmlformats.org/officeDocument/2006/relationships/image" Target="../media/image14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35.emf"/><Relationship Id="rId24" Type="http://schemas.openxmlformats.org/officeDocument/2006/relationships/oleObject" Target="../embeddings/oleObject109.bin"/><Relationship Id="rId32" Type="http://schemas.openxmlformats.org/officeDocument/2006/relationships/oleObject" Target="../embeddings/oleObject113.bin"/><Relationship Id="rId5" Type="http://schemas.openxmlformats.org/officeDocument/2006/relationships/image" Target="../media/image132.emf"/><Relationship Id="rId15" Type="http://schemas.openxmlformats.org/officeDocument/2006/relationships/image" Target="../media/image137.emf"/><Relationship Id="rId23" Type="http://schemas.openxmlformats.org/officeDocument/2006/relationships/image" Target="../media/image141.emf"/><Relationship Id="rId28" Type="http://schemas.openxmlformats.org/officeDocument/2006/relationships/oleObject" Target="../embeddings/oleObject111.bin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139.emf"/><Relationship Id="rId31" Type="http://schemas.openxmlformats.org/officeDocument/2006/relationships/image" Target="../media/image145.e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34.emf"/><Relationship Id="rId14" Type="http://schemas.openxmlformats.org/officeDocument/2006/relationships/oleObject" Target="../embeddings/oleObject104.bin"/><Relationship Id="rId22" Type="http://schemas.openxmlformats.org/officeDocument/2006/relationships/oleObject" Target="../embeddings/oleObject108.bin"/><Relationship Id="rId27" Type="http://schemas.openxmlformats.org/officeDocument/2006/relationships/image" Target="../media/image143.emf"/><Relationship Id="rId30" Type="http://schemas.openxmlformats.org/officeDocument/2006/relationships/oleObject" Target="../embeddings/oleObject112.bin"/><Relationship Id="rId8" Type="http://schemas.openxmlformats.org/officeDocument/2006/relationships/oleObject" Target="../embeddings/oleObject101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emf"/><Relationship Id="rId18" Type="http://schemas.openxmlformats.org/officeDocument/2006/relationships/oleObject" Target="../embeddings/oleObject122.bin"/><Relationship Id="rId26" Type="http://schemas.openxmlformats.org/officeDocument/2006/relationships/oleObject" Target="../embeddings/oleObject126.bin"/><Relationship Id="rId39" Type="http://schemas.openxmlformats.org/officeDocument/2006/relationships/image" Target="../media/image165.png"/><Relationship Id="rId21" Type="http://schemas.openxmlformats.org/officeDocument/2006/relationships/image" Target="../media/image156.emf"/><Relationship Id="rId34" Type="http://schemas.openxmlformats.org/officeDocument/2006/relationships/oleObject" Target="../embeddings/oleObject130.bin"/><Relationship Id="rId7" Type="http://schemas.openxmlformats.org/officeDocument/2006/relationships/image" Target="../media/image149.png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54.emf"/><Relationship Id="rId25" Type="http://schemas.openxmlformats.org/officeDocument/2006/relationships/image" Target="../media/image158.emf"/><Relationship Id="rId33" Type="http://schemas.openxmlformats.org/officeDocument/2006/relationships/image" Target="../media/image162.emf"/><Relationship Id="rId38" Type="http://schemas.openxmlformats.org/officeDocument/2006/relationships/oleObject" Target="../embeddings/oleObject132.bin"/><Relationship Id="rId2" Type="http://schemas.openxmlformats.org/officeDocument/2006/relationships/oleObject" Target="../embeddings/oleObject114.bin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29" Type="http://schemas.openxmlformats.org/officeDocument/2006/relationships/image" Target="../media/image160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51.emf"/><Relationship Id="rId24" Type="http://schemas.openxmlformats.org/officeDocument/2006/relationships/oleObject" Target="../embeddings/oleObject125.bin"/><Relationship Id="rId32" Type="http://schemas.openxmlformats.org/officeDocument/2006/relationships/oleObject" Target="../embeddings/oleObject129.bin"/><Relationship Id="rId37" Type="http://schemas.openxmlformats.org/officeDocument/2006/relationships/image" Target="../media/image164.emf"/><Relationship Id="rId5" Type="http://schemas.openxmlformats.org/officeDocument/2006/relationships/image" Target="../media/image148.png"/><Relationship Id="rId15" Type="http://schemas.openxmlformats.org/officeDocument/2006/relationships/image" Target="../media/image153.emf"/><Relationship Id="rId23" Type="http://schemas.openxmlformats.org/officeDocument/2006/relationships/image" Target="../media/image157.emf"/><Relationship Id="rId28" Type="http://schemas.openxmlformats.org/officeDocument/2006/relationships/oleObject" Target="../embeddings/oleObject127.bin"/><Relationship Id="rId36" Type="http://schemas.openxmlformats.org/officeDocument/2006/relationships/oleObject" Target="../embeddings/oleObject131.bin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55.emf"/><Relationship Id="rId31" Type="http://schemas.openxmlformats.org/officeDocument/2006/relationships/image" Target="../media/image161.e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50.png"/><Relationship Id="rId14" Type="http://schemas.openxmlformats.org/officeDocument/2006/relationships/oleObject" Target="../embeddings/oleObject120.bin"/><Relationship Id="rId22" Type="http://schemas.openxmlformats.org/officeDocument/2006/relationships/oleObject" Target="../embeddings/oleObject124.bin"/><Relationship Id="rId27" Type="http://schemas.openxmlformats.org/officeDocument/2006/relationships/image" Target="../media/image159.emf"/><Relationship Id="rId30" Type="http://schemas.openxmlformats.org/officeDocument/2006/relationships/oleObject" Target="../embeddings/oleObject128.bin"/><Relationship Id="rId35" Type="http://schemas.openxmlformats.org/officeDocument/2006/relationships/image" Target="../media/image163.emf"/><Relationship Id="rId8" Type="http://schemas.openxmlformats.org/officeDocument/2006/relationships/oleObject" Target="../embeddings/oleObject117.bin"/><Relationship Id="rId3" Type="http://schemas.openxmlformats.org/officeDocument/2006/relationships/image" Target="../media/image147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71.emf"/><Relationship Id="rId26" Type="http://schemas.openxmlformats.org/officeDocument/2006/relationships/image" Target="../media/image175.emf"/><Relationship Id="rId39" Type="http://schemas.openxmlformats.org/officeDocument/2006/relationships/image" Target="../media/image182.emf"/><Relationship Id="rId21" Type="http://schemas.openxmlformats.org/officeDocument/2006/relationships/oleObject" Target="../embeddings/oleObject140.bin"/><Relationship Id="rId34" Type="http://schemas.openxmlformats.org/officeDocument/2006/relationships/oleObject" Target="../embeddings/oleObject146.bin"/><Relationship Id="rId42" Type="http://schemas.openxmlformats.org/officeDocument/2006/relationships/oleObject" Target="../embeddings/oleObject150.bin"/><Relationship Id="rId7" Type="http://schemas.openxmlformats.org/officeDocument/2006/relationships/oleObject" Target="../embeddings/oleObject133.bin"/><Relationship Id="rId2" Type="http://schemas.openxmlformats.org/officeDocument/2006/relationships/tags" Target="../tags/tag2.xml"/><Relationship Id="rId16" Type="http://schemas.openxmlformats.org/officeDocument/2006/relationships/image" Target="../media/image170.emf"/><Relationship Id="rId20" Type="http://schemas.openxmlformats.org/officeDocument/2006/relationships/image" Target="../media/image172.emf"/><Relationship Id="rId29" Type="http://schemas.openxmlformats.org/officeDocument/2006/relationships/image" Target="../media/image177.png"/><Relationship Id="rId41" Type="http://schemas.openxmlformats.org/officeDocument/2006/relationships/image" Target="../media/image183.emf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135.bin"/><Relationship Id="rId24" Type="http://schemas.openxmlformats.org/officeDocument/2006/relationships/image" Target="../media/image174.emf"/><Relationship Id="rId32" Type="http://schemas.openxmlformats.org/officeDocument/2006/relationships/oleObject" Target="../embeddings/oleObject145.bin"/><Relationship Id="rId37" Type="http://schemas.openxmlformats.org/officeDocument/2006/relationships/image" Target="../media/image181.emf"/><Relationship Id="rId40" Type="http://schemas.openxmlformats.org/officeDocument/2006/relationships/oleObject" Target="../embeddings/oleObject149.bin"/><Relationship Id="rId5" Type="http://schemas.openxmlformats.org/officeDocument/2006/relationships/tags" Target="../tags/tag5.xml"/><Relationship Id="rId15" Type="http://schemas.openxmlformats.org/officeDocument/2006/relationships/oleObject" Target="../embeddings/oleObject137.bin"/><Relationship Id="rId23" Type="http://schemas.openxmlformats.org/officeDocument/2006/relationships/oleObject" Target="../embeddings/oleObject141.bin"/><Relationship Id="rId28" Type="http://schemas.openxmlformats.org/officeDocument/2006/relationships/image" Target="../media/image176.emf"/><Relationship Id="rId36" Type="http://schemas.openxmlformats.org/officeDocument/2006/relationships/oleObject" Target="../embeddings/oleObject147.bin"/><Relationship Id="rId10" Type="http://schemas.openxmlformats.org/officeDocument/2006/relationships/image" Target="../media/image167.emf"/><Relationship Id="rId19" Type="http://schemas.openxmlformats.org/officeDocument/2006/relationships/oleObject" Target="../embeddings/oleObject139.bin"/><Relationship Id="rId31" Type="http://schemas.openxmlformats.org/officeDocument/2006/relationships/image" Target="../media/image178.emf"/><Relationship Id="rId4" Type="http://schemas.openxmlformats.org/officeDocument/2006/relationships/tags" Target="../tags/tag4.xml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69.emf"/><Relationship Id="rId22" Type="http://schemas.openxmlformats.org/officeDocument/2006/relationships/image" Target="../media/image173.emf"/><Relationship Id="rId27" Type="http://schemas.openxmlformats.org/officeDocument/2006/relationships/oleObject" Target="../embeddings/oleObject143.bin"/><Relationship Id="rId30" Type="http://schemas.openxmlformats.org/officeDocument/2006/relationships/oleObject" Target="../embeddings/oleObject144.bin"/><Relationship Id="rId35" Type="http://schemas.openxmlformats.org/officeDocument/2006/relationships/image" Target="../media/image180.emf"/><Relationship Id="rId43" Type="http://schemas.openxmlformats.org/officeDocument/2006/relationships/image" Target="../media/image184.emf"/><Relationship Id="rId8" Type="http://schemas.openxmlformats.org/officeDocument/2006/relationships/image" Target="../media/image166.emf"/><Relationship Id="rId3" Type="http://schemas.openxmlformats.org/officeDocument/2006/relationships/tags" Target="../tags/tag3.xml"/><Relationship Id="rId12" Type="http://schemas.openxmlformats.org/officeDocument/2006/relationships/image" Target="../media/image168.emf"/><Relationship Id="rId17" Type="http://schemas.openxmlformats.org/officeDocument/2006/relationships/oleObject" Target="../embeddings/oleObject138.bin"/><Relationship Id="rId25" Type="http://schemas.openxmlformats.org/officeDocument/2006/relationships/oleObject" Target="../embeddings/oleObject142.bin"/><Relationship Id="rId33" Type="http://schemas.openxmlformats.org/officeDocument/2006/relationships/image" Target="../media/image179.emf"/><Relationship Id="rId38" Type="http://schemas.openxmlformats.org/officeDocument/2006/relationships/oleObject" Target="../embeddings/oleObject14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90.emf"/><Relationship Id="rId18" Type="http://schemas.openxmlformats.org/officeDocument/2006/relationships/oleObject" Target="../embeddings/oleObject158.bin"/><Relationship Id="rId26" Type="http://schemas.openxmlformats.org/officeDocument/2006/relationships/oleObject" Target="../embeddings/oleObject149.bin"/><Relationship Id="rId3" Type="http://schemas.openxmlformats.org/officeDocument/2006/relationships/image" Target="../media/image185.emf"/><Relationship Id="rId21" Type="http://schemas.openxmlformats.org/officeDocument/2006/relationships/image" Target="../media/image194.emf"/><Relationship Id="rId7" Type="http://schemas.openxmlformats.org/officeDocument/2006/relationships/image" Target="../media/image187.e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92.emf"/><Relationship Id="rId25" Type="http://schemas.openxmlformats.org/officeDocument/2006/relationships/image" Target="../media/image196.emf"/><Relationship Id="rId2" Type="http://schemas.openxmlformats.org/officeDocument/2006/relationships/oleObject" Target="../embeddings/oleObject151.bin"/><Relationship Id="rId16" Type="http://schemas.openxmlformats.org/officeDocument/2006/relationships/oleObject" Target="../embeddings/oleObject144.bin"/><Relationship Id="rId20" Type="http://schemas.openxmlformats.org/officeDocument/2006/relationships/oleObject" Target="../embeddings/oleObject146.bin"/><Relationship Id="rId29" Type="http://schemas.openxmlformats.org/officeDocument/2006/relationships/image" Target="../media/image19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89.emf"/><Relationship Id="rId24" Type="http://schemas.openxmlformats.org/officeDocument/2006/relationships/oleObject" Target="../embeddings/oleObject159.bin"/><Relationship Id="rId5" Type="http://schemas.openxmlformats.org/officeDocument/2006/relationships/image" Target="../media/image186.emf"/><Relationship Id="rId15" Type="http://schemas.openxmlformats.org/officeDocument/2006/relationships/image" Target="../media/image191.emf"/><Relationship Id="rId23" Type="http://schemas.openxmlformats.org/officeDocument/2006/relationships/image" Target="../media/image195.emf"/><Relationship Id="rId28" Type="http://schemas.openxmlformats.org/officeDocument/2006/relationships/oleObject" Target="../embeddings/oleObject150.bin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93.e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88.emf"/><Relationship Id="rId14" Type="http://schemas.openxmlformats.org/officeDocument/2006/relationships/oleObject" Target="../embeddings/oleObject157.bin"/><Relationship Id="rId22" Type="http://schemas.openxmlformats.org/officeDocument/2006/relationships/oleObject" Target="../embeddings/oleObject147.bin"/><Relationship Id="rId27" Type="http://schemas.openxmlformats.org/officeDocument/2006/relationships/image" Target="../media/image197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emf"/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204.emf"/><Relationship Id="rId3" Type="http://schemas.openxmlformats.org/officeDocument/2006/relationships/tags" Target="../tags/tag8.xml"/><Relationship Id="rId21" Type="http://schemas.openxmlformats.org/officeDocument/2006/relationships/oleObject" Target="../embeddings/oleObject167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201.emf"/><Relationship Id="rId17" Type="http://schemas.openxmlformats.org/officeDocument/2006/relationships/oleObject" Target="../embeddings/oleObject165.bin"/><Relationship Id="rId2" Type="http://schemas.openxmlformats.org/officeDocument/2006/relationships/tags" Target="../tags/tag7.xml"/><Relationship Id="rId16" Type="http://schemas.openxmlformats.org/officeDocument/2006/relationships/image" Target="../media/image203.emf"/><Relationship Id="rId20" Type="http://schemas.openxmlformats.org/officeDocument/2006/relationships/image" Target="../media/image205.emf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162.bin"/><Relationship Id="rId5" Type="http://schemas.openxmlformats.org/officeDocument/2006/relationships/tags" Target="../tags/tag10.xml"/><Relationship Id="rId15" Type="http://schemas.openxmlformats.org/officeDocument/2006/relationships/oleObject" Target="../embeddings/oleObject164.bin"/><Relationship Id="rId23" Type="http://schemas.openxmlformats.org/officeDocument/2006/relationships/image" Target="../media/image7.png"/><Relationship Id="rId10" Type="http://schemas.openxmlformats.org/officeDocument/2006/relationships/image" Target="../media/image200.emf"/><Relationship Id="rId19" Type="http://schemas.openxmlformats.org/officeDocument/2006/relationships/oleObject" Target="../embeddings/oleObject166.bin"/><Relationship Id="rId4" Type="http://schemas.openxmlformats.org/officeDocument/2006/relationships/tags" Target="../tags/tag9.xml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202.emf"/><Relationship Id="rId22" Type="http://schemas.openxmlformats.org/officeDocument/2006/relationships/image" Target="../media/image206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212.emf"/><Relationship Id="rId3" Type="http://schemas.openxmlformats.org/officeDocument/2006/relationships/image" Target="../media/image207.emf"/><Relationship Id="rId7" Type="http://schemas.openxmlformats.org/officeDocument/2006/relationships/image" Target="../media/image209.emf"/><Relationship Id="rId12" Type="http://schemas.openxmlformats.org/officeDocument/2006/relationships/oleObject" Target="../embeddings/oleObject173.bin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211.emf"/><Relationship Id="rId5" Type="http://schemas.openxmlformats.org/officeDocument/2006/relationships/image" Target="../media/image208.emf"/><Relationship Id="rId10" Type="http://schemas.openxmlformats.org/officeDocument/2006/relationships/oleObject" Target="../embeddings/oleObject172.bin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210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217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14.wmf"/><Relationship Id="rId12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8.wmf"/><Relationship Id="rId1" Type="http://schemas.openxmlformats.org/officeDocument/2006/relationships/tags" Target="../tags/tag11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216.wmf"/><Relationship Id="rId5" Type="http://schemas.openxmlformats.org/officeDocument/2006/relationships/image" Target="../media/image213.wmf"/><Relationship Id="rId15" Type="http://schemas.openxmlformats.org/officeDocument/2006/relationships/oleObject" Target="../embeddings/oleObject180.bin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215.wmf"/><Relationship Id="rId14" Type="http://schemas.openxmlformats.org/officeDocument/2006/relationships/oleObject" Target="../embeddings/oleObject17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oleObject" Target="../embeddings/oleObject183.bin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213.wmf"/><Relationship Id="rId9" Type="http://schemas.openxmlformats.org/officeDocument/2006/relationships/image" Target="../media/image21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3" Type="http://schemas.openxmlformats.org/officeDocument/2006/relationships/image" Target="../media/image219.emf"/><Relationship Id="rId7" Type="http://schemas.openxmlformats.org/officeDocument/2006/relationships/image" Target="../media/image221.emf"/><Relationship Id="rId2" Type="http://schemas.openxmlformats.org/officeDocument/2006/relationships/oleObject" Target="../embeddings/oleObject1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71.wmf"/><Relationship Id="rId5" Type="http://schemas.openxmlformats.org/officeDocument/2006/relationships/image" Target="../media/image220.emf"/><Relationship Id="rId10" Type="http://schemas.openxmlformats.org/officeDocument/2006/relationships/oleObject" Target="../embeddings/oleObject77.bin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22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228.emf"/><Relationship Id="rId18" Type="http://schemas.openxmlformats.org/officeDocument/2006/relationships/oleObject" Target="../embeddings/oleObject198.bin"/><Relationship Id="rId3" Type="http://schemas.openxmlformats.org/officeDocument/2006/relationships/image" Target="../media/image223.wmf"/><Relationship Id="rId7" Type="http://schemas.openxmlformats.org/officeDocument/2006/relationships/image" Target="../media/image225.wmf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230.emf"/><Relationship Id="rId2" Type="http://schemas.openxmlformats.org/officeDocument/2006/relationships/oleObject" Target="../embeddings/oleObject190.bin"/><Relationship Id="rId16" Type="http://schemas.openxmlformats.org/officeDocument/2006/relationships/oleObject" Target="../embeddings/oleObject1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227.emf"/><Relationship Id="rId5" Type="http://schemas.openxmlformats.org/officeDocument/2006/relationships/image" Target="../media/image224.wmf"/><Relationship Id="rId15" Type="http://schemas.openxmlformats.org/officeDocument/2006/relationships/image" Target="../media/image229.emf"/><Relationship Id="rId10" Type="http://schemas.openxmlformats.org/officeDocument/2006/relationships/oleObject" Target="../embeddings/oleObject194.bin"/><Relationship Id="rId19" Type="http://schemas.openxmlformats.org/officeDocument/2006/relationships/image" Target="../media/image231.emf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226.emf"/><Relationship Id="rId14" Type="http://schemas.openxmlformats.org/officeDocument/2006/relationships/oleObject" Target="../embeddings/oleObject196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7.emf"/><Relationship Id="rId18" Type="http://schemas.openxmlformats.org/officeDocument/2006/relationships/oleObject" Target="../embeddings/oleObject207.bin"/><Relationship Id="rId26" Type="http://schemas.openxmlformats.org/officeDocument/2006/relationships/oleObject" Target="../embeddings/oleObject211.bin"/><Relationship Id="rId3" Type="http://schemas.openxmlformats.org/officeDocument/2006/relationships/image" Target="../media/image232.emf"/><Relationship Id="rId21" Type="http://schemas.openxmlformats.org/officeDocument/2006/relationships/image" Target="../media/image241.emf"/><Relationship Id="rId7" Type="http://schemas.openxmlformats.org/officeDocument/2006/relationships/image" Target="../media/image234.e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239.emf"/><Relationship Id="rId25" Type="http://schemas.openxmlformats.org/officeDocument/2006/relationships/image" Target="../media/image243.emf"/><Relationship Id="rId33" Type="http://schemas.openxmlformats.org/officeDocument/2006/relationships/image" Target="../media/image247.emf"/><Relationship Id="rId2" Type="http://schemas.openxmlformats.org/officeDocument/2006/relationships/oleObject" Target="../embeddings/oleObject199.bin"/><Relationship Id="rId16" Type="http://schemas.openxmlformats.org/officeDocument/2006/relationships/oleObject" Target="../embeddings/oleObject206.bin"/><Relationship Id="rId20" Type="http://schemas.openxmlformats.org/officeDocument/2006/relationships/oleObject" Target="../embeddings/oleObject208.bin"/><Relationship Id="rId29" Type="http://schemas.openxmlformats.org/officeDocument/2006/relationships/image" Target="../media/image245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236.emf"/><Relationship Id="rId24" Type="http://schemas.openxmlformats.org/officeDocument/2006/relationships/oleObject" Target="../embeddings/oleObject210.bin"/><Relationship Id="rId32" Type="http://schemas.openxmlformats.org/officeDocument/2006/relationships/oleObject" Target="../embeddings/oleObject214.bin"/><Relationship Id="rId5" Type="http://schemas.openxmlformats.org/officeDocument/2006/relationships/image" Target="../media/image233.emf"/><Relationship Id="rId15" Type="http://schemas.openxmlformats.org/officeDocument/2006/relationships/image" Target="../media/image238.emf"/><Relationship Id="rId23" Type="http://schemas.openxmlformats.org/officeDocument/2006/relationships/image" Target="../media/image242.emf"/><Relationship Id="rId28" Type="http://schemas.openxmlformats.org/officeDocument/2006/relationships/oleObject" Target="../embeddings/oleObject212.bin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240.emf"/><Relationship Id="rId31" Type="http://schemas.openxmlformats.org/officeDocument/2006/relationships/image" Target="../media/image246.e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235.emf"/><Relationship Id="rId14" Type="http://schemas.openxmlformats.org/officeDocument/2006/relationships/oleObject" Target="../embeddings/oleObject205.bin"/><Relationship Id="rId22" Type="http://schemas.openxmlformats.org/officeDocument/2006/relationships/oleObject" Target="../embeddings/oleObject209.bin"/><Relationship Id="rId27" Type="http://schemas.openxmlformats.org/officeDocument/2006/relationships/image" Target="../media/image244.emf"/><Relationship Id="rId30" Type="http://schemas.openxmlformats.org/officeDocument/2006/relationships/oleObject" Target="../embeddings/oleObject213.bin"/><Relationship Id="rId8" Type="http://schemas.openxmlformats.org/officeDocument/2006/relationships/oleObject" Target="../embeddings/oleObject202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3.emf"/><Relationship Id="rId18" Type="http://schemas.openxmlformats.org/officeDocument/2006/relationships/oleObject" Target="../embeddings/oleObject223.bin"/><Relationship Id="rId26" Type="http://schemas.openxmlformats.org/officeDocument/2006/relationships/oleObject" Target="../embeddings/oleObject227.bin"/><Relationship Id="rId39" Type="http://schemas.openxmlformats.org/officeDocument/2006/relationships/image" Target="../media/image266.emf"/><Relationship Id="rId21" Type="http://schemas.openxmlformats.org/officeDocument/2006/relationships/image" Target="../media/image257.emf"/><Relationship Id="rId34" Type="http://schemas.openxmlformats.org/officeDocument/2006/relationships/oleObject" Target="../embeddings/oleObject231.bin"/><Relationship Id="rId7" Type="http://schemas.openxmlformats.org/officeDocument/2006/relationships/image" Target="../media/image250.emf"/><Relationship Id="rId12" Type="http://schemas.openxmlformats.org/officeDocument/2006/relationships/oleObject" Target="../embeddings/oleObject220.bin"/><Relationship Id="rId17" Type="http://schemas.openxmlformats.org/officeDocument/2006/relationships/image" Target="../media/image255.emf"/><Relationship Id="rId25" Type="http://schemas.openxmlformats.org/officeDocument/2006/relationships/image" Target="../media/image259.emf"/><Relationship Id="rId33" Type="http://schemas.openxmlformats.org/officeDocument/2006/relationships/image" Target="../media/image263.emf"/><Relationship Id="rId38" Type="http://schemas.openxmlformats.org/officeDocument/2006/relationships/oleObject" Target="../embeddings/oleObject233.bin"/><Relationship Id="rId2" Type="http://schemas.openxmlformats.org/officeDocument/2006/relationships/oleObject" Target="../embeddings/oleObject215.bin"/><Relationship Id="rId16" Type="http://schemas.openxmlformats.org/officeDocument/2006/relationships/oleObject" Target="../embeddings/oleObject222.bin"/><Relationship Id="rId20" Type="http://schemas.openxmlformats.org/officeDocument/2006/relationships/oleObject" Target="../embeddings/oleObject224.bin"/><Relationship Id="rId29" Type="http://schemas.openxmlformats.org/officeDocument/2006/relationships/image" Target="../media/image261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52.emf"/><Relationship Id="rId24" Type="http://schemas.openxmlformats.org/officeDocument/2006/relationships/oleObject" Target="../embeddings/oleObject226.bin"/><Relationship Id="rId32" Type="http://schemas.openxmlformats.org/officeDocument/2006/relationships/oleObject" Target="../embeddings/oleObject230.bin"/><Relationship Id="rId37" Type="http://schemas.openxmlformats.org/officeDocument/2006/relationships/image" Target="../media/image265.emf"/><Relationship Id="rId5" Type="http://schemas.openxmlformats.org/officeDocument/2006/relationships/image" Target="../media/image249.emf"/><Relationship Id="rId15" Type="http://schemas.openxmlformats.org/officeDocument/2006/relationships/image" Target="../media/image254.emf"/><Relationship Id="rId23" Type="http://schemas.openxmlformats.org/officeDocument/2006/relationships/image" Target="../media/image258.emf"/><Relationship Id="rId28" Type="http://schemas.openxmlformats.org/officeDocument/2006/relationships/oleObject" Target="../embeddings/oleObject228.bin"/><Relationship Id="rId36" Type="http://schemas.openxmlformats.org/officeDocument/2006/relationships/oleObject" Target="../embeddings/oleObject232.bin"/><Relationship Id="rId10" Type="http://schemas.openxmlformats.org/officeDocument/2006/relationships/oleObject" Target="../embeddings/oleObject219.bin"/><Relationship Id="rId19" Type="http://schemas.openxmlformats.org/officeDocument/2006/relationships/image" Target="../media/image256.emf"/><Relationship Id="rId31" Type="http://schemas.openxmlformats.org/officeDocument/2006/relationships/image" Target="../media/image262.png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251.emf"/><Relationship Id="rId14" Type="http://schemas.openxmlformats.org/officeDocument/2006/relationships/oleObject" Target="../embeddings/oleObject221.bin"/><Relationship Id="rId22" Type="http://schemas.openxmlformats.org/officeDocument/2006/relationships/oleObject" Target="../embeddings/oleObject225.bin"/><Relationship Id="rId27" Type="http://schemas.openxmlformats.org/officeDocument/2006/relationships/image" Target="../media/image260.png"/><Relationship Id="rId30" Type="http://schemas.openxmlformats.org/officeDocument/2006/relationships/oleObject" Target="../embeddings/oleObject229.bin"/><Relationship Id="rId35" Type="http://schemas.openxmlformats.org/officeDocument/2006/relationships/image" Target="../media/image264.png"/><Relationship Id="rId8" Type="http://schemas.openxmlformats.org/officeDocument/2006/relationships/oleObject" Target="../embeddings/oleObject218.bin"/><Relationship Id="rId3" Type="http://schemas.openxmlformats.org/officeDocument/2006/relationships/image" Target="../media/image24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13" Type="http://schemas.openxmlformats.org/officeDocument/2006/relationships/image" Target="../media/image272.wmf"/><Relationship Id="rId18" Type="http://schemas.openxmlformats.org/officeDocument/2006/relationships/image" Target="../media/image274.wmf"/><Relationship Id="rId3" Type="http://schemas.openxmlformats.org/officeDocument/2006/relationships/image" Target="../media/image267.wmf"/><Relationship Id="rId7" Type="http://schemas.openxmlformats.org/officeDocument/2006/relationships/image" Target="../media/image269.wmf"/><Relationship Id="rId12" Type="http://schemas.openxmlformats.org/officeDocument/2006/relationships/oleObject" Target="../embeddings/oleObject239.bin"/><Relationship Id="rId17" Type="http://schemas.openxmlformats.org/officeDocument/2006/relationships/oleObject" Target="../embeddings/oleObject242.bin"/><Relationship Id="rId2" Type="http://schemas.openxmlformats.org/officeDocument/2006/relationships/oleObject" Target="../embeddings/oleObject234.bin"/><Relationship Id="rId16" Type="http://schemas.openxmlformats.org/officeDocument/2006/relationships/oleObject" Target="../embeddings/oleObject2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71.wmf"/><Relationship Id="rId5" Type="http://schemas.openxmlformats.org/officeDocument/2006/relationships/image" Target="../media/image268.wmf"/><Relationship Id="rId15" Type="http://schemas.openxmlformats.org/officeDocument/2006/relationships/image" Target="../media/image273.wmf"/><Relationship Id="rId10" Type="http://schemas.openxmlformats.org/officeDocument/2006/relationships/oleObject" Target="../embeddings/oleObject238.bin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70.wmf"/><Relationship Id="rId14" Type="http://schemas.openxmlformats.org/officeDocument/2006/relationships/oleObject" Target="../embeddings/oleObject24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wmf"/><Relationship Id="rId2" Type="http://schemas.openxmlformats.org/officeDocument/2006/relationships/oleObject" Target="../embeddings/oleObject24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6.wmf"/><Relationship Id="rId4" Type="http://schemas.openxmlformats.org/officeDocument/2006/relationships/oleObject" Target="../embeddings/oleObject244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5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277.png"/><Relationship Id="rId5" Type="http://schemas.openxmlformats.org/officeDocument/2006/relationships/tags" Target="../tags/tag1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2" Type="http://schemas.openxmlformats.org/officeDocument/2006/relationships/tags" Target="../tags/tag24.xml"/><Relationship Id="rId16" Type="http://schemas.openxmlformats.org/officeDocument/2006/relationships/image" Target="../media/image278.wmf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oleObject" Target="../embeddings/oleObject246.bin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wmf"/><Relationship Id="rId7" Type="http://schemas.openxmlformats.org/officeDocument/2006/relationships/image" Target="../media/image281.emf"/><Relationship Id="rId2" Type="http://schemas.openxmlformats.org/officeDocument/2006/relationships/oleObject" Target="../embeddings/oleObject2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9.bin"/><Relationship Id="rId5" Type="http://schemas.openxmlformats.org/officeDocument/2006/relationships/image" Target="../media/image280.emf"/><Relationship Id="rId4" Type="http://schemas.openxmlformats.org/officeDocument/2006/relationships/oleObject" Target="../embeddings/oleObject24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287.emf"/><Relationship Id="rId18" Type="http://schemas.openxmlformats.org/officeDocument/2006/relationships/oleObject" Target="../embeddings/oleObject254.bin"/><Relationship Id="rId3" Type="http://schemas.openxmlformats.org/officeDocument/2006/relationships/image" Target="../media/image282.emf"/><Relationship Id="rId7" Type="http://schemas.openxmlformats.org/officeDocument/2006/relationships/image" Target="../media/image284.e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289.emf"/><Relationship Id="rId2" Type="http://schemas.openxmlformats.org/officeDocument/2006/relationships/oleObject" Target="../embeddings/oleObject250.bin"/><Relationship Id="rId16" Type="http://schemas.openxmlformats.org/officeDocument/2006/relationships/oleObject" Target="../embeddings/oleObject2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2.bin"/><Relationship Id="rId11" Type="http://schemas.openxmlformats.org/officeDocument/2006/relationships/image" Target="../media/image286.emf"/><Relationship Id="rId5" Type="http://schemas.openxmlformats.org/officeDocument/2006/relationships/image" Target="../media/image283.emf"/><Relationship Id="rId15" Type="http://schemas.openxmlformats.org/officeDocument/2006/relationships/image" Target="../media/image288.emf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290.emf"/><Relationship Id="rId4" Type="http://schemas.openxmlformats.org/officeDocument/2006/relationships/oleObject" Target="../embeddings/oleObject251.bin"/><Relationship Id="rId9" Type="http://schemas.openxmlformats.org/officeDocument/2006/relationships/image" Target="../media/image285.emf"/><Relationship Id="rId14" Type="http://schemas.openxmlformats.org/officeDocument/2006/relationships/oleObject" Target="../embeddings/oleObject53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3" Type="http://schemas.openxmlformats.org/officeDocument/2006/relationships/image" Target="../media/image291.emf"/><Relationship Id="rId7" Type="http://schemas.openxmlformats.org/officeDocument/2006/relationships/image" Target="../media/image293.emf"/><Relationship Id="rId2" Type="http://schemas.openxmlformats.org/officeDocument/2006/relationships/oleObject" Target="../embeddings/oleObject2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7.bin"/><Relationship Id="rId11" Type="http://schemas.openxmlformats.org/officeDocument/2006/relationships/image" Target="../media/image295.emf"/><Relationship Id="rId5" Type="http://schemas.openxmlformats.org/officeDocument/2006/relationships/image" Target="../media/image292.emf"/><Relationship Id="rId10" Type="http://schemas.openxmlformats.org/officeDocument/2006/relationships/oleObject" Target="../embeddings/oleObject259.bin"/><Relationship Id="rId4" Type="http://schemas.openxmlformats.org/officeDocument/2006/relationships/oleObject" Target="../embeddings/oleObject256.bin"/><Relationship Id="rId9" Type="http://schemas.openxmlformats.org/officeDocument/2006/relationships/image" Target="../media/image294.e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1.emf"/><Relationship Id="rId18" Type="http://schemas.openxmlformats.org/officeDocument/2006/relationships/oleObject" Target="../embeddings/oleObject268.bin"/><Relationship Id="rId26" Type="http://schemas.openxmlformats.org/officeDocument/2006/relationships/oleObject" Target="../embeddings/oleObject272.bin"/><Relationship Id="rId21" Type="http://schemas.openxmlformats.org/officeDocument/2006/relationships/image" Target="../media/image305.emf"/><Relationship Id="rId34" Type="http://schemas.openxmlformats.org/officeDocument/2006/relationships/oleObject" Target="../embeddings/oleObject276.bin"/><Relationship Id="rId7" Type="http://schemas.openxmlformats.org/officeDocument/2006/relationships/image" Target="../media/image298.emf"/><Relationship Id="rId12" Type="http://schemas.openxmlformats.org/officeDocument/2006/relationships/oleObject" Target="../embeddings/oleObject265.bin"/><Relationship Id="rId17" Type="http://schemas.openxmlformats.org/officeDocument/2006/relationships/image" Target="../media/image303.emf"/><Relationship Id="rId25" Type="http://schemas.openxmlformats.org/officeDocument/2006/relationships/image" Target="../media/image307.emf"/><Relationship Id="rId33" Type="http://schemas.openxmlformats.org/officeDocument/2006/relationships/image" Target="../media/image311.emf"/><Relationship Id="rId2" Type="http://schemas.openxmlformats.org/officeDocument/2006/relationships/oleObject" Target="../embeddings/oleObject260.bin"/><Relationship Id="rId16" Type="http://schemas.openxmlformats.org/officeDocument/2006/relationships/oleObject" Target="../embeddings/oleObject267.bin"/><Relationship Id="rId20" Type="http://schemas.openxmlformats.org/officeDocument/2006/relationships/oleObject" Target="../embeddings/oleObject269.bin"/><Relationship Id="rId29" Type="http://schemas.openxmlformats.org/officeDocument/2006/relationships/image" Target="../media/image30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2.bin"/><Relationship Id="rId11" Type="http://schemas.openxmlformats.org/officeDocument/2006/relationships/image" Target="../media/image300.emf"/><Relationship Id="rId24" Type="http://schemas.openxmlformats.org/officeDocument/2006/relationships/oleObject" Target="../embeddings/oleObject271.bin"/><Relationship Id="rId32" Type="http://schemas.openxmlformats.org/officeDocument/2006/relationships/oleObject" Target="../embeddings/oleObject275.bin"/><Relationship Id="rId37" Type="http://schemas.openxmlformats.org/officeDocument/2006/relationships/image" Target="../media/image313.emf"/><Relationship Id="rId5" Type="http://schemas.openxmlformats.org/officeDocument/2006/relationships/image" Target="../media/image297.emf"/><Relationship Id="rId15" Type="http://schemas.openxmlformats.org/officeDocument/2006/relationships/image" Target="../media/image302.emf"/><Relationship Id="rId23" Type="http://schemas.openxmlformats.org/officeDocument/2006/relationships/image" Target="../media/image306.emf"/><Relationship Id="rId28" Type="http://schemas.openxmlformats.org/officeDocument/2006/relationships/oleObject" Target="../embeddings/oleObject273.bin"/><Relationship Id="rId36" Type="http://schemas.openxmlformats.org/officeDocument/2006/relationships/oleObject" Target="../embeddings/oleObject277.bin"/><Relationship Id="rId10" Type="http://schemas.openxmlformats.org/officeDocument/2006/relationships/oleObject" Target="../embeddings/oleObject264.bin"/><Relationship Id="rId19" Type="http://schemas.openxmlformats.org/officeDocument/2006/relationships/image" Target="../media/image304.emf"/><Relationship Id="rId31" Type="http://schemas.openxmlformats.org/officeDocument/2006/relationships/image" Target="../media/image310.emf"/><Relationship Id="rId4" Type="http://schemas.openxmlformats.org/officeDocument/2006/relationships/oleObject" Target="../embeddings/oleObject261.bin"/><Relationship Id="rId9" Type="http://schemas.openxmlformats.org/officeDocument/2006/relationships/image" Target="../media/image299.emf"/><Relationship Id="rId14" Type="http://schemas.openxmlformats.org/officeDocument/2006/relationships/oleObject" Target="../embeddings/oleObject266.bin"/><Relationship Id="rId22" Type="http://schemas.openxmlformats.org/officeDocument/2006/relationships/oleObject" Target="../embeddings/oleObject270.bin"/><Relationship Id="rId27" Type="http://schemas.openxmlformats.org/officeDocument/2006/relationships/image" Target="../media/image308.emf"/><Relationship Id="rId30" Type="http://schemas.openxmlformats.org/officeDocument/2006/relationships/oleObject" Target="../embeddings/oleObject274.bin"/><Relationship Id="rId35" Type="http://schemas.openxmlformats.org/officeDocument/2006/relationships/image" Target="../media/image312.emf"/><Relationship Id="rId8" Type="http://schemas.openxmlformats.org/officeDocument/2006/relationships/oleObject" Target="../embeddings/oleObject263.bin"/><Relationship Id="rId3" Type="http://schemas.openxmlformats.org/officeDocument/2006/relationships/image" Target="../media/image296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image" Target="../media/image319.emf"/><Relationship Id="rId18" Type="http://schemas.openxmlformats.org/officeDocument/2006/relationships/oleObject" Target="../embeddings/oleObject282.bin"/><Relationship Id="rId26" Type="http://schemas.openxmlformats.org/officeDocument/2006/relationships/oleObject" Target="../embeddings/oleObject286.bin"/><Relationship Id="rId3" Type="http://schemas.openxmlformats.org/officeDocument/2006/relationships/image" Target="../media/image314.emf"/><Relationship Id="rId21" Type="http://schemas.openxmlformats.org/officeDocument/2006/relationships/image" Target="../media/image323.emf"/><Relationship Id="rId7" Type="http://schemas.openxmlformats.org/officeDocument/2006/relationships/image" Target="../media/image316.emf"/><Relationship Id="rId12" Type="http://schemas.openxmlformats.org/officeDocument/2006/relationships/oleObject" Target="../embeddings/oleObject206.bin"/><Relationship Id="rId17" Type="http://schemas.openxmlformats.org/officeDocument/2006/relationships/image" Target="../media/image321.emf"/><Relationship Id="rId25" Type="http://schemas.openxmlformats.org/officeDocument/2006/relationships/image" Target="../media/image325.emf"/><Relationship Id="rId2" Type="http://schemas.openxmlformats.org/officeDocument/2006/relationships/oleObject" Target="../embeddings/oleObject278.bin"/><Relationship Id="rId16" Type="http://schemas.openxmlformats.org/officeDocument/2006/relationships/oleObject" Target="../embeddings/oleObject281.bin"/><Relationship Id="rId20" Type="http://schemas.openxmlformats.org/officeDocument/2006/relationships/oleObject" Target="../embeddings/oleObject283.bin"/><Relationship Id="rId29" Type="http://schemas.openxmlformats.org/officeDocument/2006/relationships/image" Target="../media/image32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80.bin"/><Relationship Id="rId11" Type="http://schemas.openxmlformats.org/officeDocument/2006/relationships/image" Target="../media/image318.emf"/><Relationship Id="rId24" Type="http://schemas.openxmlformats.org/officeDocument/2006/relationships/oleObject" Target="../embeddings/oleObject285.bin"/><Relationship Id="rId5" Type="http://schemas.openxmlformats.org/officeDocument/2006/relationships/image" Target="../media/image315.emf"/><Relationship Id="rId15" Type="http://schemas.openxmlformats.org/officeDocument/2006/relationships/image" Target="../media/image320.emf"/><Relationship Id="rId23" Type="http://schemas.openxmlformats.org/officeDocument/2006/relationships/image" Target="../media/image324.emf"/><Relationship Id="rId28" Type="http://schemas.openxmlformats.org/officeDocument/2006/relationships/oleObject" Target="../embeddings/oleObject287.bin"/><Relationship Id="rId10" Type="http://schemas.openxmlformats.org/officeDocument/2006/relationships/oleObject" Target="../embeddings/oleObject205.bin"/><Relationship Id="rId19" Type="http://schemas.openxmlformats.org/officeDocument/2006/relationships/image" Target="../media/image322.emf"/><Relationship Id="rId4" Type="http://schemas.openxmlformats.org/officeDocument/2006/relationships/oleObject" Target="../embeddings/oleObject279.bin"/><Relationship Id="rId9" Type="http://schemas.openxmlformats.org/officeDocument/2006/relationships/image" Target="../media/image317.emf"/><Relationship Id="rId14" Type="http://schemas.openxmlformats.org/officeDocument/2006/relationships/oleObject" Target="../embeddings/oleObject207.bin"/><Relationship Id="rId22" Type="http://schemas.openxmlformats.org/officeDocument/2006/relationships/oleObject" Target="../embeddings/oleObject284.bin"/><Relationship Id="rId27" Type="http://schemas.openxmlformats.org/officeDocument/2006/relationships/image" Target="../media/image326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image" Target="../media/image333.emf"/><Relationship Id="rId3" Type="http://schemas.openxmlformats.org/officeDocument/2006/relationships/image" Target="../media/image328.emf"/><Relationship Id="rId7" Type="http://schemas.openxmlformats.org/officeDocument/2006/relationships/image" Target="../media/image330.e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335.emf"/><Relationship Id="rId2" Type="http://schemas.openxmlformats.org/officeDocument/2006/relationships/oleObject" Target="../embeddings/oleObject280.bin"/><Relationship Id="rId16" Type="http://schemas.openxmlformats.org/officeDocument/2006/relationships/oleObject" Target="../embeddings/oleObject28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332.emf"/><Relationship Id="rId5" Type="http://schemas.openxmlformats.org/officeDocument/2006/relationships/image" Target="../media/image329.emf"/><Relationship Id="rId15" Type="http://schemas.openxmlformats.org/officeDocument/2006/relationships/image" Target="../media/image334.emf"/><Relationship Id="rId10" Type="http://schemas.openxmlformats.org/officeDocument/2006/relationships/oleObject" Target="../embeddings/oleObject207.bin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331.emf"/><Relationship Id="rId14" Type="http://schemas.openxmlformats.org/officeDocument/2006/relationships/oleObject" Target="../embeddings/oleObject288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emf"/><Relationship Id="rId2" Type="http://schemas.openxmlformats.org/officeDocument/2006/relationships/oleObject" Target="../embeddings/oleObject29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7.wmf"/><Relationship Id="rId4" Type="http://schemas.openxmlformats.org/officeDocument/2006/relationships/oleObject" Target="../embeddings/oleObject291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3.bin"/><Relationship Id="rId13" Type="http://schemas.openxmlformats.org/officeDocument/2006/relationships/image" Target="../media/image342.wmf"/><Relationship Id="rId3" Type="http://schemas.openxmlformats.org/officeDocument/2006/relationships/image" Target="../media/image338.emf"/><Relationship Id="rId7" Type="http://schemas.openxmlformats.org/officeDocument/2006/relationships/image" Target="../media/image339.wmf"/><Relationship Id="rId12" Type="http://schemas.openxmlformats.org/officeDocument/2006/relationships/oleObject" Target="../embeddings/oleObject295.bin"/><Relationship Id="rId17" Type="http://schemas.openxmlformats.org/officeDocument/2006/relationships/image" Target="../media/image344.wmf"/><Relationship Id="rId2" Type="http://schemas.openxmlformats.org/officeDocument/2006/relationships/oleObject" Target="../embeddings/oleObject290.bin"/><Relationship Id="rId16" Type="http://schemas.openxmlformats.org/officeDocument/2006/relationships/oleObject" Target="../embeddings/oleObject2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2.bin"/><Relationship Id="rId11" Type="http://schemas.openxmlformats.org/officeDocument/2006/relationships/image" Target="../media/image341.wmf"/><Relationship Id="rId5" Type="http://schemas.openxmlformats.org/officeDocument/2006/relationships/image" Target="../media/image337.wmf"/><Relationship Id="rId15" Type="http://schemas.openxmlformats.org/officeDocument/2006/relationships/image" Target="../media/image343.wmf"/><Relationship Id="rId10" Type="http://schemas.openxmlformats.org/officeDocument/2006/relationships/oleObject" Target="../embeddings/oleObject294.bin"/><Relationship Id="rId4" Type="http://schemas.openxmlformats.org/officeDocument/2006/relationships/oleObject" Target="../embeddings/oleObject291.bin"/><Relationship Id="rId9" Type="http://schemas.openxmlformats.org/officeDocument/2006/relationships/image" Target="../media/image340.wmf"/><Relationship Id="rId14" Type="http://schemas.openxmlformats.org/officeDocument/2006/relationships/oleObject" Target="../embeddings/oleObject29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wmf"/><Relationship Id="rId7" Type="http://schemas.openxmlformats.org/officeDocument/2006/relationships/image" Target="../media/image347.wmf"/><Relationship Id="rId2" Type="http://schemas.openxmlformats.org/officeDocument/2006/relationships/oleObject" Target="../embeddings/oleObject2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0.bin"/><Relationship Id="rId5" Type="http://schemas.openxmlformats.org/officeDocument/2006/relationships/image" Target="../media/image346.wmf"/><Relationship Id="rId4" Type="http://schemas.openxmlformats.org/officeDocument/2006/relationships/oleObject" Target="../embeddings/oleObject29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3595CA-4A61-4A6E-97A0-77504E2A6A18}"/>
              </a:ext>
            </a:extLst>
          </p:cNvPr>
          <p:cNvSpPr txBox="1"/>
          <p:nvPr/>
        </p:nvSpPr>
        <p:spPr>
          <a:xfrm>
            <a:off x="471140" y="5525869"/>
            <a:ext cx="1662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1753</a:t>
            </a:r>
            <a:r>
              <a:rPr lang="zh-CN" altLang="en-US" dirty="0"/>
              <a:t>丹尼尔</a:t>
            </a:r>
            <a:endParaRPr lang="en-US" altLang="zh-CN" dirty="0"/>
          </a:p>
          <a:p>
            <a:r>
              <a:rPr lang="zh-CN" altLang="en-US" dirty="0"/>
              <a:t>弦振动</a:t>
            </a: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FA6E52B9-FE85-4350-B1D6-19D66B586171}"/>
              </a:ext>
            </a:extLst>
          </p:cNvPr>
          <p:cNvCxnSpPr>
            <a:cxnSpLocks/>
          </p:cNvCxnSpPr>
          <p:nvPr/>
        </p:nvCxnSpPr>
        <p:spPr bwMode="auto">
          <a:xfrm flipV="1">
            <a:off x="457200" y="5257800"/>
            <a:ext cx="3162300" cy="914400"/>
          </a:xfrm>
          <a:prstGeom prst="bentConnector3">
            <a:avLst>
              <a:gd name="adj1" fmla="val 53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E7FA7760-9E84-47DD-8598-8747E94D82F2}"/>
              </a:ext>
            </a:extLst>
          </p:cNvPr>
          <p:cNvCxnSpPr>
            <a:cxnSpLocks/>
          </p:cNvCxnSpPr>
          <p:nvPr/>
        </p:nvCxnSpPr>
        <p:spPr bwMode="auto">
          <a:xfrm flipV="1">
            <a:off x="2133600" y="4419600"/>
            <a:ext cx="2971800" cy="8382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D94BA1A2-0A67-4B81-A7BB-7BCC3183F26F}"/>
              </a:ext>
            </a:extLst>
          </p:cNvPr>
          <p:cNvCxnSpPr>
            <a:cxnSpLocks/>
          </p:cNvCxnSpPr>
          <p:nvPr/>
        </p:nvCxnSpPr>
        <p:spPr bwMode="auto">
          <a:xfrm flipV="1">
            <a:off x="3643661" y="3581400"/>
            <a:ext cx="2971800" cy="8382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2ED19348-E315-46B6-B50D-86ECE9ADDF56}"/>
              </a:ext>
            </a:extLst>
          </p:cNvPr>
          <p:cNvCxnSpPr>
            <a:cxnSpLocks/>
          </p:cNvCxnSpPr>
          <p:nvPr/>
        </p:nvCxnSpPr>
        <p:spPr bwMode="auto">
          <a:xfrm flipV="1">
            <a:off x="5153722" y="2743200"/>
            <a:ext cx="2971800" cy="8382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419220F8-16D8-43B9-98C2-805B1F5B1CF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96307" y="1905000"/>
            <a:ext cx="2971800" cy="8382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CA9D5C02-B09C-4BF7-9CE7-A3D55F1CAEDC}"/>
              </a:ext>
            </a:extLst>
          </p:cNvPr>
          <p:cNvCxnSpPr>
            <a:cxnSpLocks/>
          </p:cNvCxnSpPr>
          <p:nvPr/>
        </p:nvCxnSpPr>
        <p:spPr bwMode="auto">
          <a:xfrm flipV="1">
            <a:off x="8182207" y="1066800"/>
            <a:ext cx="2971800" cy="8382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75CCEB0-756F-4BDD-A7FE-E6426161977F}"/>
              </a:ext>
            </a:extLst>
          </p:cNvPr>
          <p:cNvSpPr txBox="1"/>
          <p:nvPr/>
        </p:nvSpPr>
        <p:spPr>
          <a:xfrm>
            <a:off x="2122449" y="4561269"/>
            <a:ext cx="1662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1757</a:t>
            </a:r>
            <a:r>
              <a:rPr lang="zh-CN" altLang="en-US" dirty="0"/>
              <a:t>克莱罗</a:t>
            </a:r>
            <a:endParaRPr lang="en-US" altLang="zh-CN" dirty="0"/>
          </a:p>
          <a:p>
            <a:r>
              <a:rPr lang="zh-CN" altLang="en-US" dirty="0"/>
              <a:t>太阳引起摄动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FBA178-40FD-497B-B921-F119F71BF96A}"/>
              </a:ext>
            </a:extLst>
          </p:cNvPr>
          <p:cNvSpPr txBox="1"/>
          <p:nvPr/>
        </p:nvSpPr>
        <p:spPr>
          <a:xfrm>
            <a:off x="3628793" y="3672869"/>
            <a:ext cx="1830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1759</a:t>
            </a:r>
            <a:r>
              <a:rPr lang="zh-CN" altLang="en-US" dirty="0"/>
              <a:t>拉格朗日声音研究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37458D-304D-49CD-A187-B45F33923238}"/>
              </a:ext>
            </a:extLst>
          </p:cNvPr>
          <p:cNvSpPr txBox="1"/>
          <p:nvPr/>
        </p:nvSpPr>
        <p:spPr>
          <a:xfrm>
            <a:off x="5204832" y="2723466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1777</a:t>
            </a:r>
            <a:r>
              <a:rPr lang="zh-CN" altLang="en-US" dirty="0"/>
              <a:t>欧拉</a:t>
            </a:r>
            <a:endParaRPr lang="en-US" altLang="zh-CN" dirty="0"/>
          </a:p>
          <a:p>
            <a:r>
              <a:rPr lang="zh-CN" altLang="en-US" dirty="0"/>
              <a:t>天文学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9DA0A2-BDE4-4C0A-98FA-4B5AA731F4ED}"/>
              </a:ext>
            </a:extLst>
          </p:cNvPr>
          <p:cNvSpPr txBox="1"/>
          <p:nvPr/>
        </p:nvSpPr>
        <p:spPr>
          <a:xfrm>
            <a:off x="6626612" y="1991823"/>
            <a:ext cx="167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1822</a:t>
            </a:r>
            <a:r>
              <a:rPr lang="zh-CN" altLang="en-US" dirty="0"/>
              <a:t>傅里叶</a:t>
            </a:r>
            <a:endParaRPr lang="en-US" altLang="zh-CN" dirty="0"/>
          </a:p>
          <a:p>
            <a:r>
              <a:rPr lang="zh-CN" altLang="en-US" dirty="0"/>
              <a:t>热的解析理论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7D4392-93DD-4A45-BC55-A6281E709B71}"/>
              </a:ext>
            </a:extLst>
          </p:cNvPr>
          <p:cNvSpPr txBox="1"/>
          <p:nvPr/>
        </p:nvSpPr>
        <p:spPr>
          <a:xfrm>
            <a:off x="8125522" y="1153623"/>
            <a:ext cx="1806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1829</a:t>
            </a:r>
            <a:r>
              <a:rPr lang="zh-CN" altLang="en-US" dirty="0"/>
              <a:t>狄利克莱</a:t>
            </a:r>
            <a:endParaRPr lang="en-US" altLang="zh-CN" dirty="0"/>
          </a:p>
          <a:p>
            <a:r>
              <a:rPr lang="zh-CN" altLang="en-US" dirty="0"/>
              <a:t>收敛严谨证明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58072CD-199F-4F52-BD0D-71D6FCC823DE}"/>
              </a:ext>
            </a:extLst>
          </p:cNvPr>
          <p:cNvSpPr txBox="1"/>
          <p:nvPr/>
        </p:nvSpPr>
        <p:spPr>
          <a:xfrm>
            <a:off x="5204832" y="3686446"/>
            <a:ext cx="1421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求三角级数</a:t>
            </a:r>
            <a:endParaRPr lang="en-US" altLang="zh-CN" dirty="0"/>
          </a:p>
          <a:p>
            <a:r>
              <a:rPr lang="zh-CN" altLang="en-US" dirty="0"/>
              <a:t>的系数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BED30A2-EBFD-4B12-98EB-410619BECF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623989"/>
              </p:ext>
            </p:extLst>
          </p:nvPr>
        </p:nvGraphicFramePr>
        <p:xfrm>
          <a:off x="2147540" y="5358200"/>
          <a:ext cx="1672218" cy="454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431640" progId="Equation.DSMT4">
                  <p:embed/>
                </p:oleObj>
              </mc:Choice>
              <mc:Fallback>
                <p:oleObj name="Equation" r:id="rId2" imgW="1587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47540" y="5358200"/>
                        <a:ext cx="1672218" cy="454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FCBE2B1B-493B-411C-80D8-E0CF2479BA55}"/>
              </a:ext>
            </a:extLst>
          </p:cNvPr>
          <p:cNvSpPr txBox="1"/>
          <p:nvPr/>
        </p:nvSpPr>
        <p:spPr>
          <a:xfrm>
            <a:off x="457200" y="6408003"/>
            <a:ext cx="215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解表为三角级数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36EDE68-F731-4BF4-BBCD-79D73D742C2F}"/>
              </a:ext>
            </a:extLst>
          </p:cNvPr>
          <p:cNvSpPr txBox="1"/>
          <p:nvPr/>
        </p:nvSpPr>
        <p:spPr>
          <a:xfrm>
            <a:off x="6795043" y="2782669"/>
            <a:ext cx="1257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发展一般理论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A8D47E1-D38F-46DA-A96C-ACA68E61445D}"/>
              </a:ext>
            </a:extLst>
          </p:cNvPr>
          <p:cNvSpPr txBox="1"/>
          <p:nvPr/>
        </p:nvSpPr>
        <p:spPr>
          <a:xfrm>
            <a:off x="8257479" y="1991823"/>
            <a:ext cx="2153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一致收敛，函数，积分，集合论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18FAB9E-50DF-4FD6-AD81-2E745F55E08A}"/>
              </a:ext>
            </a:extLst>
          </p:cNvPr>
          <p:cNvSpPr txBox="1"/>
          <p:nvPr/>
        </p:nvSpPr>
        <p:spPr>
          <a:xfrm>
            <a:off x="9668107" y="315423"/>
            <a:ext cx="1806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傅里叶分析</a:t>
            </a:r>
            <a:endParaRPr lang="en-US" altLang="zh-CN" dirty="0"/>
          </a:p>
          <a:p>
            <a:r>
              <a:rPr lang="zh-CN" altLang="en-US" dirty="0"/>
              <a:t>小波分析。。。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D949922-B10C-48AA-813A-4BD0E88492C3}"/>
              </a:ext>
            </a:extLst>
          </p:cNvPr>
          <p:cNvSpPr txBox="1"/>
          <p:nvPr/>
        </p:nvSpPr>
        <p:spPr>
          <a:xfrm>
            <a:off x="9686691" y="1116452"/>
            <a:ext cx="2285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数学物理问题</a:t>
            </a:r>
            <a:endParaRPr lang="en-US" altLang="zh-CN" dirty="0"/>
          </a:p>
          <a:p>
            <a:r>
              <a:rPr lang="zh-CN" altLang="en-US" dirty="0"/>
              <a:t>现代信号分析。。。</a:t>
            </a:r>
          </a:p>
        </p:txBody>
      </p:sp>
    </p:spTree>
    <p:extLst>
      <p:ext uri="{BB962C8B-B14F-4D97-AF65-F5344CB8AC3E}">
        <p14:creationId xmlns:p14="http://schemas.microsoft.com/office/powerpoint/2010/main" val="272346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F3D608B-0717-4827-9ABC-0F5E3658D3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1600200"/>
            <a:ext cx="3733800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傅里叶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(1768 – 1830)</a:t>
            </a:r>
          </a:p>
        </p:txBody>
      </p:sp>
      <p:sp>
        <p:nvSpPr>
          <p:cNvPr id="16387" name="Line 3">
            <a:extLst>
              <a:ext uri="{FF2B5EF4-FFF2-40B4-BE49-F238E27FC236}">
                <a16:creationId xmlns:a16="http://schemas.microsoft.com/office/drawing/2014/main" id="{22B1D042-B4F8-4928-B981-D27A379CB9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7325" y="2247126"/>
            <a:ext cx="3511550" cy="0"/>
          </a:xfrm>
          <a:prstGeom prst="line">
            <a:avLst/>
          </a:prstGeom>
          <a:noFill/>
          <a:ln w="76200" cmpd="tri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FBCCA9D-D230-40F4-93B7-03BC2675D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3455"/>
            <a:ext cx="7273925" cy="68587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36D17A5-E85E-4E70-98A9-D421DD7C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98234"/>
            <a:ext cx="2667000" cy="2667000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56855C85-7460-4EF0-8667-52F570EAA4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141663" y="696913"/>
            <a:ext cx="2362200" cy="914400"/>
          </a:xfrm>
          <a:noFill/>
        </p:spPr>
        <p:txBody>
          <a:bodyPr/>
          <a:lstStyle/>
          <a:p>
            <a:pPr algn="l" eaLnBrk="1" hangingPunct="1"/>
            <a:r>
              <a:rPr lang="zh-CN" altLang="en-US" sz="4800" b="1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第四节</a:t>
            </a:r>
          </a:p>
        </p:txBody>
      </p:sp>
      <p:sp>
        <p:nvSpPr>
          <p:cNvPr id="3075" name="Text Box 4">
            <a:extLst>
              <a:ext uri="{FF2B5EF4-FFF2-40B4-BE49-F238E27FC236}">
                <a16:creationId xmlns:a16="http://schemas.microsoft.com/office/drawing/2014/main" id="{1CB88B97-97AB-49BF-B77A-4DFA051DF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20955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一、三角级数与三角函数系的正交性</a:t>
            </a:r>
            <a:r>
              <a:rPr kumimoji="1"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3076" name="AutoShap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D440A3-962E-48F6-ABCA-C2A19BBBD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3013075"/>
            <a:ext cx="6743700" cy="5334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二、函数展开成傅里叶级数的条件</a:t>
            </a:r>
          </a:p>
        </p:txBody>
      </p:sp>
      <p:sp>
        <p:nvSpPr>
          <p:cNvPr id="3077" name="AutoShap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961BFFF-63C7-479B-AC4A-F017A162C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4604" y="3863664"/>
            <a:ext cx="5257800" cy="5334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三、周期函数的展开</a:t>
            </a:r>
          </a:p>
        </p:txBody>
      </p:sp>
      <p:sp>
        <p:nvSpPr>
          <p:cNvPr id="3080" name="Text Box 18">
            <a:extLst>
              <a:ext uri="{FF2B5EF4-FFF2-40B4-BE49-F238E27FC236}">
                <a16:creationId xmlns:a16="http://schemas.microsoft.com/office/drawing/2014/main" id="{0BBE3F4C-8D18-454E-A975-6103865EE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708025"/>
            <a:ext cx="3381375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480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傅里叶级数 </a:t>
            </a:r>
          </a:p>
        </p:txBody>
      </p:sp>
      <p:pic>
        <p:nvPicPr>
          <p:cNvPr id="3081" name="Picture 19" descr="美女71">
            <a:extLst>
              <a:ext uri="{FF2B5EF4-FFF2-40B4-BE49-F238E27FC236}">
                <a16:creationId xmlns:a16="http://schemas.microsoft.com/office/drawing/2014/main" id="{B03F0D77-C717-4372-93C5-E271C6EAE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962400"/>
            <a:ext cx="22383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0E8A50D-0587-4CFB-98FE-4DD44FD2D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2272" y="4762500"/>
            <a:ext cx="5257800" cy="5334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四、非周期函数的展开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2" name="Text Box 4">
            <a:extLst>
              <a:ext uri="{FF2B5EF4-FFF2-40B4-BE49-F238E27FC236}">
                <a16:creationId xmlns:a16="http://schemas.microsoft.com/office/drawing/2014/main" id="{04F1D7E8-B2D1-48E5-A1EA-9E6A19620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22098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简单的周期运动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65893" name="Object 5">
            <a:extLst>
              <a:ext uri="{FF2B5EF4-FFF2-40B4-BE49-F238E27FC236}">
                <a16:creationId xmlns:a16="http://schemas.microsoft.com/office/drawing/2014/main" id="{56F6A973-B20F-48E8-9B42-F05B2BBF73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1563" y="2276475"/>
          <a:ext cx="26162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59" imgH="368358" progId="Equation.3">
                  <p:embed/>
                </p:oleObj>
              </mc:Choice>
              <mc:Fallback>
                <p:oleObj name="Equation" r:id="rId2" imgW="2577959" imgH="36835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563" y="2276475"/>
                        <a:ext cx="26162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4" name="Text Box 6">
            <a:extLst>
              <a:ext uri="{FF2B5EF4-FFF2-40B4-BE49-F238E27FC236}">
                <a16:creationId xmlns:a16="http://schemas.microsoft.com/office/drawing/2014/main" id="{C4ADFCDA-1B6C-41E7-BA65-B2E760552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288" y="22780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谐波函数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165895" name="Text Box 7">
            <a:extLst>
              <a:ext uri="{FF2B5EF4-FFF2-40B4-BE49-F238E27FC236}">
                <a16:creationId xmlns:a16="http://schemas.microsoft.com/office/drawing/2014/main" id="{CB253C18-E171-41AC-B82B-B2AF8BA57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641600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zh-CN" altLang="en-US" sz="2800" b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振幅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165896" name="Text Box 8">
            <a:extLst>
              <a:ext uri="{FF2B5EF4-FFF2-40B4-BE49-F238E27FC236}">
                <a16:creationId xmlns:a16="http://schemas.microsoft.com/office/drawing/2014/main" id="{63AB2F5C-8AED-4AB5-802B-974F9FC71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350" y="26416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</a:t>
            </a:r>
            <a:r>
              <a:rPr kumimoji="1" lang="zh-CN" altLang="en-US" sz="2800" b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角频率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5897" name="Text Box 9">
            <a:extLst>
              <a:ext uri="{FF2B5EF4-FFF2-40B4-BE49-F238E27FC236}">
                <a16:creationId xmlns:a16="http://schemas.microsoft.com/office/drawing/2014/main" id="{C1E356B3-349D-4D6F-B6C3-10C6856DD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2013" y="26416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φ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</a:t>
            </a:r>
            <a:r>
              <a:rPr kumimoji="1" lang="zh-CN" altLang="en-US" sz="2800" b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初相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4104" name="Picture 10" descr="PE07677_">
            <a:extLst>
              <a:ext uri="{FF2B5EF4-FFF2-40B4-BE49-F238E27FC236}">
                <a16:creationId xmlns:a16="http://schemas.microsoft.com/office/drawing/2014/main" id="{275C7B8B-0578-46BB-8483-DD25F2DD0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3200"/>
            <a:ext cx="1712913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5" name="Text Box 11">
            <a:extLst>
              <a:ext uri="{FF2B5EF4-FFF2-40B4-BE49-F238E27FC236}">
                <a16:creationId xmlns:a16="http://schemas.microsoft.com/office/drawing/2014/main" id="{95858430-6974-497F-AC3F-DECFF6352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03200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周期现象用周期函数来描述</a:t>
            </a:r>
          </a:p>
        </p:txBody>
      </p:sp>
      <p:pic>
        <p:nvPicPr>
          <p:cNvPr id="165900" name="Picture 12" descr="0017">
            <a:extLst>
              <a:ext uri="{FF2B5EF4-FFF2-40B4-BE49-F238E27FC236}">
                <a16:creationId xmlns:a16="http://schemas.microsoft.com/office/drawing/2014/main" id="{F0D0D226-34BD-4868-8E00-66750D0B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098800"/>
            <a:ext cx="2432050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901" name="Text Box 13">
            <a:extLst>
              <a:ext uri="{FF2B5EF4-FFF2-40B4-BE49-F238E27FC236}">
                <a16:creationId xmlns:a16="http://schemas.microsoft.com/office/drawing/2014/main" id="{32A72497-AE52-4865-B7C3-475899911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075" y="4927600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复杂的周期运动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65902" name="Line 14">
            <a:extLst>
              <a:ext uri="{FF2B5EF4-FFF2-40B4-BE49-F238E27FC236}">
                <a16:creationId xmlns:a16="http://schemas.microsoft.com/office/drawing/2014/main" id="{61E6C9E1-9EED-4743-8B40-19B49A21F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0050" y="5432425"/>
            <a:ext cx="23622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03" name="Text Box 15">
            <a:extLst>
              <a:ext uri="{FF2B5EF4-FFF2-40B4-BE49-F238E27FC236}">
                <a16:creationId xmlns:a16="http://schemas.microsoft.com/office/drawing/2014/main" id="{8F6CED90-DFE4-4989-9F70-1D2BD1694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5100" y="5432425"/>
            <a:ext cx="161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谐波迭加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165905" name="Object 17">
            <a:extLst>
              <a:ext uri="{FF2B5EF4-FFF2-40B4-BE49-F238E27FC236}">
                <a16:creationId xmlns:a16="http://schemas.microsoft.com/office/drawing/2014/main" id="{CF6593D3-145C-467A-A38C-42423947B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8388" y="4568825"/>
          <a:ext cx="43656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30495" imgH="1066627" progId="Equation.3">
                  <p:embed/>
                </p:oleObj>
              </mc:Choice>
              <mc:Fallback>
                <p:oleObj name="Equation" r:id="rId6" imgW="4330495" imgH="106662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388" y="4568825"/>
                        <a:ext cx="436562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5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2" grpId="0" autoUpdateAnimBg="0"/>
      <p:bldP spid="165894" grpId="0" autoUpdateAnimBg="0"/>
      <p:bldP spid="165895" grpId="0" autoUpdateAnimBg="0"/>
      <p:bldP spid="165896" grpId="0" autoUpdateAnimBg="0"/>
      <p:bldP spid="165897" grpId="0" autoUpdateAnimBg="0"/>
      <p:bldP spid="165901" grpId="0" autoUpdateAnimBg="0"/>
      <p:bldP spid="16590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>
            <a:extLst>
              <a:ext uri="{FF2B5EF4-FFF2-40B4-BE49-F238E27FC236}">
                <a16:creationId xmlns:a16="http://schemas.microsoft.com/office/drawing/2014/main" id="{4598634B-DC9E-4CC9-A0BA-F2E7F6837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609600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复杂的周期运动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66915" name="Object 3">
            <a:extLst>
              <a:ext uri="{FF2B5EF4-FFF2-40B4-BE49-F238E27FC236}">
                <a16:creationId xmlns:a16="http://schemas.microsoft.com/office/drawing/2014/main" id="{A64985FF-2BC7-4F81-8E69-900BBCC25B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6313" y="1546225"/>
          <a:ext cx="55070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73949" imgH="406285" progId="Equation.3">
                  <p:embed/>
                </p:oleObj>
              </mc:Choice>
              <mc:Fallback>
                <p:oleObj name="Equation" r:id="rId2" imgW="5473949" imgH="40628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1546225"/>
                        <a:ext cx="55070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6" name="Text Box 4">
            <a:extLst>
              <a:ext uri="{FF2B5EF4-FFF2-40B4-BE49-F238E27FC236}">
                <a16:creationId xmlns:a16="http://schemas.microsoft.com/office/drawing/2014/main" id="{8EDD66FF-C2D7-47E7-B7C4-EBBC66CA8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888" y="226695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166917" name="Object 5">
            <a:extLst>
              <a:ext uri="{FF2B5EF4-FFF2-40B4-BE49-F238E27FC236}">
                <a16:creationId xmlns:a16="http://schemas.microsoft.com/office/drawing/2014/main" id="{73CD7597-AE73-4CAB-8F4C-A2EDE96E22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2122488"/>
          <a:ext cx="1295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073" imgH="825558" progId="Equation.3">
                  <p:embed/>
                </p:oleObj>
              </mc:Choice>
              <mc:Fallback>
                <p:oleObj name="Equation" r:id="rId4" imgW="1257073" imgH="82555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122488"/>
                        <a:ext cx="1295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8" name="Object 6">
            <a:extLst>
              <a:ext uri="{FF2B5EF4-FFF2-40B4-BE49-F238E27FC236}">
                <a16:creationId xmlns:a16="http://schemas.microsoft.com/office/drawing/2014/main" id="{6985AEED-37D3-4DB2-878A-9E333C0DD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013" y="2338388"/>
          <a:ext cx="2247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09605" imgH="406285" progId="Equation.3">
                  <p:embed/>
                </p:oleObj>
              </mc:Choice>
              <mc:Fallback>
                <p:oleObj name="Equation" r:id="rId6" imgW="2209605" imgH="40628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2338388"/>
                        <a:ext cx="2247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9" name="Object 7">
            <a:extLst>
              <a:ext uri="{FF2B5EF4-FFF2-40B4-BE49-F238E27FC236}">
                <a16:creationId xmlns:a16="http://schemas.microsoft.com/office/drawing/2014/main" id="{3286CC3B-03F1-4B01-8145-B6F5642D68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4963" y="2338388"/>
          <a:ext cx="2273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35027" imgH="406285" progId="Equation.3">
                  <p:embed/>
                </p:oleObj>
              </mc:Choice>
              <mc:Fallback>
                <p:oleObj name="Equation" r:id="rId8" imgW="2235027" imgH="4062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4963" y="2338388"/>
                        <a:ext cx="2273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0" name="Object 8">
            <a:extLst>
              <a:ext uri="{FF2B5EF4-FFF2-40B4-BE49-F238E27FC236}">
                <a16:creationId xmlns:a16="http://schemas.microsoft.com/office/drawing/2014/main" id="{8FC77CEC-9D40-44E6-AE58-108B91D3F6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2033588"/>
          <a:ext cx="133350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05061" imgH="520585" progId="Equation.3">
                  <p:embed/>
                </p:oleObj>
              </mc:Choice>
              <mc:Fallback>
                <p:oleObj name="公式" r:id="rId10" imgW="705061" imgH="5205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2033588"/>
                        <a:ext cx="133350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1" name="Text Box 9">
            <a:extLst>
              <a:ext uri="{FF2B5EF4-FFF2-40B4-BE49-F238E27FC236}">
                <a16:creationId xmlns:a16="http://schemas.microsoft.com/office/drawing/2014/main" id="{A64EFCAF-9FEA-4009-823B-205DB5F9D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733800"/>
            <a:ext cx="2574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得函数项级数</a:t>
            </a:r>
          </a:p>
        </p:txBody>
      </p:sp>
      <p:graphicFrame>
        <p:nvGraphicFramePr>
          <p:cNvPr id="166922" name="Object 10">
            <a:extLst>
              <a:ext uri="{FF2B5EF4-FFF2-40B4-BE49-F238E27FC236}">
                <a16:creationId xmlns:a16="http://schemas.microsoft.com/office/drawing/2014/main" id="{90DB832E-509C-4518-B17C-7A2EAB0803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505200"/>
          <a:ext cx="53054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95470" imgH="520585" progId="Equation.3">
                  <p:embed/>
                </p:oleObj>
              </mc:Choice>
              <mc:Fallback>
                <p:oleObj name="公式" r:id="rId12" imgW="2895470" imgH="52058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505200"/>
                        <a:ext cx="530542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3" name="Line 11">
            <a:extLst>
              <a:ext uri="{FF2B5EF4-FFF2-40B4-BE49-F238E27FC236}">
                <a16:creationId xmlns:a16="http://schemas.microsoft.com/office/drawing/2014/main" id="{9E23DFCD-4EE5-4117-BF22-0D7871A9A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6400" y="1114425"/>
            <a:ext cx="23622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4" name="Line 12">
            <a:extLst>
              <a:ext uri="{FF2B5EF4-FFF2-40B4-BE49-F238E27FC236}">
                <a16:creationId xmlns:a16="http://schemas.microsoft.com/office/drawing/2014/main" id="{27A04AE2-605A-4D68-9CC8-2FD3E6BF3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750" y="2051050"/>
            <a:ext cx="12954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5" name="Line 13">
            <a:extLst>
              <a:ext uri="{FF2B5EF4-FFF2-40B4-BE49-F238E27FC236}">
                <a16:creationId xmlns:a16="http://schemas.microsoft.com/office/drawing/2014/main" id="{1898DD0D-D979-446F-9FA5-CB50F05D3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6038" y="1978025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6" name="Line 14">
            <a:extLst>
              <a:ext uri="{FF2B5EF4-FFF2-40B4-BE49-F238E27FC236}">
                <a16:creationId xmlns:a16="http://schemas.microsoft.com/office/drawing/2014/main" id="{B1DAF8F5-8ED3-4769-B933-07C95D83E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938" y="2051050"/>
            <a:ext cx="381000" cy="4572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7" name="Line 15">
            <a:extLst>
              <a:ext uri="{FF2B5EF4-FFF2-40B4-BE49-F238E27FC236}">
                <a16:creationId xmlns:a16="http://schemas.microsoft.com/office/drawing/2014/main" id="{563D2C90-A23D-42AA-8986-C5C5DD0899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9425" y="1978025"/>
            <a:ext cx="457200" cy="457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8" name="Line 16">
            <a:extLst>
              <a:ext uri="{FF2B5EF4-FFF2-40B4-BE49-F238E27FC236}">
                <a16:creationId xmlns:a16="http://schemas.microsoft.com/office/drawing/2014/main" id="{77B3A94E-7A62-444E-A6FE-B20D862DD9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3875" y="1978025"/>
            <a:ext cx="457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9" name="Line 17">
            <a:extLst>
              <a:ext uri="{FF2B5EF4-FFF2-40B4-BE49-F238E27FC236}">
                <a16:creationId xmlns:a16="http://schemas.microsoft.com/office/drawing/2014/main" id="{5BD38084-1690-4F28-A1C8-CB7458A265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29650" y="1906588"/>
            <a:ext cx="457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0" name="Line 18">
            <a:extLst>
              <a:ext uri="{FF2B5EF4-FFF2-40B4-BE49-F238E27FC236}">
                <a16:creationId xmlns:a16="http://schemas.microsoft.com/office/drawing/2014/main" id="{D4379C4A-E126-4F07-82D3-6DC41198D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45550" y="1906588"/>
            <a:ext cx="609600" cy="457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1" name="Text Box 19">
            <a:extLst>
              <a:ext uri="{FF2B5EF4-FFF2-40B4-BE49-F238E27FC236}">
                <a16:creationId xmlns:a16="http://schemas.microsoft.com/office/drawing/2014/main" id="{1B23810D-C3C1-4196-951D-FFB730CAC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1450" y="1114425"/>
            <a:ext cx="161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谐波迭加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166932" name="Line 20">
            <a:extLst>
              <a:ext uri="{FF2B5EF4-FFF2-40B4-BE49-F238E27FC236}">
                <a16:creationId xmlns:a16="http://schemas.microsoft.com/office/drawing/2014/main" id="{29C37D7A-7BBD-46B9-80D9-9E7DA1085B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6263" y="1185863"/>
            <a:ext cx="0" cy="360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6933" name="Text Box 21">
            <a:extLst>
              <a:ext uri="{FF2B5EF4-FFF2-40B4-BE49-F238E27FC236}">
                <a16:creationId xmlns:a16="http://schemas.microsoft.com/office/drawing/2014/main" id="{D20ECEFA-52DD-4B23-B205-885062DB2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648200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称上述形式的级数为</a:t>
            </a:r>
            <a:r>
              <a:rPr kumimoji="1" lang="zh-CN" altLang="en-US" sz="2800" b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三角级数</a:t>
            </a:r>
            <a:r>
              <a:rPr kumimoji="1" lang="en-US" altLang="zh-CN" sz="2800" b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66934" name="Object 22">
            <a:extLst>
              <a:ext uri="{FF2B5EF4-FFF2-40B4-BE49-F238E27FC236}">
                <a16:creationId xmlns:a16="http://schemas.microsoft.com/office/drawing/2014/main" id="{D839A68A-51C8-42E4-824F-6C277FD936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4738" y="250825"/>
          <a:ext cx="43656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30495" imgH="1066627" progId="Equation.3">
                  <p:embed/>
                </p:oleObj>
              </mc:Choice>
              <mc:Fallback>
                <p:oleObj name="Equation" r:id="rId14" imgW="4330495" imgH="106662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4738" y="250825"/>
                        <a:ext cx="436562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6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6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6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6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autoUpdateAnimBg="0"/>
      <p:bldP spid="166916" grpId="0" autoUpdateAnimBg="0"/>
      <p:bldP spid="166921" grpId="0" autoUpdateAnimBg="0"/>
      <p:bldP spid="166931" grpId="0" build="p" autoUpdateAnimBg="0"/>
      <p:bldP spid="16693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9" name="Object 39">
            <a:extLst>
              <a:ext uri="{FF2B5EF4-FFF2-40B4-BE49-F238E27FC236}">
                <a16:creationId xmlns:a16="http://schemas.microsoft.com/office/drawing/2014/main" id="{C5AAEF92-0F4A-46F8-A101-52D4BF7BB1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244346"/>
              </p:ext>
            </p:extLst>
          </p:nvPr>
        </p:nvGraphicFramePr>
        <p:xfrm>
          <a:off x="3962400" y="1905000"/>
          <a:ext cx="4919663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624" imgH="406285" progId="Equation.DSMT4">
                  <p:embed/>
                </p:oleObj>
              </mc:Choice>
              <mc:Fallback>
                <p:oleObj name="Equation" r:id="rId2" imgW="2044624" imgH="406285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0"/>
                        <a:ext cx="4919663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0" name="Text Box 40">
            <a:extLst>
              <a:ext uri="{FF2B5EF4-FFF2-40B4-BE49-F238E27FC236}">
                <a16:creationId xmlns:a16="http://schemas.microsoft.com/office/drawing/2014/main" id="{023A02EC-E668-4A1F-A79E-89C32A7BF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074987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称上述形式的级数为</a:t>
            </a:r>
            <a:r>
              <a:rPr kumimoji="1" lang="zh-CN" altLang="en-US" sz="2800" b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三角级数</a:t>
            </a:r>
            <a:r>
              <a:rPr kumimoji="1" lang="en-US" altLang="zh-CN" sz="2800" b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5161" name="Text Box 41">
            <a:extLst>
              <a:ext uri="{FF2B5EF4-FFF2-40B4-BE49-F238E27FC236}">
                <a16:creationId xmlns:a16="http://schemas.microsoft.com/office/drawing/2014/main" id="{69CB862F-FF69-443C-880A-5B880ADEA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160587"/>
            <a:ext cx="2574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函数项级数</a:t>
            </a:r>
          </a:p>
        </p:txBody>
      </p:sp>
      <p:sp>
        <p:nvSpPr>
          <p:cNvPr id="6150" name="Text Box 42">
            <a:extLst>
              <a:ext uri="{FF2B5EF4-FFF2-40B4-BE49-F238E27FC236}">
                <a16:creationId xmlns:a16="http://schemas.microsoft.com/office/drawing/2014/main" id="{87BCBC93-E53A-451B-BBCF-346E9BBB9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03375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定义</a:t>
            </a:r>
          </a:p>
        </p:txBody>
      </p:sp>
      <p:cxnSp>
        <p:nvCxnSpPr>
          <p:cNvPr id="7" name="直接连接符 17">
            <a:extLst>
              <a:ext uri="{FF2B5EF4-FFF2-40B4-BE49-F238E27FC236}">
                <a16:creationId xmlns:a16="http://schemas.microsoft.com/office/drawing/2014/main" id="{626FD1EC-9851-4C37-B52F-31D94ED738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" y="762000"/>
            <a:ext cx="10668000" cy="0"/>
          </a:xfrm>
          <a:prstGeom prst="line">
            <a:avLst/>
          </a:prstGeom>
          <a:noFill/>
          <a:ln w="28575" algn="ctr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18">
            <a:extLst>
              <a:ext uri="{FF2B5EF4-FFF2-40B4-BE49-F238E27FC236}">
                <a16:creationId xmlns:a16="http://schemas.microsoft.com/office/drawing/2014/main" id="{0DB5D8BF-77E4-48AD-919A-FF16853E5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147638"/>
            <a:ext cx="60901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2060"/>
                </a:solidFill>
                <a:ea typeface="楷体_GB2312" pitchFamily="49" charset="-122"/>
              </a:rPr>
              <a:t>一、三角级数与三角函数系的正交性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0" grpId="0" build="p" autoUpdateAnimBg="0"/>
      <p:bldP spid="516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75FD5BB2-BC4C-4FCD-9EC0-5251D162A15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8575" y="88900"/>
            <a:ext cx="5943600" cy="533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2.</a:t>
            </a: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定理 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1.</a:t>
            </a:r>
            <a:r>
              <a:rPr lang="en-US" altLang="zh-CN" sz="2800">
                <a:ea typeface="楷体_GB2312" pitchFamily="49" charset="-122"/>
              </a:rPr>
              <a:t>  </a:t>
            </a:r>
            <a:r>
              <a:rPr lang="zh-CN" altLang="en-US" sz="2800">
                <a:solidFill>
                  <a:schemeClr val="tx1"/>
                </a:solidFill>
                <a:ea typeface="楷体_GB2312" pitchFamily="49" charset="-122"/>
              </a:rPr>
              <a:t>组成三角级数的函数系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33AC3378-DC72-4D9D-9083-79464B32F3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068388"/>
          <a:ext cx="382588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863" imgH="362123" progId="Equation.3">
                  <p:embed/>
                </p:oleObj>
              </mc:Choice>
              <mc:Fallback>
                <p:oleObj name="Equation" r:id="rId2" imgW="285863" imgH="36212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068388"/>
                        <a:ext cx="382588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>
            <a:extLst>
              <a:ext uri="{FF2B5EF4-FFF2-40B4-BE49-F238E27FC236}">
                <a16:creationId xmlns:a16="http://schemas.microsoft.com/office/drawing/2014/main" id="{BF0E45F2-9E18-4C1C-9687-4B46BF11E3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0775" y="820738"/>
          <a:ext cx="11271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462" imgH="380827" progId="Equation.DSMT4">
                  <p:embed/>
                </p:oleObj>
              </mc:Choice>
              <mc:Fallback>
                <p:oleObj name="Equation" r:id="rId4" imgW="495462" imgH="38082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820738"/>
                        <a:ext cx="112712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>
            <a:extLst>
              <a:ext uri="{FF2B5EF4-FFF2-40B4-BE49-F238E27FC236}">
                <a16:creationId xmlns:a16="http://schemas.microsoft.com/office/drawing/2014/main" id="{89895BF0-619A-4AFB-998F-84D662C66D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7900" y="862013"/>
          <a:ext cx="107632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0041" imgH="380827" progId="Equation.DSMT4">
                  <p:embed/>
                </p:oleObj>
              </mc:Choice>
              <mc:Fallback>
                <p:oleObj name="Equation" r:id="rId6" imgW="470041" imgH="38082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862013"/>
                        <a:ext cx="107632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>
            <a:extLst>
              <a:ext uri="{FF2B5EF4-FFF2-40B4-BE49-F238E27FC236}">
                <a16:creationId xmlns:a16="http://schemas.microsoft.com/office/drawing/2014/main" id="{C9E7B330-92C9-4121-B5F2-84F07A2FC5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3" y="862013"/>
          <a:ext cx="123666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727" imgH="380827" progId="Equation.DSMT4">
                  <p:embed/>
                </p:oleObj>
              </mc:Choice>
              <mc:Fallback>
                <p:oleObj name="Equation" r:id="rId8" imgW="571727" imgH="38082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862013"/>
                        <a:ext cx="123666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>
            <a:extLst>
              <a:ext uri="{FF2B5EF4-FFF2-40B4-BE49-F238E27FC236}">
                <a16:creationId xmlns:a16="http://schemas.microsoft.com/office/drawing/2014/main" id="{BA8DD5D0-CBD7-4E6C-82C8-83E2F577D4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6763" y="884238"/>
          <a:ext cx="12128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6305" imgH="380827" progId="Equation.DSMT4">
                  <p:embed/>
                </p:oleObj>
              </mc:Choice>
              <mc:Fallback>
                <p:oleObj name="Equation" r:id="rId10" imgW="546305" imgH="38082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884238"/>
                        <a:ext cx="12128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9">
            <a:extLst>
              <a:ext uri="{FF2B5EF4-FFF2-40B4-BE49-F238E27FC236}">
                <a16:creationId xmlns:a16="http://schemas.microsoft.com/office/drawing/2014/main" id="{8EF62A21-A2C3-4704-8E90-55DF421CA2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7863" y="869950"/>
          <a:ext cx="17049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581" imgH="380827" progId="Equation.DSMT4">
                  <p:embed/>
                </p:oleObj>
              </mc:Choice>
              <mc:Fallback>
                <p:oleObj name="Equation" r:id="rId12" imgW="774581" imgH="38082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7863" y="869950"/>
                        <a:ext cx="170497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10">
            <a:extLst>
              <a:ext uri="{FF2B5EF4-FFF2-40B4-BE49-F238E27FC236}">
                <a16:creationId xmlns:a16="http://schemas.microsoft.com/office/drawing/2014/main" id="{D13BA4B2-8BD4-4387-ADEC-E4F946FB54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59838" y="806450"/>
          <a:ext cx="161607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85865" imgH="380827" progId="Equation.DSMT4">
                  <p:embed/>
                </p:oleObj>
              </mc:Choice>
              <mc:Fallback>
                <p:oleObj name="Equation" r:id="rId14" imgW="685865" imgH="38082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9838" y="806450"/>
                        <a:ext cx="1616075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0" name="Object 26">
            <a:extLst>
              <a:ext uri="{FF2B5EF4-FFF2-40B4-BE49-F238E27FC236}">
                <a16:creationId xmlns:a16="http://schemas.microsoft.com/office/drawing/2014/main" id="{5CCD3595-1ABE-48A6-9255-94BAF75EF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825" y="2135188"/>
          <a:ext cx="18288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66670" imgH="285750" progId="Equation.3">
                  <p:embed/>
                </p:oleObj>
              </mc:Choice>
              <mc:Fallback>
                <p:oleObj name="公式" r:id="rId16" imgW="1066670" imgH="28575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" y="2135188"/>
                        <a:ext cx="18288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1" name="Text Box 27">
            <a:extLst>
              <a:ext uri="{FF2B5EF4-FFF2-40B4-BE49-F238E27FC236}">
                <a16:creationId xmlns:a16="http://schemas.microsoft.com/office/drawing/2014/main" id="{F4BFB175-3695-42BB-BE1F-583DFEE9E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88" y="2147888"/>
            <a:ext cx="1073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正交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6172" name="Object 28">
            <a:extLst>
              <a:ext uri="{FF2B5EF4-FFF2-40B4-BE49-F238E27FC236}">
                <a16:creationId xmlns:a16="http://schemas.microsoft.com/office/drawing/2014/main" id="{E234E29A-E0F3-43C9-8D2F-F1C671C592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8200" y="2184400"/>
          <a:ext cx="8016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20884" imgH="247823" progId="Equation.3">
                  <p:embed/>
                </p:oleObj>
              </mc:Choice>
              <mc:Fallback>
                <p:oleObj name="公式" r:id="rId18" imgW="520884" imgH="247823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2184400"/>
                        <a:ext cx="80168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3" name="Text Box 29">
            <a:extLst>
              <a:ext uri="{FF2B5EF4-FFF2-40B4-BE49-F238E27FC236}">
                <a16:creationId xmlns:a16="http://schemas.microsoft.com/office/drawing/2014/main" id="{B359F261-B231-4054-99B1-5D83FC84F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21082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上的积分等于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0 .</a:t>
            </a:r>
          </a:p>
        </p:txBody>
      </p:sp>
      <p:sp>
        <p:nvSpPr>
          <p:cNvPr id="6174" name="Text Box 30">
            <a:extLst>
              <a:ext uri="{FF2B5EF4-FFF2-40B4-BE49-F238E27FC236}">
                <a16:creationId xmlns:a16="http://schemas.microsoft.com/office/drawing/2014/main" id="{709CD915-C4C7-44B1-B398-39DD883C0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7838" y="2112963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即其中任意两个不同的函数之积在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1" grpId="0" build="p" autoUpdateAnimBg="0" advAuto="0"/>
      <p:bldP spid="6173" grpId="0" build="p" autoUpdateAnimBg="0" advAuto="0"/>
      <p:bldP spid="617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AutoShape 4">
            <a:extLst>
              <a:ext uri="{FF2B5EF4-FFF2-40B4-BE49-F238E27FC236}">
                <a16:creationId xmlns:a16="http://schemas.microsoft.com/office/drawing/2014/main" id="{B427BEDC-B71D-4AF8-8296-3DBEC9DB1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146050"/>
            <a:ext cx="533400" cy="5334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A7FA704-D57A-4701-98A7-CDC7C4E453A8}"/>
              </a:ext>
            </a:extLst>
          </p:cNvPr>
          <p:cNvGrpSpPr>
            <a:grpSpLocks/>
          </p:cNvGrpSpPr>
          <p:nvPr/>
        </p:nvGrpSpPr>
        <p:grpSpPr bwMode="auto">
          <a:xfrm>
            <a:off x="1166813" y="4575175"/>
            <a:ext cx="6400800" cy="519113"/>
            <a:chOff x="1166813" y="4575175"/>
            <a:chExt cx="6400800" cy="519113"/>
          </a:xfrm>
        </p:grpSpPr>
        <p:sp>
          <p:nvSpPr>
            <p:cNvPr id="8212" name="Text Box 5">
              <a:extLst>
                <a:ext uri="{FF2B5EF4-FFF2-40B4-BE49-F238E27FC236}">
                  <a16:creationId xmlns:a16="http://schemas.microsoft.com/office/drawing/2014/main" id="{B26CA87F-50F2-4671-B9DA-14EF82D0A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813" y="4575175"/>
              <a:ext cx="64008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3.      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是三角函数系中每个函数的周期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8213" name="Object 6">
              <a:extLst>
                <a:ext uri="{FF2B5EF4-FFF2-40B4-BE49-F238E27FC236}">
                  <a16:creationId xmlns:a16="http://schemas.microsoft.com/office/drawing/2014/main" id="{3128425A-BBC8-4E1B-84CC-DA0631B56A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6087" y="4645818"/>
            <a:ext cx="37782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28600" imgH="228600" progId="Equation.3">
                    <p:embed/>
                  </p:oleObj>
                </mc:Choice>
                <mc:Fallback>
                  <p:oleObj name="公式" r:id="rId2" imgW="2286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6087" y="4645818"/>
                          <a:ext cx="377825" cy="377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196" name="Picture 7">
            <a:extLst>
              <a:ext uri="{FF2B5EF4-FFF2-40B4-BE49-F238E27FC236}">
                <a16:creationId xmlns:a16="http://schemas.microsoft.com/office/drawing/2014/main" id="{42FBD836-2E0A-4F3E-A2AD-80FED4006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238" y="4343400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7944" name="Object 8">
            <a:extLst>
              <a:ext uri="{FF2B5EF4-FFF2-40B4-BE49-F238E27FC236}">
                <a16:creationId xmlns:a16="http://schemas.microsoft.com/office/drawing/2014/main" id="{F7BECD62-1B02-4B48-B02B-DA6611135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2867025"/>
          <a:ext cx="16033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14659" imgH="323677" progId="Equation.3">
                  <p:embed/>
                </p:oleObj>
              </mc:Choice>
              <mc:Fallback>
                <p:oleObj name="公式" r:id="rId5" imgW="914659" imgH="32367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2867025"/>
                        <a:ext cx="160337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50" name="Text Box 14">
            <a:extLst>
              <a:ext uri="{FF2B5EF4-FFF2-40B4-BE49-F238E27FC236}">
                <a16:creationId xmlns:a16="http://schemas.microsoft.com/office/drawing/2014/main" id="{696355B7-E730-48E2-8054-4B6E5457B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867025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2.       </a:t>
            </a:r>
          </a:p>
        </p:txBody>
      </p:sp>
      <p:graphicFrame>
        <p:nvGraphicFramePr>
          <p:cNvPr id="167958" name="Object 22">
            <a:extLst>
              <a:ext uri="{FF2B5EF4-FFF2-40B4-BE49-F238E27FC236}">
                <a16:creationId xmlns:a16="http://schemas.microsoft.com/office/drawing/2014/main" id="{1C5F689A-2361-4993-A33C-4B800AC7C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9188" y="1292225"/>
          <a:ext cx="9207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20884" imgH="190673" progId="Equation.3">
                  <p:embed/>
                </p:oleObj>
              </mc:Choice>
              <mc:Fallback>
                <p:oleObj name="公式" r:id="rId7" imgW="520884" imgH="19067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9188" y="1292225"/>
                        <a:ext cx="9207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9" name="Object 23">
            <a:extLst>
              <a:ext uri="{FF2B5EF4-FFF2-40B4-BE49-F238E27FC236}">
                <a16:creationId xmlns:a16="http://schemas.microsoft.com/office/drawing/2014/main" id="{8D83CA68-1FA7-4DCC-905C-C1C50FD22E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4013" y="2168525"/>
          <a:ext cx="17287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066670" imgH="190673" progId="Equation.3">
                  <p:embed/>
                </p:oleObj>
              </mc:Choice>
              <mc:Fallback>
                <p:oleObj name="公式" r:id="rId9" imgW="1066670" imgH="19067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2168525"/>
                        <a:ext cx="17287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60" name="Text Box 24">
            <a:extLst>
              <a:ext uri="{FF2B5EF4-FFF2-40B4-BE49-F238E27FC236}">
                <a16:creationId xmlns:a16="http://schemas.microsoft.com/office/drawing/2014/main" id="{9DB40800-7E0E-4A58-AB17-9F1A108D5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300038"/>
            <a:ext cx="45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1.       </a:t>
            </a:r>
          </a:p>
        </p:txBody>
      </p:sp>
      <p:graphicFrame>
        <p:nvGraphicFramePr>
          <p:cNvPr id="23" name="Object 6">
            <a:extLst>
              <a:ext uri="{FF2B5EF4-FFF2-40B4-BE49-F238E27FC236}">
                <a16:creationId xmlns:a16="http://schemas.microsoft.com/office/drawing/2014/main" id="{410C9243-DFE4-43B8-8BCC-DDCBE0C6A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1000" y="150813"/>
          <a:ext cx="22796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77954" imgH="368358" progId="Equation.DSMT4">
                  <p:embed/>
                </p:oleObj>
              </mc:Choice>
              <mc:Fallback>
                <p:oleObj name="Equation" r:id="rId11" imgW="977954" imgH="36835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150813"/>
                        <a:ext cx="2279650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>
            <a:extLst>
              <a:ext uri="{FF2B5EF4-FFF2-40B4-BE49-F238E27FC236}">
                <a16:creationId xmlns:a16="http://schemas.microsoft.com/office/drawing/2014/main" id="{432F04CA-2683-472D-9D84-8DAAF18AD6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157163"/>
          <a:ext cx="257333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79641" imgH="368358" progId="Equation.DSMT4">
                  <p:embed/>
                </p:oleObj>
              </mc:Choice>
              <mc:Fallback>
                <p:oleObj name="Equation" r:id="rId13" imgW="1079641" imgH="36835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57163"/>
                        <a:ext cx="257333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">
            <a:extLst>
              <a:ext uri="{FF2B5EF4-FFF2-40B4-BE49-F238E27FC236}">
                <a16:creationId xmlns:a16="http://schemas.microsoft.com/office/drawing/2014/main" id="{E006D955-A8E9-4C93-A1F0-E72F3CF641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5438" y="41275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57070" imgH="285750" progId="Equation.3">
                  <p:embed/>
                </p:oleObj>
              </mc:Choice>
              <mc:Fallback>
                <p:oleObj name="Equation" r:id="rId15" imgW="457070" imgH="28575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5438" y="412750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3">
            <a:extLst>
              <a:ext uri="{FF2B5EF4-FFF2-40B4-BE49-F238E27FC236}">
                <a16:creationId xmlns:a16="http://schemas.microsoft.com/office/drawing/2014/main" id="{F8DDF4C9-1532-4209-9DDC-94C9B9560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7500" y="1035050"/>
          <a:ext cx="315753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41250" imgH="374592" progId="Equation.DSMT4">
                  <p:embed/>
                </p:oleObj>
              </mc:Choice>
              <mc:Fallback>
                <p:oleObj name="Equation" r:id="rId17" imgW="1441250" imgH="3745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1035050"/>
                        <a:ext cx="3157538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5">
            <a:extLst>
              <a:ext uri="{FF2B5EF4-FFF2-40B4-BE49-F238E27FC236}">
                <a16:creationId xmlns:a16="http://schemas.microsoft.com/office/drawing/2014/main" id="{A8D84309-8541-47BC-A5C2-77F783E2CD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6925" y="998538"/>
          <a:ext cx="3716338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36711" imgH="368358" progId="Equation.DSMT4">
                  <p:embed/>
                </p:oleObj>
              </mc:Choice>
              <mc:Fallback>
                <p:oleObj name="Equation" r:id="rId19" imgW="1536711" imgH="36835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5" y="998538"/>
                        <a:ext cx="3716338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7D17A60B-49E3-489E-A124-38091BCD8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5750" y="1887538"/>
          <a:ext cx="35687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55907" imgH="368358" progId="Equation.DSMT4">
                  <p:embed/>
                </p:oleObj>
              </mc:Choice>
              <mc:Fallback>
                <p:oleObj name="Equation" r:id="rId21" imgW="1555907" imgH="36835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1887538"/>
                        <a:ext cx="35687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AEA304E3-F039-495F-8FFE-72AE6EE35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3630613"/>
          <a:ext cx="18367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27111" imgH="368358" progId="Equation.DSMT4">
                  <p:embed/>
                </p:oleObj>
              </mc:Choice>
              <mc:Fallback>
                <p:oleObj name="Equation" r:id="rId23" imgW="927111" imgH="36835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3630613"/>
                        <a:ext cx="18367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">
            <a:extLst>
              <a:ext uri="{FF2B5EF4-FFF2-40B4-BE49-F238E27FC236}">
                <a16:creationId xmlns:a16="http://schemas.microsoft.com/office/drawing/2014/main" id="{437E123E-66C0-4963-826D-AB77875A2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1663" y="3859213"/>
          <a:ext cx="19637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42938" imgH="368358" progId="Equation.3">
                  <p:embed/>
                </p:oleObj>
              </mc:Choice>
              <mc:Fallback>
                <p:oleObj name="Equation" r:id="rId25" imgW="1942938" imgH="36835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1663" y="3859213"/>
                        <a:ext cx="19637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2">
            <a:extLst>
              <a:ext uri="{FF2B5EF4-FFF2-40B4-BE49-F238E27FC236}">
                <a16:creationId xmlns:a16="http://schemas.microsoft.com/office/drawing/2014/main" id="{C73C4E6A-76CA-4B34-A329-8A369536FF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2838" y="3640138"/>
          <a:ext cx="20097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09601" imgH="374592" progId="Equation.DSMT4">
                  <p:embed/>
                </p:oleObj>
              </mc:Choice>
              <mc:Fallback>
                <p:oleObj name="Equation" r:id="rId27" imgW="1009601" imgH="374592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3640138"/>
                        <a:ext cx="200977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3">
            <a:extLst>
              <a:ext uri="{FF2B5EF4-FFF2-40B4-BE49-F238E27FC236}">
                <a16:creationId xmlns:a16="http://schemas.microsoft.com/office/drawing/2014/main" id="{95F048DC-4C39-4BCE-A0D7-600911ADC5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3783013"/>
          <a:ext cx="536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54216" imgH="190673" progId="Equation.3">
                  <p:embed/>
                </p:oleObj>
              </mc:Choice>
              <mc:Fallback>
                <p:oleObj name="公式" r:id="rId29" imgW="254216" imgH="19067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3783013"/>
                        <a:ext cx="5365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7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7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 animBg="1"/>
      <p:bldP spid="167950" grpId="0"/>
      <p:bldP spid="1679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4" name="Object 4">
            <a:extLst>
              <a:ext uri="{FF2B5EF4-FFF2-40B4-BE49-F238E27FC236}">
                <a16:creationId xmlns:a16="http://schemas.microsoft.com/office/drawing/2014/main" id="{6D622924-BE6A-4F99-9DDA-ACB4C109A1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263" y="2598738"/>
          <a:ext cx="5856287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84704" imgH="406285" progId="Equation.DSMT4">
                  <p:embed/>
                </p:oleObj>
              </mc:Choice>
              <mc:Fallback>
                <p:oleObj name="Equation" r:id="rId2" imgW="2584704" imgH="40628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2598738"/>
                        <a:ext cx="5856287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5" name="Text Box 5">
            <a:extLst>
              <a:ext uri="{FF2B5EF4-FFF2-40B4-BE49-F238E27FC236}">
                <a16:creationId xmlns:a16="http://schemas.microsoft.com/office/drawing/2014/main" id="{1C147E3F-F681-4742-A6E7-C3037192F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69875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02406" name="Object 6">
            <a:extLst>
              <a:ext uri="{FF2B5EF4-FFF2-40B4-BE49-F238E27FC236}">
                <a16:creationId xmlns:a16="http://schemas.microsoft.com/office/drawing/2014/main" id="{71B664E8-EE25-4472-9F5A-D92C69A5A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9463" y="79375"/>
          <a:ext cx="227965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954" imgH="368358" progId="Equation.DSMT4">
                  <p:embed/>
                </p:oleObj>
              </mc:Choice>
              <mc:Fallback>
                <p:oleObj name="Equation" r:id="rId4" imgW="977954" imgH="36835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79375"/>
                        <a:ext cx="227965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8">
            <a:extLst>
              <a:ext uri="{FF2B5EF4-FFF2-40B4-BE49-F238E27FC236}">
                <a16:creationId xmlns:a16="http://schemas.microsoft.com/office/drawing/2014/main" id="{2FC33DCB-6F26-400C-8292-5D0DCD6EE8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2763" y="85725"/>
          <a:ext cx="25733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641" imgH="368358" progId="Equation.DSMT4">
                  <p:embed/>
                </p:oleObj>
              </mc:Choice>
              <mc:Fallback>
                <p:oleObj name="Equation" r:id="rId6" imgW="1079641" imgH="36835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85725"/>
                        <a:ext cx="25733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0" name="Object 10">
            <a:extLst>
              <a:ext uri="{FF2B5EF4-FFF2-40B4-BE49-F238E27FC236}">
                <a16:creationId xmlns:a16="http://schemas.microsoft.com/office/drawing/2014/main" id="{0ECD2DA0-9BD0-43F7-A1ED-22A597D710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3900" y="34131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070" imgH="285750" progId="Equation.3">
                  <p:embed/>
                </p:oleObj>
              </mc:Choice>
              <mc:Fallback>
                <p:oleObj name="Equation" r:id="rId8" imgW="457070" imgH="28575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341313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1" name="Object 11">
            <a:extLst>
              <a:ext uri="{FF2B5EF4-FFF2-40B4-BE49-F238E27FC236}">
                <a16:creationId xmlns:a16="http://schemas.microsoft.com/office/drawing/2014/main" id="{1AC86B9D-771D-4089-B653-D3F1149FA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6388" y="1930400"/>
          <a:ext cx="217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33859" imgH="368358" progId="Equation.3">
                  <p:embed/>
                </p:oleObj>
              </mc:Choice>
              <mc:Fallback>
                <p:oleObj name="Equation" r:id="rId10" imgW="2133859" imgH="36835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1930400"/>
                        <a:ext cx="2171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2" name="Object 12">
            <a:extLst>
              <a:ext uri="{FF2B5EF4-FFF2-40B4-BE49-F238E27FC236}">
                <a16:creationId xmlns:a16="http://schemas.microsoft.com/office/drawing/2014/main" id="{EED793FD-C449-4D55-8EFB-49A5D3452F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1200" y="2833688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15827" imgH="368358" progId="Equation.3">
                  <p:embed/>
                </p:oleObj>
              </mc:Choice>
              <mc:Fallback>
                <p:oleObj name="Equation" r:id="rId12" imgW="1015827" imgH="36835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2833688"/>
                        <a:ext cx="1054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3" name="Object 13">
            <a:extLst>
              <a:ext uri="{FF2B5EF4-FFF2-40B4-BE49-F238E27FC236}">
                <a16:creationId xmlns:a16="http://schemas.microsoft.com/office/drawing/2014/main" id="{8C323EFA-AEDD-45D6-B6D9-CDA81C80BB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863" y="1062038"/>
          <a:ext cx="29654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6308" imgH="368358" progId="Equation.DSMT4">
                  <p:embed/>
                </p:oleObj>
              </mc:Choice>
              <mc:Fallback>
                <p:oleObj name="Equation" r:id="rId14" imgW="1346308" imgH="36835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1062038"/>
                        <a:ext cx="29654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4" name="Object 14">
            <a:extLst>
              <a:ext uri="{FF2B5EF4-FFF2-40B4-BE49-F238E27FC236}">
                <a16:creationId xmlns:a16="http://schemas.microsoft.com/office/drawing/2014/main" id="{A54EBC6B-4DD6-4824-8E36-838DA81DFD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9200" y="2909888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57070" imgH="285750" progId="Equation.3">
                  <p:embed/>
                </p:oleObj>
              </mc:Choice>
              <mc:Fallback>
                <p:oleObj name="Equation" r:id="rId16" imgW="457070" imgH="28575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2909888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5" name="Object 15">
            <a:extLst>
              <a:ext uri="{FF2B5EF4-FFF2-40B4-BE49-F238E27FC236}">
                <a16:creationId xmlns:a16="http://schemas.microsoft.com/office/drawing/2014/main" id="{69591EE1-3344-45FF-9E5E-059A6DAF12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3781425"/>
          <a:ext cx="371633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36711" imgH="368358" progId="Equation.DSMT4">
                  <p:embed/>
                </p:oleObj>
              </mc:Choice>
              <mc:Fallback>
                <p:oleObj name="Equation" r:id="rId18" imgW="1536711" imgH="36835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781425"/>
                        <a:ext cx="3716338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6" name="Text Box 16">
            <a:extLst>
              <a:ext uri="{FF2B5EF4-FFF2-40B4-BE49-F238E27FC236}">
                <a16:creationId xmlns:a16="http://schemas.microsoft.com/office/drawing/2014/main" id="{4086C6E0-2C8C-44BE-8362-1402FF25E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41036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同理可证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02417" name="Object 17">
            <a:extLst>
              <a:ext uri="{FF2B5EF4-FFF2-40B4-BE49-F238E27FC236}">
                <a16:creationId xmlns:a16="http://schemas.microsoft.com/office/drawing/2014/main" id="{13E327D3-86A0-40B1-A842-65261062A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2325" y="341313"/>
          <a:ext cx="179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52535" imgH="368358" progId="Equation.3">
                  <p:embed/>
                </p:oleObj>
              </mc:Choice>
              <mc:Fallback>
                <p:oleObj name="Equation" r:id="rId20" imgW="1752535" imgH="36835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2325" y="341313"/>
                        <a:ext cx="1790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8" name="Object 18">
            <a:extLst>
              <a:ext uri="{FF2B5EF4-FFF2-40B4-BE49-F238E27FC236}">
                <a16:creationId xmlns:a16="http://schemas.microsoft.com/office/drawing/2014/main" id="{D3F718B2-F053-4E93-8694-AECDDF2D09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8413" y="1785938"/>
          <a:ext cx="435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324269" imgH="559031" progId="Equation.3">
                  <p:embed/>
                </p:oleObj>
              </mc:Choice>
              <mc:Fallback>
                <p:oleObj name="Equation" r:id="rId22" imgW="4324269" imgH="55903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413" y="1785938"/>
                        <a:ext cx="4356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9" name="Line 19">
            <a:extLst>
              <a:ext uri="{FF2B5EF4-FFF2-40B4-BE49-F238E27FC236}">
                <a16:creationId xmlns:a16="http://schemas.microsoft.com/office/drawing/2014/main" id="{2EEA4AF1-C857-421B-9A07-E614E0744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2001838"/>
            <a:ext cx="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421" name="Object 21">
            <a:extLst>
              <a:ext uri="{FF2B5EF4-FFF2-40B4-BE49-F238E27FC236}">
                <a16:creationId xmlns:a16="http://schemas.microsoft.com/office/drawing/2014/main" id="{05B655D0-59F3-468B-9D82-EF19AD9F48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2838" y="4070350"/>
          <a:ext cx="113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92092" imgH="368358" progId="Equation.3">
                  <p:embed/>
                </p:oleObj>
              </mc:Choice>
              <mc:Fallback>
                <p:oleObj name="Equation" r:id="rId24" imgW="1092092" imgH="368358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4070350"/>
                        <a:ext cx="1130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2" name="Object 22">
            <a:extLst>
              <a:ext uri="{FF2B5EF4-FFF2-40B4-BE49-F238E27FC236}">
                <a16:creationId xmlns:a16="http://schemas.microsoft.com/office/drawing/2014/main" id="{0F66F366-D5C1-4E3F-877E-18B880D457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0613" y="4900613"/>
          <a:ext cx="23034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933337" imgH="171450" progId="Equation.3">
                  <p:embed/>
                </p:oleObj>
              </mc:Choice>
              <mc:Fallback>
                <p:oleObj name="公式" r:id="rId26" imgW="933337" imgH="17145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613" y="4900613"/>
                        <a:ext cx="23034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3" name="Object 23">
            <a:extLst>
              <a:ext uri="{FF2B5EF4-FFF2-40B4-BE49-F238E27FC236}">
                <a16:creationId xmlns:a16="http://schemas.microsoft.com/office/drawing/2014/main" id="{B99A4C28-FFD3-4079-9BAF-1F58068C9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0" y="4718050"/>
          <a:ext cx="35687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55907" imgH="368358" progId="Equation.DSMT4">
                  <p:embed/>
                </p:oleObj>
              </mc:Choice>
              <mc:Fallback>
                <p:oleObj name="Equation" r:id="rId28" imgW="1555907" imgH="36835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4718050"/>
                        <a:ext cx="35687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5" grpId="0" autoUpdateAnimBg="0"/>
      <p:bldP spid="10241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07B4115-5CEC-4355-952C-0C21288A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962400"/>
            <a:ext cx="7162800" cy="1295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8CAA367F-AAE5-4116-8003-723B3AB36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388" y="9683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上的积分不等于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0 .</a:t>
            </a:r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81ABCA3F-AF70-42DA-9D77-664E03915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0800" y="139700"/>
          <a:ext cx="81121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0884" imgH="247823" progId="Equation.3">
                  <p:embed/>
                </p:oleObj>
              </mc:Choice>
              <mc:Fallback>
                <p:oleObj name="公式" r:id="rId2" imgW="520884" imgH="24782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139700"/>
                        <a:ext cx="81121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339184BD-A56B-4171-ACFB-3BEFB881CB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1228725"/>
          <a:ext cx="201453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85866" imgH="285750" progId="Equation.DSMT4">
                  <p:embed/>
                </p:oleObj>
              </mc:Choice>
              <mc:Fallback>
                <p:oleObj name="Equation" r:id="rId4" imgW="1085866" imgH="28575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28725"/>
                        <a:ext cx="2014538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1BD65A0F-19BF-40FF-9602-1B1537D6E6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5850" y="2005013"/>
          <a:ext cx="18367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111" imgH="368358" progId="Equation.DSMT4">
                  <p:embed/>
                </p:oleObj>
              </mc:Choice>
              <mc:Fallback>
                <p:oleObj name="Equation" r:id="rId6" imgW="927111" imgH="36835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2005013"/>
                        <a:ext cx="18367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>
            <a:extLst>
              <a:ext uri="{FF2B5EF4-FFF2-40B4-BE49-F238E27FC236}">
                <a16:creationId xmlns:a16="http://schemas.microsoft.com/office/drawing/2014/main" id="{30BEBB0E-56DB-42FA-BBEC-A95F03DB3C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3133725"/>
          <a:ext cx="19637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2938" imgH="368358" progId="Equation.3">
                  <p:embed/>
                </p:oleObj>
              </mc:Choice>
              <mc:Fallback>
                <p:oleObj name="Equation" r:id="rId8" imgW="1942938" imgH="36835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133725"/>
                        <a:ext cx="19637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>
            <a:extLst>
              <a:ext uri="{FF2B5EF4-FFF2-40B4-BE49-F238E27FC236}">
                <a16:creationId xmlns:a16="http://schemas.microsoft.com/office/drawing/2014/main" id="{088F9B23-30AB-48DD-9490-1702477706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4114800"/>
          <a:ext cx="32115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81334" imgH="819323" progId="Equation.3">
                  <p:embed/>
                </p:oleObj>
              </mc:Choice>
              <mc:Fallback>
                <p:oleObj name="Equation" r:id="rId10" imgW="3181334" imgH="81932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14800"/>
                        <a:ext cx="32115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>
            <a:extLst>
              <a:ext uri="{FF2B5EF4-FFF2-40B4-BE49-F238E27FC236}">
                <a16:creationId xmlns:a16="http://schemas.microsoft.com/office/drawing/2014/main" id="{236ED396-B1F2-4107-A02A-918B70A2A5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4114800"/>
          <a:ext cx="29956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59284" imgH="819323" progId="Equation.3">
                  <p:embed/>
                </p:oleObj>
              </mc:Choice>
              <mc:Fallback>
                <p:oleObj name="Equation" r:id="rId12" imgW="2959284" imgH="8193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114800"/>
                        <a:ext cx="29956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1">
            <a:extLst>
              <a:ext uri="{FF2B5EF4-FFF2-40B4-BE49-F238E27FC236}">
                <a16:creationId xmlns:a16="http://schemas.microsoft.com/office/drawing/2014/main" id="{42141835-ABAA-471D-B1BB-2519C05BF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823913"/>
            <a:ext cx="1509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且有 </a:t>
            </a:r>
          </a:p>
        </p:txBody>
      </p:sp>
      <p:graphicFrame>
        <p:nvGraphicFramePr>
          <p:cNvPr id="7180" name="Object 12">
            <a:extLst>
              <a:ext uri="{FF2B5EF4-FFF2-40B4-BE49-F238E27FC236}">
                <a16:creationId xmlns:a16="http://schemas.microsoft.com/office/drawing/2014/main" id="{574A8496-730D-4F60-B7C1-5016726189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2913" y="2141538"/>
          <a:ext cx="536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4216" imgH="190673" progId="Equation.3">
                  <p:embed/>
                </p:oleObj>
              </mc:Choice>
              <mc:Fallback>
                <p:oleObj name="公式" r:id="rId14" imgW="254216" imgH="19067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2141538"/>
                        <a:ext cx="5365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Text Box 14">
            <a:extLst>
              <a:ext uri="{FF2B5EF4-FFF2-40B4-BE49-F238E27FC236}">
                <a16:creationId xmlns:a16="http://schemas.microsoft.com/office/drawing/2014/main" id="{3411C8D5-02E6-4FAE-870D-8BC046FC6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100013"/>
            <a:ext cx="73850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但是在三角函数系中两个相同的函数的乘积在 </a:t>
            </a:r>
          </a:p>
        </p:txBody>
      </p:sp>
      <p:graphicFrame>
        <p:nvGraphicFramePr>
          <p:cNvPr id="7190" name="Object 22">
            <a:extLst>
              <a:ext uri="{FF2B5EF4-FFF2-40B4-BE49-F238E27FC236}">
                <a16:creationId xmlns:a16="http://schemas.microsoft.com/office/drawing/2014/main" id="{68EE8FF9-0DD3-4F31-A57F-B7F6B0350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5850" y="3036888"/>
          <a:ext cx="18367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7915" imgH="368358" progId="Equation.DSMT4">
                  <p:embed/>
                </p:oleObj>
              </mc:Choice>
              <mc:Fallback>
                <p:oleObj name="Equation" r:id="rId16" imgW="907915" imgH="368358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3036888"/>
                        <a:ext cx="183673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1" name="Object 23">
            <a:extLst>
              <a:ext uri="{FF2B5EF4-FFF2-40B4-BE49-F238E27FC236}">
                <a16:creationId xmlns:a16="http://schemas.microsoft.com/office/drawing/2014/main" id="{B074149A-8C65-4C47-BE18-FCC16C2F07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4650" y="3197225"/>
          <a:ext cx="536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4216" imgH="190673" progId="Equation.3">
                  <p:embed/>
                </p:oleObj>
              </mc:Choice>
              <mc:Fallback>
                <p:oleObj name="公式" r:id="rId18" imgW="254216" imgH="19067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3197225"/>
                        <a:ext cx="5365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71" grpId="0" build="p" autoUpdateAnimBg="0" advAuto="0"/>
      <p:bldP spid="717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>
            <a:extLst>
              <a:ext uri="{FF2B5EF4-FFF2-40B4-BE49-F238E27FC236}">
                <a16:creationId xmlns:a16="http://schemas.microsoft.com/office/drawing/2014/main" id="{35929F24-115E-4F5F-958C-7DEA8DAEB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990600"/>
            <a:ext cx="708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定理 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2 .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是周期为   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的周期函数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且</a:t>
            </a:r>
            <a:endParaRPr kumimoji="1" lang="zh-CN" altLang="en-US" sz="28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D934D1C6-756F-41EA-AC48-B414A9F7A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25" y="298767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右端级数可逐项积分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1BBAC137-EF67-4D43-956A-7EA95D408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5" y="1827213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endParaRPr kumimoji="1" lang="en-US" altLang="zh-CN" sz="2800" b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F9831A85-CB54-4CA9-84F0-B41E5B0C5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1425" y="4206875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黑体" panose="02010609060101010101" pitchFamily="49" charset="-122"/>
              </a:rPr>
              <a:t>②</a:t>
            </a:r>
            <a:endParaRPr kumimoji="1" lang="en-US" altLang="zh-CN" sz="2800" b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8216" name="Object 24">
            <a:extLst>
              <a:ext uri="{FF2B5EF4-FFF2-40B4-BE49-F238E27FC236}">
                <a16:creationId xmlns:a16="http://schemas.microsoft.com/office/drawing/2014/main" id="{0F32C9F8-E501-40C4-A4AB-5E9585BDE8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80445"/>
              </p:ext>
            </p:extLst>
          </p:nvPr>
        </p:nvGraphicFramePr>
        <p:xfrm>
          <a:off x="1851025" y="1768475"/>
          <a:ext cx="61547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21422" imgH="971550" progId="Equation.3">
                  <p:embed/>
                </p:oleObj>
              </mc:Choice>
              <mc:Fallback>
                <p:oleObj name="Equation" r:id="rId2" imgW="6121422" imgH="97155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1768475"/>
                        <a:ext cx="61547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7" name="Object 25">
            <a:extLst>
              <a:ext uri="{FF2B5EF4-FFF2-40B4-BE49-F238E27FC236}">
                <a16:creationId xmlns:a16="http://schemas.microsoft.com/office/drawing/2014/main" id="{762FC2A8-0361-4184-9E49-DB5C48757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942738"/>
              </p:ext>
            </p:extLst>
          </p:nvPr>
        </p:nvGraphicFramePr>
        <p:xfrm>
          <a:off x="1841500" y="3889375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473" imgH="406285" progId="Equation.3">
                  <p:embed/>
                </p:oleObj>
              </mc:Choice>
              <mc:Fallback>
                <p:oleObj name="Equation" r:id="rId4" imgW="647473" imgH="40628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3889375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8" name="Object 26">
            <a:extLst>
              <a:ext uri="{FF2B5EF4-FFF2-40B4-BE49-F238E27FC236}">
                <a16:creationId xmlns:a16="http://schemas.microsoft.com/office/drawing/2014/main" id="{970C3BEE-6921-48BF-9331-BA755AA84C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908540"/>
              </p:ext>
            </p:extLst>
          </p:nvPr>
        </p:nvGraphicFramePr>
        <p:xfrm>
          <a:off x="1841500" y="4538663"/>
          <a:ext cx="3848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10130" imgH="895177" progId="Equation.3">
                  <p:embed/>
                </p:oleObj>
              </mc:Choice>
              <mc:Fallback>
                <p:oleObj name="Equation" r:id="rId6" imgW="3810130" imgH="895177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4538663"/>
                        <a:ext cx="3848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9" name="Object 27">
            <a:extLst>
              <a:ext uri="{FF2B5EF4-FFF2-40B4-BE49-F238E27FC236}">
                <a16:creationId xmlns:a16="http://schemas.microsoft.com/office/drawing/2014/main" id="{C36A243D-A8AB-4D58-BDA7-764B42F174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178799"/>
              </p:ext>
            </p:extLst>
          </p:nvPr>
        </p:nvGraphicFramePr>
        <p:xfrm>
          <a:off x="2633663" y="3673475"/>
          <a:ext cx="30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668" imgH="895177" progId="Equation.3">
                  <p:embed/>
                </p:oleObj>
              </mc:Choice>
              <mc:Fallback>
                <p:oleObj name="Equation" r:id="rId8" imgW="266668" imgH="895177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3673475"/>
                        <a:ext cx="30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0" name="Object 28">
            <a:extLst>
              <a:ext uri="{FF2B5EF4-FFF2-40B4-BE49-F238E27FC236}">
                <a16:creationId xmlns:a16="http://schemas.microsoft.com/office/drawing/2014/main" id="{AB701824-072E-4F97-B13E-759B8C0A45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176271"/>
              </p:ext>
            </p:extLst>
          </p:nvPr>
        </p:nvGraphicFramePr>
        <p:xfrm>
          <a:off x="2994025" y="3673475"/>
          <a:ext cx="287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38401" imgH="819323" progId="Equation.3">
                  <p:embed/>
                </p:oleObj>
              </mc:Choice>
              <mc:Fallback>
                <p:oleObj name="Equation" r:id="rId10" imgW="2838401" imgH="819323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025" y="3673475"/>
                        <a:ext cx="2870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1" name="Object 29">
            <a:extLst>
              <a:ext uri="{FF2B5EF4-FFF2-40B4-BE49-F238E27FC236}">
                <a16:creationId xmlns:a16="http://schemas.microsoft.com/office/drawing/2014/main" id="{E846A23B-A2A9-4F53-A978-2612654A59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829215"/>
              </p:ext>
            </p:extLst>
          </p:nvPr>
        </p:nvGraphicFramePr>
        <p:xfrm>
          <a:off x="6521450" y="3889375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09605" imgH="368358" progId="Equation.3">
                  <p:embed/>
                </p:oleObj>
              </mc:Choice>
              <mc:Fallback>
                <p:oleObj name="Equation" r:id="rId12" imgW="2209605" imgH="368358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3889375"/>
                        <a:ext cx="2247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" name="Object 30">
            <a:extLst>
              <a:ext uri="{FF2B5EF4-FFF2-40B4-BE49-F238E27FC236}">
                <a16:creationId xmlns:a16="http://schemas.microsoft.com/office/drawing/2014/main" id="{39BEE973-6FE4-4948-A2B3-6828B8CFD3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281980"/>
              </p:ext>
            </p:extLst>
          </p:nvPr>
        </p:nvGraphicFramePr>
        <p:xfrm>
          <a:off x="6450013" y="4754563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28800" imgH="368358" progId="Equation.3">
                  <p:embed/>
                </p:oleObj>
              </mc:Choice>
              <mc:Fallback>
                <p:oleObj name="Equation" r:id="rId14" imgW="1828800" imgH="368358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0013" y="4754563"/>
                        <a:ext cx="1866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3" name="AutoShape 31">
            <a:extLst>
              <a:ext uri="{FF2B5EF4-FFF2-40B4-BE49-F238E27FC236}">
                <a16:creationId xmlns:a16="http://schemas.microsoft.com/office/drawing/2014/main" id="{2F8D6019-6F54-4FAB-A7C5-EA46D6C233F3}"/>
              </a:ext>
            </a:extLst>
          </p:cNvPr>
          <p:cNvSpPr>
            <a:spLocks/>
          </p:cNvSpPr>
          <p:nvPr/>
        </p:nvSpPr>
        <p:spPr bwMode="auto">
          <a:xfrm>
            <a:off x="1409700" y="3817938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8224" name="Object 32">
            <a:extLst>
              <a:ext uri="{FF2B5EF4-FFF2-40B4-BE49-F238E27FC236}">
                <a16:creationId xmlns:a16="http://schemas.microsoft.com/office/drawing/2014/main" id="{7D385F54-68D1-4116-8923-2F28C025FB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399868"/>
              </p:ext>
            </p:extLst>
          </p:nvPr>
        </p:nvGraphicFramePr>
        <p:xfrm>
          <a:off x="4262438" y="1003300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0417" imgH="190417" progId="Equation.3">
                  <p:embed/>
                </p:oleObj>
              </mc:Choice>
              <mc:Fallback>
                <p:oleObj name="公式" r:id="rId16" imgW="190417" imgH="190417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1003300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7">
            <a:extLst>
              <a:ext uri="{FF2B5EF4-FFF2-40B4-BE49-F238E27FC236}">
                <a16:creationId xmlns:a16="http://schemas.microsoft.com/office/drawing/2014/main" id="{8E25F519-2E3D-457F-AA1C-E56AEC155A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" y="762000"/>
            <a:ext cx="10668000" cy="0"/>
          </a:xfrm>
          <a:prstGeom prst="line">
            <a:avLst/>
          </a:prstGeom>
          <a:noFill/>
          <a:ln w="28575" algn="ctr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8">
            <a:extLst>
              <a:ext uri="{FF2B5EF4-FFF2-40B4-BE49-F238E27FC236}">
                <a16:creationId xmlns:a16="http://schemas.microsoft.com/office/drawing/2014/main" id="{C1C5D753-ECD5-4F8E-9348-FD22594B9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147638"/>
            <a:ext cx="55707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2060"/>
                </a:solidFill>
                <a:ea typeface="楷体_GB2312" pitchFamily="49" charset="-122"/>
              </a:rPr>
              <a:t>二、函数展开为傅里叶级数的条件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8197" grpId="0" autoUpdateAnimBg="0"/>
      <p:bldP spid="8204" grpId="0" autoUpdateAnimBg="0"/>
      <p:bldP spid="8205" grpId="0" build="p" autoUpdateAnimBg="0"/>
      <p:bldP spid="82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Text Box 4">
            <a:extLst>
              <a:ext uri="{FF2B5EF4-FFF2-40B4-BE49-F238E27FC236}">
                <a16:creationId xmlns:a16="http://schemas.microsoft.com/office/drawing/2014/main" id="{C8E7ECB2-438A-41D6-AAFE-EA260E9BA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0500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由定理条件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10597" name="Object 5">
            <a:extLst>
              <a:ext uri="{FF2B5EF4-FFF2-40B4-BE49-F238E27FC236}">
                <a16:creationId xmlns:a16="http://schemas.microsoft.com/office/drawing/2014/main" id="{C1D37BB4-FAB2-4067-8AF0-71228A25EB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4900" y="2519363"/>
          <a:ext cx="871220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41777" imgH="431742" progId="Equation.DSMT4">
                  <p:embed/>
                </p:oleObj>
              </mc:Choice>
              <mc:Fallback>
                <p:oleObj name="Equation" r:id="rId2" imgW="3841777" imgH="43174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519363"/>
                        <a:ext cx="8712200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6">
            <a:extLst>
              <a:ext uri="{FF2B5EF4-FFF2-40B4-BE49-F238E27FC236}">
                <a16:creationId xmlns:a16="http://schemas.microsoft.com/office/drawing/2014/main" id="{6083BF37-2CDE-450C-A8DF-85A705CDE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58400" y="2743200"/>
          <a:ext cx="8509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9197" imgH="254058" progId="Equation.3">
                  <p:embed/>
                </p:oleObj>
              </mc:Choice>
              <mc:Fallback>
                <p:oleObj name="公式" r:id="rId4" imgW="419197" imgH="25405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2743200"/>
                        <a:ext cx="8509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9" name="Object 7">
            <a:extLst>
              <a:ext uri="{FF2B5EF4-FFF2-40B4-BE49-F238E27FC236}">
                <a16:creationId xmlns:a16="http://schemas.microsoft.com/office/drawing/2014/main" id="{5786E78E-6B55-4EEE-B542-BEAB06903C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836738"/>
          <a:ext cx="10604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20884" imgH="247823" progId="Equation.3">
                  <p:embed/>
                </p:oleObj>
              </mc:Choice>
              <mc:Fallback>
                <p:oleObj name="公式" r:id="rId6" imgW="520884" imgH="24782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836738"/>
                        <a:ext cx="106045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0" name="Text Box 8">
            <a:extLst>
              <a:ext uri="{FF2B5EF4-FFF2-40B4-BE49-F238E27FC236}">
                <a16:creationId xmlns:a16="http://schemas.microsoft.com/office/drawing/2014/main" id="{39621D28-D2B6-4B0F-AA2C-37BE5B6C2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1831975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对①在</a:t>
            </a:r>
          </a:p>
        </p:txBody>
      </p:sp>
      <p:sp>
        <p:nvSpPr>
          <p:cNvPr id="110601" name="Text Box 9">
            <a:extLst>
              <a:ext uri="{FF2B5EF4-FFF2-40B4-BE49-F238E27FC236}">
                <a16:creationId xmlns:a16="http://schemas.microsoft.com/office/drawing/2014/main" id="{467EA158-4D7C-4D12-AF8B-9F16F9646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1831975"/>
            <a:ext cx="213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逐项积分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sp>
        <p:nvSpPr>
          <p:cNvPr id="110602" name="Text Box 10">
            <a:extLst>
              <a:ext uri="{FF2B5EF4-FFF2-40B4-BE49-F238E27FC236}">
                <a16:creationId xmlns:a16="http://schemas.microsoft.com/office/drawing/2014/main" id="{FF323B71-0DB5-4F7C-B9A2-F01ADED6E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6650" y="51593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endParaRPr kumimoji="1" lang="en-US" altLang="zh-CN" sz="2800" b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110603" name="Object 11">
            <a:extLst>
              <a:ext uri="{FF2B5EF4-FFF2-40B4-BE49-F238E27FC236}">
                <a16:creationId xmlns:a16="http://schemas.microsoft.com/office/drawing/2014/main" id="{68BA19DE-97C8-4A44-A395-6A8B8CF84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57200"/>
          <a:ext cx="61547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121422" imgH="971550" progId="Equation.3">
                  <p:embed/>
                </p:oleObj>
              </mc:Choice>
              <mc:Fallback>
                <p:oleObj name="Equation" r:id="rId8" imgW="6121422" imgH="9715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"/>
                        <a:ext cx="61547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4" name="Object 12">
            <a:extLst>
              <a:ext uri="{FF2B5EF4-FFF2-40B4-BE49-F238E27FC236}">
                <a16:creationId xmlns:a16="http://schemas.microsoft.com/office/drawing/2014/main" id="{EF832F0F-56F9-4072-89B7-79C7E9A4B3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000500"/>
          <a:ext cx="33162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886" imgH="368358" progId="Equation.DSMT4">
                  <p:embed/>
                </p:oleObj>
              </mc:Choice>
              <mc:Fallback>
                <p:oleObj name="Equation" r:id="rId10" imgW="1320886" imgH="36835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000500"/>
                        <a:ext cx="3316288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0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build="p" autoUpdateAnimBg="0"/>
      <p:bldP spid="110600" grpId="0" build="p" autoUpdateAnimBg="0"/>
      <p:bldP spid="110601" grpId="0" build="p" autoUpdateAnimBg="0" advAuto="0"/>
      <p:bldP spid="11060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18" name="Object 2">
            <a:extLst>
              <a:ext uri="{FF2B5EF4-FFF2-40B4-BE49-F238E27FC236}">
                <a16:creationId xmlns:a16="http://schemas.microsoft.com/office/drawing/2014/main" id="{C027D8D8-639B-4D91-BFC8-70BC3075E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7313"/>
          <a:ext cx="53340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51" imgH="368358" progId="Equation.DSMT4">
                  <p:embed/>
                </p:oleObj>
              </mc:Choice>
              <mc:Fallback>
                <p:oleObj name="Equation" r:id="rId2" imgW="2450851" imgH="36835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7313"/>
                        <a:ext cx="53340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19" name="Object 3">
            <a:extLst>
              <a:ext uri="{FF2B5EF4-FFF2-40B4-BE49-F238E27FC236}">
                <a16:creationId xmlns:a16="http://schemas.microsoft.com/office/drawing/2014/main" id="{4F3F639E-A4EE-4966-817E-5BEEDBB0B9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5438" y="931863"/>
          <a:ext cx="8921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3337" imgH="1016231" progId="Equation.3">
                  <p:embed/>
                </p:oleObj>
              </mc:Choice>
              <mc:Fallback>
                <p:oleObj name="Equation" r:id="rId4" imgW="933337" imgH="101623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931863"/>
                        <a:ext cx="892175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4">
            <a:extLst>
              <a:ext uri="{FF2B5EF4-FFF2-40B4-BE49-F238E27FC236}">
                <a16:creationId xmlns:a16="http://schemas.microsoft.com/office/drawing/2014/main" id="{D44E9BD9-B13B-42DF-9818-BFE9B27470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976313"/>
          <a:ext cx="314007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93780" imgH="368358" progId="Equation.DSMT4">
                  <p:embed/>
                </p:oleObj>
              </mc:Choice>
              <mc:Fallback>
                <p:oleObj name="Equation" r:id="rId6" imgW="1593780" imgH="36835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976313"/>
                        <a:ext cx="3140075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5">
            <a:extLst>
              <a:ext uri="{FF2B5EF4-FFF2-40B4-BE49-F238E27FC236}">
                <a16:creationId xmlns:a16="http://schemas.microsoft.com/office/drawing/2014/main" id="{C7DC144A-2ECC-4142-A2A8-2D5A7291C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935038"/>
          <a:ext cx="31019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9642" imgH="368358" progId="Equation.DSMT4">
                  <p:embed/>
                </p:oleObj>
              </mc:Choice>
              <mc:Fallback>
                <p:oleObj name="Equation" r:id="rId8" imgW="1479642" imgH="36835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935038"/>
                        <a:ext cx="31019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>
            <a:extLst>
              <a:ext uri="{FF2B5EF4-FFF2-40B4-BE49-F238E27FC236}">
                <a16:creationId xmlns:a16="http://schemas.microsoft.com/office/drawing/2014/main" id="{3051337A-B8D1-4EEF-9839-B376FF4D7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2600" y="2057400"/>
          <a:ext cx="2817813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06749" imgH="368358" progId="Equation.DSMT4">
                  <p:embed/>
                </p:oleObj>
              </mc:Choice>
              <mc:Fallback>
                <p:oleObj name="Equation" r:id="rId10" imgW="1206749" imgH="36835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2057400"/>
                        <a:ext cx="2817813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Object 7">
            <a:extLst>
              <a:ext uri="{FF2B5EF4-FFF2-40B4-BE49-F238E27FC236}">
                <a16:creationId xmlns:a16="http://schemas.microsoft.com/office/drawing/2014/main" id="{67F40FDC-B2FE-46AE-8007-D5E3FBCB56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281238"/>
          <a:ext cx="9906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38393" imgH="254058" progId="Equation.3">
                  <p:embed/>
                </p:oleObj>
              </mc:Choice>
              <mc:Fallback>
                <p:oleObj name="公式" r:id="rId12" imgW="438393" imgH="25405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281238"/>
                        <a:ext cx="9906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4" name="Object 8">
            <a:extLst>
              <a:ext uri="{FF2B5EF4-FFF2-40B4-BE49-F238E27FC236}">
                <a16:creationId xmlns:a16="http://schemas.microsoft.com/office/drawing/2014/main" id="{C0E3F6FD-C556-45DE-9444-85E868CFCA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230563"/>
          <a:ext cx="3962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22574" imgH="368358" progId="Equation.DSMT4">
                  <p:embed/>
                </p:oleObj>
              </mc:Choice>
              <mc:Fallback>
                <p:oleObj name="Equation" r:id="rId14" imgW="1822574" imgH="36835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30563"/>
                        <a:ext cx="3962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5" name="Object 9">
            <a:extLst>
              <a:ext uri="{FF2B5EF4-FFF2-40B4-BE49-F238E27FC236}">
                <a16:creationId xmlns:a16="http://schemas.microsoft.com/office/drawing/2014/main" id="{D14F4ED5-9B47-4E3E-A3D5-824E3A686F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8325" y="3470275"/>
          <a:ext cx="195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24261" imgH="368358" progId="Equation.3">
                  <p:embed/>
                </p:oleObj>
              </mc:Choice>
              <mc:Fallback>
                <p:oleObj name="Equation" r:id="rId16" imgW="1924261" imgH="36835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3470275"/>
                        <a:ext cx="1955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6" name="Text Box 10">
            <a:extLst>
              <a:ext uri="{FF2B5EF4-FFF2-40B4-BE49-F238E27FC236}">
                <a16:creationId xmlns:a16="http://schemas.microsoft.com/office/drawing/2014/main" id="{2984B69F-9A4E-412E-9B90-31DF7570E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3775" y="219551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利用正交性</a:t>
            </a:r>
            <a:r>
              <a:rPr kumimoji="1" lang="en-US" altLang="zh-CN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111627" name="Object 11">
            <a:extLst>
              <a:ext uri="{FF2B5EF4-FFF2-40B4-BE49-F238E27FC236}">
                <a16:creationId xmlns:a16="http://schemas.microsoft.com/office/drawing/2014/main" id="{D9BFEB81-9FA2-4904-9CF9-1A24CDE770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25200" y="914400"/>
          <a:ext cx="2476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8795" imgH="857250" progId="Equation.3">
                  <p:embed/>
                </p:oleObj>
              </mc:Choice>
              <mc:Fallback>
                <p:oleObj name="Equation" r:id="rId18" imgW="228795" imgH="8572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5200" y="914400"/>
                        <a:ext cx="2476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0" name="Text Box 14">
            <a:extLst>
              <a:ext uri="{FF2B5EF4-FFF2-40B4-BE49-F238E27FC236}">
                <a16:creationId xmlns:a16="http://schemas.microsoft.com/office/drawing/2014/main" id="{46912C3D-1419-4822-92A1-465BCD84F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371975"/>
            <a:ext cx="777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类似地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用             乘 </a:t>
            </a:r>
            <a:r>
              <a:rPr kumimoji="1" lang="zh-CN" altLang="en-US" sz="2800" b="0">
                <a:latin typeface="Times New Roman" panose="02020603050405020304" pitchFamily="18" charset="0"/>
                <a:ea typeface="黑体" panose="02010609060101010101" pitchFamily="49" charset="-122"/>
              </a:rPr>
              <a:t>①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式两边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再逐项积分可得</a:t>
            </a:r>
          </a:p>
        </p:txBody>
      </p:sp>
      <p:graphicFrame>
        <p:nvGraphicFramePr>
          <p:cNvPr id="111631" name="Object 15">
            <a:extLst>
              <a:ext uri="{FF2B5EF4-FFF2-40B4-BE49-F238E27FC236}">
                <a16:creationId xmlns:a16="http://schemas.microsoft.com/office/drawing/2014/main" id="{E4FC39E2-A0C3-4BD5-BBD9-FA50CAF05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4217988"/>
          <a:ext cx="10160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82391" imgH="393529" progId="Equation.DSMT4">
                  <p:embed/>
                </p:oleObj>
              </mc:Choice>
              <mc:Fallback>
                <p:oleObj name="Equation" r:id="rId20" imgW="482391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4217988"/>
                        <a:ext cx="10160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2" name="Object 16">
            <a:extLst>
              <a:ext uri="{FF2B5EF4-FFF2-40B4-BE49-F238E27FC236}">
                <a16:creationId xmlns:a16="http://schemas.microsoft.com/office/drawing/2014/main" id="{43056474-F46D-4EDA-8CBC-52A2B17CC4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3725" y="5097463"/>
          <a:ext cx="3776663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40084" imgH="368358" progId="Equation.DSMT4">
                  <p:embed/>
                </p:oleObj>
              </mc:Choice>
              <mc:Fallback>
                <p:oleObj name="Equation" r:id="rId22" imgW="1740084" imgH="368358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5" y="5097463"/>
                        <a:ext cx="3776663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3" name="Object 17">
            <a:extLst>
              <a:ext uri="{FF2B5EF4-FFF2-40B4-BE49-F238E27FC236}">
                <a16:creationId xmlns:a16="http://schemas.microsoft.com/office/drawing/2014/main" id="{6611DB64-78A8-43DD-B346-2FC216BB3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8350" y="5387975"/>
          <a:ext cx="195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24261" imgH="368358" progId="Equation.3">
                  <p:embed/>
                </p:oleObj>
              </mc:Choice>
              <mc:Fallback>
                <p:oleObj name="Equation" r:id="rId16" imgW="1924261" imgH="36835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350" y="5387975"/>
                        <a:ext cx="1955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6" grpId="0" autoUpdateAnimBg="0"/>
      <p:bldP spid="1116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F95F6C23-2B58-4BE3-A7D6-3864B4D3A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3860800"/>
            <a:ext cx="6642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的傅里叶系数为系数的三角级数 </a:t>
            </a:r>
            <a:r>
              <a:rPr kumimoji="1" lang="zh-CN" altLang="en-US" sz="2800" b="0">
                <a:latin typeface="Times New Roman" panose="02020603050405020304" pitchFamily="18" charset="0"/>
                <a:ea typeface="黑体" panose="02010609060101010101" pitchFamily="49" charset="-122"/>
              </a:rPr>
              <a:t>①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6C5D76D7-2F54-4E91-9D57-5EF511B8D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9718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傅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叶系数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4BD313A2-C2B1-463B-8ED8-14F012EBE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9718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由公式 </a:t>
            </a:r>
            <a:r>
              <a:rPr kumimoji="1" lang="zh-CN" altLang="en-US" sz="2800" b="0">
                <a:latin typeface="Times New Roman" panose="02020603050405020304" pitchFamily="18" charset="0"/>
                <a:ea typeface="黑体" panose="02010609060101010101" pitchFamily="49" charset="-122"/>
              </a:rPr>
              <a:t>②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确定的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4DBB87DD-A62B-4D9A-B0C5-94524D711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213" y="3043238"/>
          <a:ext cx="93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689" imgH="406285" progId="Equation.3">
                  <p:embed/>
                </p:oleObj>
              </mc:Choice>
              <mc:Fallback>
                <p:oleObj name="Equation" r:id="rId3" imgW="901689" imgH="4062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3043238"/>
                        <a:ext cx="939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8">
            <a:extLst>
              <a:ext uri="{FF2B5EF4-FFF2-40B4-BE49-F238E27FC236}">
                <a16:creationId xmlns:a16="http://schemas.microsoft.com/office/drawing/2014/main" id="{5A5A61FB-B7B8-4F7B-A289-7A583BFB3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048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C122EEBB-344E-497B-86F4-B8C777690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38608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以</a:t>
            </a:r>
          </a:p>
        </p:txBody>
      </p:sp>
      <p:graphicFrame>
        <p:nvGraphicFramePr>
          <p:cNvPr id="10251" name="Object 11">
            <a:extLst>
              <a:ext uri="{FF2B5EF4-FFF2-40B4-BE49-F238E27FC236}">
                <a16:creationId xmlns:a16="http://schemas.microsoft.com/office/drawing/2014/main" id="{B00F88A9-7C74-4F7D-98CC-27B7333A98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933825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05061" imgH="368358" progId="Equation.3">
                  <p:embed/>
                </p:oleObj>
              </mc:Choice>
              <mc:Fallback>
                <p:oleObj name="Equation" r:id="rId5" imgW="705061" imgH="36835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933825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2">
            <a:extLst>
              <a:ext uri="{FF2B5EF4-FFF2-40B4-BE49-F238E27FC236}">
                <a16:creationId xmlns:a16="http://schemas.microsoft.com/office/drawing/2014/main" id="{F4FF828B-6ADD-49CC-8D8C-1AC1EDC60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0" y="3933825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05061" imgH="368358" progId="Equation.3">
                  <p:embed/>
                </p:oleObj>
              </mc:Choice>
              <mc:Fallback>
                <p:oleObj name="Equation" r:id="rId7" imgW="705061" imgH="36835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3933825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Text Box 16">
            <a:extLst>
              <a:ext uri="{FF2B5EF4-FFF2-40B4-BE49-F238E27FC236}">
                <a16:creationId xmlns:a16="http://schemas.microsoft.com/office/drawing/2014/main" id="{0012877C-6F67-4735-A210-BE49227C4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7550" y="3851275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傅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叶级数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0257" name="Text Box 17">
            <a:extLst>
              <a:ext uri="{FF2B5EF4-FFF2-40B4-BE49-F238E27FC236}">
                <a16:creationId xmlns:a16="http://schemas.microsoft.com/office/drawing/2014/main" id="{858709B8-33DA-4A30-BF1F-E1E8AA689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2971800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称为函数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258" name="Object 18">
            <a:extLst>
              <a:ext uri="{FF2B5EF4-FFF2-40B4-BE49-F238E27FC236}">
                <a16:creationId xmlns:a16="http://schemas.microsoft.com/office/drawing/2014/main" id="{B04A4ACD-4474-4464-9567-982A34DBDC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2625" y="3043238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05061" imgH="368358" progId="Equation.3">
                  <p:embed/>
                </p:oleObj>
              </mc:Choice>
              <mc:Fallback>
                <p:oleObj name="Equation" r:id="rId9" imgW="705061" imgH="36835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3043238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" name="Line 20">
            <a:extLst>
              <a:ext uri="{FF2B5EF4-FFF2-40B4-BE49-F238E27FC236}">
                <a16:creationId xmlns:a16="http://schemas.microsoft.com/office/drawing/2014/main" id="{8C1A32AF-082A-4A84-9FCD-1077AD9F9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895600"/>
            <a:ext cx="8915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50" name="Group 21">
            <a:extLst>
              <a:ext uri="{FF2B5EF4-FFF2-40B4-BE49-F238E27FC236}">
                <a16:creationId xmlns:a16="http://schemas.microsoft.com/office/drawing/2014/main" id="{08E3FF37-965B-435E-A369-38C6D66146CD}"/>
              </a:ext>
            </a:extLst>
          </p:cNvPr>
          <p:cNvGrpSpPr>
            <a:grpSpLocks/>
          </p:cNvGrpSpPr>
          <p:nvPr/>
        </p:nvGrpSpPr>
        <p:grpSpPr bwMode="auto">
          <a:xfrm>
            <a:off x="10317163" y="46038"/>
            <a:ext cx="1828800" cy="2555875"/>
            <a:chOff x="4320" y="2208"/>
            <a:chExt cx="1152" cy="1610"/>
          </a:xfrm>
        </p:grpSpPr>
        <p:pic>
          <p:nvPicPr>
            <p:cNvPr id="14360" name="Picture 22">
              <a:hlinkClick r:id="" action="ppaction://noaction"/>
              <a:extLst>
                <a:ext uri="{FF2B5EF4-FFF2-40B4-BE49-F238E27FC236}">
                  <a16:creationId xmlns:a16="http://schemas.microsoft.com/office/drawing/2014/main" id="{872BCA77-E7C2-4618-9459-3D9C985E9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2" y="2304"/>
              <a:ext cx="1022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361" name="Group 23">
              <a:extLst>
                <a:ext uri="{FF2B5EF4-FFF2-40B4-BE49-F238E27FC236}">
                  <a16:creationId xmlns:a16="http://schemas.microsoft.com/office/drawing/2014/main" id="{B8BAE338-16E7-4B11-A44D-757637852B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2208"/>
              <a:ext cx="1152" cy="1610"/>
              <a:chOff x="4320" y="2208"/>
              <a:chExt cx="1152" cy="1610"/>
            </a:xfrm>
          </p:grpSpPr>
          <p:sp>
            <p:nvSpPr>
              <p:cNvPr id="14362" name="Freeform 24">
                <a:extLst>
                  <a:ext uri="{FF2B5EF4-FFF2-40B4-BE49-F238E27FC236}">
                    <a16:creationId xmlns:a16="http://schemas.microsoft.com/office/drawing/2014/main" id="{88076300-3632-41A2-A6D0-6E4698BCB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2208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 w 2304"/>
                  <a:gd name="T3" fmla="*/ 1 h 192"/>
                  <a:gd name="T4" fmla="*/ 1 w 2304"/>
                  <a:gd name="T5" fmla="*/ 1 h 192"/>
                  <a:gd name="T6" fmla="*/ 1 w 2304"/>
                  <a:gd name="T7" fmla="*/ 0 h 192"/>
                  <a:gd name="T8" fmla="*/ 0 w 2304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4"/>
                  <a:gd name="T16" fmla="*/ 0 h 192"/>
                  <a:gd name="T17" fmla="*/ 2304 w 23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3" name="Freeform 25">
                <a:extLst>
                  <a:ext uri="{FF2B5EF4-FFF2-40B4-BE49-F238E27FC236}">
                    <a16:creationId xmlns:a16="http://schemas.microsoft.com/office/drawing/2014/main" id="{5ACA0D8F-8231-4C96-B65C-3081E2DC6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2208"/>
                <a:ext cx="96" cy="1610"/>
              </a:xfrm>
              <a:custGeom>
                <a:avLst/>
                <a:gdLst>
                  <a:gd name="T0" fmla="*/ 0 w 192"/>
                  <a:gd name="T1" fmla="*/ 0 h 3552"/>
                  <a:gd name="T2" fmla="*/ 1 w 192"/>
                  <a:gd name="T3" fmla="*/ 0 h 3552"/>
                  <a:gd name="T4" fmla="*/ 1 w 192"/>
                  <a:gd name="T5" fmla="*/ 0 h 3552"/>
                  <a:gd name="T6" fmla="*/ 0 w 192"/>
                  <a:gd name="T7" fmla="*/ 0 h 3552"/>
                  <a:gd name="T8" fmla="*/ 0 w 192"/>
                  <a:gd name="T9" fmla="*/ 0 h 35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3552"/>
                  <a:gd name="T17" fmla="*/ 192 w 192"/>
                  <a:gd name="T18" fmla="*/ 3552 h 35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4" name="Freeform 26">
                <a:extLst>
                  <a:ext uri="{FF2B5EF4-FFF2-40B4-BE49-F238E27FC236}">
                    <a16:creationId xmlns:a16="http://schemas.microsoft.com/office/drawing/2014/main" id="{177A47A4-7D7D-4AB9-85F6-FE621D0D9C6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376" y="2208"/>
                <a:ext cx="96" cy="1610"/>
              </a:xfrm>
              <a:custGeom>
                <a:avLst/>
                <a:gdLst>
                  <a:gd name="T0" fmla="*/ 0 w 192"/>
                  <a:gd name="T1" fmla="*/ 0 h 3552"/>
                  <a:gd name="T2" fmla="*/ 1 w 192"/>
                  <a:gd name="T3" fmla="*/ 0 h 3552"/>
                  <a:gd name="T4" fmla="*/ 1 w 192"/>
                  <a:gd name="T5" fmla="*/ 0 h 3552"/>
                  <a:gd name="T6" fmla="*/ 0 w 192"/>
                  <a:gd name="T7" fmla="*/ 0 h 3552"/>
                  <a:gd name="T8" fmla="*/ 0 w 192"/>
                  <a:gd name="T9" fmla="*/ 0 h 35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3552"/>
                  <a:gd name="T17" fmla="*/ 192 w 192"/>
                  <a:gd name="T18" fmla="*/ 3552 h 35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5" name="Freeform 27">
                <a:extLst>
                  <a:ext uri="{FF2B5EF4-FFF2-40B4-BE49-F238E27FC236}">
                    <a16:creationId xmlns:a16="http://schemas.microsoft.com/office/drawing/2014/main" id="{6BE15E5F-791C-4B69-8DCB-874D185901E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320" y="3722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 w 2304"/>
                  <a:gd name="T3" fmla="*/ 1 h 192"/>
                  <a:gd name="T4" fmla="*/ 1 w 2304"/>
                  <a:gd name="T5" fmla="*/ 1 h 192"/>
                  <a:gd name="T6" fmla="*/ 1 w 2304"/>
                  <a:gd name="T7" fmla="*/ 0 h 192"/>
                  <a:gd name="T8" fmla="*/ 0 w 2304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4"/>
                  <a:gd name="T16" fmla="*/ 0 h 192"/>
                  <a:gd name="T17" fmla="*/ 2304 w 23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4351" name="Object 36">
            <a:extLst>
              <a:ext uri="{FF2B5EF4-FFF2-40B4-BE49-F238E27FC236}">
                <a16:creationId xmlns:a16="http://schemas.microsoft.com/office/drawing/2014/main" id="{72EC57C6-A023-46F8-A720-2DA41143C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0"/>
          <a:ext cx="61547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121422" imgH="971550" progId="Equation.3">
                  <p:embed/>
                </p:oleObj>
              </mc:Choice>
              <mc:Fallback>
                <p:oleObj name="Equation" r:id="rId12" imgW="6121422" imgH="97155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0"/>
                        <a:ext cx="61547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38">
            <a:extLst>
              <a:ext uri="{FF2B5EF4-FFF2-40B4-BE49-F238E27FC236}">
                <a16:creationId xmlns:a16="http://schemas.microsoft.com/office/drawing/2014/main" id="{11FDDDD5-1A31-413C-A056-7901034C24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5075" y="1206500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47473" imgH="406285" progId="Equation.3">
                  <p:embed/>
                </p:oleObj>
              </mc:Choice>
              <mc:Fallback>
                <p:oleObj name="Equation" r:id="rId14" imgW="647473" imgH="406285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5" y="1206500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39">
            <a:extLst>
              <a:ext uri="{FF2B5EF4-FFF2-40B4-BE49-F238E27FC236}">
                <a16:creationId xmlns:a16="http://schemas.microsoft.com/office/drawing/2014/main" id="{A5CEC160-8284-41B2-A9E6-146EBFBFF6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5075" y="1855788"/>
          <a:ext cx="3848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10130" imgH="895177" progId="Equation.3">
                  <p:embed/>
                </p:oleObj>
              </mc:Choice>
              <mc:Fallback>
                <p:oleObj name="Equation" r:id="rId16" imgW="3810130" imgH="895177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5" y="1855788"/>
                        <a:ext cx="3848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4" name="Object 40">
            <a:extLst>
              <a:ext uri="{FF2B5EF4-FFF2-40B4-BE49-F238E27FC236}">
                <a16:creationId xmlns:a16="http://schemas.microsoft.com/office/drawing/2014/main" id="{9E6CA0FA-CD3B-4E8C-9F76-152D16E14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7238" y="990600"/>
          <a:ext cx="30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668" imgH="895177" progId="Equation.3">
                  <p:embed/>
                </p:oleObj>
              </mc:Choice>
              <mc:Fallback>
                <p:oleObj name="Equation" r:id="rId18" imgW="266668" imgH="895177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990600"/>
                        <a:ext cx="30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5" name="Object 41">
            <a:extLst>
              <a:ext uri="{FF2B5EF4-FFF2-40B4-BE49-F238E27FC236}">
                <a16:creationId xmlns:a16="http://schemas.microsoft.com/office/drawing/2014/main" id="{003BB66D-1675-4449-A120-C821F1CC4C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990600"/>
          <a:ext cx="287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838401" imgH="819323" progId="Equation.3">
                  <p:embed/>
                </p:oleObj>
              </mc:Choice>
              <mc:Fallback>
                <p:oleObj name="Equation" r:id="rId20" imgW="2838401" imgH="819323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990600"/>
                        <a:ext cx="2870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6" name="Object 42">
            <a:extLst>
              <a:ext uri="{FF2B5EF4-FFF2-40B4-BE49-F238E27FC236}">
                <a16:creationId xmlns:a16="http://schemas.microsoft.com/office/drawing/2014/main" id="{F292C358-680E-4D36-8489-11D235060C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5025" y="1206500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09605" imgH="368358" progId="Equation.3">
                  <p:embed/>
                </p:oleObj>
              </mc:Choice>
              <mc:Fallback>
                <p:oleObj name="Equation" r:id="rId22" imgW="2209605" imgH="368358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5025" y="1206500"/>
                        <a:ext cx="2247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Object 43">
            <a:extLst>
              <a:ext uri="{FF2B5EF4-FFF2-40B4-BE49-F238E27FC236}">
                <a16:creationId xmlns:a16="http://schemas.microsoft.com/office/drawing/2014/main" id="{6B11D192-EAC5-49BA-B58A-D8FBEC4A75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3588" y="2071688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28800" imgH="368358" progId="Equation.3">
                  <p:embed/>
                </p:oleObj>
              </mc:Choice>
              <mc:Fallback>
                <p:oleObj name="Equation" r:id="rId24" imgW="1828800" imgH="368358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3588" y="2071688"/>
                        <a:ext cx="1866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8" name="AutoShape 44">
            <a:extLst>
              <a:ext uri="{FF2B5EF4-FFF2-40B4-BE49-F238E27FC236}">
                <a16:creationId xmlns:a16="http://schemas.microsoft.com/office/drawing/2014/main" id="{E20BD395-2270-4589-BCE4-86861D4B9F4B}"/>
              </a:ext>
            </a:extLst>
          </p:cNvPr>
          <p:cNvSpPr>
            <a:spLocks/>
          </p:cNvSpPr>
          <p:nvPr/>
        </p:nvSpPr>
        <p:spPr bwMode="auto">
          <a:xfrm>
            <a:off x="2073275" y="1135063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4359" name="Text Box 46">
            <a:extLst>
              <a:ext uri="{FF2B5EF4-FFF2-40B4-BE49-F238E27FC236}">
                <a16:creationId xmlns:a16="http://schemas.microsoft.com/office/drawing/2014/main" id="{15C5A3F3-0490-4D22-B633-6A7DEE9AA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15240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黑体" panose="02010609060101010101" pitchFamily="49" charset="-122"/>
              </a:rPr>
              <a:t>②</a:t>
            </a:r>
            <a:endParaRPr kumimoji="1" lang="en-US" altLang="zh-CN" sz="2800" b="0"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/>
      <p:bldP spid="10246" grpId="0"/>
      <p:bldP spid="10250" grpId="0"/>
      <p:bldP spid="10256" grpId="0"/>
      <p:bldP spid="102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016" name="Object 56">
            <a:extLst>
              <a:ext uri="{FF2B5EF4-FFF2-40B4-BE49-F238E27FC236}">
                <a16:creationId xmlns:a16="http://schemas.microsoft.com/office/drawing/2014/main" id="{E08F404D-D762-484A-8803-BE954B7CE3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75" y="1282700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473" imgH="406285" progId="Equation.3">
                  <p:embed/>
                </p:oleObj>
              </mc:Choice>
              <mc:Fallback>
                <p:oleObj name="Equation" r:id="rId2" imgW="647473" imgH="406285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1282700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017" name="Object 57">
            <a:extLst>
              <a:ext uri="{FF2B5EF4-FFF2-40B4-BE49-F238E27FC236}">
                <a16:creationId xmlns:a16="http://schemas.microsoft.com/office/drawing/2014/main" id="{6308F37D-4EB1-49C1-A460-7F97209EEA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75" y="1931988"/>
          <a:ext cx="3848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10130" imgH="895177" progId="Equation.3">
                  <p:embed/>
                </p:oleObj>
              </mc:Choice>
              <mc:Fallback>
                <p:oleObj name="Equation" r:id="rId4" imgW="3810130" imgH="895177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1931988"/>
                        <a:ext cx="3848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018" name="Object 58">
            <a:extLst>
              <a:ext uri="{FF2B5EF4-FFF2-40B4-BE49-F238E27FC236}">
                <a16:creationId xmlns:a16="http://schemas.microsoft.com/office/drawing/2014/main" id="{7012943E-1946-49B4-92AE-E0B7BF9B6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1038" y="1066800"/>
          <a:ext cx="30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668" imgH="895177" progId="Equation.3">
                  <p:embed/>
                </p:oleObj>
              </mc:Choice>
              <mc:Fallback>
                <p:oleObj name="Equation" r:id="rId6" imgW="266668" imgH="895177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38" y="1066800"/>
                        <a:ext cx="30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019" name="Object 59">
            <a:extLst>
              <a:ext uri="{FF2B5EF4-FFF2-40B4-BE49-F238E27FC236}">
                <a16:creationId xmlns:a16="http://schemas.microsoft.com/office/drawing/2014/main" id="{54C3D254-3DCD-4701-92C1-35F2B07264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1066800"/>
          <a:ext cx="287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8401" imgH="819323" progId="Equation.3">
                  <p:embed/>
                </p:oleObj>
              </mc:Choice>
              <mc:Fallback>
                <p:oleObj name="Equation" r:id="rId8" imgW="2838401" imgH="819323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066800"/>
                        <a:ext cx="2870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020" name="Object 60">
            <a:extLst>
              <a:ext uri="{FF2B5EF4-FFF2-40B4-BE49-F238E27FC236}">
                <a16:creationId xmlns:a16="http://schemas.microsoft.com/office/drawing/2014/main" id="{8297F77D-D7FE-4411-AD0B-E7624A0E3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8825" y="1282700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09605" imgH="368358" progId="Equation.3">
                  <p:embed/>
                </p:oleObj>
              </mc:Choice>
              <mc:Fallback>
                <p:oleObj name="Equation" r:id="rId10" imgW="2209605" imgH="368358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8825" y="1282700"/>
                        <a:ext cx="2247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021" name="Object 61">
            <a:extLst>
              <a:ext uri="{FF2B5EF4-FFF2-40B4-BE49-F238E27FC236}">
                <a16:creationId xmlns:a16="http://schemas.microsoft.com/office/drawing/2014/main" id="{0D783BC5-4AC2-4E16-9EDB-44B4C0920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7388" y="2147888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28800" imgH="368358" progId="Equation.3">
                  <p:embed/>
                </p:oleObj>
              </mc:Choice>
              <mc:Fallback>
                <p:oleObj name="Equation" r:id="rId12" imgW="1828800" imgH="368358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388" y="2147888"/>
                        <a:ext cx="1866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022" name="AutoShape 62">
            <a:extLst>
              <a:ext uri="{FF2B5EF4-FFF2-40B4-BE49-F238E27FC236}">
                <a16:creationId xmlns:a16="http://schemas.microsoft.com/office/drawing/2014/main" id="{5D3CB06D-05C1-4259-8126-C3B2B8BB4988}"/>
              </a:ext>
            </a:extLst>
          </p:cNvPr>
          <p:cNvSpPr>
            <a:spLocks/>
          </p:cNvSpPr>
          <p:nvPr/>
        </p:nvSpPr>
        <p:spPr bwMode="auto">
          <a:xfrm>
            <a:off x="1997075" y="1211263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169024" name="Object 64">
            <a:extLst>
              <a:ext uri="{FF2B5EF4-FFF2-40B4-BE49-F238E27FC236}">
                <a16:creationId xmlns:a16="http://schemas.microsoft.com/office/drawing/2014/main" id="{3ADC9323-E1C0-4A6B-8267-D4E49E8A0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098800"/>
          <a:ext cx="51816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95469" imgH="482658" progId="Equation.3">
                  <p:embed/>
                </p:oleObj>
              </mc:Choice>
              <mc:Fallback>
                <p:oleObj name="公式" r:id="rId14" imgW="2495469" imgH="482658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098800"/>
                        <a:ext cx="518160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8" name="Group 66">
            <a:extLst>
              <a:ext uri="{FF2B5EF4-FFF2-40B4-BE49-F238E27FC236}">
                <a16:creationId xmlns:a16="http://schemas.microsoft.com/office/drawing/2014/main" id="{815A6838-E7B4-45E5-BB02-266A041FA58F}"/>
              </a:ext>
            </a:extLst>
          </p:cNvPr>
          <p:cNvGrpSpPr>
            <a:grpSpLocks/>
          </p:cNvGrpSpPr>
          <p:nvPr/>
        </p:nvGrpSpPr>
        <p:grpSpPr bwMode="auto">
          <a:xfrm>
            <a:off x="211138" y="230188"/>
            <a:ext cx="7086600" cy="519112"/>
            <a:chOff x="1152" y="240"/>
            <a:chExt cx="4464" cy="327"/>
          </a:xfrm>
        </p:grpSpPr>
        <p:sp>
          <p:nvSpPr>
            <p:cNvPr id="17421" name="Text Box 54">
              <a:extLst>
                <a:ext uri="{FF2B5EF4-FFF2-40B4-BE49-F238E27FC236}">
                  <a16:creationId xmlns:a16="http://schemas.microsoft.com/office/drawing/2014/main" id="{52A4D868-CF36-44B8-A733-E8080344C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0"/>
              <a:ext cx="44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设 </a:t>
              </a:r>
              <a:r>
                <a:rPr kumimoji="1"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)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是周期为    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在         可积周期函数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 </a:t>
              </a: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7422" name="Object 55">
              <a:extLst>
                <a:ext uri="{FF2B5EF4-FFF2-40B4-BE49-F238E27FC236}">
                  <a16:creationId xmlns:a16="http://schemas.microsoft.com/office/drawing/2014/main" id="{0BE4E6BD-848C-402A-A61F-7A65D4A07E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24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417" imgH="190417" progId="Equation.DSMT4">
                    <p:embed/>
                  </p:oleObj>
                </mc:Choice>
                <mc:Fallback>
                  <p:oleObj name="Equation" r:id="rId16" imgW="190417" imgH="190417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4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3" name="Object 65">
              <a:extLst>
                <a:ext uri="{FF2B5EF4-FFF2-40B4-BE49-F238E27FC236}">
                  <a16:creationId xmlns:a16="http://schemas.microsoft.com/office/drawing/2014/main" id="{74AB1363-7C6F-4765-9EFB-4B7CF7D9F8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288"/>
            <a:ext cx="52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418918" imgH="215806" progId="Equation.3">
                    <p:embed/>
                  </p:oleObj>
                </mc:Choice>
                <mc:Fallback>
                  <p:oleObj name="公式" r:id="rId18" imgW="418918" imgH="215806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88"/>
                          <a:ext cx="52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9027" name="Object 67">
            <a:extLst>
              <a:ext uri="{FF2B5EF4-FFF2-40B4-BE49-F238E27FC236}">
                <a16:creationId xmlns:a16="http://schemas.microsoft.com/office/drawing/2014/main" id="{AAC41CA2-7508-49A1-8419-A10D9EDADC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406900"/>
          <a:ext cx="6348413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010127" imgH="482658" progId="Equation.3">
                  <p:embed/>
                </p:oleObj>
              </mc:Choice>
              <mc:Fallback>
                <p:oleObj name="公式" r:id="rId20" imgW="3010127" imgH="482658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406900"/>
                        <a:ext cx="6348413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028" name="AutoShape 6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67F7A83-C626-46B8-8C66-E0015F8AE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" y="5646737"/>
            <a:ext cx="1066800" cy="762000"/>
          </a:xfrm>
          <a:prstGeom prst="actionButtonHelp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9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9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9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9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9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9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9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22" grpId="0" animBg="1"/>
      <p:bldP spid="1690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4C45AE5-2E9C-46AE-A56F-FC0CDDAE23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184150"/>
            <a:ext cx="5029200" cy="6096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3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(</a:t>
            </a: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收敛定理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展开定理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)</a:t>
            </a:r>
            <a:endParaRPr lang="en-US" altLang="zh-CN" sz="280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5CCBEF60-4436-4C06-B9F5-3B5C400A2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" y="881063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并满足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狄利克雷</a:t>
            </a:r>
            <a:r>
              <a:rPr kumimoji="1" lang="en-US" altLang="zh-CN" sz="2800" b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( Dirichlet )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55FF18A4-8DFB-4646-96E8-7D494B2E4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457325"/>
            <a:ext cx="777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1)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在一个周期内连续或只有有限个第一类间断点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78146D0B-DD97-459B-9C8C-4BC5DA61B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032000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2)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在一个周期内只有有限个极值点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13320" name="Text Box 8">
            <a:extLst>
              <a:ext uri="{FF2B5EF4-FFF2-40B4-BE49-F238E27FC236}">
                <a16:creationId xmlns:a16="http://schemas.microsoft.com/office/drawing/2014/main" id="{48E1C94E-EA33-45B9-A2DE-CD698D713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8" y="25987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的傅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叶级数收敛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且有</a:t>
            </a:r>
          </a:p>
        </p:txBody>
      </p:sp>
      <p:graphicFrame>
        <p:nvGraphicFramePr>
          <p:cNvPr id="13321" name="Object 9">
            <a:extLst>
              <a:ext uri="{FF2B5EF4-FFF2-40B4-BE49-F238E27FC236}">
                <a16:creationId xmlns:a16="http://schemas.microsoft.com/office/drawing/2014/main" id="{8ED2EF8E-0F1B-43F3-9755-C686C0D0B9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363913"/>
          <a:ext cx="52546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65507" imgH="406285" progId="Equation.DSMT4">
                  <p:embed/>
                </p:oleObj>
              </mc:Choice>
              <mc:Fallback>
                <p:oleObj name="Equation" r:id="rId3" imgW="2165507" imgH="40628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363913"/>
                        <a:ext cx="5254625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>
            <a:extLst>
              <a:ext uri="{FF2B5EF4-FFF2-40B4-BE49-F238E27FC236}">
                <a16:creationId xmlns:a16="http://schemas.microsoft.com/office/drawing/2014/main" id="{6F455D46-6F5B-4F42-8D84-FBE0511E0F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2788" y="3297238"/>
          <a:ext cx="608012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8795" imgH="476423" progId="Equation.3">
                  <p:embed/>
                </p:oleObj>
              </mc:Choice>
              <mc:Fallback>
                <p:oleObj name="公式" r:id="rId5" imgW="228795" imgH="4764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2788" y="3297238"/>
                        <a:ext cx="608012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>
            <a:extLst>
              <a:ext uri="{FF2B5EF4-FFF2-40B4-BE49-F238E27FC236}">
                <a16:creationId xmlns:a16="http://schemas.microsoft.com/office/drawing/2014/main" id="{5FB5E0CD-933D-454E-8D61-417B42D2F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3513" y="3297238"/>
          <a:ext cx="90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816" imgH="368358" progId="Equation.3">
                  <p:embed/>
                </p:oleObj>
              </mc:Choice>
              <mc:Fallback>
                <p:oleObj name="Equation" r:id="rId7" imgW="863816" imgH="36835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513" y="3297238"/>
                        <a:ext cx="901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12">
            <a:extLst>
              <a:ext uri="{FF2B5EF4-FFF2-40B4-BE49-F238E27FC236}">
                <a16:creationId xmlns:a16="http://schemas.microsoft.com/office/drawing/2014/main" id="{40034854-ACDE-4967-8E1B-317F3B7B0C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2075" y="3729038"/>
          <a:ext cx="2266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49684" imgH="901931" progId="Equation.3">
                  <p:embed/>
                </p:oleObj>
              </mc:Choice>
              <mc:Fallback>
                <p:oleObj name="Equation" r:id="rId9" imgW="2349684" imgH="90193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5" y="3729038"/>
                        <a:ext cx="22669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Text Box 13">
            <a:extLst>
              <a:ext uri="{FF2B5EF4-FFF2-40B4-BE49-F238E27FC236}">
                <a16:creationId xmlns:a16="http://schemas.microsoft.com/office/drawing/2014/main" id="{29A6A164-4013-4E43-94F3-A65377BF1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563" y="3871913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为间断点</a:t>
            </a:r>
          </a:p>
        </p:txBody>
      </p:sp>
      <p:sp>
        <p:nvSpPr>
          <p:cNvPr id="13326" name="Text Box 14">
            <a:extLst>
              <a:ext uri="{FF2B5EF4-FFF2-40B4-BE49-F238E27FC236}">
                <a16:creationId xmlns:a16="http://schemas.microsoft.com/office/drawing/2014/main" id="{8A4834D3-76B8-404A-8F63-443ED454A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473551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</a:p>
        </p:txBody>
      </p:sp>
      <p:graphicFrame>
        <p:nvGraphicFramePr>
          <p:cNvPr id="13327" name="Object 15">
            <a:extLst>
              <a:ext uri="{FF2B5EF4-FFF2-40B4-BE49-F238E27FC236}">
                <a16:creationId xmlns:a16="http://schemas.microsoft.com/office/drawing/2014/main" id="{1FC5D0D2-F742-4A16-85CD-0350A0DE92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7363" y="4808538"/>
          <a:ext cx="889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57072" imgH="406285" progId="Equation.3">
                  <p:embed/>
                </p:oleObj>
              </mc:Choice>
              <mc:Fallback>
                <p:oleObj name="Equation" r:id="rId11" imgW="857072" imgH="40628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4808538"/>
                        <a:ext cx="889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Text Box 16">
            <a:extLst>
              <a:ext uri="{FF2B5EF4-FFF2-40B4-BE49-F238E27FC236}">
                <a16:creationId xmlns:a16="http://schemas.microsoft.com/office/drawing/2014/main" id="{D6F01F38-C438-4A2B-8D37-B9324407D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638" y="46624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( </a:t>
            </a: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证明略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)</a:t>
            </a:r>
          </a:p>
        </p:txBody>
      </p:sp>
      <p:sp>
        <p:nvSpPr>
          <p:cNvPr id="13329" name="Text Box 17">
            <a:extLst>
              <a:ext uri="{FF2B5EF4-FFF2-40B4-BE49-F238E27FC236}">
                <a16:creationId xmlns:a16="http://schemas.microsoft.com/office/drawing/2014/main" id="{E2BB7516-5ED1-444E-819C-09C074CE9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038" y="47386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的傅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叶系数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sp>
        <p:nvSpPr>
          <p:cNvPr id="13330" name="Text Box 18">
            <a:extLst>
              <a:ext uri="{FF2B5EF4-FFF2-40B4-BE49-F238E27FC236}">
                <a16:creationId xmlns:a16="http://schemas.microsoft.com/office/drawing/2014/main" id="{761DD9F8-790E-4055-96C4-57994B8E0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6038" y="3152775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为连续点</a:t>
            </a:r>
          </a:p>
        </p:txBody>
      </p:sp>
      <p:sp>
        <p:nvSpPr>
          <p:cNvPr id="13331" name="Text Box 19">
            <a:extLst>
              <a:ext uri="{FF2B5EF4-FFF2-40B4-BE49-F238E27FC236}">
                <a16:creationId xmlns:a16="http://schemas.microsoft.com/office/drawing/2014/main" id="{5D6EFDF1-9190-4486-A6EA-1BB10463D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683125"/>
            <a:ext cx="2362200" cy="1638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注意</a:t>
            </a:r>
            <a:r>
              <a:rPr kumimoji="1" lang="en-US" altLang="zh-CN" sz="24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400" b="0">
                <a:latin typeface="Times New Roman" panose="02020603050405020304" pitchFamily="18" charset="0"/>
                <a:ea typeface="楷体_GB2312" pitchFamily="49" charset="-122"/>
              </a:rPr>
              <a:t>函数展成傅</a:t>
            </a: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b="0">
                <a:latin typeface="Times New Roman" panose="02020603050405020304" pitchFamily="18" charset="0"/>
                <a:ea typeface="楷体_GB2312" pitchFamily="49" charset="-122"/>
              </a:rPr>
              <a:t>叶级数的条件比展成幂级数的条件低得多</a:t>
            </a:r>
            <a:r>
              <a:rPr kumimoji="1" lang="en-US" altLang="zh-CN" sz="24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18450" name="Group 20">
            <a:extLst>
              <a:ext uri="{FF2B5EF4-FFF2-40B4-BE49-F238E27FC236}">
                <a16:creationId xmlns:a16="http://schemas.microsoft.com/office/drawing/2014/main" id="{E5AE5D16-2C16-433D-B5C6-FD8094430B28}"/>
              </a:ext>
            </a:extLst>
          </p:cNvPr>
          <p:cNvGrpSpPr>
            <a:grpSpLocks/>
          </p:cNvGrpSpPr>
          <p:nvPr/>
        </p:nvGrpSpPr>
        <p:grpSpPr bwMode="auto">
          <a:xfrm>
            <a:off x="10485438" y="119063"/>
            <a:ext cx="1576387" cy="2057400"/>
            <a:chOff x="4752" y="2832"/>
            <a:chExt cx="691" cy="979"/>
          </a:xfrm>
        </p:grpSpPr>
        <p:pic>
          <p:nvPicPr>
            <p:cNvPr id="18454" name="Picture 21">
              <a:hlinkClick r:id="" action="ppaction://noaction"/>
              <a:extLst>
                <a:ext uri="{FF2B5EF4-FFF2-40B4-BE49-F238E27FC236}">
                  <a16:creationId xmlns:a16="http://schemas.microsoft.com/office/drawing/2014/main" id="{C5FE5BAD-BE66-41C2-9EFE-E571DA0000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2" y="2890"/>
              <a:ext cx="578" cy="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55" name="Group 22">
              <a:extLst>
                <a:ext uri="{FF2B5EF4-FFF2-40B4-BE49-F238E27FC236}">
                  <a16:creationId xmlns:a16="http://schemas.microsoft.com/office/drawing/2014/main" id="{2AA8E0B9-9ABC-41CD-A57B-94072B115F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2832"/>
              <a:ext cx="691" cy="979"/>
              <a:chOff x="4752" y="2957"/>
              <a:chExt cx="691" cy="979"/>
            </a:xfrm>
          </p:grpSpPr>
          <p:sp>
            <p:nvSpPr>
              <p:cNvPr id="18456" name="Freeform 23">
                <a:extLst>
                  <a:ext uri="{FF2B5EF4-FFF2-40B4-BE49-F238E27FC236}">
                    <a16:creationId xmlns:a16="http://schemas.microsoft.com/office/drawing/2014/main" id="{7F2EF034-45A3-473C-9194-77FED390A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2" y="2957"/>
                <a:ext cx="691" cy="58"/>
              </a:xfrm>
              <a:custGeom>
                <a:avLst/>
                <a:gdLst>
                  <a:gd name="T0" fmla="*/ 0 w 2304"/>
                  <a:gd name="T1" fmla="*/ 0 h 192"/>
                  <a:gd name="T2" fmla="*/ 0 w 2304"/>
                  <a:gd name="T3" fmla="*/ 0 h 192"/>
                  <a:gd name="T4" fmla="*/ 0 w 2304"/>
                  <a:gd name="T5" fmla="*/ 0 h 192"/>
                  <a:gd name="T6" fmla="*/ 0 w 2304"/>
                  <a:gd name="T7" fmla="*/ 0 h 192"/>
                  <a:gd name="T8" fmla="*/ 0 w 2304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4"/>
                  <a:gd name="T16" fmla="*/ 0 h 192"/>
                  <a:gd name="T17" fmla="*/ 2304 w 23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7" name="Freeform 24">
                <a:extLst>
                  <a:ext uri="{FF2B5EF4-FFF2-40B4-BE49-F238E27FC236}">
                    <a16:creationId xmlns:a16="http://schemas.microsoft.com/office/drawing/2014/main" id="{7EB94ACA-AE0B-492F-AE30-A7DA18460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2" y="2957"/>
                <a:ext cx="58" cy="979"/>
              </a:xfrm>
              <a:custGeom>
                <a:avLst/>
                <a:gdLst>
                  <a:gd name="T0" fmla="*/ 0 w 192"/>
                  <a:gd name="T1" fmla="*/ 0 h 3552"/>
                  <a:gd name="T2" fmla="*/ 0 w 192"/>
                  <a:gd name="T3" fmla="*/ 0 h 3552"/>
                  <a:gd name="T4" fmla="*/ 0 w 192"/>
                  <a:gd name="T5" fmla="*/ 0 h 3552"/>
                  <a:gd name="T6" fmla="*/ 0 w 192"/>
                  <a:gd name="T7" fmla="*/ 0 h 3552"/>
                  <a:gd name="T8" fmla="*/ 0 w 192"/>
                  <a:gd name="T9" fmla="*/ 0 h 35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3552"/>
                  <a:gd name="T17" fmla="*/ 192 w 192"/>
                  <a:gd name="T18" fmla="*/ 3552 h 35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8" name="Freeform 25">
                <a:extLst>
                  <a:ext uri="{FF2B5EF4-FFF2-40B4-BE49-F238E27FC236}">
                    <a16:creationId xmlns:a16="http://schemas.microsoft.com/office/drawing/2014/main" id="{B2780888-347C-4210-B00B-C15841924C2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385" y="2957"/>
                <a:ext cx="58" cy="979"/>
              </a:xfrm>
              <a:custGeom>
                <a:avLst/>
                <a:gdLst>
                  <a:gd name="T0" fmla="*/ 0 w 192"/>
                  <a:gd name="T1" fmla="*/ 0 h 3552"/>
                  <a:gd name="T2" fmla="*/ 0 w 192"/>
                  <a:gd name="T3" fmla="*/ 0 h 3552"/>
                  <a:gd name="T4" fmla="*/ 0 w 192"/>
                  <a:gd name="T5" fmla="*/ 0 h 3552"/>
                  <a:gd name="T6" fmla="*/ 0 w 192"/>
                  <a:gd name="T7" fmla="*/ 0 h 3552"/>
                  <a:gd name="T8" fmla="*/ 0 w 192"/>
                  <a:gd name="T9" fmla="*/ 0 h 35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3552"/>
                  <a:gd name="T17" fmla="*/ 192 w 192"/>
                  <a:gd name="T18" fmla="*/ 3552 h 35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9" name="Freeform 26">
                <a:extLst>
                  <a:ext uri="{FF2B5EF4-FFF2-40B4-BE49-F238E27FC236}">
                    <a16:creationId xmlns:a16="http://schemas.microsoft.com/office/drawing/2014/main" id="{0AC628FB-06A2-49DD-AC59-8A5AD6DEB33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752" y="3878"/>
                <a:ext cx="691" cy="58"/>
              </a:xfrm>
              <a:custGeom>
                <a:avLst/>
                <a:gdLst>
                  <a:gd name="T0" fmla="*/ 0 w 2304"/>
                  <a:gd name="T1" fmla="*/ 0 h 192"/>
                  <a:gd name="T2" fmla="*/ 0 w 2304"/>
                  <a:gd name="T3" fmla="*/ 0 h 192"/>
                  <a:gd name="T4" fmla="*/ 0 w 2304"/>
                  <a:gd name="T5" fmla="*/ 0 h 192"/>
                  <a:gd name="T6" fmla="*/ 0 w 2304"/>
                  <a:gd name="T7" fmla="*/ 0 h 192"/>
                  <a:gd name="T8" fmla="*/ 0 w 2304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4"/>
                  <a:gd name="T16" fmla="*/ 0 h 192"/>
                  <a:gd name="T17" fmla="*/ 2304 w 23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227D6DB-7035-4E3A-9E4F-4B41A767EEB7}"/>
              </a:ext>
            </a:extLst>
          </p:cNvPr>
          <p:cNvGrpSpPr>
            <a:grpSpLocks/>
          </p:cNvGrpSpPr>
          <p:nvPr/>
        </p:nvGrpSpPr>
        <p:grpSpPr bwMode="auto">
          <a:xfrm>
            <a:off x="4681538" y="215900"/>
            <a:ext cx="5387975" cy="523875"/>
            <a:chOff x="4681878" y="216239"/>
            <a:chExt cx="5388314" cy="523220"/>
          </a:xfrm>
        </p:grpSpPr>
        <p:sp>
          <p:nvSpPr>
            <p:cNvPr id="18452" name="Text Box 3">
              <a:extLst>
                <a:ext uri="{FF2B5EF4-FFF2-40B4-BE49-F238E27FC236}">
                  <a16:creationId xmlns:a16="http://schemas.microsoft.com/office/drawing/2014/main" id="{AF9705D2-79F9-4A39-A6FB-E1A3C21FF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878" y="216239"/>
              <a:ext cx="538831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  <a:r>
                <a:rPr kumimoji="1" lang="zh-CN" altLang="en-US" sz="2800" b="0" i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)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是周期为    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的周期函数，</a:t>
              </a:r>
            </a:p>
          </p:txBody>
        </p:sp>
        <p:graphicFrame>
          <p:nvGraphicFramePr>
            <p:cNvPr id="18453" name="Object 55">
              <a:extLst>
                <a:ext uri="{FF2B5EF4-FFF2-40B4-BE49-F238E27FC236}">
                  <a16:creationId xmlns:a16="http://schemas.microsoft.com/office/drawing/2014/main" id="{2DA7FB67-6598-47FA-B172-FD39FD1F3F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01479" y="240507"/>
            <a:ext cx="457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417" imgH="190417" progId="Equation.DSMT4">
                    <p:embed/>
                  </p:oleObj>
                </mc:Choice>
                <mc:Fallback>
                  <p:oleObj name="Equation" r:id="rId14" imgW="190417" imgH="190417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1479" y="240507"/>
                          <a:ext cx="4572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autoUpdateAnimBg="0"/>
      <p:bldP spid="2" grpId="0" autoUpdateAnimBg="0"/>
      <p:bldP spid="13320" grpId="0" autoUpdateAnimBg="0"/>
      <p:bldP spid="13325" grpId="0" autoUpdateAnimBg="0"/>
      <p:bldP spid="13326" grpId="0" build="p" autoUpdateAnimBg="0"/>
      <p:bldP spid="13328" grpId="0" autoUpdateAnimBg="0"/>
      <p:bldP spid="13329" grpId="0" build="p" autoUpdateAnimBg="0" advAuto="0"/>
      <p:bldP spid="13330" grpId="0" autoUpdateAnimBg="0"/>
      <p:bldP spid="1333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B3C3B72-200F-4051-95E4-EAA7022DD8F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4625" y="30163"/>
            <a:ext cx="6084888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狄利克雷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(1805 – 1859)</a:t>
            </a:r>
          </a:p>
        </p:txBody>
      </p:sp>
      <p:grpSp>
        <p:nvGrpSpPr>
          <p:cNvPr id="20483" name="Group 3">
            <a:extLst>
              <a:ext uri="{FF2B5EF4-FFF2-40B4-BE49-F238E27FC236}">
                <a16:creationId xmlns:a16="http://schemas.microsoft.com/office/drawing/2014/main" id="{72971B8C-586D-4FDA-9902-219A935C3F1C}"/>
              </a:ext>
            </a:extLst>
          </p:cNvPr>
          <p:cNvGrpSpPr>
            <a:grpSpLocks/>
          </p:cNvGrpSpPr>
          <p:nvPr/>
        </p:nvGrpSpPr>
        <p:grpSpPr bwMode="auto">
          <a:xfrm>
            <a:off x="9829800" y="4038600"/>
            <a:ext cx="2219325" cy="2819400"/>
            <a:chOff x="4316" y="480"/>
            <a:chExt cx="1152" cy="1632"/>
          </a:xfrm>
        </p:grpSpPr>
        <p:pic>
          <p:nvPicPr>
            <p:cNvPr id="20501" name="Picture 4">
              <a:extLst>
                <a:ext uri="{FF2B5EF4-FFF2-40B4-BE49-F238E27FC236}">
                  <a16:creationId xmlns:a16="http://schemas.microsoft.com/office/drawing/2014/main" id="{54611437-754B-4CF8-BE94-ABE52E7B2D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576"/>
              <a:ext cx="963" cy="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2" name="Freeform 5">
              <a:extLst>
                <a:ext uri="{FF2B5EF4-FFF2-40B4-BE49-F238E27FC236}">
                  <a16:creationId xmlns:a16="http://schemas.microsoft.com/office/drawing/2014/main" id="{C967023E-E04F-41CA-AFDA-D4FA5CE03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480"/>
              <a:ext cx="1152" cy="96"/>
            </a:xfrm>
            <a:custGeom>
              <a:avLst/>
              <a:gdLst>
                <a:gd name="T0" fmla="*/ 0 w 2304"/>
                <a:gd name="T1" fmla="*/ 0 h 192"/>
                <a:gd name="T2" fmla="*/ 1 w 2304"/>
                <a:gd name="T3" fmla="*/ 1 h 192"/>
                <a:gd name="T4" fmla="*/ 1 w 2304"/>
                <a:gd name="T5" fmla="*/ 1 h 192"/>
                <a:gd name="T6" fmla="*/ 1 w 2304"/>
                <a:gd name="T7" fmla="*/ 0 h 192"/>
                <a:gd name="T8" fmla="*/ 0 w 230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92"/>
                <a:gd name="T17" fmla="*/ 2304 w 23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92">
                  <a:moveTo>
                    <a:pt x="0" y="0"/>
                  </a:moveTo>
                  <a:lnTo>
                    <a:pt x="192" y="192"/>
                  </a:lnTo>
                  <a:lnTo>
                    <a:pt x="2112" y="192"/>
                  </a:lnTo>
                  <a:lnTo>
                    <a:pt x="230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Freeform 6">
              <a:extLst>
                <a:ext uri="{FF2B5EF4-FFF2-40B4-BE49-F238E27FC236}">
                  <a16:creationId xmlns:a16="http://schemas.microsoft.com/office/drawing/2014/main" id="{4A0327F0-F5C5-47B2-9C5A-3957E36BB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480"/>
              <a:ext cx="96" cy="1632"/>
            </a:xfrm>
            <a:custGeom>
              <a:avLst/>
              <a:gdLst>
                <a:gd name="T0" fmla="*/ 0 w 192"/>
                <a:gd name="T1" fmla="*/ 0 h 3552"/>
                <a:gd name="T2" fmla="*/ 1 w 192"/>
                <a:gd name="T3" fmla="*/ 0 h 3552"/>
                <a:gd name="T4" fmla="*/ 1 w 192"/>
                <a:gd name="T5" fmla="*/ 0 h 3552"/>
                <a:gd name="T6" fmla="*/ 0 w 192"/>
                <a:gd name="T7" fmla="*/ 0 h 3552"/>
                <a:gd name="T8" fmla="*/ 0 w 192"/>
                <a:gd name="T9" fmla="*/ 0 h 3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552"/>
                <a:gd name="T17" fmla="*/ 192 w 192"/>
                <a:gd name="T18" fmla="*/ 3552 h 35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Freeform 7">
              <a:extLst>
                <a:ext uri="{FF2B5EF4-FFF2-40B4-BE49-F238E27FC236}">
                  <a16:creationId xmlns:a16="http://schemas.microsoft.com/office/drawing/2014/main" id="{E072EEC6-0778-45E1-95FB-837C03ADAF0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372" y="480"/>
              <a:ext cx="96" cy="1632"/>
            </a:xfrm>
            <a:custGeom>
              <a:avLst/>
              <a:gdLst>
                <a:gd name="T0" fmla="*/ 0 w 192"/>
                <a:gd name="T1" fmla="*/ 0 h 3552"/>
                <a:gd name="T2" fmla="*/ 1 w 192"/>
                <a:gd name="T3" fmla="*/ 0 h 3552"/>
                <a:gd name="T4" fmla="*/ 1 w 192"/>
                <a:gd name="T5" fmla="*/ 0 h 3552"/>
                <a:gd name="T6" fmla="*/ 0 w 192"/>
                <a:gd name="T7" fmla="*/ 0 h 3552"/>
                <a:gd name="T8" fmla="*/ 0 w 192"/>
                <a:gd name="T9" fmla="*/ 0 h 3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552"/>
                <a:gd name="T17" fmla="*/ 192 w 192"/>
                <a:gd name="T18" fmla="*/ 3552 h 35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Freeform 8">
              <a:extLst>
                <a:ext uri="{FF2B5EF4-FFF2-40B4-BE49-F238E27FC236}">
                  <a16:creationId xmlns:a16="http://schemas.microsoft.com/office/drawing/2014/main" id="{91929F21-2C81-4729-8CDD-FA25437B8F7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16" y="2016"/>
              <a:ext cx="1152" cy="96"/>
            </a:xfrm>
            <a:custGeom>
              <a:avLst/>
              <a:gdLst>
                <a:gd name="T0" fmla="*/ 0 w 2304"/>
                <a:gd name="T1" fmla="*/ 0 h 192"/>
                <a:gd name="T2" fmla="*/ 1 w 2304"/>
                <a:gd name="T3" fmla="*/ 1 h 192"/>
                <a:gd name="T4" fmla="*/ 1 w 2304"/>
                <a:gd name="T5" fmla="*/ 1 h 192"/>
                <a:gd name="T6" fmla="*/ 1 w 2304"/>
                <a:gd name="T7" fmla="*/ 0 h 192"/>
                <a:gd name="T8" fmla="*/ 0 w 230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92"/>
                <a:gd name="T17" fmla="*/ 2304 w 23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92">
                  <a:moveTo>
                    <a:pt x="0" y="0"/>
                  </a:moveTo>
                  <a:lnTo>
                    <a:pt x="192" y="192"/>
                  </a:lnTo>
                  <a:lnTo>
                    <a:pt x="2112" y="192"/>
                  </a:lnTo>
                  <a:lnTo>
                    <a:pt x="230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84" name="Line 9">
            <a:extLst>
              <a:ext uri="{FF2B5EF4-FFF2-40B4-BE49-F238E27FC236}">
                <a16:creationId xmlns:a16="http://schemas.microsoft.com/office/drawing/2014/main" id="{6C0E7069-2347-4C0E-A0BA-43E25766CD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713" y="649288"/>
            <a:ext cx="3429000" cy="0"/>
          </a:xfrm>
          <a:prstGeom prst="line">
            <a:avLst/>
          </a:prstGeom>
          <a:noFill/>
          <a:ln w="76200" cmpd="tri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F5145590-1E49-446D-9784-CA3AB0869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836613"/>
            <a:ext cx="2139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德国数学家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sp>
        <p:nvSpPr>
          <p:cNvPr id="43019" name="Text Box 11">
            <a:extLst>
              <a:ext uri="{FF2B5EF4-FFF2-40B4-BE49-F238E27FC236}">
                <a16:creationId xmlns:a16="http://schemas.microsoft.com/office/drawing/2014/main" id="{6121A462-0396-44D3-83DB-078D2F4A6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852488"/>
            <a:ext cx="3206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 dirty="0">
                <a:latin typeface="Times New Roman" panose="02020603050405020304" pitchFamily="18" charset="0"/>
                <a:ea typeface="楷体_GB2312" pitchFamily="49" charset="-122"/>
              </a:rPr>
              <a:t>对数论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0" dirty="0">
                <a:latin typeface="Times New Roman" panose="02020603050405020304" pitchFamily="18" charset="0"/>
                <a:ea typeface="楷体_GB2312" pitchFamily="49" charset="-122"/>
              </a:rPr>
              <a:t>数学分析和</a:t>
            </a:r>
          </a:p>
        </p:txBody>
      </p:sp>
      <p:sp>
        <p:nvSpPr>
          <p:cNvPr id="43020" name="Text Box 12">
            <a:extLst>
              <a:ext uri="{FF2B5EF4-FFF2-40B4-BE49-F238E27FC236}">
                <a16:creationId xmlns:a16="http://schemas.microsoft.com/office/drawing/2014/main" id="{6D2B44AA-82D5-4D35-BD88-50190513E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775" y="847725"/>
            <a:ext cx="3917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数学物理有突出的贡献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43021" name="Text Box 13">
            <a:extLst>
              <a:ext uri="{FF2B5EF4-FFF2-40B4-BE49-F238E27FC236}">
                <a16:creationId xmlns:a16="http://schemas.microsoft.com/office/drawing/2014/main" id="{28315D08-F945-45A8-A58B-F8B16B39E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4800" y="847725"/>
            <a:ext cx="205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是解析数论 </a:t>
            </a:r>
          </a:p>
        </p:txBody>
      </p:sp>
      <p:sp>
        <p:nvSpPr>
          <p:cNvPr id="43022" name="Text Box 14">
            <a:extLst>
              <a:ext uri="{FF2B5EF4-FFF2-40B4-BE49-F238E27FC236}">
                <a16:creationId xmlns:a16="http://schemas.microsoft.com/office/drawing/2014/main" id="{2704E0D7-DDE9-438E-BC19-A97918120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238" y="1582738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 dirty="0">
                <a:latin typeface="Times New Roman" panose="02020603050405020304" pitchFamily="18" charset="0"/>
                <a:ea typeface="楷体_GB2312" pitchFamily="49" charset="-122"/>
              </a:rPr>
              <a:t>他是最早提倡严格化</a:t>
            </a:r>
          </a:p>
        </p:txBody>
      </p:sp>
      <p:sp>
        <p:nvSpPr>
          <p:cNvPr id="43023" name="Text Box 15">
            <a:extLst>
              <a:ext uri="{FF2B5EF4-FFF2-40B4-BE49-F238E27FC236}">
                <a16:creationId xmlns:a16="http://schemas.microsoft.com/office/drawing/2014/main" id="{8F139E9D-CFF9-4ADF-A518-A01D0EDA1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9150" y="1524000"/>
            <a:ext cx="2406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方法的数学家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3024" name="Text Box 16">
            <a:extLst>
              <a:ext uri="{FF2B5EF4-FFF2-40B4-BE49-F238E27FC236}">
                <a16:creationId xmlns:a16="http://schemas.microsoft.com/office/drawing/2014/main" id="{6842627D-F5C0-48B1-9865-6D1AAD195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2271713"/>
            <a:ext cx="7532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函数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的傅里叶级数收敛的第一个充分条件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; </a:t>
            </a:r>
          </a:p>
        </p:txBody>
      </p:sp>
      <p:sp>
        <p:nvSpPr>
          <p:cNvPr id="43025" name="Text Box 17">
            <a:extLst>
              <a:ext uri="{FF2B5EF4-FFF2-40B4-BE49-F238E27FC236}">
                <a16:creationId xmlns:a16="http://schemas.microsoft.com/office/drawing/2014/main" id="{F7A60EC3-54D9-4BF5-A128-693E27842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75" y="2266950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了改变绝对收敛级数</a:t>
            </a: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026" name="Text Box 18">
            <a:extLst>
              <a:ext uri="{FF2B5EF4-FFF2-40B4-BE49-F238E27FC236}">
                <a16:creationId xmlns:a16="http://schemas.microsoft.com/office/drawing/2014/main" id="{AABB0B34-832D-45A8-82A1-10553BDC9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033713"/>
            <a:ext cx="6673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举例说明条件收敛级数不具有这样的性质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3027" name="Text Box 19">
            <a:extLst>
              <a:ext uri="{FF2B5EF4-FFF2-40B4-BE49-F238E27FC236}">
                <a16:creationId xmlns:a16="http://schemas.microsoft.com/office/drawing/2014/main" id="{E4FB591C-B06A-4E67-A85B-31CC4FF5C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3736975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他的主要</a:t>
            </a:r>
          </a:p>
        </p:txBody>
      </p:sp>
      <p:sp>
        <p:nvSpPr>
          <p:cNvPr id="43028" name="Text Box 20">
            <a:extLst>
              <a:ext uri="{FF2B5EF4-FFF2-40B4-BE49-F238E27FC236}">
                <a16:creationId xmlns:a16="http://schemas.microsoft.com/office/drawing/2014/main" id="{18C9DFFA-C45B-4B41-BBB9-6F831B6E9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1585913"/>
            <a:ext cx="24955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的创始人之一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43029" name="Text Box 21">
            <a:extLst>
              <a:ext uri="{FF2B5EF4-FFF2-40B4-BE49-F238E27FC236}">
                <a16:creationId xmlns:a16="http://schemas.microsoft.com/office/drawing/2014/main" id="{2B620296-DC1B-42BA-B964-C2750D9F5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323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并</a:t>
            </a:r>
          </a:p>
        </p:txBody>
      </p:sp>
      <p:sp>
        <p:nvSpPr>
          <p:cNvPr id="43030" name="Text Box 22">
            <a:extLst>
              <a:ext uri="{FF2B5EF4-FFF2-40B4-BE49-F238E27FC236}">
                <a16:creationId xmlns:a16="http://schemas.microsoft.com/office/drawing/2014/main" id="{F23EA5FF-E4AC-42ED-9F43-D6E6F99C5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1475" y="3714750"/>
            <a:ext cx="744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论文都收在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《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狄利克雷论文集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(1889</a:t>
            </a:r>
            <a:r>
              <a:rPr kumimoji="1" lang="zh-CN" altLang="en-US" sz="2800" b="0">
                <a:latin typeface="Times New Roman" panose="02020603050405020304" pitchFamily="18" charset="0"/>
                <a:ea typeface="黑体" panose="02010609060101010101" pitchFamily="49" charset="-122"/>
              </a:rPr>
              <a:t>一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1897)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中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sp>
        <p:nvSpPr>
          <p:cNvPr id="43031" name="Text Box 23">
            <a:extLst>
              <a:ext uri="{FF2B5EF4-FFF2-40B4-BE49-F238E27FC236}">
                <a16:creationId xmlns:a16="http://schemas.microsoft.com/office/drawing/2014/main" id="{B0D58D6A-3256-45CA-A510-FF4F8C005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6100" y="1506538"/>
            <a:ext cx="33845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1829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年他得到了给定</a:t>
            </a:r>
          </a:p>
        </p:txBody>
      </p:sp>
      <p:sp>
        <p:nvSpPr>
          <p:cNvPr id="43032" name="Text Box 24">
            <a:extLst>
              <a:ext uri="{FF2B5EF4-FFF2-40B4-BE49-F238E27FC236}">
                <a16:creationId xmlns:a16="http://schemas.microsoft.com/office/drawing/2014/main" id="{A9467976-B17C-463C-A17F-F416D75FC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26218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证明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EA373A-1A0D-46F8-9C55-3E2DE4BE2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3025775"/>
            <a:ext cx="4673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中项的顺序不影响级数的和</a:t>
            </a:r>
            <a:r>
              <a:rPr kumimoji="1"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07C75D-CC2F-44BF-A897-B3197BDC6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48" y="4274046"/>
            <a:ext cx="2435226" cy="2435226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6" name="AutoShape 4">
            <a:extLst>
              <a:ext uri="{FF2B5EF4-FFF2-40B4-BE49-F238E27FC236}">
                <a16:creationId xmlns:a16="http://schemas.microsoft.com/office/drawing/2014/main" id="{CCBDD55B-8A86-448B-A001-3B0540549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"/>
            <a:ext cx="533400" cy="5334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15717" name="Text Box 5">
            <a:extLst>
              <a:ext uri="{FF2B5EF4-FFF2-40B4-BE49-F238E27FC236}">
                <a16:creationId xmlns:a16="http://schemas.microsoft.com/office/drawing/2014/main" id="{80854041-5C78-41A1-BA4F-585CECE80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2954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ea typeface="楷体_GB2312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0">
                <a:ea typeface="楷体_GB2312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400" b="0">
                <a:ea typeface="楷体_GB2312" pitchFamily="49" charset="-122"/>
              </a:rPr>
              <a:t>）第一类间断点指的是该点的左右极限都存在。</a:t>
            </a:r>
          </a:p>
        </p:txBody>
      </p:sp>
      <p:sp>
        <p:nvSpPr>
          <p:cNvPr id="115718" name="Rectangle 6">
            <a:extLst>
              <a:ext uri="{FF2B5EF4-FFF2-40B4-BE49-F238E27FC236}">
                <a16:creationId xmlns:a16="http://schemas.microsoft.com/office/drawing/2014/main" id="{044EE9DB-1E24-4BDD-84C9-8492A84CE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9425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注</a:t>
            </a:r>
          </a:p>
        </p:txBody>
      </p:sp>
      <p:sp>
        <p:nvSpPr>
          <p:cNvPr id="115719" name="Text Box 7">
            <a:extLst>
              <a:ext uri="{FF2B5EF4-FFF2-40B4-BE49-F238E27FC236}">
                <a16:creationId xmlns:a16="http://schemas.microsoft.com/office/drawing/2014/main" id="{856FB095-9789-45F2-A053-DD281D40F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0574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ea typeface="楷体_GB2312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0">
                <a:ea typeface="楷体_GB2312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400" b="0">
                <a:ea typeface="楷体_GB2312" pitchFamily="49" charset="-122"/>
              </a:rPr>
              <a:t>）有限个极值也等价于有限个单调区间，有限次振荡。</a:t>
            </a:r>
          </a:p>
        </p:txBody>
      </p:sp>
      <p:sp>
        <p:nvSpPr>
          <p:cNvPr id="115720" name="Text Box 8">
            <a:extLst>
              <a:ext uri="{FF2B5EF4-FFF2-40B4-BE49-F238E27FC236}">
                <a16:creationId xmlns:a16="http://schemas.microsoft.com/office/drawing/2014/main" id="{38481934-5F21-479D-89CB-CEAB18FF9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9718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ea typeface="楷体_GB2312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0">
                <a:ea typeface="楷体_GB2312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400" b="0">
                <a:ea typeface="楷体_GB2312" pitchFamily="49" charset="-122"/>
              </a:rPr>
              <a:t>）应用：复杂信号分解为无穷多个交流和直流的和。</a:t>
            </a:r>
          </a:p>
        </p:txBody>
      </p:sp>
      <p:pic>
        <p:nvPicPr>
          <p:cNvPr id="21511" name="Picture 9">
            <a:extLst>
              <a:ext uri="{FF2B5EF4-FFF2-40B4-BE49-F238E27FC236}">
                <a16:creationId xmlns:a16="http://schemas.microsoft.com/office/drawing/2014/main" id="{C13950DF-E4EF-4B48-9E98-F82B44635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114800"/>
            <a:ext cx="114776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animBg="1"/>
      <p:bldP spid="115717" grpId="0"/>
      <p:bldP spid="115718" grpId="0"/>
      <p:bldP spid="115719" grpId="0"/>
      <p:bldP spid="1157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36DA6BB-1A95-46A7-8C00-08372C7060B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303337"/>
            <a:ext cx="1371600" cy="5334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  <a:ea typeface="仿宋_GB2312" pitchFamily="49" charset="-122"/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  <a:ea typeface="仿宋_GB2312" pitchFamily="49" charset="-122"/>
              </a:rPr>
              <a:t>1.</a:t>
            </a:r>
            <a:r>
              <a:rPr lang="en-US" altLang="zh-CN" sz="2800">
                <a:ea typeface="仿宋_GB2312" pitchFamily="49" charset="-122"/>
              </a:rPr>
              <a:t> 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FFB5B1F3-32B8-4ED2-B89A-84A8F78DF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295400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zh-CN" altLang="en-US" sz="2800" b="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是周期为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的周期函数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它在  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95FDAA8D-1E77-487A-9491-404EB38FE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1075" y="1285875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上的表达式为</a:t>
            </a:r>
          </a:p>
        </p:txBody>
      </p:sp>
      <p:graphicFrame>
        <p:nvGraphicFramePr>
          <p:cNvPr id="15365" name="Object 5">
            <a:extLst>
              <a:ext uri="{FF2B5EF4-FFF2-40B4-BE49-F238E27FC236}">
                <a16:creationId xmlns:a16="http://schemas.microsoft.com/office/drawing/2014/main" id="{85714FDF-5C07-4EB1-9471-9A111F372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145421"/>
              </p:ext>
            </p:extLst>
          </p:nvPr>
        </p:nvGraphicFramePr>
        <p:xfrm>
          <a:off x="7332662" y="1331912"/>
          <a:ext cx="13081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14" imgH="177685" progId="Equation.DSMT4">
                  <p:embed/>
                </p:oleObj>
              </mc:Choice>
              <mc:Fallback>
                <p:oleObj name="Equation" r:id="rId2" imgW="507914" imgH="1776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662" y="1331912"/>
                        <a:ext cx="13081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924E9E26-F4D0-4D7D-95FB-5990897401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403831"/>
              </p:ext>
            </p:extLst>
          </p:nvPr>
        </p:nvGraphicFramePr>
        <p:xfrm>
          <a:off x="1409700" y="1971675"/>
          <a:ext cx="373697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584" imgH="431742" progId="Equation.DSMT4">
                  <p:embed/>
                </p:oleObj>
              </mc:Choice>
              <mc:Fallback>
                <p:oleObj name="Equation" r:id="rId4" imgW="1574584" imgH="43174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1971675"/>
                        <a:ext cx="3736975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Text Box 11">
            <a:extLst>
              <a:ext uri="{FF2B5EF4-FFF2-40B4-BE49-F238E27FC236}">
                <a16:creationId xmlns:a16="http://schemas.microsoft.com/office/drawing/2014/main" id="{A2B42392-26BA-4AF7-81E1-F6909C65B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650" y="2227262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将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展成傅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叶级数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cxnSp>
        <p:nvCxnSpPr>
          <p:cNvPr id="8" name="直接连接符 17">
            <a:extLst>
              <a:ext uri="{FF2B5EF4-FFF2-40B4-BE49-F238E27FC236}">
                <a16:creationId xmlns:a16="http://schemas.microsoft.com/office/drawing/2014/main" id="{16A772AE-1F91-4624-A5E9-46C37622793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" y="762000"/>
            <a:ext cx="10668000" cy="0"/>
          </a:xfrm>
          <a:prstGeom prst="line">
            <a:avLst/>
          </a:prstGeom>
          <a:noFill/>
          <a:ln w="28575" algn="ctr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文本框 18">
            <a:extLst>
              <a:ext uri="{FF2B5EF4-FFF2-40B4-BE49-F238E27FC236}">
                <a16:creationId xmlns:a16="http://schemas.microsoft.com/office/drawing/2014/main" id="{38E5825B-7F8D-4CC7-8BFB-BE859F38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147638"/>
            <a:ext cx="3416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2060"/>
                </a:solidFill>
                <a:ea typeface="楷体_GB2312" pitchFamily="49" charset="-122"/>
              </a:rPr>
              <a:t>三、周期函数的展开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9986689-F131-4934-B202-5785A575F3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8288" y="177800"/>
            <a:ext cx="1371600" cy="5334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  <a:ea typeface="仿宋_GB2312" pitchFamily="49" charset="-122"/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  <a:ea typeface="仿宋_GB2312" pitchFamily="49" charset="-122"/>
              </a:rPr>
              <a:t>1.</a:t>
            </a:r>
            <a:r>
              <a:rPr lang="en-US" altLang="zh-CN" sz="2800">
                <a:ea typeface="仿宋_GB2312" pitchFamily="49" charset="-122"/>
              </a:rPr>
              <a:t> 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F89A99EF-D992-4D79-A08A-864B8D095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169863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zh-CN" altLang="en-US" sz="2800" b="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是周期为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的周期函数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它在  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8974F6C3-472A-48DD-9F45-AB8C1FC94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4563" y="160338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上的表达式为</a:t>
            </a:r>
          </a:p>
        </p:txBody>
      </p:sp>
      <p:graphicFrame>
        <p:nvGraphicFramePr>
          <p:cNvPr id="15365" name="Object 5">
            <a:extLst>
              <a:ext uri="{FF2B5EF4-FFF2-40B4-BE49-F238E27FC236}">
                <a16:creationId xmlns:a16="http://schemas.microsoft.com/office/drawing/2014/main" id="{D3DD9AD7-C3AC-4250-87CB-13A01A830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6150" y="206375"/>
          <a:ext cx="13081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14" imgH="177685" progId="Equation.DSMT4">
                  <p:embed/>
                </p:oleObj>
              </mc:Choice>
              <mc:Fallback>
                <p:oleObj name="Equation" r:id="rId2" imgW="507914" imgH="1776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150" y="206375"/>
                        <a:ext cx="13081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BD4A763C-F2B5-41BA-81B5-7878EBD055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3188" y="846138"/>
          <a:ext cx="373697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584" imgH="431742" progId="Equation.DSMT4">
                  <p:embed/>
                </p:oleObj>
              </mc:Choice>
              <mc:Fallback>
                <p:oleObj name="Equation" r:id="rId4" imgW="1574584" imgH="43174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846138"/>
                        <a:ext cx="3736975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Text Box 7">
            <a:extLst>
              <a:ext uri="{FF2B5EF4-FFF2-40B4-BE49-F238E27FC236}">
                <a16:creationId xmlns:a16="http://schemas.microsoft.com/office/drawing/2014/main" id="{A5D1FAB6-8A68-4ABA-A46D-B490E70EC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2201863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先求傅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叶系数</a:t>
            </a:r>
          </a:p>
        </p:txBody>
      </p:sp>
      <p:graphicFrame>
        <p:nvGraphicFramePr>
          <p:cNvPr id="15368" name="Object 8">
            <a:extLst>
              <a:ext uri="{FF2B5EF4-FFF2-40B4-BE49-F238E27FC236}">
                <a16:creationId xmlns:a16="http://schemas.microsoft.com/office/drawing/2014/main" id="{70A025A8-538A-4037-AD23-005AD163B9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014663"/>
          <a:ext cx="41910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9" imgH="368358" progId="Equation.DSMT4">
                  <p:embed/>
                </p:oleObj>
              </mc:Choice>
              <mc:Fallback>
                <p:oleObj name="Equation" r:id="rId6" imgW="1511289" imgH="36835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014663"/>
                        <a:ext cx="41910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>
            <a:extLst>
              <a:ext uri="{FF2B5EF4-FFF2-40B4-BE49-F238E27FC236}">
                <a16:creationId xmlns:a16="http://schemas.microsoft.com/office/drawing/2014/main" id="{64B464E2-B4B2-4032-BE40-2220402BF1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038" y="4414838"/>
          <a:ext cx="57642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949" imgH="368358" progId="Equation.DSMT4">
                  <p:embed/>
                </p:oleObj>
              </mc:Choice>
              <mc:Fallback>
                <p:oleObj name="Equation" r:id="rId8" imgW="2425949" imgH="36835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4414838"/>
                        <a:ext cx="57642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>
            <a:extLst>
              <a:ext uri="{FF2B5EF4-FFF2-40B4-BE49-F238E27FC236}">
                <a16:creationId xmlns:a16="http://schemas.microsoft.com/office/drawing/2014/main" id="{502ADD4D-EE3E-4A44-929F-5EB892C7CC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038" y="5703888"/>
          <a:ext cx="367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38404" imgH="368358" progId="Equation.3">
                  <p:embed/>
                </p:oleObj>
              </mc:Choice>
              <mc:Fallback>
                <p:oleObj name="Equation" r:id="rId10" imgW="3638404" imgH="36835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5703888"/>
                        <a:ext cx="3670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Text Box 11">
            <a:extLst>
              <a:ext uri="{FF2B5EF4-FFF2-40B4-BE49-F238E27FC236}">
                <a16:creationId xmlns:a16="http://schemas.microsoft.com/office/drawing/2014/main" id="{67EBFFED-FF96-4917-8B84-E2ACAC89D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1101725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将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展成傅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叶级数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20B36AD6-BEAD-4E2A-B0CD-4A696236EE32}"/>
              </a:ext>
            </a:extLst>
          </p:cNvPr>
          <p:cNvGrpSpPr>
            <a:grpSpLocks/>
          </p:cNvGrpSpPr>
          <p:nvPr/>
        </p:nvGrpSpPr>
        <p:grpSpPr bwMode="auto">
          <a:xfrm>
            <a:off x="6967538" y="2720975"/>
            <a:ext cx="4186237" cy="1868488"/>
            <a:chOff x="2640" y="1536"/>
            <a:chExt cx="2928" cy="1307"/>
          </a:xfrm>
        </p:grpSpPr>
        <p:graphicFrame>
          <p:nvGraphicFramePr>
            <p:cNvPr id="23603" name="Object 13">
              <a:extLst>
                <a:ext uri="{FF2B5EF4-FFF2-40B4-BE49-F238E27FC236}">
                  <a16:creationId xmlns:a16="http://schemas.microsoft.com/office/drawing/2014/main" id="{944675F8-D62C-4CD9-A1EA-E64826F794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2256"/>
            <a:ext cx="169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95461" imgH="101831" progId="Equation.3">
                    <p:embed/>
                  </p:oleObj>
                </mc:Choice>
                <mc:Fallback>
                  <p:oleObj name="公式" r:id="rId12" imgW="95461" imgH="101831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256"/>
                          <a:ext cx="169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4" name="Object 14">
              <a:extLst>
                <a:ext uri="{FF2B5EF4-FFF2-40B4-BE49-F238E27FC236}">
                  <a16:creationId xmlns:a16="http://schemas.microsoft.com/office/drawing/2014/main" id="{3058AA4A-BE78-46BD-8417-B81EBE6243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1536"/>
            <a:ext cx="23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01686" imgH="133523" progId="Equation.3">
                    <p:embed/>
                  </p:oleObj>
                </mc:Choice>
                <mc:Fallback>
                  <p:oleObj name="公式" r:id="rId14" imgW="101686" imgH="133523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536"/>
                          <a:ext cx="23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5" name="Object 15">
              <a:extLst>
                <a:ext uri="{FF2B5EF4-FFF2-40B4-BE49-F238E27FC236}">
                  <a16:creationId xmlns:a16="http://schemas.microsoft.com/office/drawing/2014/main" id="{B0EF108C-479A-4E3C-ACB2-415745557A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56" y="2256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95461" imgH="101831" progId="Equation.3">
                    <p:embed/>
                  </p:oleObj>
                </mc:Choice>
                <mc:Fallback>
                  <p:oleObj name="公式" r:id="rId16" imgW="95461" imgH="101831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6" y="2256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06" name="Line 16">
              <a:extLst>
                <a:ext uri="{FF2B5EF4-FFF2-40B4-BE49-F238E27FC236}">
                  <a16:creationId xmlns:a16="http://schemas.microsoft.com/office/drawing/2014/main" id="{F61415E3-EA8C-4482-B369-02B6DF7B3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246"/>
              <a:ext cx="28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7" name="Line 17">
              <a:extLst>
                <a:ext uri="{FF2B5EF4-FFF2-40B4-BE49-F238E27FC236}">
                  <a16:creationId xmlns:a16="http://schemas.microsoft.com/office/drawing/2014/main" id="{D695EE31-E2DD-4656-82D7-B1950280AF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4" y="1632"/>
              <a:ext cx="0" cy="1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8">
            <a:extLst>
              <a:ext uri="{FF2B5EF4-FFF2-40B4-BE49-F238E27FC236}">
                <a16:creationId xmlns:a16="http://schemas.microsoft.com/office/drawing/2014/main" id="{78BAD6EE-9A08-431B-8496-EF7BC8A4441B}"/>
              </a:ext>
            </a:extLst>
          </p:cNvPr>
          <p:cNvGrpSpPr>
            <a:grpSpLocks/>
          </p:cNvGrpSpPr>
          <p:nvPr/>
        </p:nvGrpSpPr>
        <p:grpSpPr bwMode="auto">
          <a:xfrm>
            <a:off x="8134350" y="2927350"/>
            <a:ext cx="1441450" cy="1649413"/>
            <a:chOff x="3456" y="1680"/>
            <a:chExt cx="1008" cy="1154"/>
          </a:xfrm>
        </p:grpSpPr>
        <p:graphicFrame>
          <p:nvGraphicFramePr>
            <p:cNvPr id="23590" name="Object 19">
              <a:extLst>
                <a:ext uri="{FF2B5EF4-FFF2-40B4-BE49-F238E27FC236}">
                  <a16:creationId xmlns:a16="http://schemas.microsoft.com/office/drawing/2014/main" id="{67FBC95D-E380-4D7C-8E52-E5B33F86F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2640"/>
            <a:ext cx="240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71207" imgH="133523" progId="Equation.3">
                    <p:embed/>
                  </p:oleObj>
                </mc:Choice>
                <mc:Fallback>
                  <p:oleObj name="公式" r:id="rId18" imgW="171207" imgH="133523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640"/>
                          <a:ext cx="240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1" name="Object 20">
              <a:extLst>
                <a:ext uri="{FF2B5EF4-FFF2-40B4-BE49-F238E27FC236}">
                  <a16:creationId xmlns:a16="http://schemas.microsoft.com/office/drawing/2014/main" id="{C3DE2184-7444-4568-8099-2681A55F02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2256"/>
            <a:ext cx="4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15824" imgH="101831" progId="Equation.3">
                    <p:embed/>
                  </p:oleObj>
                </mc:Choice>
                <mc:Fallback>
                  <p:oleObj name="公式" r:id="rId20" imgW="215824" imgH="101831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256"/>
                          <a:ext cx="43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2" name="Line 21">
              <a:extLst>
                <a:ext uri="{FF2B5EF4-FFF2-40B4-BE49-F238E27FC236}">
                  <a16:creationId xmlns:a16="http://schemas.microsoft.com/office/drawing/2014/main" id="{3D974DF3-ACBD-47F6-9D4E-7318D95E1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1805"/>
              <a:ext cx="0" cy="46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3" name="Line 22">
              <a:extLst>
                <a:ext uri="{FF2B5EF4-FFF2-40B4-BE49-F238E27FC236}">
                  <a16:creationId xmlns:a16="http://schemas.microsoft.com/office/drawing/2014/main" id="{A341E564-D95F-4121-BA48-B68A33ACF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3" y="1805"/>
              <a:ext cx="326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4" name="Line 23">
              <a:extLst>
                <a:ext uri="{FF2B5EF4-FFF2-40B4-BE49-F238E27FC236}">
                  <a16:creationId xmlns:a16="http://schemas.microsoft.com/office/drawing/2014/main" id="{0EB6E704-9003-4811-876A-C40155A18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274"/>
              <a:ext cx="0" cy="46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5" name="Line 24">
              <a:extLst>
                <a:ext uri="{FF2B5EF4-FFF2-40B4-BE49-F238E27FC236}">
                  <a16:creationId xmlns:a16="http://schemas.microsoft.com/office/drawing/2014/main" id="{0E9454B6-A78F-400E-A714-81D60044D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728"/>
              <a:ext cx="326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6" name="Oval 25">
              <a:extLst>
                <a:ext uri="{FF2B5EF4-FFF2-40B4-BE49-F238E27FC236}">
                  <a16:creationId xmlns:a16="http://schemas.microsoft.com/office/drawing/2014/main" id="{F7E4CD25-B3BF-4C39-8DD5-FF642826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4" y="270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7" name="Oval 26">
              <a:extLst>
                <a:ext uri="{FF2B5EF4-FFF2-40B4-BE49-F238E27FC236}">
                  <a16:creationId xmlns:a16="http://schemas.microsoft.com/office/drawing/2014/main" id="{7B1D908C-8A80-46D1-8743-4B3AC2E74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2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8" name="Oval 27">
              <a:extLst>
                <a:ext uri="{FF2B5EF4-FFF2-40B4-BE49-F238E27FC236}">
                  <a16:creationId xmlns:a16="http://schemas.microsoft.com/office/drawing/2014/main" id="{DB342FE9-1DB0-4BF2-9DFB-47792D481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1775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3599" name="Object 28">
              <a:extLst>
                <a:ext uri="{FF2B5EF4-FFF2-40B4-BE49-F238E27FC236}">
                  <a16:creationId xmlns:a16="http://schemas.microsoft.com/office/drawing/2014/main" id="{2B3FAA4F-47FE-4764-A800-64946364D1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7" y="1680"/>
            <a:ext cx="1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57069" imgH="133523" progId="Equation.3">
                    <p:embed/>
                  </p:oleObj>
                </mc:Choice>
                <mc:Fallback>
                  <p:oleObj name="公式" r:id="rId22" imgW="57069" imgH="133523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7" y="1680"/>
                          <a:ext cx="12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0" name="Object 29">
              <a:extLst>
                <a:ext uri="{FF2B5EF4-FFF2-40B4-BE49-F238E27FC236}">
                  <a16:creationId xmlns:a16="http://schemas.microsoft.com/office/drawing/2014/main" id="{AA33D9CB-5BF0-4F1A-AFF0-DFA9E224DE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2256"/>
            <a:ext cx="24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01686" imgH="101831" progId="Equation.3">
                    <p:embed/>
                  </p:oleObj>
                </mc:Choice>
                <mc:Fallback>
                  <p:oleObj name="公式" r:id="rId24" imgW="101686" imgH="101831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256"/>
                          <a:ext cx="24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01" name="Oval 30">
              <a:extLst>
                <a:ext uri="{FF2B5EF4-FFF2-40B4-BE49-F238E27FC236}">
                  <a16:creationId xmlns:a16="http://schemas.microsoft.com/office/drawing/2014/main" id="{372081AF-D8F3-4D95-A8B0-ADDD28C07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2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602" name="Oval 31">
              <a:extLst>
                <a:ext uri="{FF2B5EF4-FFF2-40B4-BE49-F238E27FC236}">
                  <a16:creationId xmlns:a16="http://schemas.microsoft.com/office/drawing/2014/main" id="{1377FE1F-11AE-44C3-8FE4-5E3A46A53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0" y="22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4" name="Group 32">
            <a:extLst>
              <a:ext uri="{FF2B5EF4-FFF2-40B4-BE49-F238E27FC236}">
                <a16:creationId xmlns:a16="http://schemas.microsoft.com/office/drawing/2014/main" id="{07E1EC76-80E4-4F18-834F-660EB25BBA2E}"/>
              </a:ext>
            </a:extLst>
          </p:cNvPr>
          <p:cNvGrpSpPr>
            <a:grpSpLocks/>
          </p:cNvGrpSpPr>
          <p:nvPr/>
        </p:nvGrpSpPr>
        <p:grpSpPr bwMode="auto">
          <a:xfrm>
            <a:off x="6983413" y="3063875"/>
            <a:ext cx="3905250" cy="1379538"/>
            <a:chOff x="2651" y="1776"/>
            <a:chExt cx="2732" cy="965"/>
          </a:xfrm>
        </p:grpSpPr>
        <p:sp>
          <p:nvSpPr>
            <p:cNvPr id="23567" name="Oval 33">
              <a:extLst>
                <a:ext uri="{FF2B5EF4-FFF2-40B4-BE49-F238E27FC236}">
                  <a16:creationId xmlns:a16="http://schemas.microsoft.com/office/drawing/2014/main" id="{6765329E-8E80-400E-9D7A-C320B386D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695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3568" name="Group 34">
              <a:extLst>
                <a:ext uri="{FF2B5EF4-FFF2-40B4-BE49-F238E27FC236}">
                  <a16:creationId xmlns:a16="http://schemas.microsoft.com/office/drawing/2014/main" id="{11CBE329-9C1E-4023-BFF9-CED177FF7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1" y="1776"/>
              <a:ext cx="2732" cy="965"/>
              <a:chOff x="2651" y="1776"/>
              <a:chExt cx="2732" cy="965"/>
            </a:xfrm>
          </p:grpSpPr>
          <p:sp>
            <p:nvSpPr>
              <p:cNvPr id="23569" name="Line 35">
                <a:extLst>
                  <a:ext uri="{FF2B5EF4-FFF2-40B4-BE49-F238E27FC236}">
                    <a16:creationId xmlns:a16="http://schemas.microsoft.com/office/drawing/2014/main" id="{B847F9ED-B3A5-4CC4-8EFF-A0530531A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0" y="1805"/>
                <a:ext cx="2" cy="93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0" name="Line 36">
                <a:extLst>
                  <a:ext uri="{FF2B5EF4-FFF2-40B4-BE49-F238E27FC236}">
                    <a16:creationId xmlns:a16="http://schemas.microsoft.com/office/drawing/2014/main" id="{44F513D0-593A-4C92-B401-B591C5BD2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6" y="1818"/>
                <a:ext cx="0" cy="43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1" name="Line 37">
                <a:extLst>
                  <a:ext uri="{FF2B5EF4-FFF2-40B4-BE49-F238E27FC236}">
                    <a16:creationId xmlns:a16="http://schemas.microsoft.com/office/drawing/2014/main" id="{4E5F7F3C-8420-4906-BE40-543A8C304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2728"/>
                <a:ext cx="327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2" name="Line 38">
                <a:extLst>
                  <a:ext uri="{FF2B5EF4-FFF2-40B4-BE49-F238E27FC236}">
                    <a16:creationId xmlns:a16="http://schemas.microsoft.com/office/drawing/2014/main" id="{5261D2FC-D7C9-426F-806E-208B109CF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805"/>
                <a:ext cx="326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3" name="Line 39">
                <a:extLst>
                  <a:ext uri="{FF2B5EF4-FFF2-40B4-BE49-F238E27FC236}">
                    <a16:creationId xmlns:a16="http://schemas.microsoft.com/office/drawing/2014/main" id="{D8531BE2-C898-42BB-8436-2B91F9351A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1" y="1805"/>
                <a:ext cx="0" cy="92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4" name="Line 40">
                <a:extLst>
                  <a:ext uri="{FF2B5EF4-FFF2-40B4-BE49-F238E27FC236}">
                    <a16:creationId xmlns:a16="http://schemas.microsoft.com/office/drawing/2014/main" id="{D5B4828E-5CFE-4342-8E3B-5E919CD4D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1" y="2728"/>
                <a:ext cx="327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5" name="Oval 41">
                <a:extLst>
                  <a:ext uri="{FF2B5EF4-FFF2-40B4-BE49-F238E27FC236}">
                    <a16:creationId xmlns:a16="http://schemas.microsoft.com/office/drawing/2014/main" id="{FA22A856-973D-4325-828E-56CC2C9FA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8" y="269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76" name="Line 42">
                <a:extLst>
                  <a:ext uri="{FF2B5EF4-FFF2-40B4-BE49-F238E27FC236}">
                    <a16:creationId xmlns:a16="http://schemas.microsoft.com/office/drawing/2014/main" id="{C9CDA429-2670-4F67-B06C-8FAEBE1FA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9" y="1805"/>
                <a:ext cx="326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7" name="Line 43">
                <a:extLst>
                  <a:ext uri="{FF2B5EF4-FFF2-40B4-BE49-F238E27FC236}">
                    <a16:creationId xmlns:a16="http://schemas.microsoft.com/office/drawing/2014/main" id="{A9F8080B-A30A-46A7-91A9-E1BEC29F0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51" y="1805"/>
                <a:ext cx="326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8" name="Line 44">
                <a:extLst>
                  <a:ext uri="{FF2B5EF4-FFF2-40B4-BE49-F238E27FC236}">
                    <a16:creationId xmlns:a16="http://schemas.microsoft.com/office/drawing/2014/main" id="{C602837D-28F0-43AE-98A4-FD8E58BB56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805"/>
                <a:ext cx="0" cy="92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9" name="Line 45">
                <a:extLst>
                  <a:ext uri="{FF2B5EF4-FFF2-40B4-BE49-F238E27FC236}">
                    <a16:creationId xmlns:a16="http://schemas.microsoft.com/office/drawing/2014/main" id="{C376C9CD-CCCB-443E-965E-E2230E131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2728"/>
                <a:ext cx="327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0" name="Oval 46">
                <a:extLst>
                  <a:ext uri="{FF2B5EF4-FFF2-40B4-BE49-F238E27FC236}">
                    <a16:creationId xmlns:a16="http://schemas.microsoft.com/office/drawing/2014/main" id="{9358A54A-F0F6-4560-A2AD-867178776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269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81" name="Line 47">
                <a:extLst>
                  <a:ext uri="{FF2B5EF4-FFF2-40B4-BE49-F238E27FC236}">
                    <a16:creationId xmlns:a16="http://schemas.microsoft.com/office/drawing/2014/main" id="{9452F135-915B-4A1C-845C-3B71C2E5E0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8" y="1805"/>
                <a:ext cx="0" cy="92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2" name="Oval 48">
                <a:extLst>
                  <a:ext uri="{FF2B5EF4-FFF2-40B4-BE49-F238E27FC236}">
                    <a16:creationId xmlns:a16="http://schemas.microsoft.com/office/drawing/2014/main" id="{BC515391-E3EE-44AA-B2A0-419E83175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221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83" name="Oval 49">
                <a:extLst>
                  <a:ext uri="{FF2B5EF4-FFF2-40B4-BE49-F238E27FC236}">
                    <a16:creationId xmlns:a16="http://schemas.microsoft.com/office/drawing/2014/main" id="{7968156C-2322-4331-AF8C-2CA2EFF31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221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84" name="Oval 50">
                <a:extLst>
                  <a:ext uri="{FF2B5EF4-FFF2-40B4-BE49-F238E27FC236}">
                    <a16:creationId xmlns:a16="http://schemas.microsoft.com/office/drawing/2014/main" id="{CC23C793-3271-4918-BFB2-F6D79DD3E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1" y="2221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85" name="Oval 51">
                <a:extLst>
                  <a:ext uri="{FF2B5EF4-FFF2-40B4-BE49-F238E27FC236}">
                    <a16:creationId xmlns:a16="http://schemas.microsoft.com/office/drawing/2014/main" id="{096B5BEA-670B-494D-BEB1-1C448FEA0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221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86" name="Oval 52">
                <a:extLst>
                  <a:ext uri="{FF2B5EF4-FFF2-40B4-BE49-F238E27FC236}">
                    <a16:creationId xmlns:a16="http://schemas.microsoft.com/office/drawing/2014/main" id="{9DA8E863-EBA3-4051-B557-BF86DB8D8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5" y="177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87" name="Oval 53">
                <a:extLst>
                  <a:ext uri="{FF2B5EF4-FFF2-40B4-BE49-F238E27FC236}">
                    <a16:creationId xmlns:a16="http://schemas.microsoft.com/office/drawing/2014/main" id="{EE2A9B60-59C6-471C-985A-322D8E0FB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177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88" name="Oval 54">
                <a:extLst>
                  <a:ext uri="{FF2B5EF4-FFF2-40B4-BE49-F238E27FC236}">
                    <a16:creationId xmlns:a16="http://schemas.microsoft.com/office/drawing/2014/main" id="{6CCC6F9F-42DC-4CA6-AA2F-DCA6F3DF8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77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589" name="Line 55">
                <a:extLst>
                  <a:ext uri="{FF2B5EF4-FFF2-40B4-BE49-F238E27FC236}">
                    <a16:creationId xmlns:a16="http://schemas.microsoft.com/office/drawing/2014/main" id="{082515B2-1466-49FB-91DD-8C4DB5D1F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4" y="2301"/>
                <a:ext cx="0" cy="43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>
            <a:extLst>
              <a:ext uri="{FF2B5EF4-FFF2-40B4-BE49-F238E27FC236}">
                <a16:creationId xmlns:a16="http://schemas.microsoft.com/office/drawing/2014/main" id="{3C5F2EBE-4377-43B5-B899-B138F12E0D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" y="0"/>
          <a:ext cx="372745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416" imgH="368358" progId="Equation.DSMT4">
                  <p:embed/>
                </p:oleObj>
              </mc:Choice>
              <mc:Fallback>
                <p:oleObj name="Equation" r:id="rId2" imgW="1473416" imgH="36835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0"/>
                        <a:ext cx="372745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>
            <a:extLst>
              <a:ext uri="{FF2B5EF4-FFF2-40B4-BE49-F238E27FC236}">
                <a16:creationId xmlns:a16="http://schemas.microsoft.com/office/drawing/2014/main" id="{85FC5ACA-BBBB-4D55-AF0B-6E330AD28E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7688" y="-12700"/>
          <a:ext cx="5592762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7518" imgH="368358" progId="Equation.DSMT4">
                  <p:embed/>
                </p:oleObj>
              </mc:Choice>
              <mc:Fallback>
                <p:oleObj name="Equation" r:id="rId4" imgW="2317518" imgH="36835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-12700"/>
                        <a:ext cx="5592762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>
            <a:extLst>
              <a:ext uri="{FF2B5EF4-FFF2-40B4-BE49-F238E27FC236}">
                <a16:creationId xmlns:a16="http://schemas.microsoft.com/office/drawing/2014/main" id="{5F7FAE2F-A282-49B7-9067-DF4E9BEBC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713" y="1239838"/>
          <a:ext cx="2617787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3376" imgH="508115" progId="Equation.DSMT4">
                  <p:embed/>
                </p:oleObj>
              </mc:Choice>
              <mc:Fallback>
                <p:oleObj name="Equation" r:id="rId6" imgW="1003376" imgH="50811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1239838"/>
                        <a:ext cx="2617787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C8ECA9D5-13FA-4AC1-9D35-F920F2B46C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1277938"/>
          <a:ext cx="2635250" cy="128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0445" imgH="508115" progId="Equation.DSMT4">
                  <p:embed/>
                </p:oleObj>
              </mc:Choice>
              <mc:Fallback>
                <p:oleObj name="Equation" r:id="rId8" imgW="1060445" imgH="50811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277938"/>
                        <a:ext cx="2635250" cy="128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>
            <a:extLst>
              <a:ext uri="{FF2B5EF4-FFF2-40B4-BE49-F238E27FC236}">
                <a16:creationId xmlns:a16="http://schemas.microsoft.com/office/drawing/2014/main" id="{EAAD79C1-2F23-4DC5-ABC4-B111838CE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1406525"/>
          <a:ext cx="27622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22572" imgH="368358" progId="Equation.DSMT4">
                  <p:embed/>
                </p:oleObj>
              </mc:Choice>
              <mc:Fallback>
                <p:oleObj name="Equation" r:id="rId10" imgW="1022572" imgH="36835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1406525"/>
                        <a:ext cx="276225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>
            <a:extLst>
              <a:ext uri="{FF2B5EF4-FFF2-40B4-BE49-F238E27FC236}">
                <a16:creationId xmlns:a16="http://schemas.microsoft.com/office/drawing/2014/main" id="{90F445BA-0028-4F56-B333-9937AC107C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3255963"/>
          <a:ext cx="267176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1249" imgH="368358" progId="Equation.DSMT4">
                  <p:embed/>
                </p:oleObj>
              </mc:Choice>
              <mc:Fallback>
                <p:oleObj name="Equation" r:id="rId12" imgW="1041249" imgH="36835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255963"/>
                        <a:ext cx="2671762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>
            <a:extLst>
              <a:ext uri="{FF2B5EF4-FFF2-40B4-BE49-F238E27FC236}">
                <a16:creationId xmlns:a16="http://schemas.microsoft.com/office/drawing/2014/main" id="{F4EFB44D-6DEE-440D-95C4-94F54CF3F1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7275" y="3240088"/>
          <a:ext cx="6731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5022" imgH="971550" progId="Equation.3">
                  <p:embed/>
                </p:oleObj>
              </mc:Choice>
              <mc:Fallback>
                <p:oleObj name="Equation" r:id="rId14" imgW="635022" imgH="97155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240088"/>
                        <a:ext cx="6731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>
            <a:extLst>
              <a:ext uri="{FF2B5EF4-FFF2-40B4-BE49-F238E27FC236}">
                <a16:creationId xmlns:a16="http://schemas.microsoft.com/office/drawing/2014/main" id="{83023CF4-E1E7-4AEC-B867-A083044AED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3850" y="2724150"/>
          <a:ext cx="766763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0442" imgH="368358" progId="Equation.DSMT4">
                  <p:embed/>
                </p:oleObj>
              </mc:Choice>
              <mc:Fallback>
                <p:oleObj name="Equation" r:id="rId16" imgW="260442" imgH="36835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850" y="2724150"/>
                        <a:ext cx="766763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>
            <a:extLst>
              <a:ext uri="{FF2B5EF4-FFF2-40B4-BE49-F238E27FC236}">
                <a16:creationId xmlns:a16="http://schemas.microsoft.com/office/drawing/2014/main" id="{34885414-D711-463B-9391-5598E8434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7688" y="4143375"/>
          <a:ext cx="36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29962" imgH="362123" progId="Equation.3">
                  <p:embed/>
                </p:oleObj>
              </mc:Choice>
              <mc:Fallback>
                <p:oleObj name="Equation" r:id="rId18" imgW="329962" imgH="3621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4143375"/>
                        <a:ext cx="368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>
            <a:extLst>
              <a:ext uri="{FF2B5EF4-FFF2-40B4-BE49-F238E27FC236}">
                <a16:creationId xmlns:a16="http://schemas.microsoft.com/office/drawing/2014/main" id="{3FFD36D1-1075-43C7-9869-F61B04A89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6225" y="3136900"/>
          <a:ext cx="242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87557" imgH="400050" progId="Equation.3">
                  <p:embed/>
                </p:oleObj>
              </mc:Choice>
              <mc:Fallback>
                <p:oleObj name="Equation" r:id="rId20" imgW="2387557" imgH="4000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225" y="3136900"/>
                        <a:ext cx="2425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2">
            <a:extLst>
              <a:ext uri="{FF2B5EF4-FFF2-40B4-BE49-F238E27FC236}">
                <a16:creationId xmlns:a16="http://schemas.microsoft.com/office/drawing/2014/main" id="{C937C32A-33E0-42E3-BD87-AAE946849C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6225" y="3986213"/>
          <a:ext cx="252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95469" imgH="400050" progId="Equation.3">
                  <p:embed/>
                </p:oleObj>
              </mc:Choice>
              <mc:Fallback>
                <p:oleObj name="Equation" r:id="rId22" imgW="2495469" imgH="40005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225" y="3986213"/>
                        <a:ext cx="2527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>
            <a:extLst>
              <a:ext uri="{FF2B5EF4-FFF2-40B4-BE49-F238E27FC236}">
                <a16:creationId xmlns:a16="http://schemas.microsoft.com/office/drawing/2014/main" id="{A246427E-BE5C-4776-882A-5CF8E3ABFB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625" y="4632325"/>
          <a:ext cx="33496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82495" imgH="368358" progId="Equation.DSMT4">
                  <p:embed/>
                </p:oleObj>
              </mc:Choice>
              <mc:Fallback>
                <p:oleObj name="Equation" r:id="rId24" imgW="1282495" imgH="36835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" y="4632325"/>
                        <a:ext cx="334962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4">
            <a:extLst>
              <a:ext uri="{FF2B5EF4-FFF2-40B4-BE49-F238E27FC236}">
                <a16:creationId xmlns:a16="http://schemas.microsoft.com/office/drawing/2014/main" id="{71C931BF-A731-46BC-A936-B075F5E6A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0275" y="4722813"/>
          <a:ext cx="1384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52534" imgH="819323" progId="Equation.3">
                  <p:embed/>
                </p:oleObj>
              </mc:Choice>
              <mc:Fallback>
                <p:oleObj name="Equation" r:id="rId26" imgW="1352534" imgH="81932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5" y="4722813"/>
                        <a:ext cx="1384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>
            <a:extLst>
              <a:ext uri="{FF2B5EF4-FFF2-40B4-BE49-F238E27FC236}">
                <a16:creationId xmlns:a16="http://schemas.microsoft.com/office/drawing/2014/main" id="{32247B47-774A-46CF-BCAA-E85CD7354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6038" y="4722813"/>
          <a:ext cx="3949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911816" imgH="819323" progId="Equation.3">
                  <p:embed/>
                </p:oleObj>
              </mc:Choice>
              <mc:Fallback>
                <p:oleObj name="Equation" r:id="rId28" imgW="3911816" imgH="81932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6038" y="4722813"/>
                        <a:ext cx="3949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16">
            <a:extLst>
              <a:ext uri="{FF2B5EF4-FFF2-40B4-BE49-F238E27FC236}">
                <a16:creationId xmlns:a16="http://schemas.microsoft.com/office/drawing/2014/main" id="{DDBBB810-0BEF-4A2C-8922-7D3A0CDD2C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07488" y="5070475"/>
          <a:ext cx="317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95461" imgH="177685" progId="Equation.3">
                  <p:embed/>
                </p:oleObj>
              </mc:Choice>
              <mc:Fallback>
                <p:oleObj name="Equation" r:id="rId30" imgW="95461" imgH="17768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7488" y="5070475"/>
                        <a:ext cx="3175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17">
            <a:extLst>
              <a:ext uri="{FF2B5EF4-FFF2-40B4-BE49-F238E27FC236}">
                <a16:creationId xmlns:a16="http://schemas.microsoft.com/office/drawing/2014/main" id="{606CAEB7-371F-451F-A4CA-C00065678B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5689600"/>
          <a:ext cx="59356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260449" imgH="177685" progId="Equation.DSMT4">
                  <p:embed/>
                </p:oleObj>
              </mc:Choice>
              <mc:Fallback>
                <p:oleObj name="Equation" r:id="rId32" imgW="2260449" imgH="17768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689600"/>
                        <a:ext cx="593566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2D1D0BDE-13D8-4C2B-8010-20D10CFCA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3213" y="5002213"/>
          <a:ext cx="3114675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3115110" imgH="1514686" progId="Paint.Picture">
                  <p:embed/>
                </p:oleObj>
              </mc:Choice>
              <mc:Fallback>
                <p:oleObj name="BMP 图象" r:id="rId2" imgW="3115110" imgH="151468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3213" y="5002213"/>
                        <a:ext cx="3114675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>
            <a:extLst>
              <a:ext uri="{FF2B5EF4-FFF2-40B4-BE49-F238E27FC236}">
                <a16:creationId xmlns:a16="http://schemas.microsoft.com/office/drawing/2014/main" id="{AAD9469F-0842-4635-895A-7FFB2E566F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3213" y="5002213"/>
          <a:ext cx="307657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4" imgW="3076190" imgH="1552792" progId="Paint.Picture">
                  <p:embed/>
                </p:oleObj>
              </mc:Choice>
              <mc:Fallback>
                <p:oleObj name="BMP 图象" r:id="rId4" imgW="3076190" imgH="155279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3213" y="5002213"/>
                        <a:ext cx="3076575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EFEA5802-3461-437A-86D3-43A33EBC9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3213" y="5002213"/>
          <a:ext cx="3076575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6" imgW="3076190" imgH="1467055" progId="Paint.Picture">
                  <p:embed/>
                </p:oleObj>
              </mc:Choice>
              <mc:Fallback>
                <p:oleObj name="BMP 图象" r:id="rId6" imgW="3076190" imgH="146705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3213" y="5002213"/>
                        <a:ext cx="3076575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>
            <a:extLst>
              <a:ext uri="{FF2B5EF4-FFF2-40B4-BE49-F238E27FC236}">
                <a16:creationId xmlns:a16="http://schemas.microsoft.com/office/drawing/2014/main" id="{C946049D-29A5-4DBB-B3A3-8218126DA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3213" y="5002213"/>
          <a:ext cx="307657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8" imgW="3076190" imgH="1476190" progId="Paint.Picture">
                  <p:embed/>
                </p:oleObj>
              </mc:Choice>
              <mc:Fallback>
                <p:oleObj name="BMP 图象" r:id="rId8" imgW="3076190" imgH="147619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3213" y="5002213"/>
                        <a:ext cx="3076575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>
            <a:extLst>
              <a:ext uri="{FF2B5EF4-FFF2-40B4-BE49-F238E27FC236}">
                <a16:creationId xmlns:a16="http://schemas.microsoft.com/office/drawing/2014/main" id="{27A91920-CA8C-4A36-815B-06439CFD87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9463" y="1038225"/>
          <a:ext cx="48545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60449" imgH="177685" progId="Equation.DSMT4">
                  <p:embed/>
                </p:oleObj>
              </mc:Choice>
              <mc:Fallback>
                <p:oleObj name="Equation" r:id="rId10" imgW="2260449" imgH="17768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463" y="1038225"/>
                        <a:ext cx="48545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>
            <a:extLst>
              <a:ext uri="{FF2B5EF4-FFF2-40B4-BE49-F238E27FC236}">
                <a16:creationId xmlns:a16="http://schemas.microsoft.com/office/drawing/2014/main" id="{92AF4846-034A-4422-995D-47EBA86627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8525" y="0"/>
          <a:ext cx="1193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62131" imgH="819323" progId="Equation.3">
                  <p:embed/>
                </p:oleObj>
              </mc:Choice>
              <mc:Fallback>
                <p:oleObj name="Equation" r:id="rId12" imgW="1162131" imgH="81932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0"/>
                        <a:ext cx="1193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>
            <a:extLst>
              <a:ext uri="{FF2B5EF4-FFF2-40B4-BE49-F238E27FC236}">
                <a16:creationId xmlns:a16="http://schemas.microsoft.com/office/drawing/2014/main" id="{EE47DEFD-F68C-4030-94E8-B8EAB9EF47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01050" y="0"/>
          <a:ext cx="1943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5065" imgH="819323" progId="Equation.3">
                  <p:embed/>
                </p:oleObj>
              </mc:Choice>
              <mc:Fallback>
                <p:oleObj name="Equation" r:id="rId14" imgW="1905065" imgH="81932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1050" y="0"/>
                        <a:ext cx="1943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9">
            <a:extLst>
              <a:ext uri="{FF2B5EF4-FFF2-40B4-BE49-F238E27FC236}">
                <a16:creationId xmlns:a16="http://schemas.microsoft.com/office/drawing/2014/main" id="{2617F289-D488-42B3-95B4-76D111F64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" y="1819275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r>
              <a:rPr kumimoji="1" lang="en-US" altLang="zh-CN" sz="2800" b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楷体_GB2312" pitchFamily="49" charset="-122"/>
                <a:ea typeface="楷体_GB2312" pitchFamily="49" charset="-122"/>
              </a:rPr>
              <a:t>根据收敛定理可知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17418" name="Text Box 10">
            <a:extLst>
              <a:ext uri="{FF2B5EF4-FFF2-40B4-BE49-F238E27FC236}">
                <a16:creationId xmlns:a16="http://schemas.microsoft.com/office/drawing/2014/main" id="{FDF54079-FFC7-4B3D-ADDC-965B4001E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488" y="182245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楷体_GB2312" pitchFamily="49" charset="-122"/>
                <a:ea typeface="楷体_GB2312" pitchFamily="49" charset="-122"/>
              </a:rPr>
              <a:t>时</a:t>
            </a:r>
            <a:r>
              <a:rPr kumimoji="1" lang="en-US" altLang="zh-CN" sz="2800" b="0"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0">
                <a:latin typeface="楷体_GB2312" pitchFamily="49" charset="-122"/>
                <a:ea typeface="楷体_GB2312" pitchFamily="49" charset="-122"/>
              </a:rPr>
              <a:t>级数收敛于</a:t>
            </a:r>
          </a:p>
        </p:txBody>
      </p:sp>
      <p:graphicFrame>
        <p:nvGraphicFramePr>
          <p:cNvPr id="17419" name="Object 11">
            <a:extLst>
              <a:ext uri="{FF2B5EF4-FFF2-40B4-BE49-F238E27FC236}">
                <a16:creationId xmlns:a16="http://schemas.microsoft.com/office/drawing/2014/main" id="{B9A84A97-4739-4086-BA37-D66086DC1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52075" y="1654175"/>
          <a:ext cx="1447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603" imgH="819323" progId="Equation.3">
                  <p:embed/>
                </p:oleObj>
              </mc:Choice>
              <mc:Fallback>
                <p:oleObj name="Equation" r:id="rId16" imgW="1409603" imgH="81932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2075" y="1654175"/>
                        <a:ext cx="1447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12">
            <a:extLst>
              <a:ext uri="{FF2B5EF4-FFF2-40B4-BE49-F238E27FC236}">
                <a16:creationId xmlns:a16="http://schemas.microsoft.com/office/drawing/2014/main" id="{E171FEDD-2CF8-4623-9FAC-5C731EBE6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" y="503713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2)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傅氏级数的部分和逼近</a:t>
            </a:r>
          </a:p>
        </p:txBody>
      </p:sp>
      <p:sp>
        <p:nvSpPr>
          <p:cNvPr id="17421" name="Line 13">
            <a:extLst>
              <a:ext uri="{FF2B5EF4-FFF2-40B4-BE49-F238E27FC236}">
                <a16:creationId xmlns:a16="http://schemas.microsoft.com/office/drawing/2014/main" id="{A5CB53FF-EA3C-4FD7-A6D7-AFE0E1678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350" y="908050"/>
            <a:ext cx="762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2" name="Line 14">
            <a:extLst>
              <a:ext uri="{FF2B5EF4-FFF2-40B4-BE49-F238E27FC236}">
                <a16:creationId xmlns:a16="http://schemas.microsoft.com/office/drawing/2014/main" id="{FCA7E285-2FBA-433D-B37E-87BEAB044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90805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3" name="Line 15">
            <a:extLst>
              <a:ext uri="{FF2B5EF4-FFF2-40B4-BE49-F238E27FC236}">
                <a16:creationId xmlns:a16="http://schemas.microsoft.com/office/drawing/2014/main" id="{7453210D-7CC0-4E31-A541-70D68D9B7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9950" y="90805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4" name="Line 16">
            <a:extLst>
              <a:ext uri="{FF2B5EF4-FFF2-40B4-BE49-F238E27FC236}">
                <a16:creationId xmlns:a16="http://schemas.microsoft.com/office/drawing/2014/main" id="{C6D1A3FC-CBC2-444B-B5F8-80808D5BC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5350" y="908050"/>
            <a:ext cx="1143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5" name="Line 17">
            <a:extLst>
              <a:ext uri="{FF2B5EF4-FFF2-40B4-BE49-F238E27FC236}">
                <a16:creationId xmlns:a16="http://schemas.microsoft.com/office/drawing/2014/main" id="{218AA9F2-E975-4311-AB7F-A8B9CD6BC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8350" y="908050"/>
            <a:ext cx="106045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18" name="Object 18">
            <a:extLst>
              <a:ext uri="{FF2B5EF4-FFF2-40B4-BE49-F238E27FC236}">
                <a16:creationId xmlns:a16="http://schemas.microsoft.com/office/drawing/2014/main" id="{E8719D12-AC23-42BD-9088-9516C57E49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0"/>
          <a:ext cx="3517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86393" imgH="819323" progId="Equation.3">
                  <p:embed/>
                </p:oleObj>
              </mc:Choice>
              <mc:Fallback>
                <p:oleObj name="Equation" r:id="rId18" imgW="3486393" imgH="81932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0"/>
                        <a:ext cx="3517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>
            <a:extLst>
              <a:ext uri="{FF2B5EF4-FFF2-40B4-BE49-F238E27FC236}">
                <a16:creationId xmlns:a16="http://schemas.microsoft.com/office/drawing/2014/main" id="{06146AE6-8B0C-4A98-BC1E-C6013FD09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0" y="0"/>
          <a:ext cx="1181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2935" imgH="819323" progId="Equation.3">
                  <p:embed/>
                </p:oleObj>
              </mc:Choice>
              <mc:Fallback>
                <p:oleObj name="Equation" r:id="rId20" imgW="1142935" imgH="81932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0"/>
                        <a:ext cx="1181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20" name="Group 20">
            <a:extLst>
              <a:ext uri="{FF2B5EF4-FFF2-40B4-BE49-F238E27FC236}">
                <a16:creationId xmlns:a16="http://schemas.microsoft.com/office/drawing/2014/main" id="{C8DBD459-959E-438F-943F-3222327F07D3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632075"/>
            <a:ext cx="4456113" cy="1989138"/>
            <a:chOff x="2544" y="48"/>
            <a:chExt cx="3120" cy="1392"/>
          </a:xfrm>
        </p:grpSpPr>
        <p:sp>
          <p:nvSpPr>
            <p:cNvPr id="25634" name="Rectangle 21">
              <a:extLst>
                <a:ext uri="{FF2B5EF4-FFF2-40B4-BE49-F238E27FC236}">
                  <a16:creationId xmlns:a16="http://schemas.microsoft.com/office/drawing/2014/main" id="{15C92879-97F3-4E49-807F-C79B07C22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48"/>
              <a:ext cx="3120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66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5635" name="Group 22">
              <a:extLst>
                <a:ext uri="{FF2B5EF4-FFF2-40B4-BE49-F238E27FC236}">
                  <a16:creationId xmlns:a16="http://schemas.microsoft.com/office/drawing/2014/main" id="{1B481C34-5DBD-420F-8F2B-50439D3857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61"/>
              <a:ext cx="2928" cy="1283"/>
              <a:chOff x="2736" y="1368"/>
              <a:chExt cx="2928" cy="1283"/>
            </a:xfrm>
          </p:grpSpPr>
          <p:grpSp>
            <p:nvGrpSpPr>
              <p:cNvPr id="25636" name="Group 23">
                <a:extLst>
                  <a:ext uri="{FF2B5EF4-FFF2-40B4-BE49-F238E27FC236}">
                    <a16:creationId xmlns:a16="http://schemas.microsoft.com/office/drawing/2014/main" id="{0584640E-C5FC-40FA-AC02-5BFC36ED38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1368"/>
                <a:ext cx="2928" cy="1283"/>
                <a:chOff x="2640" y="1560"/>
                <a:chExt cx="2928" cy="1283"/>
              </a:xfrm>
            </p:grpSpPr>
            <p:graphicFrame>
              <p:nvGraphicFramePr>
                <p:cNvPr id="25675" name="Object 24">
                  <a:extLst>
                    <a:ext uri="{FF2B5EF4-FFF2-40B4-BE49-F238E27FC236}">
                      <a16:creationId xmlns:a16="http://schemas.microsoft.com/office/drawing/2014/main" id="{E6421211-27A6-4E7C-8B3D-DA420787D0E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32" y="2256"/>
                <a:ext cx="169" cy="1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2" imgW="95461" imgH="101831" progId="Equation.3">
                        <p:embed/>
                      </p:oleObj>
                    </mc:Choice>
                    <mc:Fallback>
                      <p:oleObj name="公式" r:id="rId22" imgW="95461" imgH="101831" progId="Equation.3">
                        <p:embed/>
                        <p:pic>
                          <p:nvPicPr>
                            <p:cNvPr id="0" name="Object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32" y="2256"/>
                              <a:ext cx="169" cy="188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676" name="Object 25">
                  <a:extLst>
                    <a:ext uri="{FF2B5EF4-FFF2-40B4-BE49-F238E27FC236}">
                      <a16:creationId xmlns:a16="http://schemas.microsoft.com/office/drawing/2014/main" id="{A4E09DC3-AD16-483D-96F6-CFA4668030F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32" y="1560"/>
                <a:ext cx="192" cy="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4" imgW="101686" imgH="133523" progId="Equation.3">
                        <p:embed/>
                      </p:oleObj>
                    </mc:Choice>
                    <mc:Fallback>
                      <p:oleObj name="公式" r:id="rId24" imgW="101686" imgH="133523" progId="Equation.3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32" y="1560"/>
                              <a:ext cx="192" cy="225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677" name="Object 26">
                  <a:extLst>
                    <a:ext uri="{FF2B5EF4-FFF2-40B4-BE49-F238E27FC236}">
                      <a16:creationId xmlns:a16="http://schemas.microsoft.com/office/drawing/2014/main" id="{41A130A8-0BB1-4006-8FD9-8A4DD0E4B15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356" y="2256"/>
                <a:ext cx="212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6" imgW="95461" imgH="101831" progId="Equation.3">
                        <p:embed/>
                      </p:oleObj>
                    </mc:Choice>
                    <mc:Fallback>
                      <p:oleObj name="公式" r:id="rId26" imgW="95461" imgH="101831" progId="Equation.3">
                        <p:embed/>
                        <p:pic>
                          <p:nvPicPr>
                            <p:cNvPr id="0" name="Object 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356" y="2256"/>
                              <a:ext cx="212" cy="236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78" name="Line 27">
                  <a:extLst>
                    <a:ext uri="{FF2B5EF4-FFF2-40B4-BE49-F238E27FC236}">
                      <a16:creationId xmlns:a16="http://schemas.microsoft.com/office/drawing/2014/main" id="{F6CB2F4D-76F3-4C4E-9817-0C8FA6FF93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0" y="2246"/>
                  <a:ext cx="28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79" name="Line 28">
                  <a:extLst>
                    <a:ext uri="{FF2B5EF4-FFF2-40B4-BE49-F238E27FC236}">
                      <a16:creationId xmlns:a16="http://schemas.microsoft.com/office/drawing/2014/main" id="{2729477D-4D5B-4408-A9FE-540866CA27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04" y="1632"/>
                  <a:ext cx="0" cy="1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637" name="Group 29">
                <a:extLst>
                  <a:ext uri="{FF2B5EF4-FFF2-40B4-BE49-F238E27FC236}">
                    <a16:creationId xmlns:a16="http://schemas.microsoft.com/office/drawing/2014/main" id="{703E0222-698B-4F0B-82DF-E5133002A0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5" y="1488"/>
                <a:ext cx="964" cy="1154"/>
                <a:chOff x="3489" y="1680"/>
                <a:chExt cx="964" cy="1154"/>
              </a:xfrm>
            </p:grpSpPr>
            <p:graphicFrame>
              <p:nvGraphicFramePr>
                <p:cNvPr id="25662" name="Object 30">
                  <a:extLst>
                    <a:ext uri="{FF2B5EF4-FFF2-40B4-BE49-F238E27FC236}">
                      <a16:creationId xmlns:a16="http://schemas.microsoft.com/office/drawing/2014/main" id="{9E86888E-C499-4BD5-9732-62282A0DA1C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80" y="2640"/>
                <a:ext cx="240" cy="1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8" imgW="171207" imgH="133523" progId="Equation.3">
                        <p:embed/>
                      </p:oleObj>
                    </mc:Choice>
                    <mc:Fallback>
                      <p:oleObj name="公式" r:id="rId28" imgW="171207" imgH="133523" progId="Equation.3">
                        <p:embed/>
                        <p:pic>
                          <p:nvPicPr>
                            <p:cNvPr id="0" name="Object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80" y="2640"/>
                              <a:ext cx="240" cy="194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663" name="Object 31">
                  <a:extLst>
                    <a:ext uri="{FF2B5EF4-FFF2-40B4-BE49-F238E27FC236}">
                      <a16:creationId xmlns:a16="http://schemas.microsoft.com/office/drawing/2014/main" id="{F9D05714-BF55-4A5E-ACAF-9CABE2C275D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489" y="2256"/>
                <a:ext cx="367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0" imgW="184177" imgH="108065" progId="Equation.DSMT4">
                        <p:embed/>
                      </p:oleObj>
                    </mc:Choice>
                    <mc:Fallback>
                      <p:oleObj name="Equation" r:id="rId30" imgW="184177" imgH="108065" progId="Equation.DSMT4">
                        <p:embed/>
                        <p:pic>
                          <p:nvPicPr>
                            <p:cNvPr id="0" name="Object 3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89" y="2256"/>
                              <a:ext cx="367" cy="24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64" name="Line 32">
                  <a:extLst>
                    <a:ext uri="{FF2B5EF4-FFF2-40B4-BE49-F238E27FC236}">
                      <a16:creationId xmlns:a16="http://schemas.microsoft.com/office/drawing/2014/main" id="{6A712FEE-D535-4C7C-A088-935D9FD610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1805"/>
                  <a:ext cx="0" cy="462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65" name="Line 33">
                  <a:extLst>
                    <a:ext uri="{FF2B5EF4-FFF2-40B4-BE49-F238E27FC236}">
                      <a16:creationId xmlns:a16="http://schemas.microsoft.com/office/drawing/2014/main" id="{93B6D5D9-093A-42C2-9F93-19CFFDECCA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3" y="1805"/>
                  <a:ext cx="326" cy="0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66" name="Line 34">
                  <a:extLst>
                    <a:ext uri="{FF2B5EF4-FFF2-40B4-BE49-F238E27FC236}">
                      <a16:creationId xmlns:a16="http://schemas.microsoft.com/office/drawing/2014/main" id="{E453BFCD-A020-4611-94ED-79B9F018A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58" y="2274"/>
                  <a:ext cx="0" cy="462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67" name="Line 35">
                  <a:extLst>
                    <a:ext uri="{FF2B5EF4-FFF2-40B4-BE49-F238E27FC236}">
                      <a16:creationId xmlns:a16="http://schemas.microsoft.com/office/drawing/2014/main" id="{28D34113-5BC4-418F-9FF5-70E353F2E8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58" y="2728"/>
                  <a:ext cx="326" cy="0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68" name="Oval 36">
                  <a:extLst>
                    <a:ext uri="{FF2B5EF4-FFF2-40B4-BE49-F238E27FC236}">
                      <a16:creationId xmlns:a16="http://schemas.microsoft.com/office/drawing/2014/main" id="{89CDE65A-D573-465B-8ECD-2854090C03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4" y="2702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25669" name="Oval 37">
                  <a:extLst>
                    <a:ext uri="{FF2B5EF4-FFF2-40B4-BE49-F238E27FC236}">
                      <a16:creationId xmlns:a16="http://schemas.microsoft.com/office/drawing/2014/main" id="{F99EFB9D-6F9D-4F28-B12E-AB334EB1B0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36" y="2221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25670" name="Oval 38">
                  <a:extLst>
                    <a:ext uri="{FF2B5EF4-FFF2-40B4-BE49-F238E27FC236}">
                      <a16:creationId xmlns:a16="http://schemas.microsoft.com/office/drawing/2014/main" id="{39A00497-6D9A-4534-B03C-F5C9E63F9F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1" y="1775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graphicFrame>
              <p:nvGraphicFramePr>
                <p:cNvPr id="25671" name="Object 39">
                  <a:extLst>
                    <a:ext uri="{FF2B5EF4-FFF2-40B4-BE49-F238E27FC236}">
                      <a16:creationId xmlns:a16="http://schemas.microsoft.com/office/drawing/2014/main" id="{090B61D3-F76F-4E04-9D32-2B355F27070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857" y="1680"/>
                <a:ext cx="127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2" imgW="57069" imgH="133523" progId="Equation.3">
                        <p:embed/>
                      </p:oleObj>
                    </mc:Choice>
                    <mc:Fallback>
                      <p:oleObj name="公式" r:id="rId32" imgW="57069" imgH="133523" progId="Equation.3">
                        <p:embed/>
                        <p:pic>
                          <p:nvPicPr>
                            <p:cNvPr id="0" name="Object 3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57" y="1680"/>
                              <a:ext cx="127" cy="24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672" name="Object 40">
                  <a:extLst>
                    <a:ext uri="{FF2B5EF4-FFF2-40B4-BE49-F238E27FC236}">
                      <a16:creationId xmlns:a16="http://schemas.microsoft.com/office/drawing/2014/main" id="{056BF510-BEF8-4EC1-8EFD-8A1CF0D3ECD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234" y="2256"/>
                <a:ext cx="219" cy="2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4" imgW="101686" imgH="108065" progId="Equation.DSMT4">
                        <p:embed/>
                      </p:oleObj>
                    </mc:Choice>
                    <mc:Fallback>
                      <p:oleObj name="Equation" r:id="rId34" imgW="101686" imgH="108065" progId="Equation.DSMT4">
                        <p:embed/>
                        <p:pic>
                          <p:nvPicPr>
                            <p:cNvPr id="0" name="Object 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34" y="2256"/>
                              <a:ext cx="219" cy="23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73" name="Oval 41">
                  <a:extLst>
                    <a:ext uri="{FF2B5EF4-FFF2-40B4-BE49-F238E27FC236}">
                      <a16:creationId xmlns:a16="http://schemas.microsoft.com/office/drawing/2014/main" id="{5FA52AEA-FBAD-447D-9358-494E9815FC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1" y="2221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25674" name="Oval 42">
                  <a:extLst>
                    <a:ext uri="{FF2B5EF4-FFF2-40B4-BE49-F238E27FC236}">
                      <a16:creationId xmlns:a16="http://schemas.microsoft.com/office/drawing/2014/main" id="{3724719E-023D-49BC-A9A1-B61EDFD4D4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0" y="2221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25638" name="Group 43">
                <a:extLst>
                  <a:ext uri="{FF2B5EF4-FFF2-40B4-BE49-F238E27FC236}">
                    <a16:creationId xmlns:a16="http://schemas.microsoft.com/office/drawing/2014/main" id="{86459D73-22EE-4500-8FFC-4AD99FDFD3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7" y="1584"/>
                <a:ext cx="2732" cy="965"/>
                <a:chOff x="2651" y="1776"/>
                <a:chExt cx="2732" cy="965"/>
              </a:xfrm>
            </p:grpSpPr>
            <p:sp>
              <p:nvSpPr>
                <p:cNvPr id="25639" name="Oval 44">
                  <a:extLst>
                    <a:ext uri="{FF2B5EF4-FFF2-40B4-BE49-F238E27FC236}">
                      <a16:creationId xmlns:a16="http://schemas.microsoft.com/office/drawing/2014/main" id="{0D88B3A0-4300-4F3A-8296-C51E53AC43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7" y="2695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grpSp>
              <p:nvGrpSpPr>
                <p:cNvPr id="25640" name="Group 45">
                  <a:extLst>
                    <a:ext uri="{FF2B5EF4-FFF2-40B4-BE49-F238E27FC236}">
                      <a16:creationId xmlns:a16="http://schemas.microsoft.com/office/drawing/2014/main" id="{874BF334-DFBA-48AF-B9D8-05AEBE3F6A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1" y="1776"/>
                  <a:ext cx="2732" cy="965"/>
                  <a:chOff x="2651" y="1776"/>
                  <a:chExt cx="2732" cy="965"/>
                </a:xfrm>
              </p:grpSpPr>
              <p:sp>
                <p:nvSpPr>
                  <p:cNvPr id="25641" name="Line 46">
                    <a:extLst>
                      <a:ext uri="{FF2B5EF4-FFF2-40B4-BE49-F238E27FC236}">
                        <a16:creationId xmlns:a16="http://schemas.microsoft.com/office/drawing/2014/main" id="{3818E978-A1A6-4CAF-83D9-E0E0F516FD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10" y="1805"/>
                    <a:ext cx="2" cy="931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2" name="Line 47">
                    <a:extLst>
                      <a:ext uri="{FF2B5EF4-FFF2-40B4-BE49-F238E27FC236}">
                        <a16:creationId xmlns:a16="http://schemas.microsoft.com/office/drawing/2014/main" id="{8F54BABA-AA38-4C00-874C-B5D063DDF8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6" y="1818"/>
                    <a:ext cx="0" cy="435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3" name="Line 48">
                    <a:extLst>
                      <a:ext uri="{FF2B5EF4-FFF2-40B4-BE49-F238E27FC236}">
                        <a16:creationId xmlns:a16="http://schemas.microsoft.com/office/drawing/2014/main" id="{5D740182-B257-4932-B068-D6E5EB0B1B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30" y="2728"/>
                    <a:ext cx="32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4" name="Line 49">
                    <a:extLst>
                      <a:ext uri="{FF2B5EF4-FFF2-40B4-BE49-F238E27FC236}">
                        <a16:creationId xmlns:a16="http://schemas.microsoft.com/office/drawing/2014/main" id="{13659695-9F75-4E99-9CB0-E2C3AD23C8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04" y="1805"/>
                    <a:ext cx="3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5" name="Line 50">
                    <a:extLst>
                      <a:ext uri="{FF2B5EF4-FFF2-40B4-BE49-F238E27FC236}">
                        <a16:creationId xmlns:a16="http://schemas.microsoft.com/office/drawing/2014/main" id="{BD795974-BB22-4672-BBF0-35A630A8F0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11" y="1805"/>
                    <a:ext cx="0" cy="9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6" name="Line 51">
                    <a:extLst>
                      <a:ext uri="{FF2B5EF4-FFF2-40B4-BE49-F238E27FC236}">
                        <a16:creationId xmlns:a16="http://schemas.microsoft.com/office/drawing/2014/main" id="{81C3FB2B-0FA3-474A-828F-C83B1F3F13C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11" y="2728"/>
                    <a:ext cx="32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7" name="Oval 52">
                    <a:extLst>
                      <a:ext uri="{FF2B5EF4-FFF2-40B4-BE49-F238E27FC236}">
                        <a16:creationId xmlns:a16="http://schemas.microsoft.com/office/drawing/2014/main" id="{12CD97ED-4269-4285-A914-24CC462D69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38" y="2696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48" name="Line 53">
                    <a:extLst>
                      <a:ext uri="{FF2B5EF4-FFF2-40B4-BE49-F238E27FC236}">
                        <a16:creationId xmlns:a16="http://schemas.microsoft.com/office/drawing/2014/main" id="{84CFCBAE-D04E-4448-AEBD-A1EAF41BD9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39" y="1805"/>
                    <a:ext cx="3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9" name="Line 54">
                    <a:extLst>
                      <a:ext uri="{FF2B5EF4-FFF2-40B4-BE49-F238E27FC236}">
                        <a16:creationId xmlns:a16="http://schemas.microsoft.com/office/drawing/2014/main" id="{B0667B83-13E0-4362-B9FE-7FF0342501B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51" y="1805"/>
                    <a:ext cx="32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50" name="Line 55">
                    <a:extLst>
                      <a:ext uri="{FF2B5EF4-FFF2-40B4-BE49-F238E27FC236}">
                        <a16:creationId xmlns:a16="http://schemas.microsoft.com/office/drawing/2014/main" id="{B76CABA4-DBB7-4C5B-8E9C-8D1135730D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58" y="1805"/>
                    <a:ext cx="0" cy="9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51" name="Line 56">
                    <a:extLst>
                      <a:ext uri="{FF2B5EF4-FFF2-40B4-BE49-F238E27FC236}">
                        <a16:creationId xmlns:a16="http://schemas.microsoft.com/office/drawing/2014/main" id="{45064CFF-38C2-4961-A24D-E3DD8EF18F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58" y="2728"/>
                    <a:ext cx="32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52" name="Oval 57">
                    <a:extLst>
                      <a:ext uri="{FF2B5EF4-FFF2-40B4-BE49-F238E27FC236}">
                        <a16:creationId xmlns:a16="http://schemas.microsoft.com/office/drawing/2014/main" id="{9AD950EC-CEAC-45F3-B624-FDA8C68AE9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85" y="2696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53" name="Line 58">
                    <a:extLst>
                      <a:ext uri="{FF2B5EF4-FFF2-40B4-BE49-F238E27FC236}">
                        <a16:creationId xmlns:a16="http://schemas.microsoft.com/office/drawing/2014/main" id="{34DD0DDF-0C45-453E-9D26-847B9EBBD8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78" y="1805"/>
                    <a:ext cx="0" cy="9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54" name="Oval 59">
                    <a:extLst>
                      <a:ext uri="{FF2B5EF4-FFF2-40B4-BE49-F238E27FC236}">
                        <a16:creationId xmlns:a16="http://schemas.microsoft.com/office/drawing/2014/main" id="{485C7C28-73AA-4356-9C28-8D3A986CA0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6" y="2221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55" name="Oval 60">
                    <a:extLst>
                      <a:ext uri="{FF2B5EF4-FFF2-40B4-BE49-F238E27FC236}">
                        <a16:creationId xmlns:a16="http://schemas.microsoft.com/office/drawing/2014/main" id="{8037967D-AE3F-46BB-8137-08ED5F2FFE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92" y="2221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56" name="Oval 61">
                    <a:extLst>
                      <a:ext uri="{FF2B5EF4-FFF2-40B4-BE49-F238E27FC236}">
                        <a16:creationId xmlns:a16="http://schemas.microsoft.com/office/drawing/2014/main" id="{A88D33C0-2159-4BF7-A229-4E284ABFD7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91" y="2221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57" name="Oval 62">
                    <a:extLst>
                      <a:ext uri="{FF2B5EF4-FFF2-40B4-BE49-F238E27FC236}">
                        <a16:creationId xmlns:a16="http://schemas.microsoft.com/office/drawing/2014/main" id="{FF5A5EE7-3772-4DD0-9680-6E22BA7A89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2221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58" name="Oval 63">
                    <a:extLst>
                      <a:ext uri="{FF2B5EF4-FFF2-40B4-BE49-F238E27FC236}">
                        <a16:creationId xmlns:a16="http://schemas.microsoft.com/office/drawing/2014/main" id="{209A41ED-E525-40BF-BF96-89038D1FC0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85" y="1776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59" name="Oval 64">
                    <a:extLst>
                      <a:ext uri="{FF2B5EF4-FFF2-40B4-BE49-F238E27FC236}">
                        <a16:creationId xmlns:a16="http://schemas.microsoft.com/office/drawing/2014/main" id="{66704E37-39D0-426C-8652-A234EE15CE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8" y="1776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60" name="Oval 65">
                    <a:extLst>
                      <a:ext uri="{FF2B5EF4-FFF2-40B4-BE49-F238E27FC236}">
                        <a16:creationId xmlns:a16="http://schemas.microsoft.com/office/drawing/2014/main" id="{FEDB983B-596E-4DED-AD8D-93EDC76218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1776"/>
                    <a:ext cx="45" cy="4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5661" name="Line 66">
                    <a:extLst>
                      <a:ext uri="{FF2B5EF4-FFF2-40B4-BE49-F238E27FC236}">
                        <a16:creationId xmlns:a16="http://schemas.microsoft.com/office/drawing/2014/main" id="{C8E6C001-8DA5-4E75-8243-5852149163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34" y="2301"/>
                    <a:ext cx="0" cy="435"/>
                  </a:xfrm>
                  <a:prstGeom prst="line">
                    <a:avLst/>
                  </a:prstGeom>
                  <a:noFill/>
                  <a:ln w="9525">
                    <a:solidFill>
                      <a:srgbClr val="CC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8" name="Group 67">
            <a:extLst>
              <a:ext uri="{FF2B5EF4-FFF2-40B4-BE49-F238E27FC236}">
                <a16:creationId xmlns:a16="http://schemas.microsoft.com/office/drawing/2014/main" id="{18681647-1862-42AD-8D74-7084E6B4F9DE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595688"/>
            <a:ext cx="3011488" cy="65087"/>
            <a:chOff x="3194" y="1865"/>
            <a:chExt cx="1897" cy="41"/>
          </a:xfrm>
        </p:grpSpPr>
        <p:sp>
          <p:nvSpPr>
            <p:cNvPr id="25627" name="Oval 68">
              <a:extLst>
                <a:ext uri="{FF2B5EF4-FFF2-40B4-BE49-F238E27FC236}">
                  <a16:creationId xmlns:a16="http://schemas.microsoft.com/office/drawing/2014/main" id="{8EE37C30-2994-4BD5-8CD2-7063B2F24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1865"/>
              <a:ext cx="41" cy="4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28" name="Oval 69">
              <a:extLst>
                <a:ext uri="{FF2B5EF4-FFF2-40B4-BE49-F238E27FC236}">
                  <a16:creationId xmlns:a16="http://schemas.microsoft.com/office/drawing/2014/main" id="{21CF516E-0347-4F14-A8F6-5A0336771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" y="1865"/>
              <a:ext cx="41" cy="4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29" name="Oval 70">
              <a:extLst>
                <a:ext uri="{FF2B5EF4-FFF2-40B4-BE49-F238E27FC236}">
                  <a16:creationId xmlns:a16="http://schemas.microsoft.com/office/drawing/2014/main" id="{D747BC89-FBD2-49E3-8F7A-7C539705F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4" y="1865"/>
              <a:ext cx="41" cy="4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0" name="Oval 71">
              <a:extLst>
                <a:ext uri="{FF2B5EF4-FFF2-40B4-BE49-F238E27FC236}">
                  <a16:creationId xmlns:a16="http://schemas.microsoft.com/office/drawing/2014/main" id="{F15EE41A-2272-4CF0-BBC6-6E9C30F01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865"/>
              <a:ext cx="41" cy="4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1" name="Oval 72">
              <a:extLst>
                <a:ext uri="{FF2B5EF4-FFF2-40B4-BE49-F238E27FC236}">
                  <a16:creationId xmlns:a16="http://schemas.microsoft.com/office/drawing/2014/main" id="{42E1D94F-15A0-4C7B-ABAE-EF1162A26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5" y="1865"/>
              <a:ext cx="41" cy="4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2" name="Oval 73">
              <a:extLst>
                <a:ext uri="{FF2B5EF4-FFF2-40B4-BE49-F238E27FC236}">
                  <a16:creationId xmlns:a16="http://schemas.microsoft.com/office/drawing/2014/main" id="{F26F3C63-93D4-4A45-A5D1-4300899A8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" y="1865"/>
              <a:ext cx="41" cy="4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3" name="Oval 74">
              <a:extLst>
                <a:ext uri="{FF2B5EF4-FFF2-40B4-BE49-F238E27FC236}">
                  <a16:creationId xmlns:a16="http://schemas.microsoft.com/office/drawing/2014/main" id="{B6E70335-7140-4618-BAC8-3944BF27E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1865"/>
              <a:ext cx="41" cy="4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5622" name="Rectangle 75">
            <a:extLst>
              <a:ext uri="{FF2B5EF4-FFF2-40B4-BE49-F238E27FC236}">
                <a16:creationId xmlns:a16="http://schemas.microsoft.com/office/drawing/2014/main" id="{BFB846C2-27EF-45CF-9E6B-947B565D61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90625"/>
            <a:ext cx="1143000" cy="6858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说明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17484" name="Object 76">
            <a:extLst>
              <a:ext uri="{FF2B5EF4-FFF2-40B4-BE49-F238E27FC236}">
                <a16:creationId xmlns:a16="http://schemas.microsoft.com/office/drawing/2014/main" id="{8249C8F1-DA19-434D-824E-DF8F6CDB8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0763" y="1876425"/>
          <a:ext cx="42814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740084" imgH="183919" progId="Equation.DSMT4">
                  <p:embed/>
                </p:oleObj>
              </mc:Choice>
              <mc:Fallback>
                <p:oleObj name="Equation" r:id="rId36" imgW="1740084" imgH="183919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763" y="1876425"/>
                        <a:ext cx="42814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85" name="Text Box 77">
            <a:extLst>
              <a:ext uri="{FF2B5EF4-FFF2-40B4-BE49-F238E27FC236}">
                <a16:creationId xmlns:a16="http://schemas.microsoft.com/office/drawing/2014/main" id="{526E8495-1D5F-4D5D-967A-C8003A8FD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498475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的情况见图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7486" name="Object 78">
            <a:extLst>
              <a:ext uri="{FF2B5EF4-FFF2-40B4-BE49-F238E27FC236}">
                <a16:creationId xmlns:a16="http://schemas.microsoft.com/office/drawing/2014/main" id="{8C1CF8CE-D737-43C4-AFFD-28235F8D8D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3213" y="5002213"/>
          <a:ext cx="31051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38" imgW="3104762" imgH="1523810" progId="Paint.Picture">
                  <p:embed/>
                </p:oleObj>
              </mc:Choice>
              <mc:Fallback>
                <p:oleObj name="BMP 图象" r:id="rId38" imgW="3104762" imgH="1523810" progId="Paint.Picture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3213" y="5002213"/>
                        <a:ext cx="31051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87" name="Rectangle 79">
            <a:extLst>
              <a:ext uri="{FF2B5EF4-FFF2-40B4-BE49-F238E27FC236}">
                <a16:creationId xmlns:a16="http://schemas.microsoft.com/office/drawing/2014/main" id="{996BDEB3-1C2D-4A04-A6B9-9E0DCD82D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3213" y="4965700"/>
            <a:ext cx="3095625" cy="1582738"/>
          </a:xfrm>
          <a:prstGeom prst="rect">
            <a:avLst/>
          </a:prstGeom>
          <a:noFill/>
          <a:ln w="76200" cmpd="tri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7" grpId="0" autoUpdateAnimBg="0"/>
      <p:bldP spid="17418" grpId="0" autoUpdateAnimBg="0"/>
      <p:bldP spid="17420" grpId="0" autoUpdateAnimBg="0"/>
      <p:bldP spid="17485" grpId="0" autoUpdateAnimBg="0"/>
      <p:bldP spid="1748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7">
            <a:extLst>
              <a:ext uri="{FF2B5EF4-FFF2-40B4-BE49-F238E27FC236}">
                <a16:creationId xmlns:a16="http://schemas.microsoft.com/office/drawing/2014/main" id="{CA02502D-3EFB-4AC1-BA0E-98319443B026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796925" y="3565525"/>
            <a:ext cx="514350" cy="5143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627" name="矩形 8">
            <a:extLst>
              <a:ext uri="{FF2B5EF4-FFF2-40B4-BE49-F238E27FC236}">
                <a16:creationId xmlns:a16="http://schemas.microsoft.com/office/drawing/2014/main" id="{0ABAF54C-41AB-40BC-94CA-ADC5EEF13592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3803650" y="3573463"/>
            <a:ext cx="514350" cy="514350"/>
          </a:xfrm>
          <a:prstGeom prst="rect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628" name="矩形 9">
            <a:extLst>
              <a:ext uri="{FF2B5EF4-FFF2-40B4-BE49-F238E27FC236}">
                <a16:creationId xmlns:a16="http://schemas.microsoft.com/office/drawing/2014/main" id="{1089E808-104C-42CE-9A9D-641710E28AD9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811213" y="4762500"/>
            <a:ext cx="514350" cy="5143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629" name="矩形 10">
            <a:extLst>
              <a:ext uri="{FF2B5EF4-FFF2-40B4-BE49-F238E27FC236}">
                <a16:creationId xmlns:a16="http://schemas.microsoft.com/office/drawing/2014/main" id="{52F9A913-CCF2-45CA-BB64-9E14E9FF1671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3787775" y="4772025"/>
            <a:ext cx="514350" cy="514350"/>
          </a:xfrm>
          <a:prstGeom prst="rect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630" name="Text Box 2">
            <a:extLst>
              <a:ext uri="{FF2B5EF4-FFF2-40B4-BE49-F238E27FC236}">
                <a16:creationId xmlns:a16="http://schemas.microsoft.com/office/drawing/2014/main" id="{3A40C613-17BD-46A1-AB8D-3BE9B1E3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550" y="15128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处收敛于</a:t>
            </a:r>
          </a:p>
        </p:txBody>
      </p:sp>
      <p:graphicFrame>
        <p:nvGraphicFramePr>
          <p:cNvPr id="26631" name="Object 4">
            <a:extLst>
              <a:ext uri="{FF2B5EF4-FFF2-40B4-BE49-F238E27FC236}">
                <a16:creationId xmlns:a16="http://schemas.microsoft.com/office/drawing/2014/main" id="{FA38C763-5D31-4CD1-B74D-2C1463A9F3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8388" y="696913"/>
          <a:ext cx="102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90405" imgH="368358" progId="Equation.3">
                  <p:embed/>
                </p:oleObj>
              </mc:Choice>
              <mc:Fallback>
                <p:oleObj name="Equation" r:id="rId7" imgW="990405" imgH="36835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8388" y="696913"/>
                        <a:ext cx="1028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AutoShape 5">
            <a:extLst>
              <a:ext uri="{FF2B5EF4-FFF2-40B4-BE49-F238E27FC236}">
                <a16:creationId xmlns:a16="http://schemas.microsoft.com/office/drawing/2014/main" id="{105DD4F2-AF36-401D-96F6-249D1D6968D1}"/>
              </a:ext>
            </a:extLst>
          </p:cNvPr>
          <p:cNvSpPr>
            <a:spLocks/>
          </p:cNvSpPr>
          <p:nvPr/>
        </p:nvSpPr>
        <p:spPr bwMode="auto">
          <a:xfrm>
            <a:off x="8523288" y="4397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 b="0"/>
          </a:p>
        </p:txBody>
      </p:sp>
      <p:graphicFrame>
        <p:nvGraphicFramePr>
          <p:cNvPr id="26633" name="Object 6">
            <a:extLst>
              <a:ext uri="{FF2B5EF4-FFF2-40B4-BE49-F238E27FC236}">
                <a16:creationId xmlns:a16="http://schemas.microsoft.com/office/drawing/2014/main" id="{883B4935-1CCA-471E-A152-E726E9AF77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33025" y="439738"/>
          <a:ext cx="15970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60443" imgH="145992" progId="Equation.DSMT4">
                  <p:embed/>
                </p:oleObj>
              </mc:Choice>
              <mc:Fallback>
                <p:oleObj name="Equation" r:id="rId9" imgW="660443" imgH="14599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3025" y="439738"/>
                        <a:ext cx="15970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7">
            <a:extLst>
              <a:ext uri="{FF2B5EF4-FFF2-40B4-BE49-F238E27FC236}">
                <a16:creationId xmlns:a16="http://schemas.microsoft.com/office/drawing/2014/main" id="{95648BCC-9677-4315-8C61-928FEE4E9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0638" y="344488"/>
          <a:ext cx="58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52531" imgH="362123" progId="Equation.3">
                  <p:embed/>
                </p:oleObj>
              </mc:Choice>
              <mc:Fallback>
                <p:oleObj name="Equation" r:id="rId11" imgW="552531" imgH="36212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0638" y="344488"/>
                        <a:ext cx="58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8">
            <a:extLst>
              <a:ext uri="{FF2B5EF4-FFF2-40B4-BE49-F238E27FC236}">
                <a16:creationId xmlns:a16="http://schemas.microsoft.com/office/drawing/2014/main" id="{3BD2A290-B253-416F-A649-3251C01503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13988" y="987425"/>
          <a:ext cx="14573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58757" imgH="145992" progId="Equation.DSMT4">
                  <p:embed/>
                </p:oleObj>
              </mc:Choice>
              <mc:Fallback>
                <p:oleObj name="Equation" r:id="rId13" imgW="558757" imgH="14599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3988" y="987425"/>
                        <a:ext cx="145732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9">
            <a:extLst>
              <a:ext uri="{FF2B5EF4-FFF2-40B4-BE49-F238E27FC236}">
                <a16:creationId xmlns:a16="http://schemas.microsoft.com/office/drawing/2014/main" id="{64986333-4DB0-4D37-898C-0AED2D77A4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28088" y="896938"/>
          <a:ext cx="952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14659" imgH="444731" progId="Equation.3">
                  <p:embed/>
                </p:oleObj>
              </mc:Choice>
              <mc:Fallback>
                <p:oleObj name="Equation" r:id="rId15" imgW="914659" imgH="44473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8088" y="896938"/>
                        <a:ext cx="952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Text Box 10">
            <a:extLst>
              <a:ext uri="{FF2B5EF4-FFF2-40B4-BE49-F238E27FC236}">
                <a16:creationId xmlns:a16="http://schemas.microsoft.com/office/drawing/2014/main" id="{3B27A6D0-8A9B-4C3F-BFC9-838F67608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750" y="15128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则它的傅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叶级数在</a:t>
            </a:r>
          </a:p>
        </p:txBody>
      </p:sp>
      <p:graphicFrame>
        <p:nvGraphicFramePr>
          <p:cNvPr id="26638" name="Object 11">
            <a:extLst>
              <a:ext uri="{FF2B5EF4-FFF2-40B4-BE49-F238E27FC236}">
                <a16:creationId xmlns:a16="http://schemas.microsoft.com/office/drawing/2014/main" id="{10D8990B-C727-4C29-B95F-4D8304A667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1238" y="1597025"/>
          <a:ext cx="992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36707" imgH="108065" progId="Equation.DSMT4">
                  <p:embed/>
                </p:oleObj>
              </mc:Choice>
              <mc:Fallback>
                <p:oleObj name="Equation" r:id="rId17" imgW="336707" imgH="10806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1597025"/>
                        <a:ext cx="9921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9" name="Text Box 29">
            <a:extLst>
              <a:ext uri="{FF2B5EF4-FFF2-40B4-BE49-F238E27FC236}">
                <a16:creationId xmlns:a16="http://schemas.microsoft.com/office/drawing/2014/main" id="{C78BE1EE-F104-4A9B-9C3D-5ADB0E2E5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09600"/>
            <a:ext cx="5873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设周期函数在一个周期内的表达式为</a:t>
            </a:r>
          </a:p>
        </p:txBody>
      </p:sp>
      <p:sp>
        <p:nvSpPr>
          <p:cNvPr id="26640" name="Text Box 38">
            <a:extLst>
              <a:ext uri="{FF2B5EF4-FFF2-40B4-BE49-F238E27FC236}">
                <a16:creationId xmlns:a16="http://schemas.microsoft.com/office/drawing/2014/main" id="{BEEC451A-086A-4071-BD2D-E1D6541A6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2013" y="1577975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0" u="sng"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,</a:t>
            </a:r>
            <a:endParaRPr kumimoji="1" lang="en-US" altLang="zh-CN" sz="2800" b="0" u="sng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41" name="Rectangle 71">
            <a:extLst>
              <a:ext uri="{FF2B5EF4-FFF2-40B4-BE49-F238E27FC236}">
                <a16:creationId xmlns:a16="http://schemas.microsoft.com/office/drawing/2014/main" id="{DD9EAF2A-339B-479B-88BF-A9C11F280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581025"/>
            <a:ext cx="1219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思考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1.</a:t>
            </a:r>
            <a:endParaRPr lang="en-US" altLang="zh-CN" sz="2800" b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26642" name="Text Box 12">
            <a:extLst>
              <a:ext uri="{FF2B5EF4-FFF2-40B4-BE49-F238E27FC236}">
                <a16:creationId xmlns:a16="http://schemas.microsoft.com/office/drawing/2014/main" id="{9035B39C-8F73-4FAD-B66C-88EFDBFC1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63" y="2392363"/>
            <a:ext cx="731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</a:p>
        </p:txBody>
      </p:sp>
      <p:graphicFrame>
        <p:nvGraphicFramePr>
          <p:cNvPr id="26643" name="Object 13">
            <a:extLst>
              <a:ext uri="{FF2B5EF4-FFF2-40B4-BE49-F238E27FC236}">
                <a16:creationId xmlns:a16="http://schemas.microsoft.com/office/drawing/2014/main" id="{465A9ECB-B94B-42BD-A650-3A3EA8CE6D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3438" y="2393950"/>
          <a:ext cx="10509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12972" imgH="145992" progId="Equation.DSMT4">
                  <p:embed/>
                </p:oleObj>
              </mc:Choice>
              <mc:Fallback>
                <p:oleObj name="Equation" r:id="rId19" imgW="412972" imgH="1459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8" y="2393950"/>
                        <a:ext cx="10509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4" name="Text Box 14">
            <a:extLst>
              <a:ext uri="{FF2B5EF4-FFF2-40B4-BE49-F238E27FC236}">
                <a16:creationId xmlns:a16="http://schemas.microsoft.com/office/drawing/2014/main" id="{017D7041-64A2-4378-BD31-69C09E5B2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900" y="2392363"/>
            <a:ext cx="3622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处收敛于 </a:t>
            </a:r>
            <a:r>
              <a:rPr kumimoji="1" lang="zh-CN" altLang="en-US" sz="2800" b="0" u="sng"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6645" name="Object 56">
            <a:extLst>
              <a:ext uri="{FF2B5EF4-FFF2-40B4-BE49-F238E27FC236}">
                <a16:creationId xmlns:a16="http://schemas.microsoft.com/office/drawing/2014/main" id="{B028567F-737F-4156-99A1-D3E27BFC57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225" y="3333750"/>
          <a:ext cx="7302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6707" imgH="412519" progId="Equation.DSMT4">
                  <p:embed/>
                </p:oleObj>
              </mc:Choice>
              <mc:Fallback>
                <p:oleObj name="Equation" r:id="rId21" imgW="336707" imgH="412519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3333750"/>
                        <a:ext cx="7302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6" name="Object 60">
            <a:extLst>
              <a:ext uri="{FF2B5EF4-FFF2-40B4-BE49-F238E27FC236}">
                <a16:creationId xmlns:a16="http://schemas.microsoft.com/office/drawing/2014/main" id="{95113BBE-BF49-4970-9DF8-635FCE465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3363913"/>
          <a:ext cx="130333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28796" imgH="412519" progId="Equation.DSMT4">
                  <p:embed/>
                </p:oleObj>
              </mc:Choice>
              <mc:Fallback>
                <p:oleObj name="Equation" r:id="rId23" imgW="628796" imgH="412519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363913"/>
                        <a:ext cx="1303338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7" name="Object 27">
            <a:extLst>
              <a:ext uri="{FF2B5EF4-FFF2-40B4-BE49-F238E27FC236}">
                <a16:creationId xmlns:a16="http://schemas.microsoft.com/office/drawing/2014/main" id="{182ABE10-0603-45E8-9C41-2CBAF058B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6725" y="4537075"/>
          <a:ext cx="90328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62128" imgH="412519" progId="Equation.DSMT4">
                  <p:embed/>
                </p:oleObj>
              </mc:Choice>
              <mc:Fallback>
                <p:oleObj name="Equation" r:id="rId25" imgW="362128" imgH="412519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4537075"/>
                        <a:ext cx="90328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8" name="Object 67">
            <a:extLst>
              <a:ext uri="{FF2B5EF4-FFF2-40B4-BE49-F238E27FC236}">
                <a16:creationId xmlns:a16="http://schemas.microsoft.com/office/drawing/2014/main" id="{E6D355FB-5ED6-4B3E-BAD0-1D01DFC47E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9938" y="4546600"/>
          <a:ext cx="8826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36707" imgH="412519" progId="Equation.DSMT4">
                  <p:embed/>
                </p:oleObj>
              </mc:Choice>
              <mc:Fallback>
                <p:oleObj name="Equation" r:id="rId27" imgW="336707" imgH="412519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938" y="4546600"/>
                        <a:ext cx="8826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49" name="Picture 70" descr="MANSIGN2">
            <a:extLst>
              <a:ext uri="{FF2B5EF4-FFF2-40B4-BE49-F238E27FC236}">
                <a16:creationId xmlns:a16="http://schemas.microsoft.com/office/drawing/2014/main" id="{FD88DC3B-7783-40F8-9B59-8D3750FEF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163" y="3725863"/>
            <a:ext cx="3200400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650" name="Group 31">
            <a:extLst>
              <a:ext uri="{FF2B5EF4-FFF2-40B4-BE49-F238E27FC236}">
                <a16:creationId xmlns:a16="http://schemas.microsoft.com/office/drawing/2014/main" id="{2D56EEC8-4E9E-482C-A13C-464089D5E13B}"/>
              </a:ext>
            </a:extLst>
          </p:cNvPr>
          <p:cNvGrpSpPr>
            <a:grpSpLocks/>
          </p:cNvGrpSpPr>
          <p:nvPr/>
        </p:nvGrpSpPr>
        <p:grpSpPr bwMode="auto">
          <a:xfrm>
            <a:off x="9504363" y="2443163"/>
            <a:ext cx="609600" cy="1366837"/>
            <a:chOff x="4073" y="624"/>
            <a:chExt cx="384" cy="861"/>
          </a:xfrm>
        </p:grpSpPr>
        <p:sp>
          <p:nvSpPr>
            <p:cNvPr id="26667" name="Line 32">
              <a:extLst>
                <a:ext uri="{FF2B5EF4-FFF2-40B4-BE49-F238E27FC236}">
                  <a16:creationId xmlns:a16="http://schemas.microsoft.com/office/drawing/2014/main" id="{9550E7CD-9F16-4465-86C4-35CBD1693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" y="624"/>
              <a:ext cx="0" cy="8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8" name="Freeform 33">
              <a:extLst>
                <a:ext uri="{FF2B5EF4-FFF2-40B4-BE49-F238E27FC236}">
                  <a16:creationId xmlns:a16="http://schemas.microsoft.com/office/drawing/2014/main" id="{B8523290-27AD-4185-8D03-D0059CF2D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624"/>
              <a:ext cx="384" cy="672"/>
            </a:xfrm>
            <a:custGeom>
              <a:avLst/>
              <a:gdLst>
                <a:gd name="T0" fmla="*/ 0 w 384"/>
                <a:gd name="T1" fmla="*/ 672 h 672"/>
                <a:gd name="T2" fmla="*/ 192 w 384"/>
                <a:gd name="T3" fmla="*/ 576 h 672"/>
                <a:gd name="T4" fmla="*/ 288 w 384"/>
                <a:gd name="T5" fmla="*/ 432 h 672"/>
                <a:gd name="T6" fmla="*/ 384 w 384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672"/>
                <a:gd name="T14" fmla="*/ 384 w 384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672">
                  <a:moveTo>
                    <a:pt x="0" y="672"/>
                  </a:moveTo>
                  <a:cubicBezTo>
                    <a:pt x="72" y="644"/>
                    <a:pt x="144" y="616"/>
                    <a:pt x="192" y="576"/>
                  </a:cubicBezTo>
                  <a:cubicBezTo>
                    <a:pt x="240" y="536"/>
                    <a:pt x="256" y="528"/>
                    <a:pt x="288" y="432"/>
                  </a:cubicBezTo>
                  <a:cubicBezTo>
                    <a:pt x="320" y="336"/>
                    <a:pt x="368" y="72"/>
                    <a:pt x="384" y="0"/>
                  </a:cubicBez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651" name="Group 34">
            <a:extLst>
              <a:ext uri="{FF2B5EF4-FFF2-40B4-BE49-F238E27FC236}">
                <a16:creationId xmlns:a16="http://schemas.microsoft.com/office/drawing/2014/main" id="{E1F95476-F1EF-47D5-986F-D74BB2F0242F}"/>
              </a:ext>
            </a:extLst>
          </p:cNvPr>
          <p:cNvGrpSpPr>
            <a:grpSpLocks/>
          </p:cNvGrpSpPr>
          <p:nvPr/>
        </p:nvGrpSpPr>
        <p:grpSpPr bwMode="auto">
          <a:xfrm>
            <a:off x="9580563" y="2178050"/>
            <a:ext cx="2232025" cy="2093913"/>
            <a:chOff x="4121" y="457"/>
            <a:chExt cx="1406" cy="1319"/>
          </a:xfrm>
        </p:grpSpPr>
        <p:graphicFrame>
          <p:nvGraphicFramePr>
            <p:cNvPr id="26652" name="Object 35">
              <a:extLst>
                <a:ext uri="{FF2B5EF4-FFF2-40B4-BE49-F238E27FC236}">
                  <a16:creationId xmlns:a16="http://schemas.microsoft.com/office/drawing/2014/main" id="{EE6E09AE-39F5-442B-B457-7A3F461424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08" y="1536"/>
            <a:ext cx="119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90403" imgH="209377" progId="Equation.3">
                    <p:embed/>
                  </p:oleObj>
                </mc:Choice>
                <mc:Fallback>
                  <p:oleObj name="Equation" r:id="rId30" imgW="190403" imgH="209377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8" y="1536"/>
                          <a:ext cx="119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3" name="Line 36">
              <a:extLst>
                <a:ext uri="{FF2B5EF4-FFF2-40B4-BE49-F238E27FC236}">
                  <a16:creationId xmlns:a16="http://schemas.microsoft.com/office/drawing/2014/main" id="{99E46F2A-3266-4530-9366-9604220E4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" y="1680"/>
              <a:ext cx="384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6654" name="Object 37">
              <a:extLst>
                <a:ext uri="{FF2B5EF4-FFF2-40B4-BE49-F238E27FC236}">
                  <a16:creationId xmlns:a16="http://schemas.microsoft.com/office/drawing/2014/main" id="{33669612-5031-4A70-942C-89DBEDB829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2" y="1508"/>
            <a:ext cx="201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09599" imgH="133523" progId="Equation.DSMT4">
                    <p:embed/>
                  </p:oleObj>
                </mc:Choice>
                <mc:Fallback>
                  <p:oleObj name="Equation" r:id="rId32" imgW="209599" imgH="133523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2" y="1508"/>
                          <a:ext cx="201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5" name="Object 38">
              <a:extLst>
                <a:ext uri="{FF2B5EF4-FFF2-40B4-BE49-F238E27FC236}">
                  <a16:creationId xmlns:a16="http://schemas.microsoft.com/office/drawing/2014/main" id="{DAEBB899-3911-4730-83B6-24DFB6884A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67" y="457"/>
            <a:ext cx="118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09599" imgH="285750" progId="Equation.3">
                    <p:embed/>
                  </p:oleObj>
                </mc:Choice>
                <mc:Fallback>
                  <p:oleObj name="Equation" r:id="rId34" imgW="209599" imgH="28575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7" y="457"/>
                          <a:ext cx="118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6" name="Line 39">
              <a:extLst>
                <a:ext uri="{FF2B5EF4-FFF2-40B4-BE49-F238E27FC236}">
                  <a16:creationId xmlns:a16="http://schemas.microsoft.com/office/drawing/2014/main" id="{961914F3-75A9-4838-9F32-426EF8EE1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1" y="1488"/>
              <a:ext cx="14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7" name="Line 40">
              <a:extLst>
                <a:ext uri="{FF2B5EF4-FFF2-40B4-BE49-F238E27FC236}">
                  <a16:creationId xmlns:a16="http://schemas.microsoft.com/office/drawing/2014/main" id="{3A1208C3-E6FA-4809-BD26-3B6A8266A5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41" y="576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6658" name="Object 41">
              <a:extLst>
                <a:ext uri="{FF2B5EF4-FFF2-40B4-BE49-F238E27FC236}">
                  <a16:creationId xmlns:a16="http://schemas.microsoft.com/office/drawing/2014/main" id="{8AEEC700-6739-4189-9810-B70F76B617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5" y="152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77951" imgH="209377" progId="Equation.3">
                    <p:embed/>
                  </p:oleObj>
                </mc:Choice>
                <mc:Fallback>
                  <p:oleObj name="Equation" r:id="rId36" imgW="177951" imgH="209377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152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9" name="Line 42">
              <a:extLst>
                <a:ext uri="{FF2B5EF4-FFF2-40B4-BE49-F238E27FC236}">
                  <a16:creationId xmlns:a16="http://schemas.microsoft.com/office/drawing/2014/main" id="{1E4653F6-BD58-44F9-90D7-2CFF9E907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5" y="624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0" name="Freeform 43">
              <a:extLst>
                <a:ext uri="{FF2B5EF4-FFF2-40B4-BE49-F238E27FC236}">
                  <a16:creationId xmlns:a16="http://schemas.microsoft.com/office/drawing/2014/main" id="{99EBE2A1-566C-4E69-97E9-E285CF27A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624"/>
              <a:ext cx="384" cy="672"/>
            </a:xfrm>
            <a:custGeom>
              <a:avLst/>
              <a:gdLst>
                <a:gd name="T0" fmla="*/ 0 w 384"/>
                <a:gd name="T1" fmla="*/ 672 h 672"/>
                <a:gd name="T2" fmla="*/ 192 w 384"/>
                <a:gd name="T3" fmla="*/ 576 h 672"/>
                <a:gd name="T4" fmla="*/ 288 w 384"/>
                <a:gd name="T5" fmla="*/ 432 h 672"/>
                <a:gd name="T6" fmla="*/ 384 w 384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672"/>
                <a:gd name="T14" fmla="*/ 384 w 384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672">
                  <a:moveTo>
                    <a:pt x="0" y="672"/>
                  </a:moveTo>
                  <a:cubicBezTo>
                    <a:pt x="72" y="644"/>
                    <a:pt x="144" y="616"/>
                    <a:pt x="192" y="576"/>
                  </a:cubicBezTo>
                  <a:cubicBezTo>
                    <a:pt x="240" y="536"/>
                    <a:pt x="256" y="528"/>
                    <a:pt x="288" y="432"/>
                  </a:cubicBezTo>
                  <a:cubicBezTo>
                    <a:pt x="320" y="336"/>
                    <a:pt x="368" y="72"/>
                    <a:pt x="384" y="0"/>
                  </a:cubicBez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1" name="Oval 44">
              <a:extLst>
                <a:ext uri="{FF2B5EF4-FFF2-40B4-BE49-F238E27FC236}">
                  <a16:creationId xmlns:a16="http://schemas.microsoft.com/office/drawing/2014/main" id="{32508F62-9F75-4A88-B9F9-7F614471E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6" y="1273"/>
              <a:ext cx="41" cy="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6662" name="Object 45">
              <a:extLst>
                <a:ext uri="{FF2B5EF4-FFF2-40B4-BE49-F238E27FC236}">
                  <a16:creationId xmlns:a16="http://schemas.microsoft.com/office/drawing/2014/main" id="{27C50469-E43B-44CD-B57E-320C68444B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3" y="1519"/>
            <a:ext cx="120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20882" imgH="133523" progId="Equation.DSMT4">
                    <p:embed/>
                  </p:oleObj>
                </mc:Choice>
                <mc:Fallback>
                  <p:oleObj name="Equation" r:id="rId38" imgW="120882" imgH="133523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3" y="1519"/>
                          <a:ext cx="120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3" name="Object 46">
              <a:extLst>
                <a:ext uri="{FF2B5EF4-FFF2-40B4-BE49-F238E27FC236}">
                  <a16:creationId xmlns:a16="http://schemas.microsoft.com/office/drawing/2014/main" id="{C89DE8F4-C59B-4396-8C36-724ACECA0E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8" y="1584"/>
            <a:ext cx="210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380805" imgH="266527" progId="Equation.3">
                    <p:embed/>
                  </p:oleObj>
                </mc:Choice>
                <mc:Fallback>
                  <p:oleObj name="Equation" r:id="rId40" imgW="380805" imgH="266527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8" y="1584"/>
                          <a:ext cx="210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4" name="Object 47">
              <a:extLst>
                <a:ext uri="{FF2B5EF4-FFF2-40B4-BE49-F238E27FC236}">
                  <a16:creationId xmlns:a16="http://schemas.microsoft.com/office/drawing/2014/main" id="{C7BC0190-C949-493A-AA7B-259395858F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1244"/>
            <a:ext cx="73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114138" imgH="266527" progId="Equation.3">
                    <p:embed/>
                  </p:oleObj>
                </mc:Choice>
                <mc:Fallback>
                  <p:oleObj name="Equation" r:id="rId42" imgW="114138" imgH="266527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244"/>
                          <a:ext cx="73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5" name="Line 48">
              <a:extLst>
                <a:ext uri="{FF2B5EF4-FFF2-40B4-BE49-F238E27FC236}">
                  <a16:creationId xmlns:a16="http://schemas.microsoft.com/office/drawing/2014/main" id="{6FF822C5-9FDA-4F10-BC51-F01B8EA26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6" y="1488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6" name="Oval 49">
              <a:extLst>
                <a:ext uri="{FF2B5EF4-FFF2-40B4-BE49-F238E27FC236}">
                  <a16:creationId xmlns:a16="http://schemas.microsoft.com/office/drawing/2014/main" id="{AB5BB2F1-E3A8-45A3-879F-65DB491F3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663"/>
              <a:ext cx="41" cy="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Text Box 4">
            <a:extLst>
              <a:ext uri="{FF2B5EF4-FFF2-40B4-BE49-F238E27FC236}">
                <a16:creationId xmlns:a16="http://schemas.microsoft.com/office/drawing/2014/main" id="{4CA2F84D-42CF-497F-B1D8-361340C1F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213" y="9921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提示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49509" name="Object 5">
            <a:extLst>
              <a:ext uri="{FF2B5EF4-FFF2-40B4-BE49-F238E27FC236}">
                <a16:creationId xmlns:a16="http://schemas.microsoft.com/office/drawing/2014/main" id="{7B3C34AA-DFC3-4472-9A0F-BCFF89635D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1350" y="906463"/>
          <a:ext cx="269240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219" imgH="393815" progId="Equation.DSMT4">
                  <p:embed/>
                </p:oleObj>
              </mc:Choice>
              <mc:Fallback>
                <p:oleObj name="Equation" r:id="rId2" imgW="1054219" imgH="39381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906463"/>
                        <a:ext cx="2692400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0" name="Object 6">
            <a:extLst>
              <a:ext uri="{FF2B5EF4-FFF2-40B4-BE49-F238E27FC236}">
                <a16:creationId xmlns:a16="http://schemas.microsoft.com/office/drawing/2014/main" id="{19CE4396-BB47-4C94-9368-2872555110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7563" y="890588"/>
          <a:ext cx="29273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74582" imgH="393815" progId="Equation.DSMT4">
                  <p:embed/>
                </p:oleObj>
              </mc:Choice>
              <mc:Fallback>
                <p:oleObj name="Equation" r:id="rId4" imgW="1174582" imgH="39381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563" y="890588"/>
                        <a:ext cx="2927350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>
            <a:extLst>
              <a:ext uri="{FF2B5EF4-FFF2-40B4-BE49-F238E27FC236}">
                <a16:creationId xmlns:a16="http://schemas.microsoft.com/office/drawing/2014/main" id="{DB8CD5D9-3082-401F-AB14-EBE4D2DC0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5975" y="939800"/>
          <a:ext cx="11398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92" imgH="203142" progId="Equation.DSMT4">
                  <p:embed/>
                </p:oleObj>
              </mc:Choice>
              <mc:Fallback>
                <p:oleObj name="Equation" r:id="rId6" imgW="482492" imgH="20314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5975" y="939800"/>
                        <a:ext cx="11398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2" name="Object 8">
            <a:extLst>
              <a:ext uri="{FF2B5EF4-FFF2-40B4-BE49-F238E27FC236}">
                <a16:creationId xmlns:a16="http://schemas.microsoft.com/office/drawing/2014/main" id="{C71AC0F5-3602-43BF-AA9D-C0A883FFB6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48725" y="981075"/>
          <a:ext cx="7302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511" imgH="393815" progId="Equation.DSMT4">
                  <p:embed/>
                </p:oleObj>
              </mc:Choice>
              <mc:Fallback>
                <p:oleObj name="Equation" r:id="rId8" imgW="317511" imgH="39381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8725" y="981075"/>
                        <a:ext cx="7302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3" name="Object 9">
            <a:extLst>
              <a:ext uri="{FF2B5EF4-FFF2-40B4-BE49-F238E27FC236}">
                <a16:creationId xmlns:a16="http://schemas.microsoft.com/office/drawing/2014/main" id="{9349C7D9-CBA2-427C-9EC1-DBA85814A9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1013" y="1879600"/>
          <a:ext cx="3013075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06749" imgH="393815" progId="Equation.DSMT4">
                  <p:embed/>
                </p:oleObj>
              </mc:Choice>
              <mc:Fallback>
                <p:oleObj name="Equation" r:id="rId10" imgW="1206749" imgH="39381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1879600"/>
                        <a:ext cx="3013075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4" name="Object 10">
            <a:extLst>
              <a:ext uri="{FF2B5EF4-FFF2-40B4-BE49-F238E27FC236}">
                <a16:creationId xmlns:a16="http://schemas.microsoft.com/office/drawing/2014/main" id="{CD9B88EF-B9C8-43E4-97AC-71C16F9DA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0" y="1927225"/>
          <a:ext cx="2197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8762" imgH="901931" progId="Equation.3">
                  <p:embed/>
                </p:oleObj>
              </mc:Choice>
              <mc:Fallback>
                <p:oleObj name="Equation" r:id="rId12" imgW="2158762" imgH="90193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1927225"/>
                        <a:ext cx="2197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5" name="Object 11">
            <a:extLst>
              <a:ext uri="{FF2B5EF4-FFF2-40B4-BE49-F238E27FC236}">
                <a16:creationId xmlns:a16="http://schemas.microsoft.com/office/drawing/2014/main" id="{DC7D2CB4-EFD0-4116-A1B5-80CA1CEDE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7875" y="2016125"/>
          <a:ext cx="1181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2935" imgH="819323" progId="Equation.3">
                  <p:embed/>
                </p:oleObj>
              </mc:Choice>
              <mc:Fallback>
                <p:oleObj name="Equation" r:id="rId14" imgW="1142935" imgH="81932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75" y="2016125"/>
                        <a:ext cx="1181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8" name="Group 31">
            <a:extLst>
              <a:ext uri="{FF2B5EF4-FFF2-40B4-BE49-F238E27FC236}">
                <a16:creationId xmlns:a16="http://schemas.microsoft.com/office/drawing/2014/main" id="{A60278B3-BC6E-4718-86D1-6664FBAD6140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429000"/>
            <a:ext cx="609600" cy="1366838"/>
            <a:chOff x="4073" y="624"/>
            <a:chExt cx="384" cy="861"/>
          </a:xfrm>
        </p:grpSpPr>
        <p:sp>
          <p:nvSpPr>
            <p:cNvPr id="27675" name="Line 32">
              <a:extLst>
                <a:ext uri="{FF2B5EF4-FFF2-40B4-BE49-F238E27FC236}">
                  <a16:creationId xmlns:a16="http://schemas.microsoft.com/office/drawing/2014/main" id="{56D2393C-35F7-4224-8D31-56065A2B3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" y="624"/>
              <a:ext cx="0" cy="8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6" name="Freeform 33">
              <a:extLst>
                <a:ext uri="{FF2B5EF4-FFF2-40B4-BE49-F238E27FC236}">
                  <a16:creationId xmlns:a16="http://schemas.microsoft.com/office/drawing/2014/main" id="{CB32E9D7-E9AA-4BFC-9173-5144A5CE5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624"/>
              <a:ext cx="384" cy="672"/>
            </a:xfrm>
            <a:custGeom>
              <a:avLst/>
              <a:gdLst>
                <a:gd name="T0" fmla="*/ 0 w 384"/>
                <a:gd name="T1" fmla="*/ 672 h 672"/>
                <a:gd name="T2" fmla="*/ 192 w 384"/>
                <a:gd name="T3" fmla="*/ 576 h 672"/>
                <a:gd name="T4" fmla="*/ 288 w 384"/>
                <a:gd name="T5" fmla="*/ 432 h 672"/>
                <a:gd name="T6" fmla="*/ 384 w 384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672"/>
                <a:gd name="T14" fmla="*/ 384 w 384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672">
                  <a:moveTo>
                    <a:pt x="0" y="672"/>
                  </a:moveTo>
                  <a:cubicBezTo>
                    <a:pt x="72" y="644"/>
                    <a:pt x="144" y="616"/>
                    <a:pt x="192" y="576"/>
                  </a:cubicBezTo>
                  <a:cubicBezTo>
                    <a:pt x="240" y="536"/>
                    <a:pt x="256" y="528"/>
                    <a:pt x="288" y="432"/>
                  </a:cubicBezTo>
                  <a:cubicBezTo>
                    <a:pt x="320" y="336"/>
                    <a:pt x="368" y="72"/>
                    <a:pt x="384" y="0"/>
                  </a:cubicBez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659" name="Group 34">
            <a:extLst>
              <a:ext uri="{FF2B5EF4-FFF2-40B4-BE49-F238E27FC236}">
                <a16:creationId xmlns:a16="http://schemas.microsoft.com/office/drawing/2014/main" id="{60B353E7-7CCD-426F-A3AA-E7D05D11F89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163888"/>
            <a:ext cx="2232025" cy="2093912"/>
            <a:chOff x="4121" y="457"/>
            <a:chExt cx="1406" cy="1319"/>
          </a:xfrm>
        </p:grpSpPr>
        <p:graphicFrame>
          <p:nvGraphicFramePr>
            <p:cNvPr id="27660" name="Object 35">
              <a:extLst>
                <a:ext uri="{FF2B5EF4-FFF2-40B4-BE49-F238E27FC236}">
                  <a16:creationId xmlns:a16="http://schemas.microsoft.com/office/drawing/2014/main" id="{A81687E4-FB54-41E0-9093-E6C81330A5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08" y="1536"/>
            <a:ext cx="119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403" imgH="209377" progId="Equation.3">
                    <p:embed/>
                  </p:oleObj>
                </mc:Choice>
                <mc:Fallback>
                  <p:oleObj name="Equation" r:id="rId16" imgW="190403" imgH="209377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8" y="1536"/>
                          <a:ext cx="119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1" name="Line 36">
              <a:extLst>
                <a:ext uri="{FF2B5EF4-FFF2-40B4-BE49-F238E27FC236}">
                  <a16:creationId xmlns:a16="http://schemas.microsoft.com/office/drawing/2014/main" id="{A220F96C-7FCD-4FD6-8D86-5B2EF4CB9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" y="1680"/>
              <a:ext cx="384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662" name="Object 37">
              <a:extLst>
                <a:ext uri="{FF2B5EF4-FFF2-40B4-BE49-F238E27FC236}">
                  <a16:creationId xmlns:a16="http://schemas.microsoft.com/office/drawing/2014/main" id="{4E0DFAC4-E983-421C-9B5D-618A36F433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2" y="1508"/>
            <a:ext cx="201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9599" imgH="133523" progId="Equation.DSMT4">
                    <p:embed/>
                  </p:oleObj>
                </mc:Choice>
                <mc:Fallback>
                  <p:oleObj name="Equation" r:id="rId18" imgW="209599" imgH="133523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2" y="1508"/>
                          <a:ext cx="201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3" name="Object 38">
              <a:extLst>
                <a:ext uri="{FF2B5EF4-FFF2-40B4-BE49-F238E27FC236}">
                  <a16:creationId xmlns:a16="http://schemas.microsoft.com/office/drawing/2014/main" id="{B98FEBDB-0DE4-479F-944B-3BCA7AD8C7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67" y="457"/>
            <a:ext cx="118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09599" imgH="285750" progId="Equation.3">
                    <p:embed/>
                  </p:oleObj>
                </mc:Choice>
                <mc:Fallback>
                  <p:oleObj name="Equation" r:id="rId20" imgW="209599" imgH="28575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7" y="457"/>
                          <a:ext cx="118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4" name="Line 39">
              <a:extLst>
                <a:ext uri="{FF2B5EF4-FFF2-40B4-BE49-F238E27FC236}">
                  <a16:creationId xmlns:a16="http://schemas.microsoft.com/office/drawing/2014/main" id="{BF504587-7798-4187-81B7-8CAA393BBD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1" y="1488"/>
              <a:ext cx="14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Line 40">
              <a:extLst>
                <a:ext uri="{FF2B5EF4-FFF2-40B4-BE49-F238E27FC236}">
                  <a16:creationId xmlns:a16="http://schemas.microsoft.com/office/drawing/2014/main" id="{5C03803F-917D-4BC6-A70C-D8D053CD77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41" y="576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666" name="Object 41">
              <a:extLst>
                <a:ext uri="{FF2B5EF4-FFF2-40B4-BE49-F238E27FC236}">
                  <a16:creationId xmlns:a16="http://schemas.microsoft.com/office/drawing/2014/main" id="{1F670C8D-6398-46DE-A65F-411751D01F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5" y="152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77951" imgH="209377" progId="Equation.3">
                    <p:embed/>
                  </p:oleObj>
                </mc:Choice>
                <mc:Fallback>
                  <p:oleObj name="Equation" r:id="rId22" imgW="177951" imgH="209377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152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7" name="Line 42">
              <a:extLst>
                <a:ext uri="{FF2B5EF4-FFF2-40B4-BE49-F238E27FC236}">
                  <a16:creationId xmlns:a16="http://schemas.microsoft.com/office/drawing/2014/main" id="{DA826F2D-052E-483B-AA57-8EDFFEE31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5" y="624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8" name="Freeform 43">
              <a:extLst>
                <a:ext uri="{FF2B5EF4-FFF2-40B4-BE49-F238E27FC236}">
                  <a16:creationId xmlns:a16="http://schemas.microsoft.com/office/drawing/2014/main" id="{CA9210B5-E6CF-4F5B-9998-AFD07CE32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624"/>
              <a:ext cx="384" cy="672"/>
            </a:xfrm>
            <a:custGeom>
              <a:avLst/>
              <a:gdLst>
                <a:gd name="T0" fmla="*/ 0 w 384"/>
                <a:gd name="T1" fmla="*/ 672 h 672"/>
                <a:gd name="T2" fmla="*/ 192 w 384"/>
                <a:gd name="T3" fmla="*/ 576 h 672"/>
                <a:gd name="T4" fmla="*/ 288 w 384"/>
                <a:gd name="T5" fmla="*/ 432 h 672"/>
                <a:gd name="T6" fmla="*/ 384 w 384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672"/>
                <a:gd name="T14" fmla="*/ 384 w 384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672">
                  <a:moveTo>
                    <a:pt x="0" y="672"/>
                  </a:moveTo>
                  <a:cubicBezTo>
                    <a:pt x="72" y="644"/>
                    <a:pt x="144" y="616"/>
                    <a:pt x="192" y="576"/>
                  </a:cubicBezTo>
                  <a:cubicBezTo>
                    <a:pt x="240" y="536"/>
                    <a:pt x="256" y="528"/>
                    <a:pt x="288" y="432"/>
                  </a:cubicBezTo>
                  <a:cubicBezTo>
                    <a:pt x="320" y="336"/>
                    <a:pt x="368" y="72"/>
                    <a:pt x="384" y="0"/>
                  </a:cubicBez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9" name="Oval 44">
              <a:extLst>
                <a:ext uri="{FF2B5EF4-FFF2-40B4-BE49-F238E27FC236}">
                  <a16:creationId xmlns:a16="http://schemas.microsoft.com/office/drawing/2014/main" id="{4EC8D29A-EE2E-4E75-8A73-84E04ECCF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6" y="1273"/>
              <a:ext cx="41" cy="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7670" name="Object 45">
              <a:extLst>
                <a:ext uri="{FF2B5EF4-FFF2-40B4-BE49-F238E27FC236}">
                  <a16:creationId xmlns:a16="http://schemas.microsoft.com/office/drawing/2014/main" id="{6C136D28-8FF6-4F4D-9358-544AA6664B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3" y="1519"/>
            <a:ext cx="120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0882" imgH="133523" progId="Equation.DSMT4">
                    <p:embed/>
                  </p:oleObj>
                </mc:Choice>
                <mc:Fallback>
                  <p:oleObj name="Equation" r:id="rId24" imgW="120882" imgH="133523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3" y="1519"/>
                          <a:ext cx="120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1" name="Object 46">
              <a:extLst>
                <a:ext uri="{FF2B5EF4-FFF2-40B4-BE49-F238E27FC236}">
                  <a16:creationId xmlns:a16="http://schemas.microsoft.com/office/drawing/2014/main" id="{3139D0A0-71DA-4F2C-A1DE-28B659A030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8" y="1584"/>
            <a:ext cx="210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80805" imgH="266527" progId="Equation.3">
                    <p:embed/>
                  </p:oleObj>
                </mc:Choice>
                <mc:Fallback>
                  <p:oleObj name="Equation" r:id="rId26" imgW="380805" imgH="266527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8" y="1584"/>
                          <a:ext cx="210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2" name="Object 47">
              <a:extLst>
                <a:ext uri="{FF2B5EF4-FFF2-40B4-BE49-F238E27FC236}">
                  <a16:creationId xmlns:a16="http://schemas.microsoft.com/office/drawing/2014/main" id="{7437D647-62E0-4C08-AF82-04CE8637F1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1244"/>
            <a:ext cx="73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14138" imgH="266527" progId="Equation.3">
                    <p:embed/>
                  </p:oleObj>
                </mc:Choice>
                <mc:Fallback>
                  <p:oleObj name="Equation" r:id="rId28" imgW="114138" imgH="266527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244"/>
                          <a:ext cx="73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3" name="Line 48">
              <a:extLst>
                <a:ext uri="{FF2B5EF4-FFF2-40B4-BE49-F238E27FC236}">
                  <a16:creationId xmlns:a16="http://schemas.microsoft.com/office/drawing/2014/main" id="{33E94FBF-9A22-4390-85D5-A202D84B1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6" y="1488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Oval 49">
              <a:extLst>
                <a:ext uri="{FF2B5EF4-FFF2-40B4-BE49-F238E27FC236}">
                  <a16:creationId xmlns:a16="http://schemas.microsoft.com/office/drawing/2014/main" id="{EFBAE39E-C445-4487-ABEA-6F9C4CB91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663"/>
              <a:ext cx="41" cy="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椭圆 7">
            <a:extLst>
              <a:ext uri="{FF2B5EF4-FFF2-40B4-BE49-F238E27FC236}">
                <a16:creationId xmlns:a16="http://schemas.microsoft.com/office/drawing/2014/main" id="{C73F85E1-5D60-4655-B9C2-8526B49EE4A6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1325563" y="2971800"/>
            <a:ext cx="514350" cy="51435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675" name="椭圆 8">
            <a:extLst>
              <a:ext uri="{FF2B5EF4-FFF2-40B4-BE49-F238E27FC236}">
                <a16:creationId xmlns:a16="http://schemas.microsoft.com/office/drawing/2014/main" id="{3397B39E-2ACC-4DBC-AAA1-0AF970D8783B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3646488" y="297180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676" name="椭圆 9">
            <a:extLst>
              <a:ext uri="{FF2B5EF4-FFF2-40B4-BE49-F238E27FC236}">
                <a16:creationId xmlns:a16="http://schemas.microsoft.com/office/drawing/2014/main" id="{2DA74CEE-FF9D-48EF-865F-0CBAA8EF3BE0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325563" y="4183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677" name="椭圆 10">
            <a:extLst>
              <a:ext uri="{FF2B5EF4-FFF2-40B4-BE49-F238E27FC236}">
                <a16:creationId xmlns:a16="http://schemas.microsoft.com/office/drawing/2014/main" id="{67E8B576-9CFE-4112-9757-C13C1EFC9515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3646488" y="41386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678" name="Text Box 2">
            <a:extLst>
              <a:ext uri="{FF2B5EF4-FFF2-40B4-BE49-F238E27FC236}">
                <a16:creationId xmlns:a16="http://schemas.microsoft.com/office/drawing/2014/main" id="{72529677-C516-426C-B4DC-549CD2253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5" y="898525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kumimoji="1" lang="zh-CN" altLang="zh-CN" sz="28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8679" name="Object 3">
            <a:extLst>
              <a:ext uri="{FF2B5EF4-FFF2-40B4-BE49-F238E27FC236}">
                <a16:creationId xmlns:a16="http://schemas.microsoft.com/office/drawing/2014/main" id="{01D2B4F2-01FC-4CB0-A10F-A100F1835C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6325" y="411163"/>
          <a:ext cx="23955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64984" imgH="203142" progId="Equation.DSMT4">
                  <p:embed/>
                </p:oleObj>
              </mc:Choice>
              <mc:Fallback>
                <p:oleObj name="Equation" r:id="rId7" imgW="964984" imgH="20314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5" y="411163"/>
                        <a:ext cx="239553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4">
            <a:extLst>
              <a:ext uri="{FF2B5EF4-FFF2-40B4-BE49-F238E27FC236}">
                <a16:creationId xmlns:a16="http://schemas.microsoft.com/office/drawing/2014/main" id="{BCB097BA-1377-469B-AA8A-312CE20E6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457200"/>
          <a:ext cx="18113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581" imgH="177685" progId="Equation.DSMT4">
                  <p:embed/>
                </p:oleObj>
              </mc:Choice>
              <mc:Fallback>
                <p:oleObj name="Equation" r:id="rId9" imgW="774581" imgH="17768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57200"/>
                        <a:ext cx="18113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6">
            <a:extLst>
              <a:ext uri="{FF2B5EF4-FFF2-40B4-BE49-F238E27FC236}">
                <a16:creationId xmlns:a16="http://schemas.microsoft.com/office/drawing/2014/main" id="{B5EBA5F5-5B4E-4361-B285-22F2A57846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9913" y="947738"/>
          <a:ext cx="44799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45151" imgH="1105073" progId="Equation.3">
                  <p:embed/>
                </p:oleObj>
              </mc:Choice>
              <mc:Fallback>
                <p:oleObj name="Equation" r:id="rId11" imgW="4445151" imgH="110507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947738"/>
                        <a:ext cx="44799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Text Box 7">
            <a:extLst>
              <a:ext uri="{FF2B5EF4-FFF2-40B4-BE49-F238E27FC236}">
                <a16:creationId xmlns:a16="http://schemas.microsoft.com/office/drawing/2014/main" id="{BD187D23-CAFB-4B51-AC8A-78A7766BA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1925" y="1295400"/>
            <a:ext cx="2389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则其中系数</a:t>
            </a:r>
          </a:p>
        </p:txBody>
      </p:sp>
      <p:graphicFrame>
        <p:nvGraphicFramePr>
          <p:cNvPr id="28683" name="Object 8">
            <a:extLst>
              <a:ext uri="{FF2B5EF4-FFF2-40B4-BE49-F238E27FC236}">
                <a16:creationId xmlns:a16="http://schemas.microsoft.com/office/drawing/2014/main" id="{1E2555DA-FD84-473F-921E-4E4264B63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3275" y="1316038"/>
          <a:ext cx="2005013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31650" imgH="216131" progId="Equation.DSMT4">
                  <p:embed/>
                </p:oleObj>
              </mc:Choice>
              <mc:Fallback>
                <p:oleObj name="Equation" r:id="rId13" imgW="831650" imgH="21613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3275" y="1316038"/>
                        <a:ext cx="2005013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Text Box 33">
            <a:extLst>
              <a:ext uri="{FF2B5EF4-FFF2-40B4-BE49-F238E27FC236}">
                <a16:creationId xmlns:a16="http://schemas.microsoft.com/office/drawing/2014/main" id="{BE35C49F-8E1A-428F-8745-8D4A614E0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675" y="407988"/>
            <a:ext cx="3506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的傅里叶级数展式为 </a:t>
            </a:r>
          </a:p>
        </p:txBody>
      </p:sp>
      <p:sp>
        <p:nvSpPr>
          <p:cNvPr id="28685" name="Rectangle 110">
            <a:extLst>
              <a:ext uri="{FF2B5EF4-FFF2-40B4-BE49-F238E27FC236}">
                <a16:creationId xmlns:a16="http://schemas.microsoft.com/office/drawing/2014/main" id="{E25F4624-C04D-405E-84CC-C7378B122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407988"/>
            <a:ext cx="1219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思考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2.</a:t>
            </a:r>
            <a:endParaRPr lang="en-US" altLang="zh-CN" sz="2800" b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28686" name="Text Box 33">
            <a:extLst>
              <a:ext uri="{FF2B5EF4-FFF2-40B4-BE49-F238E27FC236}">
                <a16:creationId xmlns:a16="http://schemas.microsoft.com/office/drawing/2014/main" id="{83FF62AB-E337-49C7-A898-9A8F57E0D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425450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28687" name="Object 47">
            <a:extLst>
              <a:ext uri="{FF2B5EF4-FFF2-40B4-BE49-F238E27FC236}">
                <a16:creationId xmlns:a16="http://schemas.microsoft.com/office/drawing/2014/main" id="{4E683DB3-3D08-46B6-90F0-DB0BF5A9E2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2782888"/>
          <a:ext cx="53816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2050" imgH="387581" progId="Equation.DSMT4">
                  <p:embed/>
                </p:oleObj>
              </mc:Choice>
              <mc:Fallback>
                <p:oleObj name="Equation" r:id="rId15" imgW="222050" imgH="387581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2782888"/>
                        <a:ext cx="538163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40">
            <a:extLst>
              <a:ext uri="{FF2B5EF4-FFF2-40B4-BE49-F238E27FC236}">
                <a16:creationId xmlns:a16="http://schemas.microsoft.com/office/drawing/2014/main" id="{DC0FE2BB-BD0C-410E-AFED-F476D8150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0375" y="2735263"/>
          <a:ext cx="3937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6304" imgH="387581" progId="Equation.DSMT4">
                  <p:embed/>
                </p:oleObj>
              </mc:Choice>
              <mc:Fallback>
                <p:oleObj name="Equation" r:id="rId17" imgW="146304" imgH="387581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75" y="2735263"/>
                        <a:ext cx="3937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48">
            <a:extLst>
              <a:ext uri="{FF2B5EF4-FFF2-40B4-BE49-F238E27FC236}">
                <a16:creationId xmlns:a16="http://schemas.microsoft.com/office/drawing/2014/main" id="{8A4F0D24-726B-4369-AAE4-9ED24BA96E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3922713"/>
          <a:ext cx="54292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2050" imgH="387581" progId="Equation.DSMT4">
                  <p:embed/>
                </p:oleObj>
              </mc:Choice>
              <mc:Fallback>
                <p:oleObj name="Equation" r:id="rId19" imgW="222050" imgH="387581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922713"/>
                        <a:ext cx="542925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46">
            <a:extLst>
              <a:ext uri="{FF2B5EF4-FFF2-40B4-BE49-F238E27FC236}">
                <a16:creationId xmlns:a16="http://schemas.microsoft.com/office/drawing/2014/main" id="{4F914F44-3830-49A6-9432-94FB4A1E49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9588" y="4337050"/>
          <a:ext cx="2984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0882" imgH="133523" progId="Equation.DSMT4">
                  <p:embed/>
                </p:oleObj>
              </mc:Choice>
              <mc:Fallback>
                <p:oleObj name="Equation" r:id="rId21" imgW="120882" imgH="133523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4337050"/>
                        <a:ext cx="29845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Picture 12" descr="0017">
            <a:extLst>
              <a:ext uri="{FF2B5EF4-FFF2-40B4-BE49-F238E27FC236}">
                <a16:creationId xmlns:a16="http://schemas.microsoft.com/office/drawing/2014/main" id="{7310C67F-26F2-479E-A772-F4011B969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550" y="2455863"/>
            <a:ext cx="3055938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Text Box 4">
            <a:extLst>
              <a:ext uri="{FF2B5EF4-FFF2-40B4-BE49-F238E27FC236}">
                <a16:creationId xmlns:a16="http://schemas.microsoft.com/office/drawing/2014/main" id="{222D2295-B3EB-43BF-8295-B88F37AC3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26523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提示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48485" name="Object 5">
            <a:extLst>
              <a:ext uri="{FF2B5EF4-FFF2-40B4-BE49-F238E27FC236}">
                <a16:creationId xmlns:a16="http://schemas.microsoft.com/office/drawing/2014/main" id="{37341A37-7937-48F1-8D7C-3659F365BF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3188" y="1004888"/>
          <a:ext cx="408940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868" imgH="374592" progId="Equation.DSMT4">
                  <p:embed/>
                </p:oleObj>
              </mc:Choice>
              <mc:Fallback>
                <p:oleObj name="Equation" r:id="rId2" imgW="1485868" imgH="37459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1004888"/>
                        <a:ext cx="4089400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6" name="Object 6">
            <a:extLst>
              <a:ext uri="{FF2B5EF4-FFF2-40B4-BE49-F238E27FC236}">
                <a16:creationId xmlns:a16="http://schemas.microsoft.com/office/drawing/2014/main" id="{6D6EFFE0-DDBB-4ED0-BAEE-06DC0930CD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8450" y="1063625"/>
          <a:ext cx="39687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93780" imgH="374592" progId="Equation.DSMT4">
                  <p:embed/>
                </p:oleObj>
              </mc:Choice>
              <mc:Fallback>
                <p:oleObj name="Equation" r:id="rId4" imgW="1593780" imgH="37459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1063625"/>
                        <a:ext cx="396875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0" name="Object 20">
            <a:extLst>
              <a:ext uri="{FF2B5EF4-FFF2-40B4-BE49-F238E27FC236}">
                <a16:creationId xmlns:a16="http://schemas.microsoft.com/office/drawing/2014/main" id="{3B64A265-3A2D-43D4-8C79-32DF53538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8500" y="3624263"/>
          <a:ext cx="375443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437977" progId="Equation.DSMT4">
                  <p:embed/>
                </p:oleObj>
              </mc:Choice>
              <mc:Fallback>
                <p:oleObj name="Equation" r:id="rId6" imgW="1828800" imgH="43797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3624263"/>
                        <a:ext cx="375443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3" name="Object 23">
            <a:extLst>
              <a:ext uri="{FF2B5EF4-FFF2-40B4-BE49-F238E27FC236}">
                <a16:creationId xmlns:a16="http://schemas.microsoft.com/office/drawing/2014/main" id="{F6AB7E36-3EFD-43A1-8AED-F6E47A45D5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668713"/>
          <a:ext cx="7810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32" imgH="374592" progId="Equation.DSMT4">
                  <p:embed/>
                </p:oleObj>
              </mc:Choice>
              <mc:Fallback>
                <p:oleObj name="Equation" r:id="rId8" imgW="342932" imgH="37459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668713"/>
                        <a:ext cx="7810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04" name="Text Box 24">
            <a:extLst>
              <a:ext uri="{FF2B5EF4-FFF2-40B4-BE49-F238E27FC236}">
                <a16:creationId xmlns:a16="http://schemas.microsoft.com/office/drawing/2014/main" id="{D500F191-09A6-459F-AAAD-74C9E8E8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057400"/>
            <a:ext cx="2362200" cy="4857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利用“偶倍奇零”</a:t>
            </a:r>
          </a:p>
        </p:txBody>
      </p:sp>
      <p:sp>
        <p:nvSpPr>
          <p:cNvPr id="148505" name="Line 25">
            <a:extLst>
              <a:ext uri="{FF2B5EF4-FFF2-40B4-BE49-F238E27FC236}">
                <a16:creationId xmlns:a16="http://schemas.microsoft.com/office/drawing/2014/main" id="{9B30A093-57D1-471E-B4DA-81500F0CB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2057400"/>
            <a:ext cx="0" cy="1447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18" name="Object 3">
            <a:extLst>
              <a:ext uri="{FF2B5EF4-FFF2-40B4-BE49-F238E27FC236}">
                <a16:creationId xmlns:a16="http://schemas.microsoft.com/office/drawing/2014/main" id="{6E9CFD56-BD7C-4380-811C-0E3F94856B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3313" y="182563"/>
          <a:ext cx="239553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4984" imgH="203142" progId="Equation.DSMT4">
                  <p:embed/>
                </p:oleObj>
              </mc:Choice>
              <mc:Fallback>
                <p:oleObj name="Equation" r:id="rId10" imgW="964984" imgH="20314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182563"/>
                        <a:ext cx="2395537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4">
            <a:extLst>
              <a:ext uri="{FF2B5EF4-FFF2-40B4-BE49-F238E27FC236}">
                <a16:creationId xmlns:a16="http://schemas.microsoft.com/office/drawing/2014/main" id="{9EE9184F-72C4-4715-B0D9-F7B1914469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7588" y="228600"/>
          <a:ext cx="18113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581" imgH="177685" progId="Equation.DSMT4">
                  <p:embed/>
                </p:oleObj>
              </mc:Choice>
              <mc:Fallback>
                <p:oleObj name="Equation" r:id="rId12" imgW="774581" imgH="17768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7588" y="228600"/>
                        <a:ext cx="18113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0" name="Text Box 33">
            <a:extLst>
              <a:ext uri="{FF2B5EF4-FFF2-40B4-BE49-F238E27FC236}">
                <a16:creationId xmlns:a16="http://schemas.microsoft.com/office/drawing/2014/main" id="{06ED993C-801B-4129-88D2-D86B5C01D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8" y="196850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8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 build="p" autoUpdateAnimBg="0"/>
      <p:bldP spid="148504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1C6635D-F54C-496B-A775-002888CD4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0013"/>
            <a:ext cx="1219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思考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3.</a:t>
            </a:r>
            <a:endParaRPr lang="en-US" altLang="zh-CN" sz="2800" b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15573280-D670-4187-BA51-3F9C52600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22238"/>
            <a:ext cx="4762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下列说法中正确的是（      ）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1800" b="0"/>
          </a:p>
        </p:txBody>
      </p:sp>
      <p:grpSp>
        <p:nvGrpSpPr>
          <p:cNvPr id="30724" name="组合 23">
            <a:extLst>
              <a:ext uri="{FF2B5EF4-FFF2-40B4-BE49-F238E27FC236}">
                <a16:creationId xmlns:a16="http://schemas.microsoft.com/office/drawing/2014/main" id="{7F5A63A0-0C96-4A44-B861-81F07BAECA20}"/>
              </a:ext>
            </a:extLst>
          </p:cNvPr>
          <p:cNvGrpSpPr>
            <a:grpSpLocks/>
          </p:cNvGrpSpPr>
          <p:nvPr/>
        </p:nvGrpSpPr>
        <p:grpSpPr bwMode="auto">
          <a:xfrm>
            <a:off x="273050" y="2674938"/>
            <a:ext cx="11644313" cy="522287"/>
            <a:chOff x="623889" y="1538373"/>
            <a:chExt cx="11644312" cy="522288"/>
          </a:xfrm>
        </p:grpSpPr>
        <p:sp>
          <p:nvSpPr>
            <p:cNvPr id="30736" name="Text Box 7">
              <a:extLst>
                <a:ext uri="{FF2B5EF4-FFF2-40B4-BE49-F238E27FC236}">
                  <a16:creationId xmlns:a16="http://schemas.microsoft.com/office/drawing/2014/main" id="{B843D659-323D-45DD-8F90-CDFCF5C32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889" y="1538373"/>
              <a:ext cx="11644312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(B)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若函数      是            内周期函数函数，则一定可以展成傅里叶级数。</a:t>
              </a:r>
            </a:p>
          </p:txBody>
        </p:sp>
        <p:graphicFrame>
          <p:nvGraphicFramePr>
            <p:cNvPr id="30737" name="Object 7">
              <a:extLst>
                <a:ext uri="{FF2B5EF4-FFF2-40B4-BE49-F238E27FC236}">
                  <a16:creationId xmlns:a16="http://schemas.microsoft.com/office/drawing/2014/main" id="{6E6A4477-E3B5-4697-ABE9-35238324FF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1771" y="1567427"/>
            <a:ext cx="608012" cy="48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42751" imgH="203112" progId="Equation.3">
                    <p:embed/>
                  </p:oleObj>
                </mc:Choice>
                <mc:Fallback>
                  <p:oleObj name="公式" r:id="rId4" imgW="342751" imgH="203112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771" y="1567427"/>
                          <a:ext cx="608012" cy="484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8" name="Object 8">
              <a:extLst>
                <a:ext uri="{FF2B5EF4-FFF2-40B4-BE49-F238E27FC236}">
                  <a16:creationId xmlns:a16="http://schemas.microsoft.com/office/drawing/2014/main" id="{429BAF82-732A-45D9-A3C8-DEC2BE1BE3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6995" y="1640638"/>
            <a:ext cx="1143000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583947" imgH="203112" progId="Equation.3">
                    <p:embed/>
                  </p:oleObj>
                </mc:Choice>
                <mc:Fallback>
                  <p:oleObj name="公式" r:id="rId6" imgW="583947" imgH="203112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6995" y="1640638"/>
                          <a:ext cx="1143000" cy="39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25" name="组合 27">
            <a:extLst>
              <a:ext uri="{FF2B5EF4-FFF2-40B4-BE49-F238E27FC236}">
                <a16:creationId xmlns:a16="http://schemas.microsoft.com/office/drawing/2014/main" id="{3B636A9F-FDB3-4FC4-A8A1-EA2D410D5CF2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3614738"/>
            <a:ext cx="11491912" cy="1384300"/>
            <a:chOff x="524107" y="2862639"/>
            <a:chExt cx="11491912" cy="1384300"/>
          </a:xfrm>
        </p:grpSpPr>
        <p:sp>
          <p:nvSpPr>
            <p:cNvPr id="30731" name="Text Box 6">
              <a:extLst>
                <a:ext uri="{FF2B5EF4-FFF2-40B4-BE49-F238E27FC236}">
                  <a16:creationId xmlns:a16="http://schemas.microsoft.com/office/drawing/2014/main" id="{4E04A4CE-0695-46DE-9633-69E3CA427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107" y="2862639"/>
              <a:ext cx="11491912" cy="1384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(C)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若函数      满足狄利克雷定理的条件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那么      的傅立叶级数在           内</a:t>
              </a: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的每一点都收敛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并且一定收敛到         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0732" name="Object 10">
              <a:extLst>
                <a:ext uri="{FF2B5EF4-FFF2-40B4-BE49-F238E27FC236}">
                  <a16:creationId xmlns:a16="http://schemas.microsoft.com/office/drawing/2014/main" id="{17F3236C-6703-4462-911A-90351D9329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5500" y="2884488"/>
            <a:ext cx="647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93529" imgH="228501" progId="Equation.3">
                    <p:embed/>
                  </p:oleObj>
                </mc:Choice>
                <mc:Fallback>
                  <p:oleObj name="公式" r:id="rId8" imgW="393529" imgH="228501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5500" y="2884488"/>
                          <a:ext cx="64770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11">
              <a:extLst>
                <a:ext uri="{FF2B5EF4-FFF2-40B4-BE49-F238E27FC236}">
                  <a16:creationId xmlns:a16="http://schemas.microsoft.com/office/drawing/2014/main" id="{CBF4C673-5C7E-43FA-B9C4-778E103E9D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91400" y="2884488"/>
            <a:ext cx="5334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93529" imgH="228501" progId="Equation.3">
                    <p:embed/>
                  </p:oleObj>
                </mc:Choice>
                <mc:Fallback>
                  <p:oleObj name="公式" r:id="rId10" imgW="393529" imgH="228501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1400" y="2884488"/>
                          <a:ext cx="5334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4" name="Object 12">
              <a:extLst>
                <a:ext uri="{FF2B5EF4-FFF2-40B4-BE49-F238E27FC236}">
                  <a16:creationId xmlns:a16="http://schemas.microsoft.com/office/drawing/2014/main" id="{82904C82-BF06-4AA1-8632-A5B26B17D2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39400" y="2965450"/>
            <a:ext cx="990600" cy="315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37836" imgH="266584" progId="Equation.3">
                    <p:embed/>
                  </p:oleObj>
                </mc:Choice>
                <mc:Fallback>
                  <p:oleObj name="公式" r:id="rId12" imgW="837836" imgH="266584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9400" y="2965450"/>
                          <a:ext cx="990600" cy="315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5" name="Object 13">
              <a:extLst>
                <a:ext uri="{FF2B5EF4-FFF2-40B4-BE49-F238E27FC236}">
                  <a16:creationId xmlns:a16="http://schemas.microsoft.com/office/drawing/2014/main" id="{A6B47857-6839-43B7-BFE1-220A3F463E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59450" y="3657600"/>
            <a:ext cx="717550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93529" imgH="228501" progId="Equation.3">
                    <p:embed/>
                  </p:oleObj>
                </mc:Choice>
                <mc:Fallback>
                  <p:oleObj name="公式" r:id="rId14" imgW="393529" imgH="228501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9450" y="3657600"/>
                          <a:ext cx="717550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26" name="组合 36">
            <a:extLst>
              <a:ext uri="{FF2B5EF4-FFF2-40B4-BE49-F238E27FC236}">
                <a16:creationId xmlns:a16="http://schemas.microsoft.com/office/drawing/2014/main" id="{6B00080D-521B-4545-82A3-66647CEAE294}"/>
              </a:ext>
            </a:extLst>
          </p:cNvPr>
          <p:cNvGrpSpPr>
            <a:grpSpLocks/>
          </p:cNvGrpSpPr>
          <p:nvPr/>
        </p:nvGrpSpPr>
        <p:grpSpPr bwMode="auto">
          <a:xfrm>
            <a:off x="325438" y="1028700"/>
            <a:ext cx="11666537" cy="1384300"/>
            <a:chOff x="838200" y="762000"/>
            <a:chExt cx="11666537" cy="1384995"/>
          </a:xfrm>
        </p:grpSpPr>
        <p:sp>
          <p:nvSpPr>
            <p:cNvPr id="30729" name="Text Box 4">
              <a:extLst>
                <a:ext uri="{FF2B5EF4-FFF2-40B4-BE49-F238E27FC236}">
                  <a16:creationId xmlns:a16="http://schemas.microsoft.com/office/drawing/2014/main" id="{4CE2F32C-7311-4E98-9C3E-2F70AFAAC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762000"/>
              <a:ext cx="11666537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(A)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若函数       在某点邻域内具有任意 阶导数，则在该点邻域内可展成幂</a:t>
              </a: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   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     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级数。</a:t>
              </a:r>
            </a:p>
          </p:txBody>
        </p:sp>
        <p:graphicFrame>
          <p:nvGraphicFramePr>
            <p:cNvPr id="30730" name="Object 5">
              <a:extLst>
                <a:ext uri="{FF2B5EF4-FFF2-40B4-BE49-F238E27FC236}">
                  <a16:creationId xmlns:a16="http://schemas.microsoft.com/office/drawing/2014/main" id="{31695500-2354-47AC-A6CA-FDD3822719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8400" y="762000"/>
            <a:ext cx="677862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342751" imgH="203112" progId="Equation.3">
                    <p:embed/>
                  </p:oleObj>
                </mc:Choice>
                <mc:Fallback>
                  <p:oleObj name="公式" r:id="rId15" imgW="342751" imgH="2031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400" y="762000"/>
                          <a:ext cx="677862" cy="514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27" name="Text Box 15">
            <a:extLst>
              <a:ext uri="{FF2B5EF4-FFF2-40B4-BE49-F238E27FC236}">
                <a16:creationId xmlns:a16="http://schemas.microsoft.com/office/drawing/2014/main" id="{AF5A0305-673D-4FE1-AD5D-E92D6085A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45113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(D)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以上选项都不对。</a:t>
            </a:r>
          </a:p>
        </p:txBody>
      </p:sp>
      <p:pic>
        <p:nvPicPr>
          <p:cNvPr id="30728" name="Picture 9" descr="PE01561_">
            <a:extLst>
              <a:ext uri="{FF2B5EF4-FFF2-40B4-BE49-F238E27FC236}">
                <a16:creationId xmlns:a16="http://schemas.microsoft.com/office/drawing/2014/main" id="{DED4C9BC-155A-4D94-B502-2DE4D7209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0938" y="4359275"/>
            <a:ext cx="276225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E6C2233-12F6-4732-900C-DBE59D04F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3838"/>
            <a:ext cx="1219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思考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4.</a:t>
            </a:r>
            <a:endParaRPr lang="en-US" altLang="zh-CN" sz="2800" b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0C1BB6B9-CDBD-4306-84F5-58898D57E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92088"/>
            <a:ext cx="88947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下列关于狄利克莱定理相关条件描述正确的是（      ）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1800" b="0"/>
          </a:p>
        </p:txBody>
      </p:sp>
      <p:grpSp>
        <p:nvGrpSpPr>
          <p:cNvPr id="32772" name="组合 23">
            <a:extLst>
              <a:ext uri="{FF2B5EF4-FFF2-40B4-BE49-F238E27FC236}">
                <a16:creationId xmlns:a16="http://schemas.microsoft.com/office/drawing/2014/main" id="{4926CB71-CE32-4038-A682-ED49433E85B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914400"/>
            <a:ext cx="9753600" cy="522288"/>
            <a:chOff x="1295400" y="955675"/>
            <a:chExt cx="9753600" cy="522288"/>
          </a:xfrm>
        </p:grpSpPr>
        <p:sp>
          <p:nvSpPr>
            <p:cNvPr id="32789" name="Text Box 4">
              <a:extLst>
                <a:ext uri="{FF2B5EF4-FFF2-40B4-BE49-F238E27FC236}">
                  <a16:creationId xmlns:a16="http://schemas.microsoft.com/office/drawing/2014/main" id="{3856CF81-AB4E-4A46-9741-615D5ECF2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955675"/>
              <a:ext cx="9753600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(A)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函数        在一个基本周期内连续，或有第一类间断点；</a:t>
              </a:r>
            </a:p>
          </p:txBody>
        </p:sp>
        <p:graphicFrame>
          <p:nvGraphicFramePr>
            <p:cNvPr id="32790" name="Object 5">
              <a:extLst>
                <a:ext uri="{FF2B5EF4-FFF2-40B4-BE49-F238E27FC236}">
                  <a16:creationId xmlns:a16="http://schemas.microsoft.com/office/drawing/2014/main" id="{E541D726-D24B-4F0B-8524-71204B3CA7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7150" y="1025525"/>
            <a:ext cx="619125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42751" imgH="203112" progId="Equation.3">
                    <p:embed/>
                  </p:oleObj>
                </mc:Choice>
                <mc:Fallback>
                  <p:oleObj name="公式" r:id="rId3" imgW="342751" imgH="2031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7150" y="1025525"/>
                          <a:ext cx="619125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773" name="组合 26">
            <a:extLst>
              <a:ext uri="{FF2B5EF4-FFF2-40B4-BE49-F238E27FC236}">
                <a16:creationId xmlns:a16="http://schemas.microsoft.com/office/drawing/2014/main" id="{FD476F9E-C556-4597-AD9E-A7551903D54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43075"/>
            <a:ext cx="10607675" cy="523875"/>
            <a:chOff x="1295400" y="1609725"/>
            <a:chExt cx="10607675" cy="523875"/>
          </a:xfrm>
        </p:grpSpPr>
        <p:graphicFrame>
          <p:nvGraphicFramePr>
            <p:cNvPr id="32787" name="Object 3">
              <a:extLst>
                <a:ext uri="{FF2B5EF4-FFF2-40B4-BE49-F238E27FC236}">
                  <a16:creationId xmlns:a16="http://schemas.microsoft.com/office/drawing/2014/main" id="{5E6BC1B8-2F36-4002-9557-A4F1EE5374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1913" y="1711325"/>
            <a:ext cx="608012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42751" imgH="203112" progId="Equation.3">
                    <p:embed/>
                  </p:oleObj>
                </mc:Choice>
                <mc:Fallback>
                  <p:oleObj name="公式" r:id="rId5" imgW="342751" imgH="203112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1913" y="1711325"/>
                          <a:ext cx="608012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8" name="Text Box 4">
              <a:extLst>
                <a:ext uri="{FF2B5EF4-FFF2-40B4-BE49-F238E27FC236}">
                  <a16:creationId xmlns:a16="http://schemas.microsoft.com/office/drawing/2014/main" id="{323C0AF9-D863-4AF1-9913-3146B8FCC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1609725"/>
              <a:ext cx="106076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(B)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函数        在一个基本周期内连续，或有有限个第二类间断点；</a:t>
              </a:r>
            </a:p>
          </p:txBody>
        </p:sp>
      </p:grpSp>
      <p:grpSp>
        <p:nvGrpSpPr>
          <p:cNvPr id="32774" name="组合 29">
            <a:extLst>
              <a:ext uri="{FF2B5EF4-FFF2-40B4-BE49-F238E27FC236}">
                <a16:creationId xmlns:a16="http://schemas.microsoft.com/office/drawing/2014/main" id="{252CB88D-5AA4-45FF-9E81-0638404390A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501900"/>
            <a:ext cx="10607675" cy="523875"/>
            <a:chOff x="1295400" y="2274888"/>
            <a:chExt cx="10607675" cy="523875"/>
          </a:xfrm>
        </p:grpSpPr>
        <p:sp>
          <p:nvSpPr>
            <p:cNvPr id="32785" name="Text Box 4">
              <a:extLst>
                <a:ext uri="{FF2B5EF4-FFF2-40B4-BE49-F238E27FC236}">
                  <a16:creationId xmlns:a16="http://schemas.microsoft.com/office/drawing/2014/main" id="{849AEE15-EDF9-4D7A-BCC1-C23FCFFBF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2274888"/>
              <a:ext cx="106076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(C)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函数        在一个基本周期内连续，或有有限个第一类间断点；</a:t>
              </a:r>
            </a:p>
          </p:txBody>
        </p:sp>
        <p:graphicFrame>
          <p:nvGraphicFramePr>
            <p:cNvPr id="32786" name="Object 4">
              <a:extLst>
                <a:ext uri="{FF2B5EF4-FFF2-40B4-BE49-F238E27FC236}">
                  <a16:creationId xmlns:a16="http://schemas.microsoft.com/office/drawing/2014/main" id="{7C843089-7C1E-4870-92C3-765B43CDE8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7150" y="2376488"/>
            <a:ext cx="608013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42751" imgH="203112" progId="Equation.3">
                    <p:embed/>
                  </p:oleObj>
                </mc:Choice>
                <mc:Fallback>
                  <p:oleObj name="公式" r:id="rId6" imgW="342751" imgH="203112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7150" y="2376488"/>
                          <a:ext cx="608013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775" name="组合 32">
            <a:extLst>
              <a:ext uri="{FF2B5EF4-FFF2-40B4-BE49-F238E27FC236}">
                <a16:creationId xmlns:a16="http://schemas.microsoft.com/office/drawing/2014/main" id="{7A4DE686-EAFA-4212-8CFC-93F1AACF51D4}"/>
              </a:ext>
            </a:extLst>
          </p:cNvPr>
          <p:cNvGrpSpPr>
            <a:grpSpLocks/>
          </p:cNvGrpSpPr>
          <p:nvPr/>
        </p:nvGrpSpPr>
        <p:grpSpPr bwMode="auto">
          <a:xfrm>
            <a:off x="487363" y="3243263"/>
            <a:ext cx="8224837" cy="523875"/>
            <a:chOff x="1344612" y="2530475"/>
            <a:chExt cx="8224838" cy="523875"/>
          </a:xfrm>
        </p:grpSpPr>
        <p:sp>
          <p:nvSpPr>
            <p:cNvPr id="32783" name="Text Box 4">
              <a:extLst>
                <a:ext uri="{FF2B5EF4-FFF2-40B4-BE49-F238E27FC236}">
                  <a16:creationId xmlns:a16="http://schemas.microsoft.com/office/drawing/2014/main" id="{750CBE25-AA2F-45B1-93C7-888C10872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612" y="2530475"/>
              <a:ext cx="8224838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(D)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函数        在一个基本周期内有有限个单调区间；</a:t>
              </a:r>
            </a:p>
          </p:txBody>
        </p:sp>
        <p:graphicFrame>
          <p:nvGraphicFramePr>
            <p:cNvPr id="32784" name="Object 5">
              <a:extLst>
                <a:ext uri="{FF2B5EF4-FFF2-40B4-BE49-F238E27FC236}">
                  <a16:creationId xmlns:a16="http://schemas.microsoft.com/office/drawing/2014/main" id="{8D7E5CA9-04A9-443B-9D56-B4BB9B005A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01189" y="2589211"/>
            <a:ext cx="608013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42751" imgH="203112" progId="Equation.3">
                    <p:embed/>
                  </p:oleObj>
                </mc:Choice>
                <mc:Fallback>
                  <p:oleObj name="公式" r:id="rId7" imgW="342751" imgH="2031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1189" y="2589211"/>
                          <a:ext cx="608013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776" name="组合 35">
            <a:extLst>
              <a:ext uri="{FF2B5EF4-FFF2-40B4-BE49-F238E27FC236}">
                <a16:creationId xmlns:a16="http://schemas.microsoft.com/office/drawing/2014/main" id="{0355DA5C-9171-495B-9064-C8BA3123E6A5}"/>
              </a:ext>
            </a:extLst>
          </p:cNvPr>
          <p:cNvGrpSpPr>
            <a:grpSpLocks/>
          </p:cNvGrpSpPr>
          <p:nvPr/>
        </p:nvGrpSpPr>
        <p:grpSpPr bwMode="auto">
          <a:xfrm>
            <a:off x="477838" y="4064000"/>
            <a:ext cx="7826375" cy="523875"/>
            <a:chOff x="1295400" y="3687763"/>
            <a:chExt cx="7826375" cy="523875"/>
          </a:xfrm>
        </p:grpSpPr>
        <p:sp>
          <p:nvSpPr>
            <p:cNvPr id="32781" name="Text Box 4">
              <a:extLst>
                <a:ext uri="{FF2B5EF4-FFF2-40B4-BE49-F238E27FC236}">
                  <a16:creationId xmlns:a16="http://schemas.microsoft.com/office/drawing/2014/main" id="{C6D9F06F-6650-4888-A47E-66A6EA4A6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3687763"/>
              <a:ext cx="78263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(E)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函数        在一个基本周期内有有限个极值点；</a:t>
              </a:r>
            </a:p>
          </p:txBody>
        </p:sp>
        <p:graphicFrame>
          <p:nvGraphicFramePr>
            <p:cNvPr id="32782" name="Object 6">
              <a:extLst>
                <a:ext uri="{FF2B5EF4-FFF2-40B4-BE49-F238E27FC236}">
                  <a16:creationId xmlns:a16="http://schemas.microsoft.com/office/drawing/2014/main" id="{DA801D38-10E0-4EC7-8880-594452C8FF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0800" y="3771900"/>
            <a:ext cx="608013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42751" imgH="203112" progId="Equation.3">
                    <p:embed/>
                  </p:oleObj>
                </mc:Choice>
                <mc:Fallback>
                  <p:oleObj name="公式" r:id="rId8" imgW="342751" imgH="203112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800" y="3771900"/>
                          <a:ext cx="608013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777" name="组合 38">
            <a:extLst>
              <a:ext uri="{FF2B5EF4-FFF2-40B4-BE49-F238E27FC236}">
                <a16:creationId xmlns:a16="http://schemas.microsoft.com/office/drawing/2014/main" id="{0B24EB30-3626-42C2-B666-BC0FA8868BD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884738"/>
            <a:ext cx="7448550" cy="522287"/>
            <a:chOff x="1295400" y="4344988"/>
            <a:chExt cx="7448550" cy="522287"/>
          </a:xfrm>
        </p:grpSpPr>
        <p:sp>
          <p:nvSpPr>
            <p:cNvPr id="32779" name="Text Box 4">
              <a:extLst>
                <a:ext uri="{FF2B5EF4-FFF2-40B4-BE49-F238E27FC236}">
                  <a16:creationId xmlns:a16="http://schemas.microsoft.com/office/drawing/2014/main" id="{7ED7B8DE-6118-4B02-8F60-940DDE40C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344988"/>
              <a:ext cx="7448550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(F)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函数        在一个基本周期内有有限次振荡</a:t>
              </a:r>
              <a:r>
                <a:rPr kumimoji="1" lang="zh-CN" altLang="en-US" sz="2800"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endParaRPr kumimoji="1" lang="zh-CN" altLang="en-US" sz="2800" b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pic>
          <p:nvPicPr>
            <p:cNvPr id="32780" name="Object 5">
              <a:extLst>
                <a:ext uri="{FF2B5EF4-FFF2-40B4-BE49-F238E27FC236}">
                  <a16:creationId xmlns:a16="http://schemas.microsoft.com/office/drawing/2014/main" id="{210D2EF9-FFA1-416E-8667-9EA4A46D58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2388" y="4416425"/>
              <a:ext cx="608012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778" name="Picture 9" descr="PE01561_">
            <a:extLst>
              <a:ext uri="{FF2B5EF4-FFF2-40B4-BE49-F238E27FC236}">
                <a16:creationId xmlns:a16="http://schemas.microsoft.com/office/drawing/2014/main" id="{E9FF9DC5-4ABE-4CEE-8A38-A7559C119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416425"/>
            <a:ext cx="2767013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EF54FA22-2834-46A2-B617-169F2855D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3" y="174625"/>
            <a:ext cx="231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特殊情形１：</a:t>
            </a:r>
            <a:endParaRPr kumimoji="1" lang="zh-CN" altLang="en-US" sz="1800" b="0"/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A09E18CA-32E6-49FC-8C18-3F95EF2B3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463" y="163513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0">
                <a:ea typeface="楷体_GB2312" pitchFamily="49" charset="-122"/>
              </a:rPr>
              <a:t>当函数具有奇偶性时</a:t>
            </a:r>
          </a:p>
        </p:txBody>
      </p:sp>
      <p:sp>
        <p:nvSpPr>
          <p:cNvPr id="174084" name="Text Box 4">
            <a:extLst>
              <a:ext uri="{FF2B5EF4-FFF2-40B4-BE49-F238E27FC236}">
                <a16:creationId xmlns:a16="http://schemas.microsoft.com/office/drawing/2014/main" id="{61DD2C69-92EB-4B12-B65B-BC2C3AB70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23825"/>
            <a:ext cx="2579688" cy="4857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利用“偶倍奇零”</a:t>
            </a:r>
          </a:p>
        </p:txBody>
      </p:sp>
      <p:graphicFrame>
        <p:nvGraphicFramePr>
          <p:cNvPr id="174087" name="Object 7">
            <a:extLst>
              <a:ext uri="{FF2B5EF4-FFF2-40B4-BE49-F238E27FC236}">
                <a16:creationId xmlns:a16="http://schemas.microsoft.com/office/drawing/2014/main" id="{89E4F036-E582-4F64-82E3-D5ADA8B0F2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6063" y="4144963"/>
          <a:ext cx="5291137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1372" imgH="374592" progId="Equation.DSMT4">
                  <p:embed/>
                </p:oleObj>
              </mc:Choice>
              <mc:Fallback>
                <p:oleObj name="Equation" r:id="rId2" imgW="2851372" imgH="37459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4144963"/>
                        <a:ext cx="5291137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8" name="Object 8">
            <a:extLst>
              <a:ext uri="{FF2B5EF4-FFF2-40B4-BE49-F238E27FC236}">
                <a16:creationId xmlns:a16="http://schemas.microsoft.com/office/drawing/2014/main" id="{30C33DCE-A98D-489C-8E32-8DAEE214E3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6063" y="5019675"/>
          <a:ext cx="54435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58128" imgH="406285" progId="Equation.3">
                  <p:embed/>
                </p:oleObj>
              </mc:Choice>
              <mc:Fallback>
                <p:oleObj name="Equation" r:id="rId4" imgW="6458128" imgH="4062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5019675"/>
                        <a:ext cx="544353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9" name="Object 9">
            <a:extLst>
              <a:ext uri="{FF2B5EF4-FFF2-40B4-BE49-F238E27FC236}">
                <a16:creationId xmlns:a16="http://schemas.microsoft.com/office/drawing/2014/main" id="{B75305D2-AF23-467C-9D39-BC59906EED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0163" y="1531938"/>
          <a:ext cx="50498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9334" imgH="406285" progId="Equation.3">
                  <p:embed/>
                </p:oleObj>
              </mc:Choice>
              <mc:Fallback>
                <p:oleObj name="Equation" r:id="rId6" imgW="6229334" imgH="4062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1531938"/>
                        <a:ext cx="504983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0" name="Object 10">
            <a:extLst>
              <a:ext uri="{FF2B5EF4-FFF2-40B4-BE49-F238E27FC236}">
                <a16:creationId xmlns:a16="http://schemas.microsoft.com/office/drawing/2014/main" id="{5C6E3B20-7878-44D2-8E9D-2875C0ACD0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0163" y="2127250"/>
          <a:ext cx="5208587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62137" imgH="374592" progId="Equation.DSMT4">
                  <p:embed/>
                </p:oleObj>
              </mc:Choice>
              <mc:Fallback>
                <p:oleObj name="Equation" r:id="rId8" imgW="2762137" imgH="3745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2127250"/>
                        <a:ext cx="5208587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94" name="AutoShape 14">
            <a:extLst>
              <a:ext uri="{FF2B5EF4-FFF2-40B4-BE49-F238E27FC236}">
                <a16:creationId xmlns:a16="http://schemas.microsoft.com/office/drawing/2014/main" id="{05F36FC2-630E-494E-A169-CF8BF246C29C}"/>
              </a:ext>
            </a:extLst>
          </p:cNvPr>
          <p:cNvSpPr>
            <a:spLocks/>
          </p:cNvSpPr>
          <p:nvPr/>
        </p:nvSpPr>
        <p:spPr bwMode="auto">
          <a:xfrm>
            <a:off x="2351088" y="163195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74095" name="AutoShape 15">
            <a:extLst>
              <a:ext uri="{FF2B5EF4-FFF2-40B4-BE49-F238E27FC236}">
                <a16:creationId xmlns:a16="http://schemas.microsoft.com/office/drawing/2014/main" id="{71110B53-2D21-468A-BEA2-5BC674023FCF}"/>
              </a:ext>
            </a:extLst>
          </p:cNvPr>
          <p:cNvSpPr>
            <a:spLocks/>
          </p:cNvSpPr>
          <p:nvPr/>
        </p:nvSpPr>
        <p:spPr bwMode="auto">
          <a:xfrm>
            <a:off x="2481263" y="443706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A5D0E5-6B38-47BE-BB05-E3A3B11F6D3D}"/>
              </a:ext>
            </a:extLst>
          </p:cNvPr>
          <p:cNvGrpSpPr>
            <a:grpSpLocks/>
          </p:cNvGrpSpPr>
          <p:nvPr/>
        </p:nvGrpSpPr>
        <p:grpSpPr bwMode="auto">
          <a:xfrm>
            <a:off x="138113" y="749300"/>
            <a:ext cx="11974512" cy="523875"/>
            <a:chOff x="137887" y="749303"/>
            <a:chExt cx="11974286" cy="523220"/>
          </a:xfrm>
        </p:grpSpPr>
        <p:sp>
          <p:nvSpPr>
            <p:cNvPr id="33807" name="Text Box 5">
              <a:extLst>
                <a:ext uri="{FF2B5EF4-FFF2-40B4-BE49-F238E27FC236}">
                  <a16:creationId xmlns:a16="http://schemas.microsoft.com/office/drawing/2014/main" id="{1F09788D-653F-4E2D-ABCE-BFE0A7405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887" y="749303"/>
              <a:ext cx="119742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0" dirty="0">
                  <a:latin typeface="Times New Roman" panose="02020603050405020304" pitchFamily="18" charset="0"/>
                  <a:ea typeface="楷体_GB2312" pitchFamily="49" charset="-122"/>
                </a:rPr>
                <a:t>对周期为    </a:t>
              </a:r>
              <a:r>
                <a:rPr kumimoji="1" lang="zh-CN" altLang="en-US" sz="2800" b="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的</a:t>
              </a:r>
              <a:r>
                <a:rPr kumimoji="1" lang="zh-CN" altLang="en-US" sz="2800" dirty="0">
                  <a:solidFill>
                    <a:srgbClr val="0070C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奇函数</a:t>
              </a:r>
              <a:r>
                <a:rPr kumimoji="1" lang="zh-CN" altLang="en-US" sz="280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en-US" altLang="zh-CN" sz="28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f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(</a:t>
              </a:r>
              <a:r>
                <a:rPr kumimoji="1" lang="en-US" altLang="zh-CN" sz="28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x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)</a:t>
              </a:r>
              <a:r>
                <a:rPr kumimoji="1" lang="en-US" altLang="zh-CN" sz="2800" b="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, </a:t>
              </a:r>
              <a:r>
                <a:rPr kumimoji="1" lang="zh-CN" altLang="en-US" sz="2800" b="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其傅里叶</a:t>
              </a:r>
              <a:r>
                <a:rPr kumimoji="1" lang="zh-CN" altLang="en-US" sz="2800" b="0" dirty="0">
                  <a:latin typeface="Times New Roman" panose="02020603050405020304" pitchFamily="18" charset="0"/>
                  <a:ea typeface="楷体_GB2312" pitchFamily="49" charset="-122"/>
                </a:rPr>
                <a:t>级数为正弦级数，它的傅里叶系数为</a:t>
              </a:r>
            </a:p>
          </p:txBody>
        </p:sp>
        <p:graphicFrame>
          <p:nvGraphicFramePr>
            <p:cNvPr id="33808" name="Object 55">
              <a:extLst>
                <a:ext uri="{FF2B5EF4-FFF2-40B4-BE49-F238E27FC236}">
                  <a16:creationId xmlns:a16="http://schemas.microsoft.com/office/drawing/2014/main" id="{89CF19D7-3697-4B71-9AAE-56F61A6824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6882574"/>
                </p:ext>
              </p:extLst>
            </p:nvPr>
          </p:nvGraphicFramePr>
          <p:xfrm>
            <a:off x="1599946" y="832553"/>
            <a:ext cx="427175" cy="427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417" imgH="190417" progId="Equation.DSMT4">
                    <p:embed/>
                  </p:oleObj>
                </mc:Choice>
                <mc:Fallback>
                  <p:oleObj name="Equation" r:id="rId10" imgW="190417" imgH="190417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9946" y="832553"/>
                          <a:ext cx="427175" cy="427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A9F14B2-9644-498E-94AF-2442EA578DCB}"/>
              </a:ext>
            </a:extLst>
          </p:cNvPr>
          <p:cNvGrpSpPr>
            <a:grpSpLocks/>
          </p:cNvGrpSpPr>
          <p:nvPr/>
        </p:nvGrpSpPr>
        <p:grpSpPr bwMode="auto">
          <a:xfrm>
            <a:off x="138113" y="3341688"/>
            <a:ext cx="11291887" cy="519112"/>
            <a:chOff x="137886" y="3341361"/>
            <a:chExt cx="11292113" cy="519112"/>
          </a:xfrm>
        </p:grpSpPr>
        <p:sp>
          <p:nvSpPr>
            <p:cNvPr id="33805" name="Text Box 6">
              <a:extLst>
                <a:ext uri="{FF2B5EF4-FFF2-40B4-BE49-F238E27FC236}">
                  <a16:creationId xmlns:a16="http://schemas.microsoft.com/office/drawing/2014/main" id="{B1702B2C-7433-4205-999D-541D10070A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886" y="3341361"/>
              <a:ext cx="1129211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周期为   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的</a:t>
              </a:r>
              <a:r>
                <a:rPr kumimoji="1" lang="zh-CN" altLang="en-US" sz="2800">
                  <a:solidFill>
                    <a:srgbClr val="0070C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偶函数</a:t>
              </a:r>
              <a:r>
                <a:rPr kumimoji="1" lang="zh-CN" altLang="en-US" sz="280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en-US" altLang="zh-CN" sz="28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f </a:t>
              </a:r>
              <a:r>
                <a:rPr kumimoji="1" lang="en-US" altLang="zh-CN" sz="280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x</a:t>
              </a:r>
              <a:r>
                <a:rPr kumimoji="1" lang="en-US" altLang="zh-CN" sz="280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) ,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其傅里叶级数为</a:t>
              </a:r>
              <a:r>
                <a:rPr kumimoji="1" lang="zh-CN" altLang="en-US" sz="2800" b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余弦级数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它的傅里叶系数为</a:t>
              </a: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3806" name="Object 55">
              <a:extLst>
                <a:ext uri="{FF2B5EF4-FFF2-40B4-BE49-F238E27FC236}">
                  <a16:creationId xmlns:a16="http://schemas.microsoft.com/office/drawing/2014/main" id="{9355A60C-4563-4186-A9B8-7E991349FB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4786" y="3372317"/>
            <a:ext cx="457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417" imgH="190417" progId="Equation.DSMT4">
                    <p:embed/>
                  </p:oleObj>
                </mc:Choice>
                <mc:Fallback>
                  <p:oleObj name="Equation" r:id="rId10" imgW="190417" imgH="190417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4786" y="3372317"/>
                          <a:ext cx="4572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>
            <a:extLst>
              <a:ext uri="{FF2B5EF4-FFF2-40B4-BE49-F238E27FC236}">
                <a16:creationId xmlns:a16="http://schemas.microsoft.com/office/drawing/2014/main" id="{CCE3A971-6700-4FF8-85A9-D73A65456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" y="381000"/>
            <a:ext cx="213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特殊情形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sz="1800" b="0"/>
          </a:p>
        </p:txBody>
      </p:sp>
      <p:graphicFrame>
        <p:nvGraphicFramePr>
          <p:cNvPr id="34819" name="Object 5">
            <a:extLst>
              <a:ext uri="{FF2B5EF4-FFF2-40B4-BE49-F238E27FC236}">
                <a16:creationId xmlns:a16="http://schemas.microsoft.com/office/drawing/2014/main" id="{AFACBDA4-8D46-484D-8BD2-6659FAF41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85750"/>
          <a:ext cx="343217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033" imgH="355446" progId="Equation.DSMT4">
                  <p:embed/>
                </p:oleObj>
              </mc:Choice>
              <mc:Fallback>
                <p:oleObj name="Equation" r:id="rId2" imgW="1536033" imgH="3554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85750"/>
                        <a:ext cx="3432175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6">
            <a:extLst>
              <a:ext uri="{FF2B5EF4-FFF2-40B4-BE49-F238E27FC236}">
                <a16:creationId xmlns:a16="http://schemas.microsoft.com/office/drawing/2014/main" id="{D022112C-1E6A-4F15-9D0D-F575E3D26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0263" y="457200"/>
          <a:ext cx="53340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54400" imgH="292100" progId="Equation.3">
                  <p:embed/>
                </p:oleObj>
              </mc:Choice>
              <mc:Fallback>
                <p:oleObj name="公式" r:id="rId4" imgW="3454400" imgH="292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0263" y="457200"/>
                        <a:ext cx="53340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7" name="Text Box 7">
            <a:extLst>
              <a:ext uri="{FF2B5EF4-FFF2-40B4-BE49-F238E27FC236}">
                <a16:creationId xmlns:a16="http://schemas.microsoft.com/office/drawing/2014/main" id="{967EA6D7-8B80-4FB4-AB0C-ED9AD7AE8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563" y="1981200"/>
            <a:ext cx="7696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0">
                <a:ea typeface="楷体_GB2312" pitchFamily="49" charset="-122"/>
              </a:rPr>
              <a:t>傅氏级数也可以将              作为第一个周期</a:t>
            </a:r>
          </a:p>
        </p:txBody>
      </p:sp>
      <p:graphicFrame>
        <p:nvGraphicFramePr>
          <p:cNvPr id="153608" name="Object 8">
            <a:extLst>
              <a:ext uri="{FF2B5EF4-FFF2-40B4-BE49-F238E27FC236}">
                <a16:creationId xmlns:a16="http://schemas.microsoft.com/office/drawing/2014/main" id="{CF11B07F-367F-43A6-81C5-CB52EC3B1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8963" y="2028825"/>
          <a:ext cx="9525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32937" imgH="266469" progId="Equation.3">
                  <p:embed/>
                </p:oleObj>
              </mc:Choice>
              <mc:Fallback>
                <p:oleObj name="公式" r:id="rId6" imgW="532937" imgH="26646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8963" y="2028825"/>
                        <a:ext cx="9525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9" name="Object 9">
            <a:extLst>
              <a:ext uri="{FF2B5EF4-FFF2-40B4-BE49-F238E27FC236}">
                <a16:creationId xmlns:a16="http://schemas.microsoft.com/office/drawing/2014/main" id="{5EB98936-2E92-4279-AD7D-3A3E42C363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1438" y="2959100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473" imgH="406285" progId="Equation.3">
                  <p:embed/>
                </p:oleObj>
              </mc:Choice>
              <mc:Fallback>
                <p:oleObj name="Equation" r:id="rId8" imgW="647473" imgH="4062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2959100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0" name="Object 10">
            <a:extLst>
              <a:ext uri="{FF2B5EF4-FFF2-40B4-BE49-F238E27FC236}">
                <a16:creationId xmlns:a16="http://schemas.microsoft.com/office/drawing/2014/main" id="{9D69CC2C-6ADE-428C-8E7B-CD114C8AB5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2063" y="3662363"/>
          <a:ext cx="42926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0045" imgH="425508" progId="Equation.DSMT4">
                  <p:embed/>
                </p:oleObj>
              </mc:Choice>
              <mc:Fallback>
                <p:oleObj name="Equation" r:id="rId10" imgW="1670045" imgH="42550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3662363"/>
                        <a:ext cx="42926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1" name="Object 11">
            <a:extLst>
              <a:ext uri="{FF2B5EF4-FFF2-40B4-BE49-F238E27FC236}">
                <a16:creationId xmlns:a16="http://schemas.microsoft.com/office/drawing/2014/main" id="{8267072F-C13B-4EFF-94FC-18D0CA673D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6763" y="2590800"/>
          <a:ext cx="4032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7951" imgH="571500" progId="Equation.3">
                  <p:embed/>
                </p:oleObj>
              </mc:Choice>
              <mc:Fallback>
                <p:oleObj name="公式" r:id="rId12" imgW="177951" imgH="571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2590800"/>
                        <a:ext cx="4032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2" name="Object 12">
            <a:extLst>
              <a:ext uri="{FF2B5EF4-FFF2-40B4-BE49-F238E27FC236}">
                <a16:creationId xmlns:a16="http://schemas.microsoft.com/office/drawing/2014/main" id="{6F787EA0-DEF0-4695-B938-281409566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8713" y="2627313"/>
          <a:ext cx="2947987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8396" imgH="387581" progId="Equation.DSMT4">
                  <p:embed/>
                </p:oleObj>
              </mc:Choice>
              <mc:Fallback>
                <p:oleObj name="Equation" r:id="rId14" imgW="1238396" imgH="38758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2627313"/>
                        <a:ext cx="2947987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3" name="Object 13">
            <a:extLst>
              <a:ext uri="{FF2B5EF4-FFF2-40B4-BE49-F238E27FC236}">
                <a16:creationId xmlns:a16="http://schemas.microsoft.com/office/drawing/2014/main" id="{4ADA14B9-97DB-4CB1-A740-1F6334A2E7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1388" y="2959100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09605" imgH="368358" progId="Equation.3">
                  <p:embed/>
                </p:oleObj>
              </mc:Choice>
              <mc:Fallback>
                <p:oleObj name="Equation" r:id="rId16" imgW="2209605" imgH="36835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388" y="2959100"/>
                        <a:ext cx="2247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4" name="Object 14">
            <a:extLst>
              <a:ext uri="{FF2B5EF4-FFF2-40B4-BE49-F238E27FC236}">
                <a16:creationId xmlns:a16="http://schemas.microsoft.com/office/drawing/2014/main" id="{36103BEA-0D09-4751-901A-3DB827A2C9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9950" y="3824288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28800" imgH="368358" progId="Equation.3">
                  <p:embed/>
                </p:oleObj>
              </mc:Choice>
              <mc:Fallback>
                <p:oleObj name="Equation" r:id="rId18" imgW="1828800" imgH="36835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3824288"/>
                        <a:ext cx="1866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5" name="AutoShape 15">
            <a:extLst>
              <a:ext uri="{FF2B5EF4-FFF2-40B4-BE49-F238E27FC236}">
                <a16:creationId xmlns:a16="http://schemas.microsoft.com/office/drawing/2014/main" id="{05FC5576-0232-42CA-BC38-D97B8AE2B802}"/>
              </a:ext>
            </a:extLst>
          </p:cNvPr>
          <p:cNvSpPr>
            <a:spLocks/>
          </p:cNvSpPr>
          <p:nvPr/>
        </p:nvSpPr>
        <p:spPr bwMode="auto">
          <a:xfrm>
            <a:off x="2179638" y="2887663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3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3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3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3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7" grpId="0"/>
      <p:bldP spid="1536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0" name="Rectangle 2">
            <a:extLst>
              <a:ext uri="{FF2B5EF4-FFF2-40B4-BE49-F238E27FC236}">
                <a16:creationId xmlns:a16="http://schemas.microsoft.com/office/drawing/2014/main" id="{EA57A4BF-6733-4370-8642-774EC93C6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8" y="228600"/>
            <a:ext cx="1524000" cy="4572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ea typeface="楷体_GB2312" pitchFamily="49" charset="-122"/>
              </a:rPr>
              <a:t>2.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181251" name="Text Box 3">
            <a:extLst>
              <a:ext uri="{FF2B5EF4-FFF2-40B4-BE49-F238E27FC236}">
                <a16:creationId xmlns:a16="http://schemas.microsoft.com/office/drawing/2014/main" id="{1276E154-89C7-4ED2-9BF2-3D44931C2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188" y="165100"/>
            <a:ext cx="4240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上的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表达式为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,</a:t>
            </a:r>
          </a:p>
        </p:txBody>
      </p:sp>
      <p:sp>
        <p:nvSpPr>
          <p:cNvPr id="181252" name="Text Box 4">
            <a:extLst>
              <a:ext uri="{FF2B5EF4-FFF2-40B4-BE49-F238E27FC236}">
                <a16:creationId xmlns:a16="http://schemas.microsoft.com/office/drawing/2014/main" id="{8FED1217-0D59-4600-8056-BE5C99B60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80168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将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展成傅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叶级数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E87CEA7D-6BB4-4E9B-94D7-D1F1E94BA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788" y="16668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是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周期为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的周期函数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它在</a:t>
            </a:r>
          </a:p>
        </p:txBody>
      </p:sp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07F5E712-A63A-46CC-BD57-B9BB37D182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1150" y="198438"/>
          <a:ext cx="13096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462" imgH="183919" progId="Equation.DSMT4">
                  <p:embed/>
                </p:oleObj>
              </mc:Choice>
              <mc:Fallback>
                <p:oleObj name="Equation" r:id="rId2" imgW="495462" imgH="18391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198438"/>
                        <a:ext cx="13096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>
            <a:extLst>
              <a:ext uri="{FF2B5EF4-FFF2-40B4-BE49-F238E27FC236}">
                <a16:creationId xmlns:a16="http://schemas.microsoft.com/office/drawing/2014/main" id="{78CD4125-092B-4C99-8510-4B60F6D25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3188" y="2794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05061" imgH="368358" progId="Equation.3">
                  <p:embed/>
                </p:oleObj>
              </mc:Choice>
              <mc:Fallback>
                <p:oleObj name="Equation" r:id="rId4" imgW="705061" imgH="36835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279400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6" name="Text Box 8">
            <a:extLst>
              <a:ext uri="{FF2B5EF4-FFF2-40B4-BE49-F238E27FC236}">
                <a16:creationId xmlns:a16="http://schemas.microsoft.com/office/drawing/2014/main" id="{48E104DE-CD58-45FD-8B1A-1F38961B0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151765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若不计</a:t>
            </a:r>
          </a:p>
        </p:txBody>
      </p:sp>
      <p:graphicFrame>
        <p:nvGraphicFramePr>
          <p:cNvPr id="181257" name="Object 9">
            <a:extLst>
              <a:ext uri="{FF2B5EF4-FFF2-40B4-BE49-F238E27FC236}">
                <a16:creationId xmlns:a16="http://schemas.microsoft.com/office/drawing/2014/main" id="{34934A65-B51C-4A97-A63A-EB37FF083F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4875" y="1554163"/>
          <a:ext cx="4876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57595" imgH="183919" progId="Equation.DSMT4">
                  <p:embed/>
                </p:oleObj>
              </mc:Choice>
              <mc:Fallback>
                <p:oleObj name="Equation" r:id="rId6" imgW="2057595" imgH="18391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1554163"/>
                        <a:ext cx="48768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8" name="Object 10">
            <a:extLst>
              <a:ext uri="{FF2B5EF4-FFF2-40B4-BE49-F238E27FC236}">
                <a16:creationId xmlns:a16="http://schemas.microsoft.com/office/drawing/2014/main" id="{D823AB04-2AB7-4A05-99D2-FA17E7C5D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31050" y="1579563"/>
          <a:ext cx="1511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416" imgH="406285" progId="Equation.3">
                  <p:embed/>
                </p:oleObj>
              </mc:Choice>
              <mc:Fallback>
                <p:oleObj name="Equation" r:id="rId8" imgW="1473416" imgH="40628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1050" y="1579563"/>
                        <a:ext cx="1511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9" name="Text Box 11">
            <a:extLst>
              <a:ext uri="{FF2B5EF4-FFF2-40B4-BE49-F238E27FC236}">
                <a16:creationId xmlns:a16="http://schemas.microsoft.com/office/drawing/2014/main" id="{BC83A24A-EBE6-49E4-AC49-1BA8045E6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1495425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周期为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的奇函数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36E049A0-24B6-4781-A079-3D6071E41A8D}"/>
              </a:ext>
            </a:extLst>
          </p:cNvPr>
          <p:cNvGrpSpPr>
            <a:grpSpLocks/>
          </p:cNvGrpSpPr>
          <p:nvPr/>
        </p:nvGrpSpPr>
        <p:grpSpPr bwMode="auto">
          <a:xfrm>
            <a:off x="8196263" y="3119438"/>
            <a:ext cx="3733800" cy="1612900"/>
            <a:chOff x="3216" y="1432"/>
            <a:chExt cx="2352" cy="1016"/>
          </a:xfrm>
        </p:grpSpPr>
        <p:sp>
          <p:nvSpPr>
            <p:cNvPr id="35861" name="Line 13">
              <a:extLst>
                <a:ext uri="{FF2B5EF4-FFF2-40B4-BE49-F238E27FC236}">
                  <a16:creationId xmlns:a16="http://schemas.microsoft.com/office/drawing/2014/main" id="{704537A1-3A60-4C65-9785-E50C81F5D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2" name="Line 14">
              <a:extLst>
                <a:ext uri="{FF2B5EF4-FFF2-40B4-BE49-F238E27FC236}">
                  <a16:creationId xmlns:a16="http://schemas.microsoft.com/office/drawing/2014/main" id="{1BEF35D9-E2D1-4459-BD64-439D68BB5C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48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3" name="Line 15">
              <a:extLst>
                <a:ext uri="{FF2B5EF4-FFF2-40B4-BE49-F238E27FC236}">
                  <a16:creationId xmlns:a16="http://schemas.microsoft.com/office/drawing/2014/main" id="{7A61E7BC-6853-498F-960A-890F8C3EC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728"/>
              <a:ext cx="576" cy="576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4" name="Line 16">
              <a:extLst>
                <a:ext uri="{FF2B5EF4-FFF2-40B4-BE49-F238E27FC236}">
                  <a16:creationId xmlns:a16="http://schemas.microsoft.com/office/drawing/2014/main" id="{206DB80C-7E17-44D6-B54E-B4F9A672C4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72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5" name="Line 17">
              <a:extLst>
                <a:ext uri="{FF2B5EF4-FFF2-40B4-BE49-F238E27FC236}">
                  <a16:creationId xmlns:a16="http://schemas.microsoft.com/office/drawing/2014/main" id="{27403B5F-02AB-440C-91FD-24268E5D6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1728"/>
              <a:ext cx="576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6" name="Line 18">
              <a:extLst>
                <a:ext uri="{FF2B5EF4-FFF2-40B4-BE49-F238E27FC236}">
                  <a16:creationId xmlns:a16="http://schemas.microsoft.com/office/drawing/2014/main" id="{0590DDF7-E15E-4272-AEC9-182B2FD28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728"/>
              <a:ext cx="576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7" name="Line 19">
              <a:extLst>
                <a:ext uri="{FF2B5EF4-FFF2-40B4-BE49-F238E27FC236}">
                  <a16:creationId xmlns:a16="http://schemas.microsoft.com/office/drawing/2014/main" id="{D8B6DC1F-F8C5-46C8-A032-2C64A0377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72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8" name="Line 20">
              <a:extLst>
                <a:ext uri="{FF2B5EF4-FFF2-40B4-BE49-F238E27FC236}">
                  <a16:creationId xmlns:a16="http://schemas.microsoft.com/office/drawing/2014/main" id="{4E0156F0-B546-4077-AB8A-D303D5E9E0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72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69" name="Object 21">
              <a:extLst>
                <a:ext uri="{FF2B5EF4-FFF2-40B4-BE49-F238E27FC236}">
                  <a16:creationId xmlns:a16="http://schemas.microsoft.com/office/drawing/2014/main" id="{9D1270EF-D281-473B-9D31-28084E27D0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97" y="2040"/>
            <a:ext cx="16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8795" imgH="209377" progId="Equation.3">
                    <p:embed/>
                  </p:oleObj>
                </mc:Choice>
                <mc:Fallback>
                  <p:oleObj name="Equation" r:id="rId10" imgW="228795" imgH="20937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7" y="2040"/>
                          <a:ext cx="16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0" name="Object 22">
              <a:extLst>
                <a:ext uri="{FF2B5EF4-FFF2-40B4-BE49-F238E27FC236}">
                  <a16:creationId xmlns:a16="http://schemas.microsoft.com/office/drawing/2014/main" id="{009EC464-24DC-47A3-AE9E-2A4BF13514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1" y="2039"/>
            <a:ext cx="3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95462" imgH="209377" progId="Equation.3">
                    <p:embed/>
                  </p:oleObj>
                </mc:Choice>
                <mc:Fallback>
                  <p:oleObj name="Equation" r:id="rId12" imgW="495462" imgH="209377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" y="2039"/>
                          <a:ext cx="3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1" name="Object 23">
              <a:extLst>
                <a:ext uri="{FF2B5EF4-FFF2-40B4-BE49-F238E27FC236}">
                  <a16:creationId xmlns:a16="http://schemas.microsoft.com/office/drawing/2014/main" id="{3F651072-4C46-475C-9B76-B7AC6DC3D2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8" y="143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9599" imgH="285750" progId="Equation.3">
                    <p:embed/>
                  </p:oleObj>
                </mc:Choice>
                <mc:Fallback>
                  <p:oleObj name="Equation" r:id="rId14" imgW="209599" imgH="28575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8" y="143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2" name="Object 24">
              <a:extLst>
                <a:ext uri="{FF2B5EF4-FFF2-40B4-BE49-F238E27FC236}">
                  <a16:creationId xmlns:a16="http://schemas.microsoft.com/office/drawing/2014/main" id="{65A5694E-F1B6-467A-A86D-786FACFB92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4" y="205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403" imgH="209377" progId="Equation.3">
                    <p:embed/>
                  </p:oleObj>
                </mc:Choice>
                <mc:Fallback>
                  <p:oleObj name="Equation" r:id="rId16" imgW="190403" imgH="209377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05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3" name="Line 25">
              <a:extLst>
                <a:ext uri="{FF2B5EF4-FFF2-40B4-BE49-F238E27FC236}">
                  <a16:creationId xmlns:a16="http://schemas.microsoft.com/office/drawing/2014/main" id="{6890FCE4-7B61-4822-9C42-D50176A3A1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1728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4" name="Line 26">
              <a:extLst>
                <a:ext uri="{FF2B5EF4-FFF2-40B4-BE49-F238E27FC236}">
                  <a16:creationId xmlns:a16="http://schemas.microsoft.com/office/drawing/2014/main" id="{B1C263D3-DC74-485C-B522-653CEED4F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064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5" name="Line 27">
              <a:extLst>
                <a:ext uri="{FF2B5EF4-FFF2-40B4-BE49-F238E27FC236}">
                  <a16:creationId xmlns:a16="http://schemas.microsoft.com/office/drawing/2014/main" id="{88B36B53-B5D6-4B9C-97A1-71270C3C2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172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5876" name="Group 28">
              <a:extLst>
                <a:ext uri="{FF2B5EF4-FFF2-40B4-BE49-F238E27FC236}">
                  <a16:creationId xmlns:a16="http://schemas.microsoft.com/office/drawing/2014/main" id="{24C4A9DA-771C-4DB4-96E7-635E85E00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1" y="1686"/>
              <a:ext cx="1764" cy="36"/>
              <a:chOff x="3456" y="1680"/>
              <a:chExt cx="1764" cy="36"/>
            </a:xfrm>
          </p:grpSpPr>
          <p:sp>
            <p:nvSpPr>
              <p:cNvPr id="35878" name="Oval 29">
                <a:extLst>
                  <a:ext uri="{FF2B5EF4-FFF2-40B4-BE49-F238E27FC236}">
                    <a16:creationId xmlns:a16="http://schemas.microsoft.com/office/drawing/2014/main" id="{2E34152D-F558-480E-AACD-C3738D656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0" y="1680"/>
                <a:ext cx="36" cy="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79" name="Oval 30">
                <a:extLst>
                  <a:ext uri="{FF2B5EF4-FFF2-40B4-BE49-F238E27FC236}">
                    <a16:creationId xmlns:a16="http://schemas.microsoft.com/office/drawing/2014/main" id="{E460A19D-4227-421B-9937-6B2223A45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680"/>
                <a:ext cx="36" cy="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80" name="Oval 31">
                <a:extLst>
                  <a:ext uri="{FF2B5EF4-FFF2-40B4-BE49-F238E27FC236}">
                    <a16:creationId xmlns:a16="http://schemas.microsoft.com/office/drawing/2014/main" id="{658A1D18-CDD5-4D00-AB62-7EB62FB4F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680"/>
                <a:ext cx="36" cy="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81" name="Oval 32">
                <a:extLst>
                  <a:ext uri="{FF2B5EF4-FFF2-40B4-BE49-F238E27FC236}">
                    <a16:creationId xmlns:a16="http://schemas.microsoft.com/office/drawing/2014/main" id="{74BD3CE2-3297-4EA3-BE1A-0CDD0C3A5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1680"/>
                <a:ext cx="36" cy="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aphicFrame>
          <p:nvGraphicFramePr>
            <p:cNvPr id="35877" name="Object 33">
              <a:extLst>
                <a:ext uri="{FF2B5EF4-FFF2-40B4-BE49-F238E27FC236}">
                  <a16:creationId xmlns:a16="http://schemas.microsoft.com/office/drawing/2014/main" id="{45C39249-9065-43B0-9FBD-8303E834BA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6" y="2039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7951" imgH="209377" progId="Equation.3">
                    <p:embed/>
                  </p:oleObj>
                </mc:Choice>
                <mc:Fallback>
                  <p:oleObj name="Equation" r:id="rId18" imgW="177951" imgH="209377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6" y="2039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1282" name="Object 34">
            <a:extLst>
              <a:ext uri="{FF2B5EF4-FFF2-40B4-BE49-F238E27FC236}">
                <a16:creationId xmlns:a16="http://schemas.microsoft.com/office/drawing/2014/main" id="{D5ACA1D6-5B2F-42BE-B928-5C331F12E2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2938463"/>
          <a:ext cx="37052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66672" imgH="374592" progId="Equation.DSMT4">
                  <p:embed/>
                </p:oleObj>
              </mc:Choice>
              <mc:Fallback>
                <p:oleObj name="Equation" r:id="rId20" imgW="1466672" imgH="374592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2938463"/>
                        <a:ext cx="37052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3" name="Object 35">
            <a:extLst>
              <a:ext uri="{FF2B5EF4-FFF2-40B4-BE49-F238E27FC236}">
                <a16:creationId xmlns:a16="http://schemas.microsoft.com/office/drawing/2014/main" id="{DE8C01DA-46B2-4C1C-9C8D-58679633EC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4900" y="2379663"/>
          <a:ext cx="3797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759286" imgH="406285" progId="Equation.3">
                  <p:embed/>
                </p:oleObj>
              </mc:Choice>
              <mc:Fallback>
                <p:oleObj name="Equation" r:id="rId22" imgW="3759286" imgH="406285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2379663"/>
                        <a:ext cx="3797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4" name="Object 36">
            <a:extLst>
              <a:ext uri="{FF2B5EF4-FFF2-40B4-BE49-F238E27FC236}">
                <a16:creationId xmlns:a16="http://schemas.microsoft.com/office/drawing/2014/main" id="{B2ECD322-2B72-49BC-9868-07F5D3EFA0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9500" y="5437188"/>
          <a:ext cx="242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387557" imgH="368358" progId="Equation.3">
                  <p:embed/>
                </p:oleObj>
              </mc:Choice>
              <mc:Fallback>
                <p:oleObj name="Equation" r:id="rId24" imgW="2387557" imgH="36835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5437188"/>
                        <a:ext cx="2425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5" name="Object 37">
            <a:extLst>
              <a:ext uri="{FF2B5EF4-FFF2-40B4-BE49-F238E27FC236}">
                <a16:creationId xmlns:a16="http://schemas.microsoft.com/office/drawing/2014/main" id="{4C4E34FD-64C3-45AA-9877-41AC8B593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9325" y="4040188"/>
          <a:ext cx="2743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85866" imgH="374592" progId="Equation.DSMT4">
                  <p:embed/>
                </p:oleObj>
              </mc:Choice>
              <mc:Fallback>
                <p:oleObj name="Equation" r:id="rId26" imgW="1085866" imgH="37459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4040188"/>
                        <a:ext cx="2743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86" name="Text Box 38">
            <a:extLst>
              <a:ext uri="{FF2B5EF4-FFF2-40B4-BE49-F238E27FC236}">
                <a16:creationId xmlns:a16="http://schemas.microsoft.com/office/drawing/2014/main" id="{8B003D99-CDAD-4D02-9EC0-5A9DB42D7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33045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因此</a:t>
            </a:r>
          </a:p>
        </p:txBody>
      </p:sp>
      <p:graphicFrame>
        <p:nvGraphicFramePr>
          <p:cNvPr id="181287" name="Object 39">
            <a:extLst>
              <a:ext uri="{FF2B5EF4-FFF2-40B4-BE49-F238E27FC236}">
                <a16:creationId xmlns:a16="http://schemas.microsoft.com/office/drawing/2014/main" id="{EDE9F042-B68C-4C40-B9BF-0B3DB846E1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5388" y="4071938"/>
          <a:ext cx="4113212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76270" imgH="412519" progId="Equation.DSMT4">
                  <p:embed/>
                </p:oleObj>
              </mc:Choice>
              <mc:Fallback>
                <p:oleObj name="Equation" r:id="rId28" imgW="1676270" imgH="412519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388" y="4071938"/>
                        <a:ext cx="4113212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8" name="Object 40">
            <a:extLst>
              <a:ext uri="{FF2B5EF4-FFF2-40B4-BE49-F238E27FC236}">
                <a16:creationId xmlns:a16="http://schemas.microsoft.com/office/drawing/2014/main" id="{6FB2671E-0E34-4B86-8548-3CE06036C8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9325" y="5099050"/>
          <a:ext cx="197167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55904" imgH="374592" progId="Equation.DSMT4">
                  <p:embed/>
                </p:oleObj>
              </mc:Choice>
              <mc:Fallback>
                <p:oleObj name="Equation" r:id="rId30" imgW="755904" imgH="374592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5099050"/>
                        <a:ext cx="197167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9" name="Object 41">
            <a:extLst>
              <a:ext uri="{FF2B5EF4-FFF2-40B4-BE49-F238E27FC236}">
                <a16:creationId xmlns:a16="http://schemas.microsoft.com/office/drawing/2014/main" id="{76D6538A-BD05-4827-8743-4828AB1E6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3563" y="5178425"/>
          <a:ext cx="160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562132" imgH="819323" progId="Equation.3">
                  <p:embed/>
                </p:oleObj>
              </mc:Choice>
              <mc:Fallback>
                <p:oleObj name="Equation" r:id="rId32" imgW="1562132" imgH="819323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5178425"/>
                        <a:ext cx="1600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6" grpId="0" autoUpdateAnimBg="0"/>
      <p:bldP spid="181259" grpId="0" autoUpdateAnimBg="0"/>
      <p:bldP spid="18128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753615-2126-45BE-B1F5-89960F42FB1D}"/>
              </a:ext>
            </a:extLst>
          </p:cNvPr>
          <p:cNvGrpSpPr>
            <a:grpSpLocks/>
          </p:cNvGrpSpPr>
          <p:nvPr/>
        </p:nvGrpSpPr>
        <p:grpSpPr bwMode="auto">
          <a:xfrm>
            <a:off x="9413875" y="4327525"/>
            <a:ext cx="2533650" cy="2390775"/>
            <a:chOff x="3745" y="2260"/>
            <a:chExt cx="1596" cy="1506"/>
          </a:xfrm>
        </p:grpSpPr>
        <p:graphicFrame>
          <p:nvGraphicFramePr>
            <p:cNvPr id="36916" name="Object 3">
              <a:extLst>
                <a:ext uri="{FF2B5EF4-FFF2-40B4-BE49-F238E27FC236}">
                  <a16:creationId xmlns:a16="http://schemas.microsoft.com/office/drawing/2014/main" id="{A5A2B54C-5700-4C14-A274-10EA800EF1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5" y="2260"/>
            <a:ext cx="1596" cy="1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2534004" imgH="2390476" progId="PBrush">
                    <p:embed/>
                  </p:oleObj>
                </mc:Choice>
                <mc:Fallback>
                  <p:oleObj name="BMP 图象" r:id="rId2" imgW="2534004" imgH="2390476" progId="PBrush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5" y="2260"/>
                          <a:ext cx="1596" cy="1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7" name="Text Box 4">
              <a:extLst>
                <a:ext uri="{FF2B5EF4-FFF2-40B4-BE49-F238E27FC236}">
                  <a16:creationId xmlns:a16="http://schemas.microsoft.com/office/drawing/2014/main" id="{8ECFD4C0-76E1-458E-8419-367127A60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0" y="2493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</p:grpSp>
      <p:sp>
        <p:nvSpPr>
          <p:cNvPr id="36867" name="Text Box 5">
            <a:extLst>
              <a:ext uri="{FF2B5EF4-FFF2-40B4-BE49-F238E27FC236}">
                <a16:creationId xmlns:a16="http://schemas.microsoft.com/office/drawing/2014/main" id="{8078FC81-C72B-4546-B245-1C0648B11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111125"/>
            <a:ext cx="614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根据收敛定理可得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的正弦级数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82278" name="Object 6">
            <a:extLst>
              <a:ext uri="{FF2B5EF4-FFF2-40B4-BE49-F238E27FC236}">
                <a16:creationId xmlns:a16="http://schemas.microsoft.com/office/drawing/2014/main" id="{93FFF09F-0C67-4403-99E0-CEBD10EFA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" y="1100138"/>
          <a:ext cx="102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405" imgH="368358" progId="Equation.3">
                  <p:embed/>
                </p:oleObj>
              </mc:Choice>
              <mc:Fallback>
                <p:oleObj name="Equation" r:id="rId4" imgW="990405" imgH="36835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1100138"/>
                        <a:ext cx="1028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9" name="Object 7">
            <a:extLst>
              <a:ext uri="{FF2B5EF4-FFF2-40B4-BE49-F238E27FC236}">
                <a16:creationId xmlns:a16="http://schemas.microsoft.com/office/drawing/2014/main" id="{ABBCDB12-7071-45A2-BE44-FA115B7755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0" y="1792288"/>
          <a:ext cx="218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2537" imgH="368358" progId="Equation.3">
                  <p:embed/>
                </p:oleObj>
              </mc:Choice>
              <mc:Fallback>
                <p:oleObj name="Equation" r:id="rId6" imgW="2152537" imgH="36835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1792288"/>
                        <a:ext cx="2184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0" name="Object 8">
            <a:extLst>
              <a:ext uri="{FF2B5EF4-FFF2-40B4-BE49-F238E27FC236}">
                <a16:creationId xmlns:a16="http://schemas.microsoft.com/office/drawing/2014/main" id="{D193538A-A3A7-445E-A4D4-6AA38EF9DE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4825" y="889000"/>
          <a:ext cx="49371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02222" imgH="819323" progId="Equation.3">
                  <p:embed/>
                </p:oleObj>
              </mc:Choice>
              <mc:Fallback>
                <p:oleObj name="Equation" r:id="rId8" imgW="4902222" imgH="81932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825" y="889000"/>
                        <a:ext cx="49371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1" name="Object 9">
            <a:extLst>
              <a:ext uri="{FF2B5EF4-FFF2-40B4-BE49-F238E27FC236}">
                <a16:creationId xmlns:a16="http://schemas.microsoft.com/office/drawing/2014/main" id="{27BA2249-AF28-42D5-BFB7-37283DA966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5900" y="765175"/>
          <a:ext cx="7747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2934" imgH="1066627" progId="Equation.3">
                  <p:embed/>
                </p:oleObj>
              </mc:Choice>
              <mc:Fallback>
                <p:oleObj name="Equation" r:id="rId10" imgW="742934" imgH="106662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765175"/>
                        <a:ext cx="7747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2" name="Object 10">
            <a:extLst>
              <a:ext uri="{FF2B5EF4-FFF2-40B4-BE49-F238E27FC236}">
                <a16:creationId xmlns:a16="http://schemas.microsoft.com/office/drawing/2014/main" id="{482BED8D-6B40-4DCF-970C-6FFEDE5E4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5200" y="765175"/>
          <a:ext cx="1993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62134" imgH="901931" progId="Equation.3">
                  <p:embed/>
                </p:oleObj>
              </mc:Choice>
              <mc:Fallback>
                <p:oleObj name="Equation" r:id="rId12" imgW="1962134" imgH="90193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765175"/>
                        <a:ext cx="1993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3" name="Object 11">
            <a:extLst>
              <a:ext uri="{FF2B5EF4-FFF2-40B4-BE49-F238E27FC236}">
                <a16:creationId xmlns:a16="http://schemas.microsoft.com/office/drawing/2014/main" id="{BD452373-B366-4709-A347-00DBD34B87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8100" y="1773238"/>
          <a:ext cx="39068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46309" imgH="183919" progId="Equation.DSMT4">
                  <p:embed/>
                </p:oleObj>
              </mc:Choice>
              <mc:Fallback>
                <p:oleObj name="Equation" r:id="rId14" imgW="1746309" imgH="18391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8100" y="1773238"/>
                        <a:ext cx="39068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74" name="Group 12">
            <a:extLst>
              <a:ext uri="{FF2B5EF4-FFF2-40B4-BE49-F238E27FC236}">
                <a16:creationId xmlns:a16="http://schemas.microsoft.com/office/drawing/2014/main" id="{D3755C6F-B1E7-42BF-A929-931A29E24994}"/>
              </a:ext>
            </a:extLst>
          </p:cNvPr>
          <p:cNvGrpSpPr>
            <a:grpSpLocks/>
          </p:cNvGrpSpPr>
          <p:nvPr/>
        </p:nvGrpSpPr>
        <p:grpSpPr bwMode="auto">
          <a:xfrm>
            <a:off x="2770188" y="2271713"/>
            <a:ext cx="3649662" cy="1666875"/>
            <a:chOff x="3120" y="1008"/>
            <a:chExt cx="2420" cy="1104"/>
          </a:xfrm>
        </p:grpSpPr>
        <p:grpSp>
          <p:nvGrpSpPr>
            <p:cNvPr id="36894" name="Group 13">
              <a:extLst>
                <a:ext uri="{FF2B5EF4-FFF2-40B4-BE49-F238E27FC236}">
                  <a16:creationId xmlns:a16="http://schemas.microsoft.com/office/drawing/2014/main" id="{471B505A-75A8-4D7A-AC07-1C5591A9B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008"/>
              <a:ext cx="2420" cy="1104"/>
              <a:chOff x="3120" y="1008"/>
              <a:chExt cx="2420" cy="1104"/>
            </a:xfrm>
          </p:grpSpPr>
          <p:grpSp>
            <p:nvGrpSpPr>
              <p:cNvPr id="36896" name="Group 14">
                <a:extLst>
                  <a:ext uri="{FF2B5EF4-FFF2-40B4-BE49-F238E27FC236}">
                    <a16:creationId xmlns:a16="http://schemas.microsoft.com/office/drawing/2014/main" id="{8F47CEEF-AC1C-4F84-B9E8-20EE72462D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1008"/>
                <a:ext cx="2420" cy="1104"/>
                <a:chOff x="3120" y="1008"/>
                <a:chExt cx="2420" cy="1104"/>
              </a:xfrm>
            </p:grpSpPr>
            <p:sp>
              <p:nvSpPr>
                <p:cNvPr id="36899" name="Line 15">
                  <a:extLst>
                    <a:ext uri="{FF2B5EF4-FFF2-40B4-BE49-F238E27FC236}">
                      <a16:creationId xmlns:a16="http://schemas.microsoft.com/office/drawing/2014/main" id="{A97B3E45-B10C-437B-B5CD-18BC4EBEB5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632"/>
                  <a:ext cx="22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0" name="Line 16">
                  <a:extLst>
                    <a:ext uri="{FF2B5EF4-FFF2-40B4-BE49-F238E27FC236}">
                      <a16:creationId xmlns:a16="http://schemas.microsoft.com/office/drawing/2014/main" id="{FEA499AD-4199-4B73-8222-706FAC16AE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24" y="1152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1" name="Line 17">
                  <a:extLst>
                    <a:ext uri="{FF2B5EF4-FFF2-40B4-BE49-F238E27FC236}">
                      <a16:creationId xmlns:a16="http://schemas.microsoft.com/office/drawing/2014/main" id="{53CD008B-DF25-43E2-A90D-7F22E044F5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36" y="1344"/>
                  <a:ext cx="576" cy="576"/>
                </a:xfrm>
                <a:prstGeom prst="line">
                  <a:avLst/>
                </a:prstGeom>
                <a:noFill/>
                <a:ln w="28575">
                  <a:solidFill>
                    <a:srgbClr val="FF99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2" name="Line 18">
                  <a:extLst>
                    <a:ext uri="{FF2B5EF4-FFF2-40B4-BE49-F238E27FC236}">
                      <a16:creationId xmlns:a16="http://schemas.microsoft.com/office/drawing/2014/main" id="{E475FD7C-AD92-4918-88F4-7CE895337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36" y="1344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3" name="Line 19">
                  <a:extLst>
                    <a:ext uri="{FF2B5EF4-FFF2-40B4-BE49-F238E27FC236}">
                      <a16:creationId xmlns:a16="http://schemas.microsoft.com/office/drawing/2014/main" id="{D490DC04-4F42-4FF6-BF91-8B8B946FEE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12" y="1344"/>
                  <a:ext cx="576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4" name="Line 20">
                  <a:extLst>
                    <a:ext uri="{FF2B5EF4-FFF2-40B4-BE49-F238E27FC236}">
                      <a16:creationId xmlns:a16="http://schemas.microsoft.com/office/drawing/2014/main" id="{C6491505-A597-47CE-BCB7-8893DC3E20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0" y="1344"/>
                  <a:ext cx="576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5" name="Line 21">
                  <a:extLst>
                    <a:ext uri="{FF2B5EF4-FFF2-40B4-BE49-F238E27FC236}">
                      <a16:creationId xmlns:a16="http://schemas.microsoft.com/office/drawing/2014/main" id="{A86D546F-4252-46D8-BB77-32A1948A8D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0" y="1344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6" name="Line 22">
                  <a:extLst>
                    <a:ext uri="{FF2B5EF4-FFF2-40B4-BE49-F238E27FC236}">
                      <a16:creationId xmlns:a16="http://schemas.microsoft.com/office/drawing/2014/main" id="{C83595A4-AD16-4374-93C9-DEFF51FA38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1344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6907" name="Object 23">
                  <a:extLst>
                    <a:ext uri="{FF2B5EF4-FFF2-40B4-BE49-F238E27FC236}">
                      <a16:creationId xmlns:a16="http://schemas.microsoft.com/office/drawing/2014/main" id="{3032837F-7AF3-4AFC-9DCB-E07B323E750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18" y="1624"/>
                <a:ext cx="235" cy="25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6" imgW="107912" imgH="114300" progId="Equation.DSMT4">
                        <p:embed/>
                      </p:oleObj>
                    </mc:Choice>
                    <mc:Fallback>
                      <p:oleObj name="Equation" r:id="rId16" imgW="107912" imgH="114300" progId="Equation.DSMT4">
                        <p:embed/>
                        <p:pic>
                          <p:nvPicPr>
                            <p:cNvPr id="0" name="Object 2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18" y="1624"/>
                              <a:ext cx="235" cy="25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908" name="Object 24">
                  <a:extLst>
                    <a:ext uri="{FF2B5EF4-FFF2-40B4-BE49-F238E27FC236}">
                      <a16:creationId xmlns:a16="http://schemas.microsoft.com/office/drawing/2014/main" id="{7A2E306E-620D-45D3-A3AA-6ED5D8DA023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722" y="1623"/>
                <a:ext cx="381" cy="2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8" imgW="190403" imgH="114300" progId="Equation.DSMT4">
                        <p:embed/>
                      </p:oleObj>
                    </mc:Choice>
                    <mc:Fallback>
                      <p:oleObj name="Equation" r:id="rId18" imgW="190403" imgH="114300" progId="Equation.DSMT4">
                        <p:embed/>
                        <p:pic>
                          <p:nvPicPr>
                            <p:cNvPr id="0" name="Object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22" y="1623"/>
                              <a:ext cx="381" cy="2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909" name="Object 25">
                  <a:extLst>
                    <a:ext uri="{FF2B5EF4-FFF2-40B4-BE49-F238E27FC236}">
                      <a16:creationId xmlns:a16="http://schemas.microsoft.com/office/drawing/2014/main" id="{A4B190E2-E2A0-4CCF-98CE-F34BF9AE09A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272" y="1008"/>
                <a:ext cx="236" cy="2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0" imgW="101686" imgH="133523" progId="Equation.3">
                        <p:embed/>
                      </p:oleObj>
                    </mc:Choice>
                    <mc:Fallback>
                      <p:oleObj name="公式" r:id="rId20" imgW="101686" imgH="133523" progId="Equation.3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72" y="1008"/>
                              <a:ext cx="236" cy="2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910" name="Object 26">
                  <a:extLst>
                    <a:ext uri="{FF2B5EF4-FFF2-40B4-BE49-F238E27FC236}">
                      <a16:creationId xmlns:a16="http://schemas.microsoft.com/office/drawing/2014/main" id="{428BC1B5-AC23-41C6-976D-C5CC64CFD25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328" y="1632"/>
                <a:ext cx="212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2" imgW="95461" imgH="101831" progId="Equation.3">
                        <p:embed/>
                      </p:oleObj>
                    </mc:Choice>
                    <mc:Fallback>
                      <p:oleObj name="公式" r:id="rId22" imgW="95461" imgH="101831" progId="Equation.3">
                        <p:embed/>
                        <p:pic>
                          <p:nvPicPr>
                            <p:cNvPr id="0" name="Object 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328" y="1632"/>
                              <a:ext cx="212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6911" name="Oval 27">
                  <a:extLst>
                    <a:ext uri="{FF2B5EF4-FFF2-40B4-BE49-F238E27FC236}">
                      <a16:creationId xmlns:a16="http://schemas.microsoft.com/office/drawing/2014/main" id="{292E95D5-DC17-48EB-B801-F2ED15378C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6" y="1319"/>
                  <a:ext cx="68" cy="6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6912" name="Oval 28">
                  <a:extLst>
                    <a:ext uri="{FF2B5EF4-FFF2-40B4-BE49-F238E27FC236}">
                      <a16:creationId xmlns:a16="http://schemas.microsoft.com/office/drawing/2014/main" id="{BED593AE-EBA9-443B-A064-964C076E20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4" y="1319"/>
                  <a:ext cx="68" cy="6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6913" name="Line 29">
                  <a:extLst>
                    <a:ext uri="{FF2B5EF4-FFF2-40B4-BE49-F238E27FC236}">
                      <a16:creationId xmlns:a16="http://schemas.microsoft.com/office/drawing/2014/main" id="{44C910EF-6CE8-4852-8FE0-9F4D6F54C2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344"/>
                  <a:ext cx="240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14" name="Oval 30">
                  <a:extLst>
                    <a:ext uri="{FF2B5EF4-FFF2-40B4-BE49-F238E27FC236}">
                      <a16:creationId xmlns:a16="http://schemas.microsoft.com/office/drawing/2014/main" id="{CEF0745A-E2F1-4AB3-BD8D-612D23623E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1344"/>
                  <a:ext cx="68" cy="6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6915" name="Line 31">
                  <a:extLst>
                    <a:ext uri="{FF2B5EF4-FFF2-40B4-BE49-F238E27FC236}">
                      <a16:creationId xmlns:a16="http://schemas.microsoft.com/office/drawing/2014/main" id="{31743733-EB01-4DFE-8F6A-2490D33860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1680"/>
                  <a:ext cx="240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897" name="Line 32">
                <a:extLst>
                  <a:ext uri="{FF2B5EF4-FFF2-40B4-BE49-F238E27FC236}">
                    <a16:creationId xmlns:a16="http://schemas.microsoft.com/office/drawing/2014/main" id="{C75B04BA-4E75-407F-A25B-B3A5EC736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8" name="Oval 33">
                <a:extLst>
                  <a:ext uri="{FF2B5EF4-FFF2-40B4-BE49-F238E27FC236}">
                    <a16:creationId xmlns:a16="http://schemas.microsoft.com/office/drawing/2014/main" id="{9ADC1474-D220-44BE-955C-EF216C027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1319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aphicFrame>
          <p:nvGraphicFramePr>
            <p:cNvPr id="36895" name="Object 34">
              <a:extLst>
                <a:ext uri="{FF2B5EF4-FFF2-40B4-BE49-F238E27FC236}">
                  <a16:creationId xmlns:a16="http://schemas.microsoft.com/office/drawing/2014/main" id="{437B2278-68EA-4D28-92EE-C3C671CAC6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1632"/>
            <a:ext cx="169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95461" imgH="101831" progId="Equation.3">
                    <p:embed/>
                  </p:oleObj>
                </mc:Choice>
                <mc:Fallback>
                  <p:oleObj name="公式" r:id="rId24" imgW="95461" imgH="101831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632"/>
                          <a:ext cx="169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6">
            <a:extLst>
              <a:ext uri="{FF2B5EF4-FFF2-40B4-BE49-F238E27FC236}">
                <a16:creationId xmlns:a16="http://schemas.microsoft.com/office/drawing/2014/main" id="{DCCA1AE7-5A10-4B32-97D4-8CFC1F0EB8F3}"/>
              </a:ext>
            </a:extLst>
          </p:cNvPr>
          <p:cNvGrpSpPr>
            <a:grpSpLocks/>
          </p:cNvGrpSpPr>
          <p:nvPr/>
        </p:nvGrpSpPr>
        <p:grpSpPr bwMode="auto">
          <a:xfrm>
            <a:off x="9490075" y="4357688"/>
            <a:ext cx="2470150" cy="2424112"/>
            <a:chOff x="3797" y="2280"/>
            <a:chExt cx="1638" cy="1608"/>
          </a:xfrm>
        </p:grpSpPr>
        <p:graphicFrame>
          <p:nvGraphicFramePr>
            <p:cNvPr id="36892" name="Object 37">
              <a:extLst>
                <a:ext uri="{FF2B5EF4-FFF2-40B4-BE49-F238E27FC236}">
                  <a16:creationId xmlns:a16="http://schemas.microsoft.com/office/drawing/2014/main" id="{7B9F2BB1-8882-4AAF-A6AE-A853918944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7" y="2280"/>
            <a:ext cx="1638" cy="1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6" imgW="2600000" imgH="2553056" progId="PBrush">
                    <p:embed/>
                  </p:oleObj>
                </mc:Choice>
                <mc:Fallback>
                  <p:oleObj name="BMP 图象" r:id="rId26" imgW="2600000" imgH="2553056" progId="PBrush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7" y="2280"/>
                          <a:ext cx="1638" cy="1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3" name="Text Box 38">
              <a:extLst>
                <a:ext uri="{FF2B5EF4-FFF2-40B4-BE49-F238E27FC236}">
                  <a16:creationId xmlns:a16="http://schemas.microsoft.com/office/drawing/2014/main" id="{B7AF59C7-FDE9-4A24-9846-744013FE9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1" y="2505"/>
              <a:ext cx="593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</p:grpSp>
      <p:grpSp>
        <p:nvGrpSpPr>
          <p:cNvPr id="7" name="Group 39">
            <a:extLst>
              <a:ext uri="{FF2B5EF4-FFF2-40B4-BE49-F238E27FC236}">
                <a16:creationId xmlns:a16="http://schemas.microsoft.com/office/drawing/2014/main" id="{1F384626-5D2A-4DAB-923B-57305DE6BD45}"/>
              </a:ext>
            </a:extLst>
          </p:cNvPr>
          <p:cNvGrpSpPr>
            <a:grpSpLocks/>
          </p:cNvGrpSpPr>
          <p:nvPr/>
        </p:nvGrpSpPr>
        <p:grpSpPr bwMode="auto">
          <a:xfrm>
            <a:off x="9444038" y="4338638"/>
            <a:ext cx="2506662" cy="2424112"/>
            <a:chOff x="3767" y="2267"/>
            <a:chExt cx="1662" cy="1608"/>
          </a:xfrm>
        </p:grpSpPr>
        <p:graphicFrame>
          <p:nvGraphicFramePr>
            <p:cNvPr id="36890" name="Object 40">
              <a:extLst>
                <a:ext uri="{FF2B5EF4-FFF2-40B4-BE49-F238E27FC236}">
                  <a16:creationId xmlns:a16="http://schemas.microsoft.com/office/drawing/2014/main" id="{47A15A18-E688-41DC-9B44-EC6BC63F0B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67" y="2267"/>
            <a:ext cx="1662" cy="1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8" imgW="2638095" imgH="2553056" progId="PBrush">
                    <p:embed/>
                  </p:oleObj>
                </mc:Choice>
                <mc:Fallback>
                  <p:oleObj name="BMP 图象" r:id="rId28" imgW="2638095" imgH="2553056" progId="PBrush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7" y="2267"/>
                          <a:ext cx="1662" cy="1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1" name="Text Box 41">
              <a:extLst>
                <a:ext uri="{FF2B5EF4-FFF2-40B4-BE49-F238E27FC236}">
                  <a16:creationId xmlns:a16="http://schemas.microsoft.com/office/drawing/2014/main" id="{7678A72C-DA19-4ED2-A3D2-7B58370B8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" y="2505"/>
              <a:ext cx="593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</a:p>
          </p:txBody>
        </p:sp>
      </p:grpSp>
      <p:grpSp>
        <p:nvGrpSpPr>
          <p:cNvPr id="8" name="Group 42">
            <a:extLst>
              <a:ext uri="{FF2B5EF4-FFF2-40B4-BE49-F238E27FC236}">
                <a16:creationId xmlns:a16="http://schemas.microsoft.com/office/drawing/2014/main" id="{FEBF2FCD-1791-453B-BC73-93B57781FFBC}"/>
              </a:ext>
            </a:extLst>
          </p:cNvPr>
          <p:cNvGrpSpPr>
            <a:grpSpLocks/>
          </p:cNvGrpSpPr>
          <p:nvPr/>
        </p:nvGrpSpPr>
        <p:grpSpPr bwMode="auto">
          <a:xfrm>
            <a:off x="9471025" y="4384675"/>
            <a:ext cx="2479675" cy="2343150"/>
            <a:chOff x="3785" y="2298"/>
            <a:chExt cx="1644" cy="1554"/>
          </a:xfrm>
        </p:grpSpPr>
        <p:graphicFrame>
          <p:nvGraphicFramePr>
            <p:cNvPr id="36888" name="Object 43">
              <a:extLst>
                <a:ext uri="{FF2B5EF4-FFF2-40B4-BE49-F238E27FC236}">
                  <a16:creationId xmlns:a16="http://schemas.microsoft.com/office/drawing/2014/main" id="{DE2D6107-6A6F-410B-84C8-E58B5C8CF6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5" y="2298"/>
            <a:ext cx="1644" cy="1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30" imgW="2610214" imgH="2467319" progId="PBrush">
                    <p:embed/>
                  </p:oleObj>
                </mc:Choice>
                <mc:Fallback>
                  <p:oleObj name="BMP 图象" r:id="rId30" imgW="2610214" imgH="2467319" progId="PBrush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5" y="2298"/>
                          <a:ext cx="1644" cy="1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9" name="Text Box 44">
              <a:extLst>
                <a:ext uri="{FF2B5EF4-FFF2-40B4-BE49-F238E27FC236}">
                  <a16:creationId xmlns:a16="http://schemas.microsoft.com/office/drawing/2014/main" id="{6C0F2842-7B2E-4900-97CF-86AF030F7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" y="2505"/>
              <a:ext cx="593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267D308-632B-40E3-9319-B550DA872B15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4229100"/>
            <a:ext cx="7672388" cy="522288"/>
            <a:chOff x="685801" y="4251350"/>
            <a:chExt cx="7672453" cy="523220"/>
          </a:xfrm>
        </p:grpSpPr>
        <p:sp>
          <p:nvSpPr>
            <p:cNvPr id="36885" name="Text Box 35">
              <a:extLst>
                <a:ext uri="{FF2B5EF4-FFF2-40B4-BE49-F238E27FC236}">
                  <a16:creationId xmlns:a16="http://schemas.microsoft.com/office/drawing/2014/main" id="{ED17A98D-3EA6-4050-8CAB-481790D34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1" y="4251350"/>
              <a:ext cx="480401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在           上级数的部分和 </a:t>
              </a:r>
            </a:p>
          </p:txBody>
        </p:sp>
        <p:graphicFrame>
          <p:nvGraphicFramePr>
            <p:cNvPr id="36886" name="Object 45">
              <a:extLst>
                <a:ext uri="{FF2B5EF4-FFF2-40B4-BE49-F238E27FC236}">
                  <a16:creationId xmlns:a16="http://schemas.microsoft.com/office/drawing/2014/main" id="{1BC37123-32F1-43CB-96D7-B2B2ED30A7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0680" y="4251350"/>
            <a:ext cx="1249863" cy="519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476266" imgH="183919" progId="Equation.DSMT4">
                    <p:embed/>
                  </p:oleObj>
                </mc:Choice>
                <mc:Fallback>
                  <p:oleObj name="Equation" r:id="rId32" imgW="476266" imgH="183919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680" y="4251350"/>
                          <a:ext cx="1249863" cy="519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7" name="Text Box 46">
              <a:extLst>
                <a:ext uri="{FF2B5EF4-FFF2-40B4-BE49-F238E27FC236}">
                  <a16:creationId xmlns:a16="http://schemas.microsoft.com/office/drawing/2014/main" id="{65BE1D68-1611-4F17-9670-8F3745E4C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9991" y="4251350"/>
              <a:ext cx="38782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逼近 </a:t>
              </a:r>
              <a:r>
                <a:rPr kumimoji="1"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) 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的情况见右图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182319" name="Rectangle 47">
            <a:extLst>
              <a:ext uri="{FF2B5EF4-FFF2-40B4-BE49-F238E27FC236}">
                <a16:creationId xmlns:a16="http://schemas.microsoft.com/office/drawing/2014/main" id="{9B338103-F45C-4294-AB15-C5DF3D456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888" y="4321175"/>
            <a:ext cx="2743200" cy="2514600"/>
          </a:xfrm>
          <a:prstGeom prst="rect">
            <a:avLst/>
          </a:prstGeom>
          <a:noFill/>
          <a:ln w="38100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pSp>
        <p:nvGrpSpPr>
          <p:cNvPr id="9" name="Group 48">
            <a:extLst>
              <a:ext uri="{FF2B5EF4-FFF2-40B4-BE49-F238E27FC236}">
                <a16:creationId xmlns:a16="http://schemas.microsoft.com/office/drawing/2014/main" id="{B414EA34-CC34-41F0-90E1-C74CA8576333}"/>
              </a:ext>
            </a:extLst>
          </p:cNvPr>
          <p:cNvGrpSpPr>
            <a:grpSpLocks/>
          </p:cNvGrpSpPr>
          <p:nvPr/>
        </p:nvGrpSpPr>
        <p:grpSpPr bwMode="auto">
          <a:xfrm>
            <a:off x="9363075" y="4368800"/>
            <a:ext cx="2598738" cy="2390775"/>
            <a:chOff x="1824" y="2400"/>
            <a:chExt cx="1637" cy="1506"/>
          </a:xfrm>
        </p:grpSpPr>
        <p:graphicFrame>
          <p:nvGraphicFramePr>
            <p:cNvPr id="36883" name="Object 49">
              <a:extLst>
                <a:ext uri="{FF2B5EF4-FFF2-40B4-BE49-F238E27FC236}">
                  <a16:creationId xmlns:a16="http://schemas.microsoft.com/office/drawing/2014/main" id="{2467D260-CB61-4D27-8E9E-E9169DDB68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2400"/>
            <a:ext cx="1637" cy="1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34" imgW="2734057" imgH="2514286" progId="PBrush">
                    <p:embed/>
                  </p:oleObj>
                </mc:Choice>
                <mc:Fallback>
                  <p:oleObj name="BMP 图象" r:id="rId34" imgW="2734057" imgH="2514286" progId="PBrush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400"/>
                          <a:ext cx="1637" cy="1506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CFDFE"/>
                            </a:gs>
                            <a:gs pos="50838">
                              <a:srgbClr val="E9F5F6"/>
                            </a:gs>
                            <a:gs pos="74001">
                              <a:srgbClr val="E0F1F2"/>
                            </a:gs>
                            <a:gs pos="100000">
                              <a:srgbClr val="EBF6F7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4" name="Text Box 50">
              <a:extLst>
                <a:ext uri="{FF2B5EF4-FFF2-40B4-BE49-F238E27FC236}">
                  <a16:creationId xmlns:a16="http://schemas.microsoft.com/office/drawing/2014/main" id="{B5F6F2C8-3CE6-4BA5-9971-F3CD8DE3A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2592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</a:p>
          </p:txBody>
        </p:sp>
      </p:grpSp>
      <p:graphicFrame>
        <p:nvGraphicFramePr>
          <p:cNvPr id="182323" name="Object 51">
            <a:extLst>
              <a:ext uri="{FF2B5EF4-FFF2-40B4-BE49-F238E27FC236}">
                <a16:creationId xmlns:a16="http://schemas.microsoft.com/office/drawing/2014/main" id="{AA9B43C9-6919-493B-A1E8-AAEE7C695B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72863" y="5680075"/>
          <a:ext cx="3254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07912" imgH="114300" progId="Equation.DSMT4">
                  <p:embed/>
                </p:oleObj>
              </mc:Choice>
              <mc:Fallback>
                <p:oleObj name="Equation" r:id="rId36" imgW="107912" imgH="1143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2863" y="5680075"/>
                        <a:ext cx="32543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24" name="Object 52">
            <a:extLst>
              <a:ext uri="{FF2B5EF4-FFF2-40B4-BE49-F238E27FC236}">
                <a16:creationId xmlns:a16="http://schemas.microsoft.com/office/drawing/2014/main" id="{D0081134-2EE4-4FC7-8359-14B821FDC9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71013" y="5680075"/>
          <a:ext cx="5318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90403" imgH="114300" progId="Equation.DSMT4">
                  <p:embed/>
                </p:oleObj>
              </mc:Choice>
              <mc:Fallback>
                <p:oleObj name="Equation" r:id="rId38" imgW="190403" imgH="11430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1013" y="5680075"/>
                        <a:ext cx="5318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3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>
            <a:extLst>
              <a:ext uri="{FF2B5EF4-FFF2-40B4-BE49-F238E27FC236}">
                <a16:creationId xmlns:a16="http://schemas.microsoft.com/office/drawing/2014/main" id="{D7FBA42A-D4C7-4D9E-A865-FD8DEDB16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90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3.</a:t>
            </a:r>
            <a:endParaRPr lang="en-US" altLang="zh-CN" sz="2800" b="0">
              <a:solidFill>
                <a:schemeClr val="accent2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7891" name="Text Box 5">
            <a:extLst>
              <a:ext uri="{FF2B5EF4-FFF2-40B4-BE49-F238E27FC236}">
                <a16:creationId xmlns:a16="http://schemas.microsoft.com/office/drawing/2014/main" id="{F2562B8A-E607-47DF-9227-7F31F105D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6350"/>
            <a:ext cx="7296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将如图所示的周期信号展成傅氏级数．         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grpSp>
        <p:nvGrpSpPr>
          <p:cNvPr id="37892" name="Group 27">
            <a:extLst>
              <a:ext uri="{FF2B5EF4-FFF2-40B4-BE49-F238E27FC236}">
                <a16:creationId xmlns:a16="http://schemas.microsoft.com/office/drawing/2014/main" id="{7D7C34F1-CC1C-4C92-967C-8594D96C91E9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143000"/>
            <a:ext cx="5041900" cy="3505200"/>
            <a:chOff x="1056" y="720"/>
            <a:chExt cx="3176" cy="2208"/>
          </a:xfrm>
        </p:grpSpPr>
        <p:sp>
          <p:nvSpPr>
            <p:cNvPr id="37893" name="Line 6">
              <a:extLst>
                <a:ext uri="{FF2B5EF4-FFF2-40B4-BE49-F238E27FC236}">
                  <a16:creationId xmlns:a16="http://schemas.microsoft.com/office/drawing/2014/main" id="{CD968950-0412-496E-A2AE-324B2654E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96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4" name="Line 7">
              <a:extLst>
                <a:ext uri="{FF2B5EF4-FFF2-40B4-BE49-F238E27FC236}">
                  <a16:creationId xmlns:a16="http://schemas.microsoft.com/office/drawing/2014/main" id="{FACBAA6A-46A0-4DE6-B68E-D544DECFF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816"/>
              <a:ext cx="0" cy="2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5" name="Line 8">
              <a:extLst>
                <a:ext uri="{FF2B5EF4-FFF2-40B4-BE49-F238E27FC236}">
                  <a16:creationId xmlns:a16="http://schemas.microsoft.com/office/drawing/2014/main" id="{0398A9F0-4411-4B35-9FB0-F8A431BA6B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440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6" name="Line 9">
              <a:extLst>
                <a:ext uri="{FF2B5EF4-FFF2-40B4-BE49-F238E27FC236}">
                  <a16:creationId xmlns:a16="http://schemas.microsoft.com/office/drawing/2014/main" id="{E302EDA8-CFD6-4DA2-94A7-F5943CF11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1440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7" name="Line 10">
              <a:extLst>
                <a:ext uri="{FF2B5EF4-FFF2-40B4-BE49-F238E27FC236}">
                  <a16:creationId xmlns:a16="http://schemas.microsoft.com/office/drawing/2014/main" id="{F569C8BC-A76A-4FA2-9C2D-046CCE4D99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440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8" name="Oval 11">
              <a:extLst>
                <a:ext uri="{FF2B5EF4-FFF2-40B4-BE49-F238E27FC236}">
                  <a16:creationId xmlns:a16="http://schemas.microsoft.com/office/drawing/2014/main" id="{A04978DB-976C-4914-8969-9BC54DB34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39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7899" name="Oval 16">
              <a:extLst>
                <a:ext uri="{FF2B5EF4-FFF2-40B4-BE49-F238E27FC236}">
                  <a16:creationId xmlns:a16="http://schemas.microsoft.com/office/drawing/2014/main" id="{26572829-DC2A-49B7-B20C-36A566C8B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4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7900" name="Oval 17">
              <a:extLst>
                <a:ext uri="{FF2B5EF4-FFF2-40B4-BE49-F238E27FC236}">
                  <a16:creationId xmlns:a16="http://schemas.microsoft.com/office/drawing/2014/main" id="{4092990E-4287-4F14-A6CC-9A25B2BC6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39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7901" name="Object 18">
              <a:extLst>
                <a:ext uri="{FF2B5EF4-FFF2-40B4-BE49-F238E27FC236}">
                  <a16:creationId xmlns:a16="http://schemas.microsoft.com/office/drawing/2014/main" id="{362B6FF6-FFAF-4FBE-BD69-E67D5C0AA4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8" y="2032"/>
            <a:ext cx="30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91847" imgH="177646" progId="Equation.DSMT4">
                    <p:embed/>
                  </p:oleObj>
                </mc:Choice>
                <mc:Fallback>
                  <p:oleObj name="Equation" r:id="rId2" imgW="291847" imgH="177646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" y="2032"/>
                          <a:ext cx="30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2" name="Object 19">
              <a:extLst>
                <a:ext uri="{FF2B5EF4-FFF2-40B4-BE49-F238E27FC236}">
                  <a16:creationId xmlns:a16="http://schemas.microsoft.com/office/drawing/2014/main" id="{117BFC80-1800-4339-89C2-366ADD14E5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4" y="2032"/>
            <a:ext cx="21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2936" imgH="177569" progId="Equation.DSMT4">
                    <p:embed/>
                  </p:oleObj>
                </mc:Choice>
                <mc:Fallback>
                  <p:oleObj name="Equation" r:id="rId4" imgW="202936" imgH="177569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4" y="2032"/>
                          <a:ext cx="21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3" name="Object 20">
              <a:extLst>
                <a:ext uri="{FF2B5EF4-FFF2-40B4-BE49-F238E27FC236}">
                  <a16:creationId xmlns:a16="http://schemas.microsoft.com/office/drawing/2014/main" id="{464EBCB1-43EA-4B02-9FAA-D924B550D1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0" y="1312"/>
            <a:ext cx="176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2936" imgH="177569" progId="Equation.DSMT4">
                    <p:embed/>
                  </p:oleObj>
                </mc:Choice>
                <mc:Fallback>
                  <p:oleObj name="Equation" r:id="rId6" imgW="202936" imgH="177569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0" y="1312"/>
                          <a:ext cx="176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4" name="Object 21">
              <a:extLst>
                <a:ext uri="{FF2B5EF4-FFF2-40B4-BE49-F238E27FC236}">
                  <a16:creationId xmlns:a16="http://schemas.microsoft.com/office/drawing/2014/main" id="{0CDD07A3-6481-422F-9E99-A1B6467652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1968"/>
            <a:ext cx="9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52334" imgH="228501" progId="Equation.3">
                    <p:embed/>
                  </p:oleObj>
                </mc:Choice>
                <mc:Fallback>
                  <p:oleObj name="公式" r:id="rId8" imgW="152334" imgH="228501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968"/>
                          <a:ext cx="9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5" name="Object 22">
              <a:extLst>
                <a:ext uri="{FF2B5EF4-FFF2-40B4-BE49-F238E27FC236}">
                  <a16:creationId xmlns:a16="http://schemas.microsoft.com/office/drawing/2014/main" id="{94E490F9-ECB8-450A-A2D0-3809AE094E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720"/>
            <a:ext cx="304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82181" imgH="266469" progId="Equation.3">
                    <p:embed/>
                  </p:oleObj>
                </mc:Choice>
                <mc:Fallback>
                  <p:oleObj name="公式" r:id="rId10" imgW="482181" imgH="266469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720"/>
                          <a:ext cx="304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6" name="Object 23">
              <a:extLst>
                <a:ext uri="{FF2B5EF4-FFF2-40B4-BE49-F238E27FC236}">
                  <a16:creationId xmlns:a16="http://schemas.microsoft.com/office/drawing/2014/main" id="{D922155A-80A7-4C30-92C0-B8FA17454F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2016"/>
            <a:ext cx="104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64814" imgH="177492" progId="Equation.3">
                    <p:embed/>
                  </p:oleObj>
                </mc:Choice>
                <mc:Fallback>
                  <p:oleObj name="公式" r:id="rId12" imgW="164814" imgH="177492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016"/>
                          <a:ext cx="104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7" name="Object 24">
              <a:extLst>
                <a:ext uri="{FF2B5EF4-FFF2-40B4-BE49-F238E27FC236}">
                  <a16:creationId xmlns:a16="http://schemas.microsoft.com/office/drawing/2014/main" id="{6A8DAFF0-DF8B-415F-A906-619C085C99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1632"/>
            <a:ext cx="240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40986" imgH="88784" progId="Equation.3">
                    <p:embed/>
                  </p:oleObj>
                </mc:Choice>
                <mc:Fallback>
                  <p:oleObj name="公式" r:id="rId14" imgW="240986" imgH="88784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632"/>
                          <a:ext cx="240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8" name="Object 25">
              <a:extLst>
                <a:ext uri="{FF2B5EF4-FFF2-40B4-BE49-F238E27FC236}">
                  <a16:creationId xmlns:a16="http://schemas.microsoft.com/office/drawing/2014/main" id="{80BF6345-0B83-4711-A4B5-4A06D4F3D6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1632"/>
            <a:ext cx="240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40986" imgH="88784" progId="Equation.3">
                    <p:embed/>
                  </p:oleObj>
                </mc:Choice>
                <mc:Fallback>
                  <p:oleObj name="公式" r:id="rId16" imgW="240986" imgH="88784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632"/>
                          <a:ext cx="240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9" name="Object 26">
              <a:extLst>
                <a:ext uri="{FF2B5EF4-FFF2-40B4-BE49-F238E27FC236}">
                  <a16:creationId xmlns:a16="http://schemas.microsoft.com/office/drawing/2014/main" id="{E31D2ECD-247C-4D8A-9950-C20712C6C7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92" y="2032"/>
            <a:ext cx="21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2936" imgH="177569" progId="Equation.DSMT4">
                    <p:embed/>
                  </p:oleObj>
                </mc:Choice>
                <mc:Fallback>
                  <p:oleObj name="Equation" r:id="rId17" imgW="202936" imgH="177569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2032"/>
                          <a:ext cx="21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4">
            <a:extLst>
              <a:ext uri="{FF2B5EF4-FFF2-40B4-BE49-F238E27FC236}">
                <a16:creationId xmlns:a16="http://schemas.microsoft.com/office/drawing/2014/main" id="{21238EAB-0498-475E-90EF-AE6A1BEA62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066800"/>
          <a:ext cx="381476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500" imgH="431800" progId="Equation.DSMT4">
                  <p:embed/>
                </p:oleObj>
              </mc:Choice>
              <mc:Fallback>
                <p:oleObj name="Equation" r:id="rId2" imgW="15875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066800"/>
                        <a:ext cx="381476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5">
            <a:extLst>
              <a:ext uri="{FF2B5EF4-FFF2-40B4-BE49-F238E27FC236}">
                <a16:creationId xmlns:a16="http://schemas.microsoft.com/office/drawing/2014/main" id="{D97E2375-9AC9-4315-9EA6-7358203D9F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8363" y="1355725"/>
          <a:ext cx="37846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400" imgH="203200" progId="Equation.DSMT4">
                  <p:embed/>
                </p:oleObj>
              </mc:Choice>
              <mc:Fallback>
                <p:oleObj name="Equation" r:id="rId4" imgW="16764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63" y="1355725"/>
                        <a:ext cx="37846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9D5D826-13B5-4893-A83F-AA4A3F4A3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3" y="277813"/>
            <a:ext cx="1219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思考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5.</a:t>
            </a:r>
            <a:endParaRPr lang="en-US" altLang="zh-CN" sz="2800" b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970B59C9-6CA9-46B9-8207-6B22A7BA2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52413"/>
            <a:ext cx="418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下列说法中正确的有（）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1800" b="0"/>
          </a:p>
        </p:txBody>
      </p:sp>
      <p:grpSp>
        <p:nvGrpSpPr>
          <p:cNvPr id="39940" name="组合 19">
            <a:extLst>
              <a:ext uri="{FF2B5EF4-FFF2-40B4-BE49-F238E27FC236}">
                <a16:creationId xmlns:a16="http://schemas.microsoft.com/office/drawing/2014/main" id="{DAA60F4F-BCE9-46C2-B053-E14EAF1561BB}"/>
              </a:ext>
            </a:extLst>
          </p:cNvPr>
          <p:cNvGrpSpPr>
            <a:grpSpLocks/>
          </p:cNvGrpSpPr>
          <p:nvPr/>
        </p:nvGrpSpPr>
        <p:grpSpPr bwMode="auto">
          <a:xfrm>
            <a:off x="274638" y="963613"/>
            <a:ext cx="11887200" cy="1385887"/>
            <a:chOff x="304800" y="735013"/>
            <a:chExt cx="11887200" cy="1385887"/>
          </a:xfrm>
        </p:grpSpPr>
        <p:graphicFrame>
          <p:nvGraphicFramePr>
            <p:cNvPr id="39948" name="Object 5">
              <a:extLst>
                <a:ext uri="{FF2B5EF4-FFF2-40B4-BE49-F238E27FC236}">
                  <a16:creationId xmlns:a16="http://schemas.microsoft.com/office/drawing/2014/main" id="{77BF593F-5F4F-49F3-9C35-0497DDBF10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9200" y="865188"/>
            <a:ext cx="8382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37836" imgH="266584" progId="Equation.3">
                    <p:embed/>
                  </p:oleObj>
                </mc:Choice>
                <mc:Fallback>
                  <p:oleObj name="公式" r:id="rId3" imgW="837836" imgH="266584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865188"/>
                          <a:ext cx="8382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9" name="Text Box 4">
              <a:extLst>
                <a:ext uri="{FF2B5EF4-FFF2-40B4-BE49-F238E27FC236}">
                  <a16:creationId xmlns:a16="http://schemas.microsoft.com/office/drawing/2014/main" id="{7E3AB06C-CD00-4A7B-B362-737DE207E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735013"/>
              <a:ext cx="11887200" cy="138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(A)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在          有定义的周期函数，只要在一个有限区间满足连续且有有限个单</a:t>
              </a: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调区间就可展成傅立叶级数。</a:t>
              </a:r>
            </a:p>
          </p:txBody>
        </p:sp>
      </p:grpSp>
      <p:sp>
        <p:nvSpPr>
          <p:cNvPr id="39941" name="Text Box 7">
            <a:extLst>
              <a:ext uri="{FF2B5EF4-FFF2-40B4-BE49-F238E27FC236}">
                <a16:creationId xmlns:a16="http://schemas.microsoft.com/office/drawing/2014/main" id="{BA7844BF-283F-4D45-B1E1-2DD9F5C61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51100"/>
            <a:ext cx="1232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(B)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展成傅立叶级数的函数的第一基本周期，只能选择关于原点对称的区间。</a:t>
            </a:r>
          </a:p>
        </p:txBody>
      </p:sp>
      <p:grpSp>
        <p:nvGrpSpPr>
          <p:cNvPr id="39942" name="组合 23">
            <a:extLst>
              <a:ext uri="{FF2B5EF4-FFF2-40B4-BE49-F238E27FC236}">
                <a16:creationId xmlns:a16="http://schemas.microsoft.com/office/drawing/2014/main" id="{80990647-93E2-4607-AAF1-1BDDB2B0100E}"/>
              </a:ext>
            </a:extLst>
          </p:cNvPr>
          <p:cNvGrpSpPr>
            <a:grpSpLocks/>
          </p:cNvGrpSpPr>
          <p:nvPr/>
        </p:nvGrpSpPr>
        <p:grpSpPr bwMode="auto">
          <a:xfrm>
            <a:off x="236538" y="3286125"/>
            <a:ext cx="11718925" cy="1384300"/>
            <a:chOff x="246063" y="3422650"/>
            <a:chExt cx="11720512" cy="1384300"/>
          </a:xfrm>
        </p:grpSpPr>
        <p:sp>
          <p:nvSpPr>
            <p:cNvPr id="39946" name="Text Box 4">
              <a:extLst>
                <a:ext uri="{FF2B5EF4-FFF2-40B4-BE49-F238E27FC236}">
                  <a16:creationId xmlns:a16="http://schemas.microsoft.com/office/drawing/2014/main" id="{6DAC192C-EF2D-4D2C-AFEB-E9712D11A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63" y="3422650"/>
              <a:ext cx="11720512" cy="1384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0">
                  <a:latin typeface="Times New Roman" panose="02020603050405020304" pitchFamily="18" charset="0"/>
                  <a:ea typeface="楷体_GB2312" pitchFamily="49" charset="-122"/>
                </a:rPr>
                <a:t>(C)</a:t>
              </a: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在          有定义的函数，只要在一个有限区间满足连续且有有限个单调</a:t>
              </a: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kumimoji="1" lang="en-US" altLang="zh-CN" sz="2800" b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800" b="0">
                  <a:latin typeface="Times New Roman" panose="02020603050405020304" pitchFamily="18" charset="0"/>
                  <a:ea typeface="楷体_GB2312" pitchFamily="49" charset="-122"/>
                </a:rPr>
                <a:t>区间就可展成傅立叶级数。</a:t>
              </a:r>
            </a:p>
          </p:txBody>
        </p:sp>
        <p:graphicFrame>
          <p:nvGraphicFramePr>
            <p:cNvPr id="39947" name="Object 5">
              <a:extLst>
                <a:ext uri="{FF2B5EF4-FFF2-40B4-BE49-F238E27FC236}">
                  <a16:creationId xmlns:a16="http://schemas.microsoft.com/office/drawing/2014/main" id="{D140BC98-4AEC-436F-867E-33A1B8C70A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64318" y="3535250"/>
            <a:ext cx="8382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37836" imgH="266584" progId="Equation.3">
                    <p:embed/>
                  </p:oleObj>
                </mc:Choice>
                <mc:Fallback>
                  <p:oleObj name="公式" r:id="rId3" imgW="837836" imgH="266584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4318" y="3535250"/>
                          <a:ext cx="8382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3" name="Text Box 15">
            <a:extLst>
              <a:ext uri="{FF2B5EF4-FFF2-40B4-BE49-F238E27FC236}">
                <a16:creationId xmlns:a16="http://schemas.microsoft.com/office/drawing/2014/main" id="{D81360E2-C003-4922-BCA4-E419C9F0E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5002213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(D)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都不对。</a:t>
            </a:r>
          </a:p>
        </p:txBody>
      </p:sp>
      <p:pic>
        <p:nvPicPr>
          <p:cNvPr id="39944" name="Picture 9" descr="PE01561_">
            <a:extLst>
              <a:ext uri="{FF2B5EF4-FFF2-40B4-BE49-F238E27FC236}">
                <a16:creationId xmlns:a16="http://schemas.microsoft.com/office/drawing/2014/main" id="{0AAEB227-BC6E-4A98-A9AF-CAC21C104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110038"/>
            <a:ext cx="2992438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5" name="Text Box 15">
            <a:extLst>
              <a:ext uri="{FF2B5EF4-FFF2-40B4-BE49-F238E27FC236}">
                <a16:creationId xmlns:a16="http://schemas.microsoft.com/office/drawing/2014/main" id="{C16E7CB4-D32C-4E93-9923-596314294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5818188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(E)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不清楚怎么答。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3">
            <a:extLst>
              <a:ext uri="{FF2B5EF4-FFF2-40B4-BE49-F238E27FC236}">
                <a16:creationId xmlns:a16="http://schemas.microsoft.com/office/drawing/2014/main" id="{A9702E94-51D6-4701-AEEF-8E82B07BABF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24050" y="2228850"/>
            <a:ext cx="85344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在区间内可展成傅立叶级数，我确定</a:t>
            </a:r>
            <a:r>
              <a:rPr lang="zh-CN" altLang="en-US" sz="1800" b="0">
                <a:solidFill>
                  <a:srgbClr val="000000"/>
                </a:solidFill>
              </a:rPr>
              <a:t> 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40963" name="文本框 4">
            <a:extLst>
              <a:ext uri="{FF2B5EF4-FFF2-40B4-BE49-F238E27FC236}">
                <a16:creationId xmlns:a16="http://schemas.microsoft.com/office/drawing/2014/main" id="{28A162B4-1968-4B63-8035-E0D95C38B7C2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24050" y="3086100"/>
            <a:ext cx="85344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在区间内可展成傅立叶级数，我不太确定；</a:t>
            </a:r>
            <a:endParaRPr kumimoji="1" lang="zh-CN" altLang="en-US" sz="1800" b="0">
              <a:solidFill>
                <a:srgbClr val="000000"/>
              </a:solidFill>
            </a:endParaRPr>
          </a:p>
        </p:txBody>
      </p:sp>
      <p:sp>
        <p:nvSpPr>
          <p:cNvPr id="40964" name="文本框 5">
            <a:extLst>
              <a:ext uri="{FF2B5EF4-FFF2-40B4-BE49-F238E27FC236}">
                <a16:creationId xmlns:a16="http://schemas.microsoft.com/office/drawing/2014/main" id="{8E20083E-F78F-4727-9B1B-7F422AD9F17D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24050" y="3943350"/>
            <a:ext cx="85344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在区间内不可展成傅立叶级数，我确定；</a:t>
            </a:r>
            <a:endParaRPr kumimoji="1" lang="zh-CN" altLang="en-US" sz="1800" b="0">
              <a:solidFill>
                <a:srgbClr val="000000"/>
              </a:solidFill>
            </a:endParaRPr>
          </a:p>
        </p:txBody>
      </p:sp>
      <p:sp>
        <p:nvSpPr>
          <p:cNvPr id="40965" name="文本框 6">
            <a:extLst>
              <a:ext uri="{FF2B5EF4-FFF2-40B4-BE49-F238E27FC236}">
                <a16:creationId xmlns:a16="http://schemas.microsoft.com/office/drawing/2014/main" id="{D4498BB6-610B-4A70-AB0A-D8C4BAB1A25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24050" y="4800600"/>
            <a:ext cx="85344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在区间内不可展成傅立叶级数，我不太确定</a:t>
            </a: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1800" b="0">
              <a:solidFill>
                <a:srgbClr val="000000"/>
              </a:solidFill>
            </a:endParaRPr>
          </a:p>
        </p:txBody>
      </p:sp>
      <p:sp>
        <p:nvSpPr>
          <p:cNvPr id="40966" name="椭圆 7">
            <a:extLst>
              <a:ext uri="{FF2B5EF4-FFF2-40B4-BE49-F238E27FC236}">
                <a16:creationId xmlns:a16="http://schemas.microsoft.com/office/drawing/2014/main" id="{C7427985-316C-4EF8-9673-8B7F24B0420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057275" y="229235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0967" name="椭圆 8">
            <a:extLst>
              <a:ext uri="{FF2B5EF4-FFF2-40B4-BE49-F238E27FC236}">
                <a16:creationId xmlns:a16="http://schemas.microsoft.com/office/drawing/2014/main" id="{EF84EDD7-0BA5-427C-B309-29CF23649E8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057275" y="314960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0968" name="椭圆 9">
            <a:extLst>
              <a:ext uri="{FF2B5EF4-FFF2-40B4-BE49-F238E27FC236}">
                <a16:creationId xmlns:a16="http://schemas.microsoft.com/office/drawing/2014/main" id="{B56213AB-015F-40D0-AFBA-0BAD5CC5DF0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057275" y="400685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0969" name="椭圆 10">
            <a:extLst>
              <a:ext uri="{FF2B5EF4-FFF2-40B4-BE49-F238E27FC236}">
                <a16:creationId xmlns:a16="http://schemas.microsoft.com/office/drawing/2014/main" id="{F17BBB2A-A707-4495-A608-BA40E223CB1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057275" y="486410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0970" name="Text Box 3">
            <a:extLst>
              <a:ext uri="{FF2B5EF4-FFF2-40B4-BE49-F238E27FC236}">
                <a16:creationId xmlns:a16="http://schemas.microsoft.com/office/drawing/2014/main" id="{944BA220-4460-4AD2-A2BB-5B6D7CE57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801688"/>
            <a:ext cx="1141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仅在有限区间内有定义的连续函数，区间内满足狄利克莱定理的</a:t>
            </a: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971" name="Rectangle 9">
            <a:extLst>
              <a:ext uri="{FF2B5EF4-FFF2-40B4-BE49-F238E27FC236}">
                <a16:creationId xmlns:a16="http://schemas.microsoft.com/office/drawing/2014/main" id="{64E50F1E-C518-4FFD-8B07-8FCF5611C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801688"/>
            <a:ext cx="16446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思考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6.</a:t>
            </a:r>
            <a:endParaRPr lang="en-US" altLang="zh-CN" sz="2800" b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40972" name="矩形 2">
            <a:extLst>
              <a:ext uri="{FF2B5EF4-FFF2-40B4-BE49-F238E27FC236}">
                <a16:creationId xmlns:a16="http://schemas.microsoft.com/office/drawing/2014/main" id="{35BECFF5-2353-4321-B512-5C8CE6F1F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38" y="1508125"/>
            <a:ext cx="5121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条件，则下列说法你赞同（   ）</a:t>
            </a:r>
          </a:p>
        </p:txBody>
      </p:sp>
      <p:pic>
        <p:nvPicPr>
          <p:cNvPr id="40973" name="Picture 10" descr="0004">
            <a:extLst>
              <a:ext uri="{FF2B5EF4-FFF2-40B4-BE49-F238E27FC236}">
                <a16:creationId xmlns:a16="http://schemas.microsoft.com/office/drawing/2014/main" id="{138426E7-B74E-4894-9EAA-6111FFED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3314700"/>
            <a:ext cx="1585913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文本框 3">
            <a:extLst>
              <a:ext uri="{FF2B5EF4-FFF2-40B4-BE49-F238E27FC236}">
                <a16:creationId xmlns:a16="http://schemas.microsoft.com/office/drawing/2014/main" id="{5AFD953C-92CA-41C7-AD02-A5B6EE77BAD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09800" y="2589213"/>
            <a:ext cx="1828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种；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987" name="文本框 4">
            <a:extLst>
              <a:ext uri="{FF2B5EF4-FFF2-40B4-BE49-F238E27FC236}">
                <a16:creationId xmlns:a16="http://schemas.microsoft.com/office/drawing/2014/main" id="{B71D55F4-6463-4879-A90E-A78381D4367E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902200" y="2592388"/>
            <a:ext cx="13716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Microsoft Yahei" panose="020B0503020204020204" pitchFamily="34" charset="-122"/>
              </a:rPr>
              <a:t>2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Microsoft Yahei" panose="020B0503020204020204" pitchFamily="34" charset="-122"/>
              </a:rPr>
              <a:t>种；</a:t>
            </a:r>
          </a:p>
        </p:txBody>
      </p:sp>
      <p:sp>
        <p:nvSpPr>
          <p:cNvPr id="41988" name="文本框 5">
            <a:extLst>
              <a:ext uri="{FF2B5EF4-FFF2-40B4-BE49-F238E27FC236}">
                <a16:creationId xmlns:a16="http://schemas.microsoft.com/office/drawing/2014/main" id="{53DFD19A-6E63-4AB1-AA62-5FEB4EA46B6D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745413" y="2525713"/>
            <a:ext cx="2209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种；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989" name="文本框 6">
            <a:extLst>
              <a:ext uri="{FF2B5EF4-FFF2-40B4-BE49-F238E27FC236}">
                <a16:creationId xmlns:a16="http://schemas.microsoft.com/office/drawing/2014/main" id="{CF64389F-E7BC-48B1-A448-39035FCB8E63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01863" y="3706813"/>
            <a:ext cx="19812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种；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990" name="椭圆 7">
            <a:extLst>
              <a:ext uri="{FF2B5EF4-FFF2-40B4-BE49-F238E27FC236}">
                <a16:creationId xmlns:a16="http://schemas.microsoft.com/office/drawing/2014/main" id="{BC064B41-C62F-46DD-AAE6-BCC1FED2986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343025" y="26527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991" name="椭圆 8">
            <a:extLst>
              <a:ext uri="{FF2B5EF4-FFF2-40B4-BE49-F238E27FC236}">
                <a16:creationId xmlns:a16="http://schemas.microsoft.com/office/drawing/2014/main" id="{D0DC1C04-EC0D-41D7-89ED-C55675660B9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035425" y="2657475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992" name="椭圆 9">
            <a:extLst>
              <a:ext uri="{FF2B5EF4-FFF2-40B4-BE49-F238E27FC236}">
                <a16:creationId xmlns:a16="http://schemas.microsoft.com/office/drawing/2014/main" id="{CCB2D305-FBCA-4F78-BD7C-FB7EBAB70EA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878638" y="25892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993" name="椭圆 10">
            <a:extLst>
              <a:ext uri="{FF2B5EF4-FFF2-40B4-BE49-F238E27FC236}">
                <a16:creationId xmlns:a16="http://schemas.microsoft.com/office/drawing/2014/main" id="{E55FB958-1E34-468B-AFB5-AFCEBE93000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335088" y="377190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994" name="Text Box 2">
            <a:extLst>
              <a:ext uri="{FF2B5EF4-FFF2-40B4-BE49-F238E27FC236}">
                <a16:creationId xmlns:a16="http://schemas.microsoft.com/office/drawing/2014/main" id="{BE788EB9-CA9F-4F34-913A-5314CC82C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609600"/>
            <a:ext cx="10896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仅在         内有定义的连续函数，区间内满足狄利 克莱定理的条件，</a:t>
            </a:r>
            <a:endParaRPr kumimoji="1" lang="zh-CN" altLang="en-US" sz="1800" b="0"/>
          </a:p>
        </p:txBody>
      </p:sp>
      <p:graphicFrame>
        <p:nvGraphicFramePr>
          <p:cNvPr id="41995" name="Object 3">
            <a:extLst>
              <a:ext uri="{FF2B5EF4-FFF2-40B4-BE49-F238E27FC236}">
                <a16:creationId xmlns:a16="http://schemas.microsoft.com/office/drawing/2014/main" id="{109C6BC0-DBF4-4F89-8B3F-3FA79F0716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647700"/>
          <a:ext cx="8143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42751" imgH="203112" progId="Equation.DSMT4">
                  <p:embed/>
                </p:oleObj>
              </mc:Choice>
              <mc:Fallback>
                <p:oleObj name="Equation" r:id="rId15" imgW="342751" imgH="20311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647700"/>
                        <a:ext cx="8143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Rectangle 6">
            <a:extLst>
              <a:ext uri="{FF2B5EF4-FFF2-40B4-BE49-F238E27FC236}">
                <a16:creationId xmlns:a16="http://schemas.microsoft.com/office/drawing/2014/main" id="{E066F09A-615F-4802-9056-2094DAD6F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576263"/>
            <a:ext cx="1219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思考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7.</a:t>
            </a:r>
            <a:endParaRPr lang="en-US" altLang="zh-CN" sz="2800" b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41997" name="矩形 1">
            <a:extLst>
              <a:ext uri="{FF2B5EF4-FFF2-40B4-BE49-F238E27FC236}">
                <a16:creationId xmlns:a16="http://schemas.microsoft.com/office/drawing/2014/main" id="{0240B1B2-2B4E-4D6A-9C49-0547A5161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1257300"/>
            <a:ext cx="7518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你会展的三角级数形式最多可以有（   ）种。</a:t>
            </a:r>
            <a:endParaRPr kumimoji="1" lang="zh-CN" altLang="en-US" sz="1800" b="0">
              <a:solidFill>
                <a:srgbClr val="000000"/>
              </a:solidFill>
            </a:endParaRPr>
          </a:p>
        </p:txBody>
      </p:sp>
      <p:sp>
        <p:nvSpPr>
          <p:cNvPr id="41998" name="文本框 21">
            <a:extLst>
              <a:ext uri="{FF2B5EF4-FFF2-40B4-BE49-F238E27FC236}">
                <a16:creationId xmlns:a16="http://schemas.microsoft.com/office/drawing/2014/main" id="{508C6986-E665-4AA3-8FE8-12FEE931569C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902200" y="3729038"/>
            <a:ext cx="2017713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种；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999" name="椭圆 22">
            <a:extLst>
              <a:ext uri="{FF2B5EF4-FFF2-40B4-BE49-F238E27FC236}">
                <a16:creationId xmlns:a16="http://schemas.microsoft.com/office/drawing/2014/main" id="{B6EF6D9A-26DB-417B-BFBF-F33DC969468A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4035425" y="3792538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2000" name="文本框 23">
            <a:extLst>
              <a:ext uri="{FF2B5EF4-FFF2-40B4-BE49-F238E27FC236}">
                <a16:creationId xmlns:a16="http://schemas.microsoft.com/office/drawing/2014/main" id="{67F22A50-E00F-49C6-98CB-5F3F9B3E95E0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739063" y="3692525"/>
            <a:ext cx="1825625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几种都行</a:t>
            </a: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2001" name="椭圆 24">
            <a:extLst>
              <a:ext uri="{FF2B5EF4-FFF2-40B4-BE49-F238E27FC236}">
                <a16:creationId xmlns:a16="http://schemas.microsoft.com/office/drawing/2014/main" id="{0F97D81B-6DDB-45E0-9C9A-EE556CC442B3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6872288" y="3756025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18" name="直接连接符 17"/>
          <p:cNvCxnSpPr>
            <a:cxnSpLocks noChangeShapeType="1"/>
          </p:cNvCxnSpPr>
          <p:nvPr/>
        </p:nvCxnSpPr>
        <p:spPr bwMode="auto">
          <a:xfrm>
            <a:off x="457200" y="762000"/>
            <a:ext cx="10668000" cy="0"/>
          </a:xfrm>
          <a:prstGeom prst="line">
            <a:avLst/>
          </a:prstGeom>
          <a:noFill/>
          <a:ln w="28575" algn="ctr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685800" y="11430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en-US" altLang="zh-CN"/>
              <a:t>                        </a:t>
            </a:r>
            <a:endParaRPr lang="zh-CN" altLang="en-US"/>
          </a:p>
        </p:txBody>
      </p:sp>
      <p:graphicFrame>
        <p:nvGraphicFramePr>
          <p:cNvPr id="21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042080"/>
              </p:ext>
            </p:extLst>
          </p:nvPr>
        </p:nvGraphicFramePr>
        <p:xfrm>
          <a:off x="1179512" y="1208881"/>
          <a:ext cx="38496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215640" progId="Equation.DSMT4">
                  <p:embed/>
                </p:oleObj>
              </mc:Choice>
              <mc:Fallback>
                <p:oleObj name="Equation" r:id="rId2" imgW="1587240" imgH="215640" progId="Equation.DSMT4">
                  <p:embed/>
                  <p:pic>
                    <p:nvPicPr>
                      <p:cNvPr id="21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2" y="1208881"/>
                        <a:ext cx="38496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923936"/>
              </p:ext>
            </p:extLst>
          </p:nvPr>
        </p:nvGraphicFramePr>
        <p:xfrm>
          <a:off x="5181600" y="1232694"/>
          <a:ext cx="342106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17113" imgH="205975" progId="Equation.DSMT4">
                  <p:embed/>
                </p:oleObj>
              </mc:Choice>
              <mc:Fallback>
                <p:oleObj name="Equation" r:id="rId4" imgW="1417113" imgH="205975" progId="Equation.DSMT4">
                  <p:embed/>
                  <p:pic>
                    <p:nvPicPr>
                      <p:cNvPr id="2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232694"/>
                        <a:ext cx="3421063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421079"/>
              </p:ext>
            </p:extLst>
          </p:nvPr>
        </p:nvGraphicFramePr>
        <p:xfrm>
          <a:off x="8602663" y="1220787"/>
          <a:ext cx="27193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20244" imgH="205975" progId="Equation.DSMT4">
                  <p:embed/>
                </p:oleObj>
              </mc:Choice>
              <mc:Fallback>
                <p:oleObj name="Equation" r:id="rId6" imgW="1120244" imgH="205975" progId="Equation.DSMT4">
                  <p:embed/>
                  <p:pic>
                    <p:nvPicPr>
                      <p:cNvPr id="2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2663" y="1220787"/>
                        <a:ext cx="271938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6">
            <a:extLst>
              <a:ext uri="{FF2B5EF4-FFF2-40B4-BE49-F238E27FC236}">
                <a16:creationId xmlns:a16="http://schemas.microsoft.com/office/drawing/2014/main" id="{C23F4685-9C33-474A-A4DD-09F9BE420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147638"/>
            <a:ext cx="5715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2060"/>
                </a:solidFill>
                <a:ea typeface="楷体_GB2312" pitchFamily="49" charset="-122"/>
              </a:rPr>
              <a:t>四、非周期函数的展开</a:t>
            </a:r>
            <a:r>
              <a:rPr lang="en-US" altLang="zh-CN" sz="2800" dirty="0">
                <a:solidFill>
                  <a:srgbClr val="002060"/>
                </a:solidFill>
                <a:ea typeface="楷体_GB2312" pitchFamily="49" charset="-122"/>
              </a:rPr>
              <a:t>----</a:t>
            </a:r>
            <a:r>
              <a:rPr lang="zh-CN" altLang="en-US" sz="2800" dirty="0">
                <a:solidFill>
                  <a:srgbClr val="002060"/>
                </a:solidFill>
                <a:ea typeface="楷体_GB2312" pitchFamily="49" charset="-122"/>
              </a:rPr>
              <a:t>周期延拓</a:t>
            </a:r>
          </a:p>
        </p:txBody>
      </p:sp>
    </p:spTree>
    <p:extLst>
      <p:ext uri="{BB962C8B-B14F-4D97-AF65-F5344CB8AC3E}">
        <p14:creationId xmlns:p14="http://schemas.microsoft.com/office/powerpoint/2010/main" val="299891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457200" y="228600"/>
            <a:ext cx="1752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方法：</a:t>
            </a:r>
            <a:endParaRPr lang="zh-CN" altLang="en-US"/>
          </a:p>
        </p:txBody>
      </p:sp>
      <p:graphicFrame>
        <p:nvGraphicFramePr>
          <p:cNvPr id="3" name="Object 34"/>
          <p:cNvGraphicFramePr>
            <a:graphicFrameLocks noChangeAspect="1"/>
          </p:cNvGraphicFramePr>
          <p:nvPr/>
        </p:nvGraphicFramePr>
        <p:xfrm>
          <a:off x="1630363" y="293688"/>
          <a:ext cx="84899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20292" imgH="205975" progId="Equation.DSMT4">
                  <p:embed/>
                </p:oleObj>
              </mc:Choice>
              <mc:Fallback>
                <p:oleObj name="Equation" r:id="rId2" imgW="3520292" imgH="205975" progId="Equation.DSMT4">
                  <p:embed/>
                  <p:pic>
                    <p:nvPicPr>
                      <p:cNvPr id="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293688"/>
                        <a:ext cx="848995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4"/>
          <p:cNvGraphicFramePr>
            <a:graphicFrameLocks noChangeAspect="1"/>
          </p:cNvGraphicFramePr>
          <p:nvPr/>
        </p:nvGraphicFramePr>
        <p:xfrm>
          <a:off x="1600200" y="1000125"/>
          <a:ext cx="45513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82066" imgH="205975" progId="Equation.DSMT4">
                  <p:embed/>
                </p:oleObj>
              </mc:Choice>
              <mc:Fallback>
                <p:oleObj name="Equation" r:id="rId4" imgW="1882066" imgH="205975" progId="Equation.DSMT4">
                  <p:embed/>
                  <p:pic>
                    <p:nvPicPr>
                      <p:cNvPr id="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00125"/>
                        <a:ext cx="455136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/>
          <p:cNvGraphicFramePr>
            <a:graphicFrameLocks noChangeAspect="1"/>
          </p:cNvGraphicFramePr>
          <p:nvPr/>
        </p:nvGraphicFramePr>
        <p:xfrm>
          <a:off x="2057400" y="1724025"/>
          <a:ext cx="60483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21162" imgH="426528" progId="Equation.DSMT4">
                  <p:embed/>
                </p:oleObj>
              </mc:Choice>
              <mc:Fallback>
                <p:oleObj name="Equation" r:id="rId6" imgW="2621162" imgH="426528" progId="Equation.DSMT4">
                  <p:embed/>
                  <p:pic>
                    <p:nvPicPr>
                      <p:cNvPr id="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24025"/>
                        <a:ext cx="60483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/>
          <p:cNvGraphicFramePr>
            <a:graphicFrameLocks noChangeAspect="1"/>
          </p:cNvGraphicFramePr>
          <p:nvPr/>
        </p:nvGraphicFramePr>
        <p:xfrm>
          <a:off x="1905000" y="2994025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2866" imgH="419004" progId="Equation.3">
                  <p:embed/>
                </p:oleObj>
              </mc:Choice>
              <mc:Fallback>
                <p:oleObj name="Equation" r:id="rId8" imgW="662866" imgH="419004" progId="Equation.3">
                  <p:embed/>
                  <p:pic>
                    <p:nvPicPr>
                      <p:cNvPr id="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994025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6"/>
          <p:cNvGraphicFramePr>
            <a:graphicFrameLocks noChangeAspect="1"/>
          </p:cNvGraphicFramePr>
          <p:nvPr/>
        </p:nvGraphicFramePr>
        <p:xfrm>
          <a:off x="6400800" y="2844800"/>
          <a:ext cx="3848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25210" imgH="906667" progId="Equation.3">
                  <p:embed/>
                </p:oleObj>
              </mc:Choice>
              <mc:Fallback>
                <p:oleObj name="Equation" r:id="rId10" imgW="3825210" imgH="906667" progId="Equation.3">
                  <p:embed/>
                  <p:pic>
                    <p:nvPicPr>
                      <p:cNvPr id="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844800"/>
                        <a:ext cx="3848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7"/>
          <p:cNvGraphicFramePr>
            <a:graphicFrameLocks noChangeAspect="1"/>
          </p:cNvGraphicFramePr>
          <p:nvPr/>
        </p:nvGraphicFramePr>
        <p:xfrm>
          <a:off x="2697163" y="2778125"/>
          <a:ext cx="30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1718" imgH="906667" progId="Equation.3">
                  <p:embed/>
                </p:oleObj>
              </mc:Choice>
              <mc:Fallback>
                <p:oleObj name="Equation" r:id="rId12" imgW="281718" imgH="906667" progId="Equation.3">
                  <p:embed/>
                  <p:pic>
                    <p:nvPicPr>
                      <p:cNvPr id="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2778125"/>
                        <a:ext cx="30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8"/>
          <p:cNvGraphicFramePr>
            <a:graphicFrameLocks noChangeAspect="1"/>
          </p:cNvGraphicFramePr>
          <p:nvPr/>
        </p:nvGraphicFramePr>
        <p:xfrm>
          <a:off x="3060700" y="2844800"/>
          <a:ext cx="287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49850" imgH="830484" progId="Equation.3">
                  <p:embed/>
                </p:oleObj>
              </mc:Choice>
              <mc:Fallback>
                <p:oleObj name="Equation" r:id="rId14" imgW="2849850" imgH="830484" progId="Equation.3">
                  <p:embed/>
                  <p:pic>
                    <p:nvPicPr>
                      <p:cNvPr id="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2844800"/>
                        <a:ext cx="2870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/>
          <p:cNvGraphicFramePr>
            <a:graphicFrameLocks noChangeAspect="1"/>
          </p:cNvGraphicFramePr>
          <p:nvPr/>
        </p:nvGraphicFramePr>
        <p:xfrm>
          <a:off x="1576388" y="3635375"/>
          <a:ext cx="80359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82414" imgH="426528" progId="Equation.DSMT4">
                  <p:embed/>
                </p:oleObj>
              </mc:Choice>
              <mc:Fallback>
                <p:oleObj name="Equation" r:id="rId16" imgW="3482414" imgH="426528" progId="Equation.DSMT4">
                  <p:embed/>
                  <p:pic>
                    <p:nvPicPr>
                      <p:cNvPr id="1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3635375"/>
                        <a:ext cx="80359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/>
          <p:cNvGraphicFramePr>
            <a:graphicFrameLocks noChangeAspect="1"/>
          </p:cNvGraphicFramePr>
          <p:nvPr/>
        </p:nvGraphicFramePr>
        <p:xfrm>
          <a:off x="2081213" y="4724400"/>
          <a:ext cx="692626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02310" imgH="388437" progId="Equation.DSMT4">
                  <p:embed/>
                </p:oleObj>
              </mc:Choice>
              <mc:Fallback>
                <p:oleObj name="Equation" r:id="rId18" imgW="3002310" imgH="388437" progId="Equation.DSMT4">
                  <p:embed/>
                  <p:pic>
                    <p:nvPicPr>
                      <p:cNvPr id="1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4724400"/>
                        <a:ext cx="6926262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313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685800" y="11430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en-US" altLang="zh-CN"/>
              <a:t>                        </a:t>
            </a:r>
            <a:endParaRPr lang="zh-CN" altLang="en-US"/>
          </a:p>
        </p:txBody>
      </p:sp>
      <p:graphicFrame>
        <p:nvGraphicFramePr>
          <p:cNvPr id="3" name="Object 34"/>
          <p:cNvGraphicFramePr>
            <a:graphicFrameLocks noChangeAspect="1"/>
          </p:cNvGraphicFramePr>
          <p:nvPr/>
        </p:nvGraphicFramePr>
        <p:xfrm>
          <a:off x="1487488" y="1206500"/>
          <a:ext cx="94646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1742" imgH="205975" progId="Equation.DSMT4">
                  <p:embed/>
                </p:oleObj>
              </mc:Choice>
              <mc:Fallback>
                <p:oleObj name="Equation" r:id="rId2" imgW="3931742" imgH="205975" progId="Equation.DSMT4">
                  <p:embed/>
                  <p:pic>
                    <p:nvPicPr>
                      <p:cNvPr id="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1206500"/>
                        <a:ext cx="94646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916" name="直接连接符 5"/>
          <p:cNvCxnSpPr>
            <a:cxnSpLocks noChangeShapeType="1"/>
          </p:cNvCxnSpPr>
          <p:nvPr/>
        </p:nvCxnSpPr>
        <p:spPr bwMode="auto">
          <a:xfrm>
            <a:off x="457200" y="762000"/>
            <a:ext cx="10668000" cy="0"/>
          </a:xfrm>
          <a:prstGeom prst="line">
            <a:avLst/>
          </a:prstGeom>
          <a:noFill/>
          <a:ln w="28575" algn="ctr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17" name="文本框 6"/>
          <p:cNvSpPr txBox="1">
            <a:spLocks noChangeArrowheads="1"/>
          </p:cNvSpPr>
          <p:nvPr/>
        </p:nvSpPr>
        <p:spPr bwMode="auto">
          <a:xfrm>
            <a:off x="403225" y="147638"/>
            <a:ext cx="5715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2060"/>
                </a:solidFill>
                <a:ea typeface="楷体_GB2312" pitchFamily="49" charset="-122"/>
              </a:rPr>
              <a:t>四、非周期函数的展开</a:t>
            </a:r>
            <a:r>
              <a:rPr lang="en-US" altLang="zh-CN" sz="2800" dirty="0">
                <a:solidFill>
                  <a:srgbClr val="002060"/>
                </a:solidFill>
                <a:ea typeface="楷体_GB2312" pitchFamily="49" charset="-122"/>
              </a:rPr>
              <a:t>----</a:t>
            </a:r>
            <a:r>
              <a:rPr lang="zh-CN" altLang="en-US" sz="2800" dirty="0">
                <a:solidFill>
                  <a:srgbClr val="002060"/>
                </a:solidFill>
                <a:ea typeface="楷体_GB2312" pitchFamily="49" charset="-122"/>
              </a:rPr>
              <a:t>周期延拓</a:t>
            </a:r>
          </a:p>
        </p:txBody>
      </p:sp>
      <p:graphicFrame>
        <p:nvGraphicFramePr>
          <p:cNvPr id="8" name="Object 34"/>
          <p:cNvGraphicFramePr>
            <a:graphicFrameLocks noChangeAspect="1"/>
          </p:cNvGraphicFramePr>
          <p:nvPr/>
        </p:nvGraphicFramePr>
        <p:xfrm>
          <a:off x="1584325" y="2714625"/>
          <a:ext cx="55022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5673" imgH="205975" progId="Equation.DSMT4">
                  <p:embed/>
                </p:oleObj>
              </mc:Choice>
              <mc:Fallback>
                <p:oleObj name="Equation" r:id="rId4" imgW="2415673" imgH="205975" progId="Equation.DSMT4">
                  <p:embed/>
                  <p:pic>
                    <p:nvPicPr>
                      <p:cNvPr id="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714625"/>
                        <a:ext cx="55022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63550" y="2649538"/>
            <a:ext cx="1974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方法：</a:t>
            </a:r>
            <a:r>
              <a:rPr lang="en-US" altLang="zh-CN"/>
              <a:t>                        </a:t>
            </a:r>
            <a:endParaRPr lang="zh-CN" altLang="en-US"/>
          </a:p>
        </p:txBody>
      </p:sp>
      <p:graphicFrame>
        <p:nvGraphicFramePr>
          <p:cNvPr id="10" name="Object 34"/>
          <p:cNvGraphicFramePr>
            <a:graphicFrameLocks noChangeAspect="1"/>
          </p:cNvGraphicFramePr>
          <p:nvPr/>
        </p:nvGraphicFramePr>
        <p:xfrm>
          <a:off x="2133600" y="3549650"/>
          <a:ext cx="38481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92772" imgH="449571" progId="Equation.DSMT4">
                  <p:embed/>
                </p:oleObj>
              </mc:Choice>
              <mc:Fallback>
                <p:oleObj name="Equation" r:id="rId6" imgW="1592772" imgH="449571" progId="Equation.DSMT4">
                  <p:embed/>
                  <p:pic>
                    <p:nvPicPr>
                      <p:cNvPr id="1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549650"/>
                        <a:ext cx="384810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4"/>
          <p:cNvGraphicFramePr>
            <a:graphicFrameLocks noChangeAspect="1"/>
          </p:cNvGraphicFramePr>
          <p:nvPr/>
        </p:nvGraphicFramePr>
        <p:xfrm>
          <a:off x="6858000" y="3806825"/>
          <a:ext cx="2436813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0546" imgH="197981" progId="Equation.DSMT4">
                  <p:embed/>
                </p:oleObj>
              </mc:Choice>
              <mc:Fallback>
                <p:oleObj name="Equation" r:id="rId8" imgW="1150546" imgH="197981" progId="Equation.DSMT4">
                  <p:embed/>
                  <p:pic>
                    <p:nvPicPr>
                      <p:cNvPr id="11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806825"/>
                        <a:ext cx="2436813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4"/>
          <p:cNvGraphicFramePr>
            <a:graphicFrameLocks noChangeAspect="1"/>
          </p:cNvGraphicFramePr>
          <p:nvPr/>
        </p:nvGraphicFramePr>
        <p:xfrm>
          <a:off x="3886200" y="1906588"/>
          <a:ext cx="64008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36313" imgH="205975" progId="Equation.DSMT4">
                  <p:embed/>
                </p:oleObj>
              </mc:Choice>
              <mc:Fallback>
                <p:oleObj name="Equation" r:id="rId10" imgW="2636313" imgH="205975" progId="Equation.DSMT4">
                  <p:embed/>
                  <p:pic>
                    <p:nvPicPr>
                      <p:cNvPr id="1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906588"/>
                        <a:ext cx="64008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502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724" name="Object 4">
            <a:extLst>
              <a:ext uri="{FF2B5EF4-FFF2-40B4-BE49-F238E27FC236}">
                <a16:creationId xmlns:a16="http://schemas.microsoft.com/office/drawing/2014/main" id="{1F909D94-61B6-4214-9744-F81328D6A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3175" y="1166813"/>
          <a:ext cx="2376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797" imgH="183919" progId="Equation.DSMT4">
                  <p:embed/>
                </p:oleObj>
              </mc:Choice>
              <mc:Fallback>
                <p:oleObj name="Equation" r:id="rId2" imgW="1028797" imgH="18391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3175" y="1166813"/>
                        <a:ext cx="23764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5" name="Object 5">
            <a:extLst>
              <a:ext uri="{FF2B5EF4-FFF2-40B4-BE49-F238E27FC236}">
                <a16:creationId xmlns:a16="http://schemas.microsoft.com/office/drawing/2014/main" id="{E330C255-841C-489B-8071-191CC0559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9588" y="3402013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827" imgH="368358" progId="Equation.3">
                  <p:embed/>
                </p:oleObj>
              </mc:Choice>
              <mc:Fallback>
                <p:oleObj name="Equation" r:id="rId4" imgW="1015827" imgH="36835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3402013"/>
                        <a:ext cx="1054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6" name="Line 6">
            <a:extLst>
              <a:ext uri="{FF2B5EF4-FFF2-40B4-BE49-F238E27FC236}">
                <a16:creationId xmlns:a16="http://schemas.microsoft.com/office/drawing/2014/main" id="{D8D9D9E2-FF42-4E7A-86A3-00372E10D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6213" y="3833813"/>
            <a:ext cx="0" cy="3603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27" name="Text Box 7">
            <a:extLst>
              <a:ext uri="{FF2B5EF4-FFF2-40B4-BE49-F238E27FC236}">
                <a16:creationId xmlns:a16="http://schemas.microsoft.com/office/drawing/2014/main" id="{BC7C5F14-289D-4602-B907-8791B7340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588" y="419417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周期延拓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158728" name="Object 8">
            <a:extLst>
              <a:ext uri="{FF2B5EF4-FFF2-40B4-BE49-F238E27FC236}">
                <a16:creationId xmlns:a16="http://schemas.microsoft.com/office/drawing/2014/main" id="{E070253D-4D58-4D3B-939D-02DB155409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1125" y="3328988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827" imgH="368358" progId="Equation.3">
                  <p:embed/>
                </p:oleObj>
              </mc:Choice>
              <mc:Fallback>
                <p:oleObj name="Equation" r:id="rId6" imgW="1015827" imgH="36835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3328988"/>
                        <a:ext cx="1054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9" name="Line 9">
            <a:extLst>
              <a:ext uri="{FF2B5EF4-FFF2-40B4-BE49-F238E27FC236}">
                <a16:creationId xmlns:a16="http://schemas.microsoft.com/office/drawing/2014/main" id="{7632CD4C-B016-405B-8958-C2B473A6F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6213" y="4625975"/>
            <a:ext cx="0" cy="3603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30" name="Text Box 10">
            <a:extLst>
              <a:ext uri="{FF2B5EF4-FFF2-40B4-BE49-F238E27FC236}">
                <a16:creationId xmlns:a16="http://schemas.microsoft.com/office/drawing/2014/main" id="{615619E2-C959-4992-B31C-2B16A05CD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763" y="4913313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 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在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[0 ,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 ]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上展成</a:t>
            </a:r>
          </a:p>
        </p:txBody>
      </p:sp>
      <p:sp>
        <p:nvSpPr>
          <p:cNvPr id="158731" name="Line 11">
            <a:extLst>
              <a:ext uri="{FF2B5EF4-FFF2-40B4-BE49-F238E27FC236}">
                <a16:creationId xmlns:a16="http://schemas.microsoft.com/office/drawing/2014/main" id="{8FA3CD98-3453-4D55-964E-F9CEA80375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9188" y="3762375"/>
            <a:ext cx="0" cy="3603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32" name="Text Box 12">
            <a:extLst>
              <a:ext uri="{FF2B5EF4-FFF2-40B4-BE49-F238E27FC236}">
                <a16:creationId xmlns:a16="http://schemas.microsoft.com/office/drawing/2014/main" id="{1F346CB1-4E4C-4003-8FF8-38F86080D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4194175"/>
            <a:ext cx="2506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周期延拓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158733" name="Line 13">
            <a:extLst>
              <a:ext uri="{FF2B5EF4-FFF2-40B4-BE49-F238E27FC236}">
                <a16:creationId xmlns:a16="http://schemas.microsoft.com/office/drawing/2014/main" id="{2E6A4C70-911D-4368-9A25-08EDCB343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0625" y="4625975"/>
            <a:ext cx="0" cy="3603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34" name="Text Box 14">
            <a:extLst>
              <a:ext uri="{FF2B5EF4-FFF2-40B4-BE49-F238E27FC236}">
                <a16:creationId xmlns:a16="http://schemas.microsoft.com/office/drawing/2014/main" id="{9DA1D309-223D-4495-B7EE-FEC39B175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7763" y="53467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余弦级数</a:t>
            </a:r>
          </a:p>
        </p:txBody>
      </p:sp>
      <p:sp>
        <p:nvSpPr>
          <p:cNvPr id="158735" name="Text Box 15">
            <a:extLst>
              <a:ext uri="{FF2B5EF4-FFF2-40B4-BE49-F238E27FC236}">
                <a16:creationId xmlns:a16="http://schemas.microsoft.com/office/drawing/2014/main" id="{9FF1D398-A7D9-40CD-9F4B-61DC12A85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9540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奇延拓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28D7520A-AC4B-452B-AFF5-EC2BA34BFE1D}"/>
              </a:ext>
            </a:extLst>
          </p:cNvPr>
          <p:cNvGrpSpPr>
            <a:grpSpLocks/>
          </p:cNvGrpSpPr>
          <p:nvPr/>
        </p:nvGrpSpPr>
        <p:grpSpPr bwMode="auto">
          <a:xfrm>
            <a:off x="2644775" y="1457325"/>
            <a:ext cx="1690688" cy="381000"/>
            <a:chOff x="720" y="768"/>
            <a:chExt cx="1065" cy="240"/>
          </a:xfrm>
        </p:grpSpPr>
        <p:sp>
          <p:nvSpPr>
            <p:cNvPr id="45117" name="Line 17">
              <a:extLst>
                <a:ext uri="{FF2B5EF4-FFF2-40B4-BE49-F238E27FC236}">
                  <a16:creationId xmlns:a16="http://schemas.microsoft.com/office/drawing/2014/main" id="{C2E86A38-0779-43C5-B167-5EDC2B22B4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768"/>
              <a:ext cx="106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8" name="Line 18">
              <a:extLst>
                <a:ext uri="{FF2B5EF4-FFF2-40B4-BE49-F238E27FC236}">
                  <a16:creationId xmlns:a16="http://schemas.microsoft.com/office/drawing/2014/main" id="{F892FA59-BB97-43CD-890E-69A6C43A0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768"/>
              <a:ext cx="0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8739" name="Text Box 19">
            <a:extLst>
              <a:ext uri="{FF2B5EF4-FFF2-40B4-BE49-F238E27FC236}">
                <a16:creationId xmlns:a16="http://schemas.microsoft.com/office/drawing/2014/main" id="{6D1B50AC-6B1A-45AD-9DB3-108318508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175" y="8667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偶延拓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id="{CA208949-D003-4C97-A325-3C3E609960D3}"/>
              </a:ext>
            </a:extLst>
          </p:cNvPr>
          <p:cNvGrpSpPr>
            <a:grpSpLocks/>
          </p:cNvGrpSpPr>
          <p:nvPr/>
        </p:nvGrpSpPr>
        <p:grpSpPr bwMode="auto">
          <a:xfrm>
            <a:off x="7613650" y="1385888"/>
            <a:ext cx="1690688" cy="304800"/>
            <a:chOff x="3495" y="720"/>
            <a:chExt cx="1065" cy="192"/>
          </a:xfrm>
        </p:grpSpPr>
        <p:sp>
          <p:nvSpPr>
            <p:cNvPr id="45115" name="Line 21">
              <a:extLst>
                <a:ext uri="{FF2B5EF4-FFF2-40B4-BE49-F238E27FC236}">
                  <a16:creationId xmlns:a16="http://schemas.microsoft.com/office/drawing/2014/main" id="{C56B8F98-8943-4640-831B-BD43FBFF9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5" y="720"/>
              <a:ext cx="106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6" name="Line 22">
              <a:extLst>
                <a:ext uri="{FF2B5EF4-FFF2-40B4-BE49-F238E27FC236}">
                  <a16:creationId xmlns:a16="http://schemas.microsoft.com/office/drawing/2014/main" id="{AC262D27-F134-4A2C-A0B6-232F1C926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720"/>
              <a:ext cx="0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3">
            <a:extLst>
              <a:ext uri="{FF2B5EF4-FFF2-40B4-BE49-F238E27FC236}">
                <a16:creationId xmlns:a16="http://schemas.microsoft.com/office/drawing/2014/main" id="{5B4B3CCB-ED29-4B56-B698-8299BCD41292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1746250"/>
            <a:ext cx="1271588" cy="904875"/>
            <a:chOff x="3739" y="1126"/>
            <a:chExt cx="801" cy="570"/>
          </a:xfrm>
        </p:grpSpPr>
        <p:sp>
          <p:nvSpPr>
            <p:cNvPr id="45112" name="Line 24">
              <a:extLst>
                <a:ext uri="{FF2B5EF4-FFF2-40B4-BE49-F238E27FC236}">
                  <a16:creationId xmlns:a16="http://schemas.microsoft.com/office/drawing/2014/main" id="{457E2CA1-43D5-4489-A38F-380539238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8" y="1152"/>
              <a:ext cx="0" cy="3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3" name="Freeform 25">
              <a:extLst>
                <a:ext uri="{FF2B5EF4-FFF2-40B4-BE49-F238E27FC236}">
                  <a16:creationId xmlns:a16="http://schemas.microsoft.com/office/drawing/2014/main" id="{0FFFBAB7-C688-4D5D-B4B7-498DE74A5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1126"/>
              <a:ext cx="672" cy="240"/>
            </a:xfrm>
            <a:custGeom>
              <a:avLst/>
              <a:gdLst>
                <a:gd name="T0" fmla="*/ 0 w 672"/>
                <a:gd name="T1" fmla="*/ 0 h 240"/>
                <a:gd name="T2" fmla="*/ 192 w 672"/>
                <a:gd name="T3" fmla="*/ 192 h 240"/>
                <a:gd name="T4" fmla="*/ 432 w 672"/>
                <a:gd name="T5" fmla="*/ 48 h 240"/>
                <a:gd name="T6" fmla="*/ 672 w 672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0"/>
                  </a:moveTo>
                  <a:cubicBezTo>
                    <a:pt x="60" y="92"/>
                    <a:pt x="120" y="184"/>
                    <a:pt x="192" y="192"/>
                  </a:cubicBezTo>
                  <a:cubicBezTo>
                    <a:pt x="264" y="200"/>
                    <a:pt x="352" y="40"/>
                    <a:pt x="432" y="48"/>
                  </a:cubicBezTo>
                  <a:cubicBezTo>
                    <a:pt x="512" y="56"/>
                    <a:pt x="632" y="208"/>
                    <a:pt x="672" y="240"/>
                  </a:cubicBezTo>
                </a:path>
              </a:pathLst>
            </a:custGeom>
            <a:noFill/>
            <a:ln w="1905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114" name="Object 26">
              <a:extLst>
                <a:ext uri="{FF2B5EF4-FFF2-40B4-BE49-F238E27FC236}">
                  <a16:creationId xmlns:a16="http://schemas.microsoft.com/office/drawing/2014/main" id="{872C7780-2937-44B2-8769-A85384A125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39" y="1514"/>
            <a:ext cx="340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403" imgH="114300" progId="Equation.DSMT4">
                    <p:embed/>
                  </p:oleObj>
                </mc:Choice>
                <mc:Fallback>
                  <p:oleObj name="Equation" r:id="rId8" imgW="190403" imgH="1143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9" y="1514"/>
                          <a:ext cx="340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7">
            <a:extLst>
              <a:ext uri="{FF2B5EF4-FFF2-40B4-BE49-F238E27FC236}">
                <a16:creationId xmlns:a16="http://schemas.microsoft.com/office/drawing/2014/main" id="{8D72E8FD-4B87-458F-AB75-62D9CBC6BC3D}"/>
              </a:ext>
            </a:extLst>
          </p:cNvPr>
          <p:cNvGrpSpPr>
            <a:grpSpLocks/>
          </p:cNvGrpSpPr>
          <p:nvPr/>
        </p:nvGrpSpPr>
        <p:grpSpPr bwMode="auto">
          <a:xfrm>
            <a:off x="7108825" y="1530350"/>
            <a:ext cx="3206750" cy="1138238"/>
            <a:chOff x="3532" y="1000"/>
            <a:chExt cx="2020" cy="717"/>
          </a:xfrm>
        </p:grpSpPr>
        <p:sp>
          <p:nvSpPr>
            <p:cNvPr id="45104" name="Line 28">
              <a:extLst>
                <a:ext uri="{FF2B5EF4-FFF2-40B4-BE49-F238E27FC236}">
                  <a16:creationId xmlns:a16="http://schemas.microsoft.com/office/drawing/2014/main" id="{DD10AC7A-945E-474F-B4E4-06294C004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2" y="1488"/>
              <a:ext cx="20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5" name="Line 29">
              <a:extLst>
                <a:ext uri="{FF2B5EF4-FFF2-40B4-BE49-F238E27FC236}">
                  <a16:creationId xmlns:a16="http://schemas.microsoft.com/office/drawing/2014/main" id="{C6A48A6C-FF2B-4A43-9A22-61073F463D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0" y="1008"/>
              <a:ext cx="0" cy="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6" name="Freeform 30">
              <a:extLst>
                <a:ext uri="{FF2B5EF4-FFF2-40B4-BE49-F238E27FC236}">
                  <a16:creationId xmlns:a16="http://schemas.microsoft.com/office/drawing/2014/main" id="{56178A73-131E-4440-828F-7259323A9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1126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40 w 672"/>
                <a:gd name="T3" fmla="*/ 48 h 240"/>
                <a:gd name="T4" fmla="*/ 480 w 672"/>
                <a:gd name="T5" fmla="*/ 192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80" y="148"/>
                    <a:pt x="160" y="56"/>
                    <a:pt x="240" y="48"/>
                  </a:cubicBezTo>
                  <a:cubicBezTo>
                    <a:pt x="320" y="40"/>
                    <a:pt x="408" y="200"/>
                    <a:pt x="480" y="192"/>
                  </a:cubicBezTo>
                  <a:cubicBezTo>
                    <a:pt x="552" y="184"/>
                    <a:pt x="640" y="32"/>
                    <a:pt x="672" y="0"/>
                  </a:cubicBez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7" name="Line 31">
              <a:extLst>
                <a:ext uri="{FF2B5EF4-FFF2-40B4-BE49-F238E27FC236}">
                  <a16:creationId xmlns:a16="http://schemas.microsoft.com/office/drawing/2014/main" id="{F5E52D2E-E7AF-4661-895F-375B8322A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2" y="1122"/>
              <a:ext cx="0" cy="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108" name="Object 32">
              <a:extLst>
                <a:ext uri="{FF2B5EF4-FFF2-40B4-BE49-F238E27FC236}">
                  <a16:creationId xmlns:a16="http://schemas.microsoft.com/office/drawing/2014/main" id="{19B653E6-155F-435C-8360-FE4FC3CA6F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08" y="153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403" imgH="209377" progId="Equation.3">
                    <p:embed/>
                  </p:oleObj>
                </mc:Choice>
                <mc:Fallback>
                  <p:oleObj name="Equation" r:id="rId10" imgW="190403" imgH="209377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8" y="153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09" name="Object 33">
              <a:extLst>
                <a:ext uri="{FF2B5EF4-FFF2-40B4-BE49-F238E27FC236}">
                  <a16:creationId xmlns:a16="http://schemas.microsoft.com/office/drawing/2014/main" id="{A6027B86-41AA-4350-AD0F-19F00A4418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8" y="152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951" imgH="209377" progId="Equation.3">
                    <p:embed/>
                  </p:oleObj>
                </mc:Choice>
                <mc:Fallback>
                  <p:oleObj name="Equation" r:id="rId12" imgW="177951" imgH="209377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52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10" name="Object 34">
              <a:extLst>
                <a:ext uri="{FF2B5EF4-FFF2-40B4-BE49-F238E27FC236}">
                  <a16:creationId xmlns:a16="http://schemas.microsoft.com/office/drawing/2014/main" id="{61C1F98C-7284-4CA2-8B8B-DBCCE902D9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50" y="1507"/>
            <a:ext cx="191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7912" imgH="114300" progId="Equation.DSMT4">
                    <p:embed/>
                  </p:oleObj>
                </mc:Choice>
                <mc:Fallback>
                  <p:oleObj name="Equation" r:id="rId14" imgW="107912" imgH="11430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0" y="1507"/>
                          <a:ext cx="191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11" name="Object 35">
              <a:extLst>
                <a:ext uri="{FF2B5EF4-FFF2-40B4-BE49-F238E27FC236}">
                  <a16:creationId xmlns:a16="http://schemas.microsoft.com/office/drawing/2014/main" id="{9E3F980C-59D8-4B49-AD0F-0A60CE379E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0" y="1000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9599" imgH="285750" progId="Equation.3">
                    <p:embed/>
                  </p:oleObj>
                </mc:Choice>
                <mc:Fallback>
                  <p:oleObj name="Equation" r:id="rId16" imgW="209599" imgH="28575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000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8756" name="Text Box 36">
            <a:extLst>
              <a:ext uri="{FF2B5EF4-FFF2-40B4-BE49-F238E27FC236}">
                <a16:creationId xmlns:a16="http://schemas.microsoft.com/office/drawing/2014/main" id="{2CCC662A-5D6D-49D7-9D66-9DF38A88B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200" y="53467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正弦级数</a:t>
            </a:r>
          </a:p>
        </p:txBody>
      </p:sp>
      <p:sp>
        <p:nvSpPr>
          <p:cNvPr id="158757" name="Text Box 37">
            <a:extLst>
              <a:ext uri="{FF2B5EF4-FFF2-40B4-BE49-F238E27FC236}">
                <a16:creationId xmlns:a16="http://schemas.microsoft.com/office/drawing/2014/main" id="{B954A709-3263-4450-9EFC-4C393AA0A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8100" y="4913313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 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在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[0 ,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 ]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上展成</a:t>
            </a:r>
          </a:p>
        </p:txBody>
      </p:sp>
      <p:grpSp>
        <p:nvGrpSpPr>
          <p:cNvPr id="6" name="Group 38">
            <a:extLst>
              <a:ext uri="{FF2B5EF4-FFF2-40B4-BE49-F238E27FC236}">
                <a16:creationId xmlns:a16="http://schemas.microsoft.com/office/drawing/2014/main" id="{CBBE5D26-ACA6-4602-A757-A5AC013DD2C7}"/>
              </a:ext>
            </a:extLst>
          </p:cNvPr>
          <p:cNvGrpSpPr>
            <a:grpSpLocks/>
          </p:cNvGrpSpPr>
          <p:nvPr/>
        </p:nvGrpSpPr>
        <p:grpSpPr bwMode="auto">
          <a:xfrm>
            <a:off x="2212975" y="1457325"/>
            <a:ext cx="2819400" cy="1428750"/>
            <a:chOff x="384" y="944"/>
            <a:chExt cx="1776" cy="900"/>
          </a:xfrm>
        </p:grpSpPr>
        <p:sp>
          <p:nvSpPr>
            <p:cNvPr id="45094" name="Line 39">
              <a:extLst>
                <a:ext uri="{FF2B5EF4-FFF2-40B4-BE49-F238E27FC236}">
                  <a16:creationId xmlns:a16="http://schemas.microsoft.com/office/drawing/2014/main" id="{56F93A89-8A55-4A58-8891-DFE116A50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392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5" name="Line 40">
              <a:extLst>
                <a:ext uri="{FF2B5EF4-FFF2-40B4-BE49-F238E27FC236}">
                  <a16:creationId xmlns:a16="http://schemas.microsoft.com/office/drawing/2014/main" id="{B313326D-26A4-4D36-AEFC-9B7DFB5EF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960"/>
              <a:ext cx="0" cy="8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6" name="Line 41">
              <a:extLst>
                <a:ext uri="{FF2B5EF4-FFF2-40B4-BE49-F238E27FC236}">
                  <a16:creationId xmlns:a16="http://schemas.microsoft.com/office/drawing/2014/main" id="{76D00D52-8461-4678-8F89-D3613984B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004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7" name="Object 42">
              <a:extLst>
                <a:ext uri="{FF2B5EF4-FFF2-40B4-BE49-F238E27FC236}">
                  <a16:creationId xmlns:a16="http://schemas.microsoft.com/office/drawing/2014/main" id="{92088C2B-4B5D-4425-9302-D1792CC45B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48" y="1444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95461" imgH="101831" progId="Equation.3">
                    <p:embed/>
                  </p:oleObj>
                </mc:Choice>
                <mc:Fallback>
                  <p:oleObj name="公式" r:id="rId18" imgW="95461" imgH="101831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8" y="1444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98" name="Object 43">
              <a:extLst>
                <a:ext uri="{FF2B5EF4-FFF2-40B4-BE49-F238E27FC236}">
                  <a16:creationId xmlns:a16="http://schemas.microsoft.com/office/drawing/2014/main" id="{02AE31E7-1C54-41C0-8BE2-C88E19AA3B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1392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95461" imgH="101831" progId="Equation.3">
                    <p:embed/>
                  </p:oleObj>
                </mc:Choice>
                <mc:Fallback>
                  <p:oleObj name="公式" r:id="rId20" imgW="95461" imgH="101831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392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99" name="Object 44">
              <a:extLst>
                <a:ext uri="{FF2B5EF4-FFF2-40B4-BE49-F238E27FC236}">
                  <a16:creationId xmlns:a16="http://schemas.microsoft.com/office/drawing/2014/main" id="{504DE2E0-99F8-40A8-AF2E-1F1F77262A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31" y="1384"/>
            <a:ext cx="23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07912" imgH="114300" progId="Equation.DSMT4">
                    <p:embed/>
                  </p:oleObj>
                </mc:Choice>
                <mc:Fallback>
                  <p:oleObj name="Equation" r:id="rId22" imgW="107912" imgH="11430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1" y="1384"/>
                          <a:ext cx="230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00" name="Object 45">
              <a:extLst>
                <a:ext uri="{FF2B5EF4-FFF2-40B4-BE49-F238E27FC236}">
                  <a16:creationId xmlns:a16="http://schemas.microsoft.com/office/drawing/2014/main" id="{1244E5FC-8CBB-4D9C-BDDB-0C042FCC06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944"/>
            <a:ext cx="219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01686" imgH="133523" progId="Equation.3">
                    <p:embed/>
                  </p:oleObj>
                </mc:Choice>
                <mc:Fallback>
                  <p:oleObj name="公式" r:id="rId24" imgW="101686" imgH="133523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944"/>
                          <a:ext cx="219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5101" name="Group 46">
              <a:extLst>
                <a:ext uri="{FF2B5EF4-FFF2-40B4-BE49-F238E27FC236}">
                  <a16:creationId xmlns:a16="http://schemas.microsoft.com/office/drawing/2014/main" id="{384FEE7D-E9FA-4CBD-B5C8-444706E985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6" y="1008"/>
              <a:ext cx="688" cy="240"/>
              <a:chOff x="1136" y="960"/>
              <a:chExt cx="688" cy="240"/>
            </a:xfrm>
          </p:grpSpPr>
          <p:sp>
            <p:nvSpPr>
              <p:cNvPr id="45102" name="Freeform 47">
                <a:extLst>
                  <a:ext uri="{FF2B5EF4-FFF2-40B4-BE49-F238E27FC236}">
                    <a16:creationId xmlns:a16="http://schemas.microsoft.com/office/drawing/2014/main" id="{096F5243-921A-40DD-ABFC-190485F5E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960"/>
                <a:ext cx="672" cy="240"/>
              </a:xfrm>
              <a:custGeom>
                <a:avLst/>
                <a:gdLst>
                  <a:gd name="T0" fmla="*/ 0 w 672"/>
                  <a:gd name="T1" fmla="*/ 240 h 240"/>
                  <a:gd name="T2" fmla="*/ 240 w 672"/>
                  <a:gd name="T3" fmla="*/ 48 h 240"/>
                  <a:gd name="T4" fmla="*/ 480 w 672"/>
                  <a:gd name="T5" fmla="*/ 192 h 240"/>
                  <a:gd name="T6" fmla="*/ 672 w 672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240"/>
                  <a:gd name="T14" fmla="*/ 672 w 672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240">
                    <a:moveTo>
                      <a:pt x="0" y="240"/>
                    </a:moveTo>
                    <a:cubicBezTo>
                      <a:pt x="80" y="148"/>
                      <a:pt x="160" y="56"/>
                      <a:pt x="240" y="48"/>
                    </a:cubicBezTo>
                    <a:cubicBezTo>
                      <a:pt x="320" y="40"/>
                      <a:pt x="408" y="200"/>
                      <a:pt x="480" y="192"/>
                    </a:cubicBezTo>
                    <a:cubicBezTo>
                      <a:pt x="552" y="184"/>
                      <a:pt x="640" y="3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03" name="Oval 48">
                <a:extLst>
                  <a:ext uri="{FF2B5EF4-FFF2-40B4-BE49-F238E27FC236}">
                    <a16:creationId xmlns:a16="http://schemas.microsoft.com/office/drawing/2014/main" id="{8F965779-5FF6-4C7D-BD83-BD2725ADE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6" y="1152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8" name="Group 49">
            <a:extLst>
              <a:ext uri="{FF2B5EF4-FFF2-40B4-BE49-F238E27FC236}">
                <a16:creationId xmlns:a16="http://schemas.microsoft.com/office/drawing/2014/main" id="{262A7855-2054-46AB-80D9-F30B76B6CAEE}"/>
              </a:ext>
            </a:extLst>
          </p:cNvPr>
          <p:cNvGrpSpPr>
            <a:grpSpLocks/>
          </p:cNvGrpSpPr>
          <p:nvPr/>
        </p:nvGrpSpPr>
        <p:grpSpPr bwMode="auto">
          <a:xfrm>
            <a:off x="2105025" y="2133600"/>
            <a:ext cx="1374775" cy="803275"/>
            <a:chOff x="311" y="1274"/>
            <a:chExt cx="866" cy="506"/>
          </a:xfrm>
        </p:grpSpPr>
        <p:sp>
          <p:nvSpPr>
            <p:cNvPr id="45089" name="Line 50">
              <a:extLst>
                <a:ext uri="{FF2B5EF4-FFF2-40B4-BE49-F238E27FC236}">
                  <a16:creationId xmlns:a16="http://schemas.microsoft.com/office/drawing/2014/main" id="{7FC7947A-023B-4746-B6D2-B51B647467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1392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0" name="Object 51">
              <a:extLst>
                <a:ext uri="{FF2B5EF4-FFF2-40B4-BE49-F238E27FC236}">
                  <a16:creationId xmlns:a16="http://schemas.microsoft.com/office/drawing/2014/main" id="{7A995636-F010-48DE-9F03-71B91B707D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1" y="1274"/>
            <a:ext cx="349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90403" imgH="114300" progId="Equation.DSMT4">
                    <p:embed/>
                  </p:oleObj>
                </mc:Choice>
                <mc:Fallback>
                  <p:oleObj name="Equation" r:id="rId26" imgW="190403" imgH="11430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" y="1274"/>
                          <a:ext cx="349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5091" name="Group 52">
              <a:extLst>
                <a:ext uri="{FF2B5EF4-FFF2-40B4-BE49-F238E27FC236}">
                  <a16:creationId xmlns:a16="http://schemas.microsoft.com/office/drawing/2014/main" id="{8907FC50-C43D-4147-ADF5-96F4DC22C5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536"/>
              <a:ext cx="697" cy="240"/>
              <a:chOff x="480" y="1584"/>
              <a:chExt cx="697" cy="240"/>
            </a:xfrm>
          </p:grpSpPr>
          <p:sp>
            <p:nvSpPr>
              <p:cNvPr id="45092" name="Freeform 53">
                <a:extLst>
                  <a:ext uri="{FF2B5EF4-FFF2-40B4-BE49-F238E27FC236}">
                    <a16:creationId xmlns:a16="http://schemas.microsoft.com/office/drawing/2014/main" id="{DE4445D4-0206-4697-ACC1-A20976A3F08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" y="1584"/>
                <a:ext cx="672" cy="240"/>
              </a:xfrm>
              <a:custGeom>
                <a:avLst/>
                <a:gdLst>
                  <a:gd name="T0" fmla="*/ 0 w 672"/>
                  <a:gd name="T1" fmla="*/ 240 h 240"/>
                  <a:gd name="T2" fmla="*/ 240 w 672"/>
                  <a:gd name="T3" fmla="*/ 48 h 240"/>
                  <a:gd name="T4" fmla="*/ 480 w 672"/>
                  <a:gd name="T5" fmla="*/ 192 h 240"/>
                  <a:gd name="T6" fmla="*/ 672 w 672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240"/>
                  <a:gd name="T14" fmla="*/ 672 w 672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240">
                    <a:moveTo>
                      <a:pt x="0" y="240"/>
                    </a:moveTo>
                    <a:cubicBezTo>
                      <a:pt x="80" y="148"/>
                      <a:pt x="160" y="56"/>
                      <a:pt x="240" y="48"/>
                    </a:cubicBezTo>
                    <a:cubicBezTo>
                      <a:pt x="320" y="40"/>
                      <a:pt x="408" y="200"/>
                      <a:pt x="480" y="192"/>
                    </a:cubicBezTo>
                    <a:cubicBezTo>
                      <a:pt x="552" y="184"/>
                      <a:pt x="640" y="3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3" name="Oval 54">
                <a:extLst>
                  <a:ext uri="{FF2B5EF4-FFF2-40B4-BE49-F238E27FC236}">
                    <a16:creationId xmlns:a16="http://schemas.microsoft.com/office/drawing/2014/main" id="{0D99D950-51B8-409F-8E43-E8E20183C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6" y="1584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158775" name="Oval 55">
            <a:extLst>
              <a:ext uri="{FF2B5EF4-FFF2-40B4-BE49-F238E27FC236}">
                <a16:creationId xmlns:a16="http://schemas.microsoft.com/office/drawing/2014/main" id="{4C09B0F0-7ACA-4B4D-93DC-D12969347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2178050"/>
            <a:ext cx="65087" cy="650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58776" name="AutoShape 56">
            <a:extLst>
              <a:ext uri="{FF2B5EF4-FFF2-40B4-BE49-F238E27FC236}">
                <a16:creationId xmlns:a16="http://schemas.microsoft.com/office/drawing/2014/main" id="{EADE6ED2-2383-49E3-8C9F-9CD89786A4CA}"/>
              </a:ext>
            </a:extLst>
          </p:cNvPr>
          <p:cNvSpPr>
            <a:spLocks/>
          </p:cNvSpPr>
          <p:nvPr/>
        </p:nvSpPr>
        <p:spPr bwMode="auto">
          <a:xfrm>
            <a:off x="2932113" y="3041650"/>
            <a:ext cx="252412" cy="1084263"/>
          </a:xfrm>
          <a:prstGeom prst="leftBrace">
            <a:avLst>
              <a:gd name="adj1" fmla="val 3579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158777" name="Object 57">
            <a:extLst>
              <a:ext uri="{FF2B5EF4-FFF2-40B4-BE49-F238E27FC236}">
                <a16:creationId xmlns:a16="http://schemas.microsoft.com/office/drawing/2014/main" id="{C39A185D-D5E8-4DA4-8106-7C7032DCA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1063" y="2825750"/>
          <a:ext cx="23669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05062" imgH="183919" progId="Equation.DSMT4">
                  <p:embed/>
                </p:oleObj>
              </mc:Choice>
              <mc:Fallback>
                <p:oleObj name="Equation" r:id="rId28" imgW="1105062" imgH="183919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2825750"/>
                        <a:ext cx="236696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78" name="Object 58">
            <a:extLst>
              <a:ext uri="{FF2B5EF4-FFF2-40B4-BE49-F238E27FC236}">
                <a16:creationId xmlns:a16="http://schemas.microsoft.com/office/drawing/2014/main" id="{A8035DDF-3D2A-41FA-AE7F-5E395CFB0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8375" y="3402013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14662" imgH="362123" progId="Equation.3">
                  <p:embed/>
                </p:oleObj>
              </mc:Choice>
              <mc:Fallback>
                <p:oleObj name="Equation" r:id="rId30" imgW="1714662" imgH="362123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75" y="3402013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79" name="Object 59">
            <a:extLst>
              <a:ext uri="{FF2B5EF4-FFF2-40B4-BE49-F238E27FC236}">
                <a16:creationId xmlns:a16="http://schemas.microsoft.com/office/drawing/2014/main" id="{28449578-F735-4B09-BE5E-9973F8AADB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9463" y="3830638"/>
          <a:ext cx="25812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19200" imgH="183919" progId="Equation.DSMT4">
                  <p:embed/>
                </p:oleObj>
              </mc:Choice>
              <mc:Fallback>
                <p:oleObj name="Equation" r:id="rId32" imgW="1219200" imgH="183919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3830638"/>
                        <a:ext cx="258127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80" name="AutoShape 60">
            <a:extLst>
              <a:ext uri="{FF2B5EF4-FFF2-40B4-BE49-F238E27FC236}">
                <a16:creationId xmlns:a16="http://schemas.microsoft.com/office/drawing/2014/main" id="{EB7412B5-C5AB-4D61-B4AF-0B1DB8E461ED}"/>
              </a:ext>
            </a:extLst>
          </p:cNvPr>
          <p:cNvSpPr>
            <a:spLocks/>
          </p:cNvSpPr>
          <p:nvPr/>
        </p:nvSpPr>
        <p:spPr bwMode="auto">
          <a:xfrm>
            <a:off x="7613650" y="2897188"/>
            <a:ext cx="152400" cy="10668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158781" name="Object 61">
            <a:extLst>
              <a:ext uri="{FF2B5EF4-FFF2-40B4-BE49-F238E27FC236}">
                <a16:creationId xmlns:a16="http://schemas.microsoft.com/office/drawing/2014/main" id="{7AA2B652-D33A-46A5-A960-519BE7B91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7350" y="2808288"/>
          <a:ext cx="23098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009601" imgH="183919" progId="Equation.DSMT4">
                  <p:embed/>
                </p:oleObj>
              </mc:Choice>
              <mc:Fallback>
                <p:oleObj name="Equation" r:id="rId34" imgW="1009601" imgH="183919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7350" y="2808288"/>
                        <a:ext cx="23098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82" name="Object 62">
            <a:extLst>
              <a:ext uri="{FF2B5EF4-FFF2-40B4-BE49-F238E27FC236}">
                <a16:creationId xmlns:a16="http://schemas.microsoft.com/office/drawing/2014/main" id="{E64F9D37-F229-4D8E-9D00-A018E263A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2738" y="3541713"/>
          <a:ext cx="26193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142935" imgH="183919" progId="Equation.DSMT4">
                  <p:embed/>
                </p:oleObj>
              </mc:Choice>
              <mc:Fallback>
                <p:oleObj name="Equation" r:id="rId36" imgW="1142935" imgH="183919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2738" y="3541713"/>
                        <a:ext cx="26193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83" name="Line 63">
            <a:extLst>
              <a:ext uri="{FF2B5EF4-FFF2-40B4-BE49-F238E27FC236}">
                <a16:creationId xmlns:a16="http://schemas.microsoft.com/office/drawing/2014/main" id="{9E7A63AE-2593-4BE2-9600-410826F1D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5225" y="1601788"/>
            <a:ext cx="0" cy="428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8" name="Rectangle 64">
            <a:extLst>
              <a:ext uri="{FF2B5EF4-FFF2-40B4-BE49-F238E27FC236}">
                <a16:creationId xmlns:a16="http://schemas.microsoft.com/office/drawing/2014/main" id="{CAD99D02-1124-4EA7-8E8F-FCDFC4D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8600"/>
            <a:ext cx="7847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latin typeface="楷体_GB2312" pitchFamily="49" charset="-122"/>
                <a:ea typeface="楷体_GB2312" pitchFamily="49" charset="-122"/>
              </a:rPr>
              <a:t>例如：在</a:t>
            </a:r>
            <a:r>
              <a:rPr lang="en-US" altLang="zh-CN" sz="2800" b="0">
                <a:latin typeface="楷体_GB2312" pitchFamily="49" charset="-122"/>
                <a:ea typeface="楷体_GB2312" pitchFamily="49" charset="-122"/>
              </a:rPr>
              <a:t>[0,</a:t>
            </a:r>
            <a:r>
              <a:rPr lang="en-US" altLang="zh-CN" sz="2800" b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]</a:t>
            </a:r>
            <a:r>
              <a:rPr lang="zh-CN" altLang="en-US" sz="2800" b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上的函数展成正弦级数与余弦级数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8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5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5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8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5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5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5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5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8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5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5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5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7" grpId="0" build="p" autoUpdateAnimBg="0"/>
      <p:bldP spid="158730" grpId="0" autoUpdateAnimBg="0"/>
      <p:bldP spid="158732" grpId="0" build="p" autoUpdateAnimBg="0"/>
      <p:bldP spid="158734" grpId="0" autoUpdateAnimBg="0"/>
      <p:bldP spid="158735" grpId="0" build="p" autoUpdateAnimBg="0"/>
      <p:bldP spid="158739" grpId="0" build="p" autoUpdateAnimBg="0"/>
      <p:bldP spid="158756" grpId="0" autoUpdateAnimBg="0"/>
      <p:bldP spid="158757" grpId="0" autoUpdateAnimBg="0"/>
      <p:bldP spid="158775" grpId="0" animBg="1"/>
      <p:bldP spid="158776" grpId="0" animBg="1"/>
      <p:bldP spid="15878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0200"/>
            <a:ext cx="990600" cy="457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ea typeface="楷体_GB2312" pitchFamily="49" charset="-122"/>
              </a:rPr>
              <a:t>4.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1593850" y="320675"/>
            <a:ext cx="2063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将周期函数</a:t>
            </a:r>
          </a:p>
        </p:txBody>
      </p:sp>
      <p:graphicFrame>
        <p:nvGraphicFramePr>
          <p:cNvPr id="32772" name="Object 7"/>
          <p:cNvGraphicFramePr>
            <a:graphicFrameLocks noChangeAspect="1"/>
          </p:cNvGraphicFramePr>
          <p:nvPr/>
        </p:nvGraphicFramePr>
        <p:xfrm>
          <a:off x="3487738" y="346075"/>
          <a:ext cx="165576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0476" imgH="197981" progId="Equation.DSMT4">
                  <p:embed/>
                </p:oleObj>
              </mc:Choice>
              <mc:Fallback>
                <p:oleObj name="Equation" r:id="rId2" imgW="830476" imgH="197981" progId="Equation.DSMT4">
                  <p:embed/>
                  <p:pic>
                    <p:nvPicPr>
                      <p:cNvPr id="3277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346075"/>
                        <a:ext cx="1655762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6" name="Text Box 8"/>
          <p:cNvSpPr txBox="1">
            <a:spLocks noChangeArrowheads="1"/>
          </p:cNvSpPr>
          <p:nvPr/>
        </p:nvSpPr>
        <p:spPr bwMode="auto">
          <a:xfrm>
            <a:off x="609600" y="111125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zh-CN" altLang="en-US" sz="28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1257" name="Object 9"/>
          <p:cNvGraphicFramePr>
            <a:graphicFrameLocks noChangeAspect="1"/>
          </p:cNvGraphicFramePr>
          <p:nvPr/>
        </p:nvGraphicFramePr>
        <p:xfrm>
          <a:off x="1354138" y="1155700"/>
          <a:ext cx="610711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55812" imgH="205975" progId="Equation.DSMT4">
                  <p:embed/>
                </p:oleObj>
              </mc:Choice>
              <mc:Fallback>
                <p:oleObj name="Equation" r:id="rId4" imgW="3055812" imgH="205975" progId="Equation.DSMT4">
                  <p:embed/>
                  <p:pic>
                    <p:nvPicPr>
                      <p:cNvPr id="1812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1155700"/>
                        <a:ext cx="610711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818438" y="787400"/>
            <a:ext cx="3581400" cy="1612900"/>
            <a:chOff x="3312" y="1432"/>
            <a:chExt cx="2256" cy="1016"/>
          </a:xfrm>
        </p:grpSpPr>
        <p:sp>
          <p:nvSpPr>
            <p:cNvPr id="32788" name="Line 13"/>
            <p:cNvSpPr>
              <a:spLocks noChangeShapeType="1"/>
            </p:cNvSpPr>
            <p:nvPr/>
          </p:nvSpPr>
          <p:spPr bwMode="auto">
            <a:xfrm>
              <a:off x="3312" y="2016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Line 14"/>
            <p:cNvSpPr>
              <a:spLocks noChangeShapeType="1"/>
            </p:cNvSpPr>
            <p:nvPr/>
          </p:nvSpPr>
          <p:spPr bwMode="auto">
            <a:xfrm flipV="1">
              <a:off x="4320" y="148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2790" name="Object 21"/>
            <p:cNvGraphicFramePr>
              <a:graphicFrameLocks noChangeAspect="1"/>
            </p:cNvGraphicFramePr>
            <p:nvPr/>
          </p:nvGraphicFramePr>
          <p:xfrm>
            <a:off x="4709" y="2064"/>
            <a:ext cx="18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9732" imgH="129322" progId="Equation.DSMT4">
                    <p:embed/>
                  </p:oleObj>
                </mc:Choice>
                <mc:Fallback>
                  <p:oleObj name="Equation" r:id="rId6" imgW="129732" imgH="129322" progId="Equation.DSMT4">
                    <p:embed/>
                    <p:pic>
                      <p:nvPicPr>
                        <p:cNvPr id="3279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9" y="2064"/>
                          <a:ext cx="187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1" name="Object 22"/>
            <p:cNvGraphicFramePr>
              <a:graphicFrameLocks noChangeAspect="1"/>
            </p:cNvGraphicFramePr>
            <p:nvPr/>
          </p:nvGraphicFramePr>
          <p:xfrm>
            <a:off x="3711" y="2064"/>
            <a:ext cx="273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10407" imgH="221024" progId="Equation.3">
                    <p:embed/>
                  </p:oleObj>
                </mc:Choice>
                <mc:Fallback>
                  <p:oleObj name="Equation" r:id="rId8" imgW="510407" imgH="221024" progId="Equation.3">
                    <p:embed/>
                    <p:pic>
                      <p:nvPicPr>
                        <p:cNvPr id="32791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1" y="2064"/>
                          <a:ext cx="273" cy="1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2" name="Object 23"/>
            <p:cNvGraphicFramePr>
              <a:graphicFrameLocks noChangeAspect="1"/>
            </p:cNvGraphicFramePr>
            <p:nvPr/>
          </p:nvGraphicFramePr>
          <p:xfrm>
            <a:off x="4408" y="143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1113" imgH="297206" progId="Equation.3">
                    <p:embed/>
                  </p:oleObj>
                </mc:Choice>
                <mc:Fallback>
                  <p:oleObj name="Equation" r:id="rId10" imgW="221113" imgH="297206" progId="Equation.3">
                    <p:embed/>
                    <p:pic>
                      <p:nvPicPr>
                        <p:cNvPr id="3279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8" y="143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3" name="Object 24"/>
            <p:cNvGraphicFramePr>
              <a:graphicFrameLocks noChangeAspect="1"/>
            </p:cNvGraphicFramePr>
            <p:nvPr/>
          </p:nvGraphicFramePr>
          <p:xfrm>
            <a:off x="5424" y="205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5962" imgH="221024" progId="Equation.3">
                    <p:embed/>
                  </p:oleObj>
                </mc:Choice>
                <mc:Fallback>
                  <p:oleObj name="Equation" r:id="rId12" imgW="205962" imgH="221024" progId="Equation.3">
                    <p:embed/>
                    <p:pic>
                      <p:nvPicPr>
                        <p:cNvPr id="32793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05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4" name="Object 33"/>
            <p:cNvGraphicFramePr>
              <a:graphicFrameLocks noChangeAspect="1"/>
            </p:cNvGraphicFramePr>
            <p:nvPr/>
          </p:nvGraphicFramePr>
          <p:xfrm>
            <a:off x="4320" y="2039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337" imgH="221024" progId="Equation.3">
                    <p:embed/>
                  </p:oleObj>
                </mc:Choice>
                <mc:Fallback>
                  <p:oleObj name="Equation" r:id="rId14" imgW="190337" imgH="221024" progId="Equation.3">
                    <p:embed/>
                    <p:pic>
                      <p:nvPicPr>
                        <p:cNvPr id="32794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039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1282" name="Object 34"/>
          <p:cNvGraphicFramePr>
            <a:graphicFrameLocks noChangeAspect="1"/>
          </p:cNvGraphicFramePr>
          <p:nvPr/>
        </p:nvGraphicFramePr>
        <p:xfrm>
          <a:off x="1435100" y="2968625"/>
          <a:ext cx="34417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39444" imgH="388437" progId="Equation.DSMT4">
                  <p:embed/>
                </p:oleObj>
              </mc:Choice>
              <mc:Fallback>
                <p:oleObj name="Equation" r:id="rId16" imgW="2339444" imgH="388437" progId="Equation.DSMT4">
                  <p:embed/>
                  <p:pic>
                    <p:nvPicPr>
                      <p:cNvPr id="18128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2968625"/>
                        <a:ext cx="34417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5145088" y="330200"/>
            <a:ext cx="3008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展成</a:t>
            </a:r>
            <a:r>
              <a:rPr kumimoji="1" lang="en-US" altLang="zh-CN" sz="2800" b="0" dirty="0">
                <a:latin typeface="+mj-lt"/>
                <a:ea typeface="楷体_GB2312" pitchFamily="49" charset="-122"/>
                <a:sym typeface="Symbol" panose="05050102010706020507" pitchFamily="18" charset="2"/>
              </a:rPr>
              <a:t>Fourier</a:t>
            </a:r>
            <a:r>
              <a:rPr kumimoji="1" lang="zh-CN" altLang="en-US" sz="2800" b="0" dirty="0">
                <a:latin typeface="+mj-lt"/>
                <a:ea typeface="楷体_GB2312" pitchFamily="49" charset="-122"/>
                <a:sym typeface="Symbol" panose="05050102010706020507" pitchFamily="18" charset="2"/>
              </a:rPr>
              <a:t>级数</a:t>
            </a:r>
            <a:r>
              <a:rPr kumimoji="1" lang="en-US" altLang="zh-CN" sz="2800" b="0" dirty="0">
                <a:latin typeface="+mj-lt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kumimoji="1" lang="zh-CN" altLang="en-US" sz="2800" b="0" dirty="0">
              <a:latin typeface="+mj-lt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4" name="弧形 43"/>
          <p:cNvSpPr/>
          <p:nvPr/>
        </p:nvSpPr>
        <p:spPr bwMode="auto">
          <a:xfrm>
            <a:off x="9436100" y="1208088"/>
            <a:ext cx="688975" cy="974725"/>
          </a:xfrm>
          <a:prstGeom prst="arc">
            <a:avLst>
              <a:gd name="adj1" fmla="val 10944285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46" name="弧形 45"/>
          <p:cNvSpPr/>
          <p:nvPr/>
        </p:nvSpPr>
        <p:spPr bwMode="auto">
          <a:xfrm>
            <a:off x="10133013" y="1200150"/>
            <a:ext cx="688975" cy="973138"/>
          </a:xfrm>
          <a:prstGeom prst="arc">
            <a:avLst>
              <a:gd name="adj1" fmla="val 10944285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47" name="弧形 46"/>
          <p:cNvSpPr/>
          <p:nvPr/>
        </p:nvSpPr>
        <p:spPr bwMode="auto">
          <a:xfrm>
            <a:off x="8021638" y="1216025"/>
            <a:ext cx="688975" cy="973138"/>
          </a:xfrm>
          <a:prstGeom prst="arc">
            <a:avLst>
              <a:gd name="adj1" fmla="val 10944285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48" name="弧形 47"/>
          <p:cNvSpPr/>
          <p:nvPr/>
        </p:nvSpPr>
        <p:spPr bwMode="auto">
          <a:xfrm>
            <a:off x="8718550" y="1206500"/>
            <a:ext cx="688975" cy="974725"/>
          </a:xfrm>
          <a:prstGeom prst="arc">
            <a:avLst>
              <a:gd name="adj1" fmla="val 10944285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graphicFrame>
        <p:nvGraphicFramePr>
          <p:cNvPr id="49" name="Object 21"/>
          <p:cNvGraphicFramePr>
            <a:graphicFrameLocks noChangeAspect="1"/>
          </p:cNvGraphicFramePr>
          <p:nvPr/>
        </p:nvGraphicFramePr>
        <p:xfrm>
          <a:off x="10637838" y="1714500"/>
          <a:ext cx="3698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1113" imgH="167414" progId="Equation.DSMT4">
                  <p:embed/>
                </p:oleObj>
              </mc:Choice>
              <mc:Fallback>
                <p:oleObj name="Equation" r:id="rId18" imgW="221113" imgH="167414" progId="Equation.DSMT4">
                  <p:embed/>
                  <p:pic>
                    <p:nvPicPr>
                      <p:cNvPr id="4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7838" y="1714500"/>
                        <a:ext cx="3698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9"/>
          <p:cNvGraphicFramePr>
            <a:graphicFrameLocks noChangeAspect="1"/>
          </p:cNvGraphicFramePr>
          <p:nvPr/>
        </p:nvGraphicFramePr>
        <p:xfrm>
          <a:off x="1444625" y="1763713"/>
          <a:ext cx="35988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98261" imgH="205975" progId="Equation.DSMT4">
                  <p:embed/>
                </p:oleObj>
              </mc:Choice>
              <mc:Fallback>
                <p:oleObj name="Equation" r:id="rId20" imgW="1798261" imgH="205975" progId="Equation.DSMT4">
                  <p:embed/>
                  <p:pic>
                    <p:nvPicPr>
                      <p:cNvPr id="5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1763713"/>
                        <a:ext cx="359886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4"/>
          <p:cNvGraphicFramePr>
            <a:graphicFrameLocks noChangeAspect="1"/>
          </p:cNvGraphicFramePr>
          <p:nvPr/>
        </p:nvGraphicFramePr>
        <p:xfrm>
          <a:off x="1438275" y="2311400"/>
          <a:ext cx="25765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50546" imgH="221024" progId="Equation.DSMT4">
                  <p:embed/>
                </p:oleObj>
              </mc:Choice>
              <mc:Fallback>
                <p:oleObj name="Equation" r:id="rId22" imgW="1150546" imgH="221024" progId="Equation.DSMT4">
                  <p:embed/>
                  <p:pic>
                    <p:nvPicPr>
                      <p:cNvPr id="5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2311400"/>
                        <a:ext cx="25765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34"/>
          <p:cNvGraphicFramePr>
            <a:graphicFrameLocks noChangeAspect="1"/>
          </p:cNvGraphicFramePr>
          <p:nvPr/>
        </p:nvGraphicFramePr>
        <p:xfrm>
          <a:off x="1371600" y="3781425"/>
          <a:ext cx="71199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48807" imgH="388437" progId="Equation.DSMT4">
                  <p:embed/>
                </p:oleObj>
              </mc:Choice>
              <mc:Fallback>
                <p:oleObj name="Equation" r:id="rId24" imgW="2948807" imgH="388437" progId="Equation.DSMT4">
                  <p:embed/>
                  <p:pic>
                    <p:nvPicPr>
                      <p:cNvPr id="5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781425"/>
                        <a:ext cx="711993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34"/>
          <p:cNvGraphicFramePr>
            <a:graphicFrameLocks noChangeAspect="1"/>
          </p:cNvGraphicFramePr>
          <p:nvPr/>
        </p:nvGraphicFramePr>
        <p:xfrm>
          <a:off x="1752600" y="4806950"/>
          <a:ext cx="5561013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301092" imgH="388437" progId="Equation.DSMT4">
                  <p:embed/>
                </p:oleObj>
              </mc:Choice>
              <mc:Fallback>
                <p:oleObj name="Equation" r:id="rId26" imgW="2301092" imgH="388437" progId="Equation.DSMT4">
                  <p:embed/>
                  <p:pic>
                    <p:nvPicPr>
                      <p:cNvPr id="5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806950"/>
                        <a:ext cx="5561013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34"/>
          <p:cNvGraphicFramePr>
            <a:graphicFrameLocks noChangeAspect="1"/>
          </p:cNvGraphicFramePr>
          <p:nvPr/>
        </p:nvGraphicFramePr>
        <p:xfrm>
          <a:off x="7327900" y="4516438"/>
          <a:ext cx="3544888" cy="158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63040" imgH="655546" progId="Equation.DSMT4">
                  <p:embed/>
                </p:oleObj>
              </mc:Choice>
              <mc:Fallback>
                <p:oleObj name="Equation" r:id="rId28" imgW="1463040" imgH="655546" progId="Equation.DSMT4">
                  <p:embed/>
                  <p:pic>
                    <p:nvPicPr>
                      <p:cNvPr id="5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4516438"/>
                        <a:ext cx="3544888" cy="158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15991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8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818438" y="787400"/>
            <a:ext cx="3581400" cy="1612900"/>
            <a:chOff x="3312" y="1432"/>
            <a:chExt cx="2256" cy="1016"/>
          </a:xfrm>
        </p:grpSpPr>
        <p:sp>
          <p:nvSpPr>
            <p:cNvPr id="33806" name="Line 13"/>
            <p:cNvSpPr>
              <a:spLocks noChangeShapeType="1"/>
            </p:cNvSpPr>
            <p:nvPr/>
          </p:nvSpPr>
          <p:spPr bwMode="auto">
            <a:xfrm>
              <a:off x="3312" y="2016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7" name="Line 14"/>
            <p:cNvSpPr>
              <a:spLocks noChangeShapeType="1"/>
            </p:cNvSpPr>
            <p:nvPr/>
          </p:nvSpPr>
          <p:spPr bwMode="auto">
            <a:xfrm flipV="1">
              <a:off x="4320" y="148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08" name="Object 21"/>
            <p:cNvGraphicFramePr>
              <a:graphicFrameLocks noChangeAspect="1"/>
            </p:cNvGraphicFramePr>
            <p:nvPr/>
          </p:nvGraphicFramePr>
          <p:xfrm>
            <a:off x="4709" y="2064"/>
            <a:ext cx="18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9732" imgH="129322" progId="Equation.DSMT4">
                    <p:embed/>
                  </p:oleObj>
                </mc:Choice>
                <mc:Fallback>
                  <p:oleObj name="Equation" r:id="rId2" imgW="129732" imgH="129322" progId="Equation.DSMT4">
                    <p:embed/>
                    <p:pic>
                      <p:nvPicPr>
                        <p:cNvPr id="33808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9" y="2064"/>
                          <a:ext cx="187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9" name="Object 22"/>
            <p:cNvGraphicFramePr>
              <a:graphicFrameLocks noChangeAspect="1"/>
            </p:cNvGraphicFramePr>
            <p:nvPr/>
          </p:nvGraphicFramePr>
          <p:xfrm>
            <a:off x="3711" y="2064"/>
            <a:ext cx="273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10407" imgH="221024" progId="Equation.3">
                    <p:embed/>
                  </p:oleObj>
                </mc:Choice>
                <mc:Fallback>
                  <p:oleObj name="Equation" r:id="rId4" imgW="510407" imgH="221024" progId="Equation.3">
                    <p:embed/>
                    <p:pic>
                      <p:nvPicPr>
                        <p:cNvPr id="33809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1" y="2064"/>
                          <a:ext cx="273" cy="1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0" name="Object 23"/>
            <p:cNvGraphicFramePr>
              <a:graphicFrameLocks noChangeAspect="1"/>
            </p:cNvGraphicFramePr>
            <p:nvPr/>
          </p:nvGraphicFramePr>
          <p:xfrm>
            <a:off x="4408" y="143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1113" imgH="297206" progId="Equation.3">
                    <p:embed/>
                  </p:oleObj>
                </mc:Choice>
                <mc:Fallback>
                  <p:oleObj name="Equation" r:id="rId6" imgW="221113" imgH="297206" progId="Equation.3">
                    <p:embed/>
                    <p:pic>
                      <p:nvPicPr>
                        <p:cNvPr id="3381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8" y="143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24"/>
            <p:cNvGraphicFramePr>
              <a:graphicFrameLocks noChangeAspect="1"/>
            </p:cNvGraphicFramePr>
            <p:nvPr/>
          </p:nvGraphicFramePr>
          <p:xfrm>
            <a:off x="5424" y="205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5962" imgH="221024" progId="Equation.3">
                    <p:embed/>
                  </p:oleObj>
                </mc:Choice>
                <mc:Fallback>
                  <p:oleObj name="Equation" r:id="rId8" imgW="205962" imgH="221024" progId="Equation.3">
                    <p:embed/>
                    <p:pic>
                      <p:nvPicPr>
                        <p:cNvPr id="33811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05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33"/>
            <p:cNvGraphicFramePr>
              <a:graphicFrameLocks noChangeAspect="1"/>
            </p:cNvGraphicFramePr>
            <p:nvPr/>
          </p:nvGraphicFramePr>
          <p:xfrm>
            <a:off x="4320" y="2039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337" imgH="221024" progId="Equation.3">
                    <p:embed/>
                  </p:oleObj>
                </mc:Choice>
                <mc:Fallback>
                  <p:oleObj name="Equation" r:id="rId10" imgW="190337" imgH="221024" progId="Equation.3">
                    <p:embed/>
                    <p:pic>
                      <p:nvPicPr>
                        <p:cNvPr id="33812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039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弧形 43"/>
          <p:cNvSpPr/>
          <p:nvPr/>
        </p:nvSpPr>
        <p:spPr bwMode="auto">
          <a:xfrm>
            <a:off x="9436100" y="1208088"/>
            <a:ext cx="688975" cy="974725"/>
          </a:xfrm>
          <a:prstGeom prst="arc">
            <a:avLst>
              <a:gd name="adj1" fmla="val 10944285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46" name="弧形 45"/>
          <p:cNvSpPr/>
          <p:nvPr/>
        </p:nvSpPr>
        <p:spPr bwMode="auto">
          <a:xfrm>
            <a:off x="10133013" y="1200150"/>
            <a:ext cx="688975" cy="973138"/>
          </a:xfrm>
          <a:prstGeom prst="arc">
            <a:avLst>
              <a:gd name="adj1" fmla="val 10944285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47" name="弧形 46"/>
          <p:cNvSpPr/>
          <p:nvPr/>
        </p:nvSpPr>
        <p:spPr bwMode="auto">
          <a:xfrm>
            <a:off x="8021638" y="1216025"/>
            <a:ext cx="688975" cy="973138"/>
          </a:xfrm>
          <a:prstGeom prst="arc">
            <a:avLst>
              <a:gd name="adj1" fmla="val 10944285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48" name="弧形 47"/>
          <p:cNvSpPr/>
          <p:nvPr/>
        </p:nvSpPr>
        <p:spPr bwMode="auto">
          <a:xfrm>
            <a:off x="8718550" y="1206500"/>
            <a:ext cx="688975" cy="974725"/>
          </a:xfrm>
          <a:prstGeom prst="arc">
            <a:avLst>
              <a:gd name="adj1" fmla="val 10944285"/>
              <a:gd name="adj2" fmla="val 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graphicFrame>
        <p:nvGraphicFramePr>
          <p:cNvPr id="49" name="Object 21"/>
          <p:cNvGraphicFramePr>
            <a:graphicFrameLocks noChangeAspect="1"/>
          </p:cNvGraphicFramePr>
          <p:nvPr/>
        </p:nvGraphicFramePr>
        <p:xfrm>
          <a:off x="10637838" y="1714500"/>
          <a:ext cx="3698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1113" imgH="167414" progId="Equation.DSMT4">
                  <p:embed/>
                </p:oleObj>
              </mc:Choice>
              <mc:Fallback>
                <p:oleObj name="Equation" r:id="rId12" imgW="221113" imgH="167414" progId="Equation.DSMT4">
                  <p:embed/>
                  <p:pic>
                    <p:nvPicPr>
                      <p:cNvPr id="4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7838" y="1714500"/>
                        <a:ext cx="3698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34"/>
          <p:cNvGraphicFramePr>
            <a:graphicFrameLocks noChangeAspect="1"/>
          </p:cNvGraphicFramePr>
          <p:nvPr/>
        </p:nvGraphicFramePr>
        <p:xfrm>
          <a:off x="609600" y="647700"/>
          <a:ext cx="48577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11798" imgH="426528" progId="Equation.DSMT4">
                  <p:embed/>
                </p:oleObj>
              </mc:Choice>
              <mc:Fallback>
                <p:oleObj name="Equation" r:id="rId14" imgW="2011798" imgH="426528" progId="Equation.DSMT4">
                  <p:embed/>
                  <p:pic>
                    <p:nvPicPr>
                      <p:cNvPr id="5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47700"/>
                        <a:ext cx="48577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4"/>
          <p:cNvGraphicFramePr>
            <a:graphicFrameLocks noChangeAspect="1"/>
          </p:cNvGraphicFramePr>
          <p:nvPr/>
        </p:nvGraphicFramePr>
        <p:xfrm>
          <a:off x="1655763" y="1878013"/>
          <a:ext cx="60483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07054" imgH="426528" progId="Equation.DSMT4">
                  <p:embed/>
                </p:oleObj>
              </mc:Choice>
              <mc:Fallback>
                <p:oleObj name="Equation" r:id="rId16" imgW="2507054" imgH="426528" progId="Equation.DSMT4">
                  <p:embed/>
                  <p:pic>
                    <p:nvPicPr>
                      <p:cNvPr id="2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878013"/>
                        <a:ext cx="604837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704246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26C159B-977A-4BA4-81F3-BC572BCA1F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03200"/>
            <a:ext cx="13716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accent2"/>
                </a:solidFill>
                <a:ea typeface="仿宋_GB2312" pitchFamily="49" charset="-122"/>
              </a:rPr>
              <a:t>5</a:t>
            </a:r>
            <a:r>
              <a:rPr lang="zh-CN" altLang="en-US" sz="2800" dirty="0">
                <a:ea typeface="仿宋_GB2312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把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B6504E14-6A81-4E14-9DA2-EB540AAD3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524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展开成</a:t>
            </a:r>
          </a:p>
        </p:txBody>
      </p:sp>
      <p:graphicFrame>
        <p:nvGraphicFramePr>
          <p:cNvPr id="46084" name="Object 4">
            <a:extLst>
              <a:ext uri="{FF2B5EF4-FFF2-40B4-BE49-F238E27FC236}">
                <a16:creationId xmlns:a16="http://schemas.microsoft.com/office/drawing/2014/main" id="{5DE42B04-D050-4D2E-8338-47918009F4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50" y="138113"/>
          <a:ext cx="354330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730" imgH="209377" progId="Equation.DSMT4">
                  <p:embed/>
                </p:oleObj>
              </mc:Choice>
              <mc:Fallback>
                <p:oleObj name="Equation" r:id="rId2" imgW="1371730" imgH="20937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138113"/>
                        <a:ext cx="3543300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Text Box 5">
            <a:extLst>
              <a:ext uri="{FF2B5EF4-FFF2-40B4-BE49-F238E27FC236}">
                <a16:creationId xmlns:a16="http://schemas.microsoft.com/office/drawing/2014/main" id="{28D95C1D-5A8C-4866-88BF-174E40658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7526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２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正弦级数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;        (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３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余弦级数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6086" name="Text Box 53">
            <a:extLst>
              <a:ext uri="{FF2B5EF4-FFF2-40B4-BE49-F238E27FC236}">
                <a16:creationId xmlns:a16="http://schemas.microsoft.com/office/drawing/2014/main" id="{60F05BFB-D548-4BE5-A912-8D613F90D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525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１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以     为周期的傅立叶级数</a:t>
            </a:r>
          </a:p>
        </p:txBody>
      </p:sp>
      <p:graphicFrame>
        <p:nvGraphicFramePr>
          <p:cNvPr id="46087" name="Object 54">
            <a:extLst>
              <a:ext uri="{FF2B5EF4-FFF2-40B4-BE49-F238E27FC236}">
                <a16:creationId xmlns:a16="http://schemas.microsoft.com/office/drawing/2014/main" id="{7925BF77-505C-44BC-BC52-3B054412E2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066800"/>
          <a:ext cx="3302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835" imgH="139518" progId="Equation.DSMT4">
                  <p:embed/>
                </p:oleObj>
              </mc:Choice>
              <mc:Fallback>
                <p:oleObj name="Equation" r:id="rId4" imgW="126835" imgH="139518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066800"/>
                        <a:ext cx="33020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AA0CAC7-E613-4854-8137-963D249B34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03200"/>
            <a:ext cx="13716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accent2"/>
                </a:solidFill>
                <a:ea typeface="仿宋_GB2312" pitchFamily="49" charset="-122"/>
              </a:rPr>
              <a:t>5</a:t>
            </a:r>
            <a:r>
              <a:rPr lang="zh-CN" altLang="en-US" sz="2800" dirty="0">
                <a:ea typeface="仿宋_GB2312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把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5A2120C4-F837-4D30-8260-2E2E48D87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524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展开成</a:t>
            </a:r>
          </a:p>
        </p:txBody>
      </p:sp>
      <p:graphicFrame>
        <p:nvGraphicFramePr>
          <p:cNvPr id="47108" name="Object 4">
            <a:extLst>
              <a:ext uri="{FF2B5EF4-FFF2-40B4-BE49-F238E27FC236}">
                <a16:creationId xmlns:a16="http://schemas.microsoft.com/office/drawing/2014/main" id="{429DFA74-CD00-41B1-83C2-3FB7C181F7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50" y="138113"/>
          <a:ext cx="354330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730" imgH="209377" progId="Equation.DSMT4">
                  <p:embed/>
                </p:oleObj>
              </mc:Choice>
              <mc:Fallback>
                <p:oleObj name="Equation" r:id="rId2" imgW="1371730" imgH="20937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138113"/>
                        <a:ext cx="3543300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Text Box 5">
            <a:extLst>
              <a:ext uri="{FF2B5EF4-FFF2-40B4-BE49-F238E27FC236}">
                <a16:creationId xmlns:a16="http://schemas.microsoft.com/office/drawing/2014/main" id="{B8E7EE5B-5DAF-491C-8A82-5F88F7E22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7526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２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正弦级数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;        (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３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余弦级数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7110" name="Text Box 53">
            <a:extLst>
              <a:ext uri="{FF2B5EF4-FFF2-40B4-BE49-F238E27FC236}">
                <a16:creationId xmlns:a16="http://schemas.microsoft.com/office/drawing/2014/main" id="{69A7C871-40C5-415D-AC6B-AE877480C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525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１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以     为周期的傅立叶级数</a:t>
            </a:r>
          </a:p>
        </p:txBody>
      </p:sp>
      <p:graphicFrame>
        <p:nvGraphicFramePr>
          <p:cNvPr id="47111" name="Object 54">
            <a:extLst>
              <a:ext uri="{FF2B5EF4-FFF2-40B4-BE49-F238E27FC236}">
                <a16:creationId xmlns:a16="http://schemas.microsoft.com/office/drawing/2014/main" id="{CB8BC48B-1CEC-438C-9B7C-F2860082A7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066800"/>
          <a:ext cx="3302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835" imgH="139518" progId="Equation.DSMT4">
                  <p:embed/>
                </p:oleObj>
              </mc:Choice>
              <mc:Fallback>
                <p:oleObj name="Equation" r:id="rId4" imgW="126835" imgH="139518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066800"/>
                        <a:ext cx="33020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4">
            <a:extLst>
              <a:ext uri="{FF2B5EF4-FFF2-40B4-BE49-F238E27FC236}">
                <a16:creationId xmlns:a16="http://schemas.microsoft.com/office/drawing/2014/main" id="{4516ECBA-67EE-4315-8352-A5D0B83BF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552700"/>
          <a:ext cx="51593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0700" imgH="533400" progId="Equation.DSMT4">
                  <p:embed/>
                </p:oleObj>
              </mc:Choice>
              <mc:Fallback>
                <p:oleObj name="Equation" r:id="rId6" imgW="30607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552700"/>
                        <a:ext cx="515937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5">
            <a:extLst>
              <a:ext uri="{FF2B5EF4-FFF2-40B4-BE49-F238E27FC236}">
                <a16:creationId xmlns:a16="http://schemas.microsoft.com/office/drawing/2014/main" id="{4FF2933E-6DB3-4311-A89A-D9A71AC86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8013" y="2792413"/>
          <a:ext cx="12255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641" imgH="203112" progId="Equation.DSMT4">
                  <p:embed/>
                </p:oleObj>
              </mc:Choice>
              <mc:Fallback>
                <p:oleObj name="Equation" r:id="rId8" imgW="596641" imgH="2031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8013" y="2792413"/>
                        <a:ext cx="12255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6">
            <a:extLst>
              <a:ext uri="{FF2B5EF4-FFF2-40B4-BE49-F238E27FC236}">
                <a16:creationId xmlns:a16="http://schemas.microsoft.com/office/drawing/2014/main" id="{E5C325C1-98ED-4830-ACE1-AC60495F9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6588" y="3924300"/>
          <a:ext cx="55959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63900" imgH="533400" progId="Equation.DSMT4">
                  <p:embed/>
                </p:oleObj>
              </mc:Choice>
              <mc:Fallback>
                <p:oleObj name="Equation" r:id="rId10" imgW="3263900" imgH="533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3924300"/>
                        <a:ext cx="55959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7">
            <a:extLst>
              <a:ext uri="{FF2B5EF4-FFF2-40B4-BE49-F238E27FC236}">
                <a16:creationId xmlns:a16="http://schemas.microsoft.com/office/drawing/2014/main" id="{CA61C71E-00A9-4370-AF39-9371CEF1E8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2150" y="5372100"/>
          <a:ext cx="46863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49500" imgH="533400" progId="Equation.DSMT4">
                  <p:embed/>
                </p:oleObj>
              </mc:Choice>
              <mc:Fallback>
                <p:oleObj name="Equation" r:id="rId12" imgW="23495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5372100"/>
                        <a:ext cx="46863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Object 8">
            <a:extLst>
              <a:ext uri="{FF2B5EF4-FFF2-40B4-BE49-F238E27FC236}">
                <a16:creationId xmlns:a16="http://schemas.microsoft.com/office/drawing/2014/main" id="{E9A67643-990E-4D83-B87B-9E6F86ED39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9438" y="4305300"/>
          <a:ext cx="121761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47" imgH="203112" progId="Equation.DSMT4">
                  <p:embed/>
                </p:oleObj>
              </mc:Choice>
              <mc:Fallback>
                <p:oleObj name="Equation" r:id="rId14" imgW="583947" imgH="2031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9438" y="4305300"/>
                        <a:ext cx="1217612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7" name="Object 9">
            <a:extLst>
              <a:ext uri="{FF2B5EF4-FFF2-40B4-BE49-F238E27FC236}">
                <a16:creationId xmlns:a16="http://schemas.microsoft.com/office/drawing/2014/main" id="{E5022566-D272-46D2-A6ED-C0F80E252C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9438" y="5640388"/>
          <a:ext cx="12811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1252" imgH="203112" progId="Equation.DSMT4">
                  <p:embed/>
                </p:oleObj>
              </mc:Choice>
              <mc:Fallback>
                <p:oleObj name="Equation" r:id="rId16" imgW="571252" imgH="2031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9438" y="5640388"/>
                        <a:ext cx="12811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>
            <a:extLst>
              <a:ext uri="{FF2B5EF4-FFF2-40B4-BE49-F238E27FC236}">
                <a16:creationId xmlns:a16="http://schemas.microsoft.com/office/drawing/2014/main" id="{4C2DD465-F44E-4ADB-AAC3-822DFCA0C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032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sz="2800" dirty="0">
                <a:solidFill>
                  <a:schemeClr val="accent2"/>
                </a:solidFill>
                <a:ea typeface="仿宋_GB2312" pitchFamily="49" charset="-122"/>
              </a:rPr>
              <a:t>6</a:t>
            </a:r>
            <a:endParaRPr lang="zh-CN" altLang="en-US" sz="2800" b="0" dirty="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48131" name="Text Box 5">
            <a:extLst>
              <a:ext uri="{FF2B5EF4-FFF2-40B4-BE49-F238E27FC236}">
                <a16:creationId xmlns:a16="http://schemas.microsoft.com/office/drawing/2014/main" id="{563CB2B5-045C-4445-BFCA-5B3ED1CAA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0" dirty="0">
                <a:latin typeface="Times New Roman" panose="02020603050405020304" pitchFamily="18" charset="0"/>
                <a:ea typeface="楷体_GB2312" pitchFamily="49" charset="-122"/>
              </a:rPr>
              <a:t>借助例</a:t>
            </a:r>
            <a:r>
              <a:rPr kumimoji="1" lang="en-US" altLang="zh-CN" sz="2800" b="0" dirty="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1" lang="zh-CN" altLang="en-US" sz="2800" b="0" dirty="0">
                <a:latin typeface="Times New Roman" panose="02020603050405020304" pitchFamily="18" charset="0"/>
                <a:ea typeface="楷体_GB2312" pitchFamily="49" charset="-122"/>
              </a:rPr>
              <a:t>求下列常数项级数的和</a:t>
            </a:r>
          </a:p>
        </p:txBody>
      </p:sp>
      <p:graphicFrame>
        <p:nvGraphicFramePr>
          <p:cNvPr id="48132" name="Object 6">
            <a:extLst>
              <a:ext uri="{FF2B5EF4-FFF2-40B4-BE49-F238E27FC236}">
                <a16:creationId xmlns:a16="http://schemas.microsoft.com/office/drawing/2014/main" id="{5451071F-D0B0-44E3-929E-E67B75593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074026"/>
              </p:ext>
            </p:extLst>
          </p:nvPr>
        </p:nvGraphicFramePr>
        <p:xfrm>
          <a:off x="1770062" y="998537"/>
          <a:ext cx="1641475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558" imgH="431613" progId="Equation.DSMT4">
                  <p:embed/>
                </p:oleObj>
              </mc:Choice>
              <mc:Fallback>
                <p:oleObj name="Equation" r:id="rId2" imgW="558558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2" y="998537"/>
                        <a:ext cx="1641475" cy="126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7">
            <a:extLst>
              <a:ext uri="{FF2B5EF4-FFF2-40B4-BE49-F238E27FC236}">
                <a16:creationId xmlns:a16="http://schemas.microsoft.com/office/drawing/2014/main" id="{64DEFF86-4EFC-4350-A584-039AE473F5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7825" y="954088"/>
          <a:ext cx="3051175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865" imgH="431613" progId="Equation.DSMT4">
                  <p:embed/>
                </p:oleObj>
              </mc:Choice>
              <mc:Fallback>
                <p:oleObj name="Equation" r:id="rId4" imgW="1002865" imgH="43161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5" y="954088"/>
                        <a:ext cx="3051175" cy="131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8">
            <a:extLst>
              <a:ext uri="{FF2B5EF4-FFF2-40B4-BE49-F238E27FC236}">
                <a16:creationId xmlns:a16="http://schemas.microsoft.com/office/drawing/2014/main" id="{D1B23F49-6BBB-4501-BFE9-7741B5805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282530"/>
              </p:ext>
            </p:extLst>
          </p:nvPr>
        </p:nvGraphicFramePr>
        <p:xfrm>
          <a:off x="8015288" y="954088"/>
          <a:ext cx="2806700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087" imgH="431613" progId="Equation.DSMT4">
                  <p:embed/>
                </p:oleObj>
              </mc:Choice>
              <mc:Fallback>
                <p:oleObj name="Equation" r:id="rId6" imgW="95208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5288" y="954088"/>
                        <a:ext cx="2806700" cy="127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2201</TotalTime>
  <Words>1646</Words>
  <Application>Microsoft Office PowerPoint</Application>
  <PresentationFormat>宽屏</PresentationFormat>
  <Paragraphs>261</Paragraphs>
  <Slides>46</Slides>
  <Notes>3</Notes>
  <HiddenSlides>4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仿宋_GB2312</vt:lpstr>
      <vt:lpstr>华文行楷</vt:lpstr>
      <vt:lpstr>楷体</vt:lpstr>
      <vt:lpstr>楷体_GB2312</vt:lpstr>
      <vt:lpstr>Microsoft Yahei</vt:lpstr>
      <vt:lpstr>Arial</vt:lpstr>
      <vt:lpstr>Times New Roman</vt:lpstr>
      <vt:lpstr>默认设计模板</vt:lpstr>
      <vt:lpstr>Equation</vt:lpstr>
      <vt:lpstr>公式</vt:lpstr>
      <vt:lpstr>BMP 图象</vt:lpstr>
      <vt:lpstr>PowerPoint 演示文稿</vt:lpstr>
      <vt:lpstr>傅里叶 (1768 – 1830)</vt:lpstr>
      <vt:lpstr>第四节</vt:lpstr>
      <vt:lpstr>PowerPoint 演示文稿</vt:lpstr>
      <vt:lpstr>PowerPoint 演示文稿</vt:lpstr>
      <vt:lpstr>PowerPoint 演示文稿</vt:lpstr>
      <vt:lpstr>2.定理 1.  组成三角级数的函数系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定理3 (收敛定理, 展开定理)</vt:lpstr>
      <vt:lpstr>狄利克雷 (1805 – 1859)</vt:lpstr>
      <vt:lpstr>PowerPoint 演示文稿</vt:lpstr>
      <vt:lpstr>例1. </vt:lpstr>
      <vt:lpstr>例1. </vt:lpstr>
      <vt:lpstr>PowerPoint 演示文稿</vt:lpstr>
      <vt:lpstr>说明: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例2. 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例4. </vt:lpstr>
      <vt:lpstr>PowerPoint 演示文稿</vt:lpstr>
      <vt:lpstr>例5 把</vt:lpstr>
      <vt:lpstr>例5 把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 li</dc:creator>
  <cp:lastModifiedBy>玥儿 小</cp:lastModifiedBy>
  <cp:revision>129</cp:revision>
  <cp:lastPrinted>1601-01-01T00:00:00Z</cp:lastPrinted>
  <dcterms:created xsi:type="dcterms:W3CDTF">1601-01-01T00:00:00Z</dcterms:created>
  <dcterms:modified xsi:type="dcterms:W3CDTF">2025-06-02T11:16:33Z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