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345" r:id="rId2"/>
    <p:sldId id="355" r:id="rId3"/>
    <p:sldId id="383" r:id="rId4"/>
    <p:sldId id="357" r:id="rId5"/>
    <p:sldId id="358" r:id="rId6"/>
    <p:sldId id="396" r:id="rId7"/>
    <p:sldId id="391" r:id="rId8"/>
    <p:sldId id="384" r:id="rId9"/>
    <p:sldId id="360" r:id="rId10"/>
    <p:sldId id="361" r:id="rId11"/>
    <p:sldId id="362" r:id="rId12"/>
    <p:sldId id="393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94" r:id="rId22"/>
    <p:sldId id="390" r:id="rId23"/>
    <p:sldId id="372" r:id="rId24"/>
    <p:sldId id="373" r:id="rId25"/>
    <p:sldId id="374" r:id="rId26"/>
    <p:sldId id="387" r:id="rId27"/>
    <p:sldId id="375" r:id="rId28"/>
    <p:sldId id="299" r:id="rId29"/>
    <p:sldId id="376" r:id="rId30"/>
    <p:sldId id="398" r:id="rId31"/>
    <p:sldId id="395" r:id="rId32"/>
    <p:sldId id="378" r:id="rId33"/>
    <p:sldId id="399" r:id="rId34"/>
    <p:sldId id="379" r:id="rId35"/>
    <p:sldId id="380" r:id="rId36"/>
    <p:sldId id="381" r:id="rId37"/>
    <p:sldId id="382" r:id="rId3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5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800080"/>
    <a:srgbClr val="660066"/>
    <a:srgbClr val="006600"/>
    <a:srgbClr val="FF9966"/>
    <a:srgbClr val="00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44" autoAdjust="0"/>
    <p:restoredTop sz="94660"/>
  </p:normalViewPr>
  <p:slideViewPr>
    <p:cSldViewPr showGuides="1">
      <p:cViewPr varScale="1">
        <p:scale>
          <a:sx n="80" d="100"/>
          <a:sy n="80" d="100"/>
        </p:scale>
        <p:origin x="48" y="208"/>
      </p:cViewPr>
      <p:guideLst>
        <p:guide orient="horz" pos="890"/>
        <p:guide pos="51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78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78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6A176C9-A1EF-458D-BD14-44F80DE306C6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6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6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6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13D4FD8-5FD5-4262-9A07-AAE9D830BAE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8D6CCF1-E088-4A15-9F69-E12DFF03F282}" type="slidenum">
              <a:rPr lang="en-US" altLang="zh-CN" smtClean="0">
                <a:solidFill>
                  <a:srgbClr val="000000"/>
                </a:solidFill>
              </a:rPr>
              <a:t>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1EF39B7-34A2-4859-AE3F-C5CD184687BA}" type="slidenum">
              <a:rPr lang="en-US" altLang="zh-CN" smtClean="0">
                <a:solidFill>
                  <a:srgbClr val="000000"/>
                </a:solidFill>
              </a:rPr>
              <a:t>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3D4FD8-5FD5-4262-9A07-AAE9D830BAE0}" type="slidenum">
              <a:rPr lang="en-US" altLang="zh-CN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3780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6467758-73AB-4FC9-BEEC-DF5B21E9204A}" type="slidenum">
              <a:rPr lang="en-US" altLang="zh-CN" smtClean="0">
                <a:solidFill>
                  <a:srgbClr val="000000"/>
                </a:solidFill>
              </a:rPr>
              <a:t>34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D3B0A-984A-4DA7-B696-84F9B8B05E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727A8-F1F9-444D-959F-62881CA3A1E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A604F-5E0D-46A8-974D-71E81C8D66F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72C0A-34EA-48B8-AB24-FDA5BB32E32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3A326-51E6-4FA3-8964-4AC28945CA5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BE65F-BED3-4F40-9606-F5BDA5B0F68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4545D-5525-43C7-A668-325FFEA3384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5D879-AE72-45CD-989F-4EC4FDE2B40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2B9CB4-DE52-4140-A5AC-BEAF941F889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C267EA-A6B8-4CF1-885C-FBEA722E5E8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3B2BE-181D-40C0-B85D-795AD8ECE8E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7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04CD77A-001C-42A3-ABA5-6727BF326D18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e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1.emf"/><Relationship Id="rId21" Type="http://schemas.openxmlformats.org/officeDocument/2006/relationships/image" Target="../media/image10.emf"/><Relationship Id="rId7" Type="http://schemas.openxmlformats.org/officeDocument/2006/relationships/image" Target="../media/image3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emf"/><Relationship Id="rId25" Type="http://schemas.openxmlformats.org/officeDocument/2006/relationships/image" Target="../media/image12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e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23" Type="http://schemas.openxmlformats.org/officeDocument/2006/relationships/image" Target="../media/image11.e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emf"/><Relationship Id="rId31" Type="http://schemas.openxmlformats.org/officeDocument/2006/relationships/image" Target="../media/image15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3.emf"/><Relationship Id="rId30" Type="http://schemas.openxmlformats.org/officeDocument/2006/relationships/oleObject" Target="../embeddings/oleObject15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5.emf"/><Relationship Id="rId18" Type="http://schemas.openxmlformats.org/officeDocument/2006/relationships/oleObject" Target="../embeddings/oleObject28.bin"/><Relationship Id="rId26" Type="http://schemas.openxmlformats.org/officeDocument/2006/relationships/oleObject" Target="../embeddings/oleObject31.bin"/><Relationship Id="rId3" Type="http://schemas.openxmlformats.org/officeDocument/2006/relationships/image" Target="../media/image20.emf"/><Relationship Id="rId21" Type="http://schemas.openxmlformats.org/officeDocument/2006/relationships/image" Target="../media/image29.emf"/><Relationship Id="rId7" Type="http://schemas.openxmlformats.org/officeDocument/2006/relationships/image" Target="../media/image22.e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27.emf"/><Relationship Id="rId25" Type="http://schemas.openxmlformats.org/officeDocument/2006/relationships/image" Target="../media/image32.emf"/><Relationship Id="rId2" Type="http://schemas.openxmlformats.org/officeDocument/2006/relationships/oleObject" Target="../embeddings/oleObject20.bin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29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4.emf"/><Relationship Id="rId24" Type="http://schemas.openxmlformats.org/officeDocument/2006/relationships/image" Target="../media/image31.emf"/><Relationship Id="rId5" Type="http://schemas.openxmlformats.org/officeDocument/2006/relationships/image" Target="../media/image21.emf"/><Relationship Id="rId15" Type="http://schemas.openxmlformats.org/officeDocument/2006/relationships/image" Target="../media/image26.emf"/><Relationship Id="rId23" Type="http://schemas.openxmlformats.org/officeDocument/2006/relationships/image" Target="../media/image30.emf"/><Relationship Id="rId28" Type="http://schemas.openxmlformats.org/officeDocument/2006/relationships/oleObject" Target="../embeddings/oleObject32.bin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28.e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3.emf"/><Relationship Id="rId14" Type="http://schemas.openxmlformats.org/officeDocument/2006/relationships/oleObject" Target="../embeddings/oleObject26.bin"/><Relationship Id="rId22" Type="http://schemas.openxmlformats.org/officeDocument/2006/relationships/oleObject" Target="../embeddings/oleObject30.bin"/><Relationship Id="rId27" Type="http://schemas.openxmlformats.org/officeDocument/2006/relationships/image" Target="../media/image3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40.emf"/><Relationship Id="rId18" Type="http://schemas.openxmlformats.org/officeDocument/2006/relationships/oleObject" Target="../embeddings/oleObject41.bin"/><Relationship Id="rId3" Type="http://schemas.openxmlformats.org/officeDocument/2006/relationships/image" Target="../media/image35.emf"/><Relationship Id="rId21" Type="http://schemas.openxmlformats.org/officeDocument/2006/relationships/image" Target="../media/image44.emf"/><Relationship Id="rId7" Type="http://schemas.openxmlformats.org/officeDocument/2006/relationships/image" Target="../media/image37.e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42.emf"/><Relationship Id="rId25" Type="http://schemas.openxmlformats.org/officeDocument/2006/relationships/image" Target="../media/image46.emf"/><Relationship Id="rId2" Type="http://schemas.openxmlformats.org/officeDocument/2006/relationships/oleObject" Target="../embeddings/oleObject33.bin"/><Relationship Id="rId16" Type="http://schemas.openxmlformats.org/officeDocument/2006/relationships/oleObject" Target="../embeddings/oleObject40.bin"/><Relationship Id="rId20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9.emf"/><Relationship Id="rId24" Type="http://schemas.openxmlformats.org/officeDocument/2006/relationships/oleObject" Target="../embeddings/oleObject44.bin"/><Relationship Id="rId5" Type="http://schemas.openxmlformats.org/officeDocument/2006/relationships/image" Target="../media/image36.emf"/><Relationship Id="rId15" Type="http://schemas.openxmlformats.org/officeDocument/2006/relationships/image" Target="../media/image41.emf"/><Relationship Id="rId23" Type="http://schemas.openxmlformats.org/officeDocument/2006/relationships/image" Target="../media/image45.emf"/><Relationship Id="rId10" Type="http://schemas.openxmlformats.org/officeDocument/2006/relationships/oleObject" Target="../embeddings/oleObject37.bin"/><Relationship Id="rId19" Type="http://schemas.openxmlformats.org/officeDocument/2006/relationships/image" Target="../media/image43.e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8.emf"/><Relationship Id="rId14" Type="http://schemas.openxmlformats.org/officeDocument/2006/relationships/oleObject" Target="../embeddings/oleObject39.bin"/><Relationship Id="rId22" Type="http://schemas.openxmlformats.org/officeDocument/2006/relationships/oleObject" Target="../embeddings/oleObject43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8.bin"/><Relationship Id="rId18" Type="http://schemas.openxmlformats.org/officeDocument/2006/relationships/image" Target="../media/image52.emf"/><Relationship Id="rId26" Type="http://schemas.openxmlformats.org/officeDocument/2006/relationships/image" Target="../media/image56.wmf"/><Relationship Id="rId39" Type="http://schemas.openxmlformats.org/officeDocument/2006/relationships/oleObject" Target="../embeddings/oleObject61.bin"/><Relationship Id="rId21" Type="http://schemas.openxmlformats.org/officeDocument/2006/relationships/oleObject" Target="../embeddings/oleObject52.bin"/><Relationship Id="rId34" Type="http://schemas.openxmlformats.org/officeDocument/2006/relationships/image" Target="../media/image60.emf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9.emf"/><Relationship Id="rId17" Type="http://schemas.openxmlformats.org/officeDocument/2006/relationships/oleObject" Target="../embeddings/oleObject50.bin"/><Relationship Id="rId25" Type="http://schemas.openxmlformats.org/officeDocument/2006/relationships/oleObject" Target="../embeddings/oleObject54.bin"/><Relationship Id="rId33" Type="http://schemas.openxmlformats.org/officeDocument/2006/relationships/oleObject" Target="../embeddings/oleObject58.bin"/><Relationship Id="rId38" Type="http://schemas.openxmlformats.org/officeDocument/2006/relationships/image" Target="../media/image62.emf"/><Relationship Id="rId2" Type="http://schemas.openxmlformats.org/officeDocument/2006/relationships/tags" Target="../tags/tag2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29" Type="http://schemas.openxmlformats.org/officeDocument/2006/relationships/oleObject" Target="../embeddings/oleObject56.bin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7.xml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55.emf"/><Relationship Id="rId32" Type="http://schemas.openxmlformats.org/officeDocument/2006/relationships/image" Target="../media/image59.png"/><Relationship Id="rId37" Type="http://schemas.openxmlformats.org/officeDocument/2006/relationships/oleObject" Target="../embeddings/oleObject60.bin"/><Relationship Id="rId40" Type="http://schemas.openxmlformats.org/officeDocument/2006/relationships/image" Target="../media/image63.emf"/><Relationship Id="rId5" Type="http://schemas.openxmlformats.org/officeDocument/2006/relationships/tags" Target="../tags/tag5.xml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28" Type="http://schemas.openxmlformats.org/officeDocument/2006/relationships/image" Target="../media/image57.emf"/><Relationship Id="rId36" Type="http://schemas.openxmlformats.org/officeDocument/2006/relationships/image" Target="../media/image61.emf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51.bin"/><Relationship Id="rId31" Type="http://schemas.openxmlformats.org/officeDocument/2006/relationships/oleObject" Target="../embeddings/oleObject57.bin"/><Relationship Id="rId4" Type="http://schemas.openxmlformats.org/officeDocument/2006/relationships/tags" Target="../tags/tag4.xml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50.emf"/><Relationship Id="rId22" Type="http://schemas.openxmlformats.org/officeDocument/2006/relationships/image" Target="../media/image54.emf"/><Relationship Id="rId27" Type="http://schemas.openxmlformats.org/officeDocument/2006/relationships/oleObject" Target="../embeddings/oleObject55.bin"/><Relationship Id="rId30" Type="http://schemas.openxmlformats.org/officeDocument/2006/relationships/image" Target="../media/image58.wmf"/><Relationship Id="rId35" Type="http://schemas.openxmlformats.org/officeDocument/2006/relationships/oleObject" Target="../embeddings/oleObject59.bin"/><Relationship Id="rId8" Type="http://schemas.openxmlformats.org/officeDocument/2006/relationships/image" Target="../media/image47.emf"/><Relationship Id="rId3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13" Type="http://schemas.openxmlformats.org/officeDocument/2006/relationships/image" Target="../media/image50.emf"/><Relationship Id="rId18" Type="http://schemas.openxmlformats.org/officeDocument/2006/relationships/image" Target="../media/image54.emf"/><Relationship Id="rId26" Type="http://schemas.openxmlformats.org/officeDocument/2006/relationships/image" Target="../media/image61.emf"/><Relationship Id="rId3" Type="http://schemas.openxmlformats.org/officeDocument/2006/relationships/tags" Target="../tags/tag8.xml"/><Relationship Id="rId21" Type="http://schemas.openxmlformats.org/officeDocument/2006/relationships/image" Target="../media/image57.emf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49.emf"/><Relationship Id="rId17" Type="http://schemas.openxmlformats.org/officeDocument/2006/relationships/image" Target="../media/image53.wmf"/><Relationship Id="rId25" Type="http://schemas.openxmlformats.org/officeDocument/2006/relationships/image" Target="../media/image60.emf"/><Relationship Id="rId2" Type="http://schemas.openxmlformats.org/officeDocument/2006/relationships/tags" Target="../tags/tag7.xml"/><Relationship Id="rId16" Type="http://schemas.openxmlformats.org/officeDocument/2006/relationships/image" Target="../media/image52.emf"/><Relationship Id="rId20" Type="http://schemas.openxmlformats.org/officeDocument/2006/relationships/image" Target="../media/image56.wmf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7.xml"/><Relationship Id="rId11" Type="http://schemas.openxmlformats.org/officeDocument/2006/relationships/oleObject" Target="../embeddings/oleObject30.bin"/><Relationship Id="rId24" Type="http://schemas.openxmlformats.org/officeDocument/2006/relationships/image" Target="../media/image59.png"/><Relationship Id="rId5" Type="http://schemas.openxmlformats.org/officeDocument/2006/relationships/tags" Target="../tags/tag10.xml"/><Relationship Id="rId15" Type="http://schemas.openxmlformats.org/officeDocument/2006/relationships/oleObject" Target="../embeddings/oleObject64.bin"/><Relationship Id="rId23" Type="http://schemas.openxmlformats.org/officeDocument/2006/relationships/oleObject" Target="../embeddings/oleObject65.bin"/><Relationship Id="rId28" Type="http://schemas.openxmlformats.org/officeDocument/2006/relationships/image" Target="../media/image63.emf"/><Relationship Id="rId10" Type="http://schemas.openxmlformats.org/officeDocument/2006/relationships/image" Target="../media/image48.wmf"/><Relationship Id="rId19" Type="http://schemas.openxmlformats.org/officeDocument/2006/relationships/image" Target="../media/image55.emf"/><Relationship Id="rId4" Type="http://schemas.openxmlformats.org/officeDocument/2006/relationships/tags" Target="../tags/tag9.xml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51.wmf"/><Relationship Id="rId22" Type="http://schemas.openxmlformats.org/officeDocument/2006/relationships/image" Target="../media/image58.wmf"/><Relationship Id="rId27" Type="http://schemas.openxmlformats.org/officeDocument/2006/relationships/image" Target="../media/image62.e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emf"/><Relationship Id="rId18" Type="http://schemas.openxmlformats.org/officeDocument/2006/relationships/image" Target="../media/image72.emf"/><Relationship Id="rId26" Type="http://schemas.openxmlformats.org/officeDocument/2006/relationships/oleObject" Target="../embeddings/oleObject72.bin"/><Relationship Id="rId21" Type="http://schemas.openxmlformats.org/officeDocument/2006/relationships/oleObject" Target="../embeddings/oleObject70.bin"/><Relationship Id="rId34" Type="http://schemas.openxmlformats.org/officeDocument/2006/relationships/oleObject" Target="../embeddings/oleObject76.bin"/><Relationship Id="rId7" Type="http://schemas.openxmlformats.org/officeDocument/2006/relationships/image" Target="../media/image65.emf"/><Relationship Id="rId12" Type="http://schemas.openxmlformats.org/officeDocument/2006/relationships/oleObject" Target="../embeddings/oleObject67.bin"/><Relationship Id="rId17" Type="http://schemas.openxmlformats.org/officeDocument/2006/relationships/oleObject" Target="../embeddings/oleObject64.bin"/><Relationship Id="rId25" Type="http://schemas.openxmlformats.org/officeDocument/2006/relationships/image" Target="../media/image76.emf"/><Relationship Id="rId33" Type="http://schemas.openxmlformats.org/officeDocument/2006/relationships/image" Target="../media/image80.e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1.emf"/><Relationship Id="rId20" Type="http://schemas.openxmlformats.org/officeDocument/2006/relationships/image" Target="../media/image73.emf"/><Relationship Id="rId29" Type="http://schemas.openxmlformats.org/officeDocument/2006/relationships/image" Target="../media/image7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emf"/><Relationship Id="rId11" Type="http://schemas.openxmlformats.org/officeDocument/2006/relationships/image" Target="../media/image68.emf"/><Relationship Id="rId24" Type="http://schemas.openxmlformats.org/officeDocument/2006/relationships/image" Target="../media/image75.emf"/><Relationship Id="rId32" Type="http://schemas.openxmlformats.org/officeDocument/2006/relationships/oleObject" Target="../embeddings/oleObject75.bin"/><Relationship Id="rId37" Type="http://schemas.openxmlformats.org/officeDocument/2006/relationships/image" Target="../media/image82.emf"/><Relationship Id="rId5" Type="http://schemas.openxmlformats.org/officeDocument/2006/relationships/oleObject" Target="../embeddings/oleObject30.bin"/><Relationship Id="rId15" Type="http://schemas.openxmlformats.org/officeDocument/2006/relationships/image" Target="../media/image70.emf"/><Relationship Id="rId23" Type="http://schemas.openxmlformats.org/officeDocument/2006/relationships/oleObject" Target="../embeddings/oleObject71.bin"/><Relationship Id="rId28" Type="http://schemas.openxmlformats.org/officeDocument/2006/relationships/oleObject" Target="../embeddings/oleObject73.bin"/><Relationship Id="rId36" Type="http://schemas.openxmlformats.org/officeDocument/2006/relationships/oleObject" Target="../embeddings/oleObject77.bin"/><Relationship Id="rId10" Type="http://schemas.openxmlformats.org/officeDocument/2006/relationships/oleObject" Target="../embeddings/oleObject62.bin"/><Relationship Id="rId19" Type="http://schemas.openxmlformats.org/officeDocument/2006/relationships/oleObject" Target="../embeddings/oleObject69.bin"/><Relationship Id="rId31" Type="http://schemas.openxmlformats.org/officeDocument/2006/relationships/image" Target="../media/image79.emf"/><Relationship Id="rId4" Type="http://schemas.openxmlformats.org/officeDocument/2006/relationships/image" Target="../media/image59.png"/><Relationship Id="rId9" Type="http://schemas.openxmlformats.org/officeDocument/2006/relationships/image" Target="../media/image67.emf"/><Relationship Id="rId14" Type="http://schemas.openxmlformats.org/officeDocument/2006/relationships/oleObject" Target="../embeddings/oleObject68.bin"/><Relationship Id="rId22" Type="http://schemas.openxmlformats.org/officeDocument/2006/relationships/image" Target="../media/image74.emf"/><Relationship Id="rId27" Type="http://schemas.openxmlformats.org/officeDocument/2006/relationships/image" Target="../media/image77.emf"/><Relationship Id="rId30" Type="http://schemas.openxmlformats.org/officeDocument/2006/relationships/oleObject" Target="../embeddings/oleObject74.bin"/><Relationship Id="rId35" Type="http://schemas.openxmlformats.org/officeDocument/2006/relationships/image" Target="../media/image81.emf"/><Relationship Id="rId8" Type="http://schemas.openxmlformats.org/officeDocument/2006/relationships/image" Target="../media/image66.emf"/><Relationship Id="rId3" Type="http://schemas.openxmlformats.org/officeDocument/2006/relationships/oleObject" Target="../embeddings/oleObject6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88.emf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0.bin"/><Relationship Id="rId3" Type="http://schemas.openxmlformats.org/officeDocument/2006/relationships/image" Target="../media/image83.emf"/><Relationship Id="rId21" Type="http://schemas.openxmlformats.org/officeDocument/2006/relationships/image" Target="../media/image92.emf"/><Relationship Id="rId7" Type="http://schemas.openxmlformats.org/officeDocument/2006/relationships/image" Target="../media/image85.emf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90.emf"/><Relationship Id="rId25" Type="http://schemas.openxmlformats.org/officeDocument/2006/relationships/image" Target="../media/image94.emf"/><Relationship Id="rId2" Type="http://schemas.openxmlformats.org/officeDocument/2006/relationships/oleObject" Target="../embeddings/oleObject78.bin"/><Relationship Id="rId16" Type="http://schemas.openxmlformats.org/officeDocument/2006/relationships/oleObject" Target="../embeddings/oleObject85.bin"/><Relationship Id="rId20" Type="http://schemas.openxmlformats.org/officeDocument/2006/relationships/oleObject" Target="../embeddings/oleObject87.bin"/><Relationship Id="rId29" Type="http://schemas.openxmlformats.org/officeDocument/2006/relationships/image" Target="../media/image96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7.emf"/><Relationship Id="rId24" Type="http://schemas.openxmlformats.org/officeDocument/2006/relationships/oleObject" Target="../embeddings/oleObject89.bin"/><Relationship Id="rId5" Type="http://schemas.openxmlformats.org/officeDocument/2006/relationships/image" Target="../media/image84.emf"/><Relationship Id="rId15" Type="http://schemas.openxmlformats.org/officeDocument/2006/relationships/image" Target="../media/image89.emf"/><Relationship Id="rId23" Type="http://schemas.openxmlformats.org/officeDocument/2006/relationships/image" Target="../media/image93.emf"/><Relationship Id="rId28" Type="http://schemas.openxmlformats.org/officeDocument/2006/relationships/oleObject" Target="../embeddings/oleObject91.bin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91.e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6.emf"/><Relationship Id="rId14" Type="http://schemas.openxmlformats.org/officeDocument/2006/relationships/oleObject" Target="../embeddings/oleObject84.bin"/><Relationship Id="rId22" Type="http://schemas.openxmlformats.org/officeDocument/2006/relationships/oleObject" Target="../embeddings/oleObject88.bin"/><Relationship Id="rId27" Type="http://schemas.openxmlformats.org/officeDocument/2006/relationships/image" Target="../media/image9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102.emf"/><Relationship Id="rId18" Type="http://schemas.openxmlformats.org/officeDocument/2006/relationships/oleObject" Target="../embeddings/oleObject100.bin"/><Relationship Id="rId3" Type="http://schemas.openxmlformats.org/officeDocument/2006/relationships/image" Target="../media/image97.emf"/><Relationship Id="rId21" Type="http://schemas.openxmlformats.org/officeDocument/2006/relationships/image" Target="../media/image106.emf"/><Relationship Id="rId7" Type="http://schemas.openxmlformats.org/officeDocument/2006/relationships/image" Target="../media/image99.e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104.emf"/><Relationship Id="rId2" Type="http://schemas.openxmlformats.org/officeDocument/2006/relationships/oleObject" Target="../embeddings/oleObject92.bin"/><Relationship Id="rId16" Type="http://schemas.openxmlformats.org/officeDocument/2006/relationships/oleObject" Target="../embeddings/oleObject99.bin"/><Relationship Id="rId20" Type="http://schemas.openxmlformats.org/officeDocument/2006/relationships/oleObject" Target="../embeddings/oleObject10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101.emf"/><Relationship Id="rId5" Type="http://schemas.openxmlformats.org/officeDocument/2006/relationships/image" Target="../media/image98.emf"/><Relationship Id="rId15" Type="http://schemas.openxmlformats.org/officeDocument/2006/relationships/image" Target="../media/image103.emf"/><Relationship Id="rId23" Type="http://schemas.openxmlformats.org/officeDocument/2006/relationships/image" Target="../media/image107.emf"/><Relationship Id="rId10" Type="http://schemas.openxmlformats.org/officeDocument/2006/relationships/oleObject" Target="../embeddings/oleObject96.bin"/><Relationship Id="rId19" Type="http://schemas.openxmlformats.org/officeDocument/2006/relationships/image" Target="../media/image105.e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100.emf"/><Relationship Id="rId14" Type="http://schemas.openxmlformats.org/officeDocument/2006/relationships/oleObject" Target="../embeddings/oleObject98.bin"/><Relationship Id="rId22" Type="http://schemas.openxmlformats.org/officeDocument/2006/relationships/oleObject" Target="../embeddings/oleObject10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7" Type="http://schemas.openxmlformats.org/officeDocument/2006/relationships/image" Target="../media/image110.emf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5.bin"/><Relationship Id="rId5" Type="http://schemas.openxmlformats.org/officeDocument/2006/relationships/image" Target="../media/image109.emf"/><Relationship Id="rId4" Type="http://schemas.openxmlformats.org/officeDocument/2006/relationships/oleObject" Target="../embeddings/oleObject10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13" Type="http://schemas.openxmlformats.org/officeDocument/2006/relationships/oleObject" Target="../embeddings/oleObject109.bin"/><Relationship Id="rId3" Type="http://schemas.openxmlformats.org/officeDocument/2006/relationships/tags" Target="../tags/tag13.xml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13.emf"/><Relationship Id="rId2" Type="http://schemas.openxmlformats.org/officeDocument/2006/relationships/tags" Target="../tags/tag12.xml"/><Relationship Id="rId16" Type="http://schemas.openxmlformats.org/officeDocument/2006/relationships/image" Target="../media/image115.emf"/><Relationship Id="rId1" Type="http://schemas.openxmlformats.org/officeDocument/2006/relationships/tags" Target="../tags/tag11.xml"/><Relationship Id="rId6" Type="http://schemas.openxmlformats.org/officeDocument/2006/relationships/slideLayout" Target="../slideLayouts/slideLayout7.xml"/><Relationship Id="rId11" Type="http://schemas.openxmlformats.org/officeDocument/2006/relationships/oleObject" Target="../embeddings/oleObject108.bin"/><Relationship Id="rId5" Type="http://schemas.openxmlformats.org/officeDocument/2006/relationships/tags" Target="../tags/tag15.xml"/><Relationship Id="rId15" Type="http://schemas.openxmlformats.org/officeDocument/2006/relationships/oleObject" Target="../embeddings/oleObject110.bin"/><Relationship Id="rId10" Type="http://schemas.openxmlformats.org/officeDocument/2006/relationships/image" Target="../media/image112.emf"/><Relationship Id="rId4" Type="http://schemas.openxmlformats.org/officeDocument/2006/relationships/tags" Target="../tags/tag14.xml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14.e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23.emf"/><Relationship Id="rId26" Type="http://schemas.openxmlformats.org/officeDocument/2006/relationships/image" Target="../media/image127.emf"/><Relationship Id="rId3" Type="http://schemas.openxmlformats.org/officeDocument/2006/relationships/oleObject" Target="../embeddings/oleObject62.bin"/><Relationship Id="rId21" Type="http://schemas.openxmlformats.org/officeDocument/2006/relationships/oleObject" Target="../embeddings/oleObject119.bin"/><Relationship Id="rId34" Type="http://schemas.openxmlformats.org/officeDocument/2006/relationships/image" Target="../media/image131.emf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20.emf"/><Relationship Id="rId17" Type="http://schemas.openxmlformats.org/officeDocument/2006/relationships/oleObject" Target="../embeddings/oleObject117.bin"/><Relationship Id="rId25" Type="http://schemas.openxmlformats.org/officeDocument/2006/relationships/oleObject" Target="../embeddings/oleObject121.bin"/><Relationship Id="rId33" Type="http://schemas.openxmlformats.org/officeDocument/2006/relationships/oleObject" Target="../embeddings/oleObject125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22.emf"/><Relationship Id="rId20" Type="http://schemas.openxmlformats.org/officeDocument/2006/relationships/image" Target="../media/image124.emf"/><Relationship Id="rId29" Type="http://schemas.openxmlformats.org/officeDocument/2006/relationships/oleObject" Target="../embeddings/oleObject12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emf"/><Relationship Id="rId11" Type="http://schemas.openxmlformats.org/officeDocument/2006/relationships/oleObject" Target="../embeddings/oleObject114.bin"/><Relationship Id="rId24" Type="http://schemas.openxmlformats.org/officeDocument/2006/relationships/image" Target="../media/image126.emf"/><Relationship Id="rId32" Type="http://schemas.openxmlformats.org/officeDocument/2006/relationships/image" Target="../media/image130.emf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23" Type="http://schemas.openxmlformats.org/officeDocument/2006/relationships/oleObject" Target="../embeddings/oleObject120.bin"/><Relationship Id="rId28" Type="http://schemas.openxmlformats.org/officeDocument/2006/relationships/image" Target="../media/image128.emf"/><Relationship Id="rId36" Type="http://schemas.openxmlformats.org/officeDocument/2006/relationships/image" Target="../media/image132.emf"/><Relationship Id="rId10" Type="http://schemas.openxmlformats.org/officeDocument/2006/relationships/image" Target="../media/image119.emf"/><Relationship Id="rId19" Type="http://schemas.openxmlformats.org/officeDocument/2006/relationships/oleObject" Target="../embeddings/oleObject118.bin"/><Relationship Id="rId31" Type="http://schemas.openxmlformats.org/officeDocument/2006/relationships/oleObject" Target="../embeddings/oleObject124.bin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21.emf"/><Relationship Id="rId22" Type="http://schemas.openxmlformats.org/officeDocument/2006/relationships/image" Target="../media/image125.emf"/><Relationship Id="rId27" Type="http://schemas.openxmlformats.org/officeDocument/2006/relationships/oleObject" Target="../embeddings/oleObject122.bin"/><Relationship Id="rId30" Type="http://schemas.openxmlformats.org/officeDocument/2006/relationships/image" Target="../media/image129.emf"/><Relationship Id="rId35" Type="http://schemas.openxmlformats.org/officeDocument/2006/relationships/oleObject" Target="../embeddings/oleObject126.bin"/><Relationship Id="rId8" Type="http://schemas.openxmlformats.org/officeDocument/2006/relationships/image" Target="../media/image11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13" Type="http://schemas.openxmlformats.org/officeDocument/2006/relationships/image" Target="../media/image138.emf"/><Relationship Id="rId18" Type="http://schemas.openxmlformats.org/officeDocument/2006/relationships/oleObject" Target="../embeddings/oleObject135.bin"/><Relationship Id="rId3" Type="http://schemas.openxmlformats.org/officeDocument/2006/relationships/image" Target="../media/image133.emf"/><Relationship Id="rId21" Type="http://schemas.openxmlformats.org/officeDocument/2006/relationships/image" Target="../media/image142.emf"/><Relationship Id="rId7" Type="http://schemas.openxmlformats.org/officeDocument/2006/relationships/image" Target="../media/image135.emf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140.emf"/><Relationship Id="rId2" Type="http://schemas.openxmlformats.org/officeDocument/2006/relationships/oleObject" Target="../embeddings/oleObject127.bin"/><Relationship Id="rId16" Type="http://schemas.openxmlformats.org/officeDocument/2006/relationships/oleObject" Target="../embeddings/oleObject134.bin"/><Relationship Id="rId20" Type="http://schemas.openxmlformats.org/officeDocument/2006/relationships/oleObject" Target="../embeddings/oleObject1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37.emf"/><Relationship Id="rId5" Type="http://schemas.openxmlformats.org/officeDocument/2006/relationships/image" Target="../media/image134.emf"/><Relationship Id="rId15" Type="http://schemas.openxmlformats.org/officeDocument/2006/relationships/image" Target="../media/image139.emf"/><Relationship Id="rId23" Type="http://schemas.openxmlformats.org/officeDocument/2006/relationships/image" Target="../media/image143.emf"/><Relationship Id="rId10" Type="http://schemas.openxmlformats.org/officeDocument/2006/relationships/oleObject" Target="../embeddings/oleObject131.bin"/><Relationship Id="rId19" Type="http://schemas.openxmlformats.org/officeDocument/2006/relationships/image" Target="../media/image141.emf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36.emf"/><Relationship Id="rId14" Type="http://schemas.openxmlformats.org/officeDocument/2006/relationships/oleObject" Target="../embeddings/oleObject133.bin"/><Relationship Id="rId22" Type="http://schemas.openxmlformats.org/officeDocument/2006/relationships/oleObject" Target="../embeddings/oleObject13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49.emf"/><Relationship Id="rId3" Type="http://schemas.openxmlformats.org/officeDocument/2006/relationships/image" Target="../media/image144.emf"/><Relationship Id="rId7" Type="http://schemas.openxmlformats.org/officeDocument/2006/relationships/image" Target="../media/image146.e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51.emf"/><Relationship Id="rId2" Type="http://schemas.openxmlformats.org/officeDocument/2006/relationships/oleObject" Target="../embeddings/oleObject138.bin"/><Relationship Id="rId16" Type="http://schemas.openxmlformats.org/officeDocument/2006/relationships/oleObject" Target="../embeddings/oleObject1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48.emf"/><Relationship Id="rId5" Type="http://schemas.openxmlformats.org/officeDocument/2006/relationships/image" Target="../media/image145.emf"/><Relationship Id="rId15" Type="http://schemas.openxmlformats.org/officeDocument/2006/relationships/image" Target="../media/image150.emf"/><Relationship Id="rId10" Type="http://schemas.openxmlformats.org/officeDocument/2006/relationships/oleObject" Target="../embeddings/oleObject142.bin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47.emf"/><Relationship Id="rId14" Type="http://schemas.openxmlformats.org/officeDocument/2006/relationships/oleObject" Target="../embeddings/oleObject144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9.bin"/><Relationship Id="rId13" Type="http://schemas.openxmlformats.org/officeDocument/2006/relationships/image" Target="../media/image158.wmf"/><Relationship Id="rId18" Type="http://schemas.openxmlformats.org/officeDocument/2006/relationships/oleObject" Target="../embeddings/oleObject154.bin"/><Relationship Id="rId3" Type="http://schemas.openxmlformats.org/officeDocument/2006/relationships/image" Target="../media/image153.wmf"/><Relationship Id="rId21" Type="http://schemas.openxmlformats.org/officeDocument/2006/relationships/image" Target="../media/image162.wmf"/><Relationship Id="rId7" Type="http://schemas.openxmlformats.org/officeDocument/2006/relationships/image" Target="../media/image155.wmf"/><Relationship Id="rId12" Type="http://schemas.openxmlformats.org/officeDocument/2006/relationships/oleObject" Target="../embeddings/oleObject151.bin"/><Relationship Id="rId17" Type="http://schemas.openxmlformats.org/officeDocument/2006/relationships/image" Target="../media/image160.wmf"/><Relationship Id="rId2" Type="http://schemas.openxmlformats.org/officeDocument/2006/relationships/oleObject" Target="../embeddings/oleObject146.bin"/><Relationship Id="rId16" Type="http://schemas.openxmlformats.org/officeDocument/2006/relationships/oleObject" Target="../embeddings/oleObject153.bin"/><Relationship Id="rId20" Type="http://schemas.openxmlformats.org/officeDocument/2006/relationships/oleObject" Target="../embeddings/oleObject1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57.wmf"/><Relationship Id="rId5" Type="http://schemas.openxmlformats.org/officeDocument/2006/relationships/image" Target="../media/image154.wmf"/><Relationship Id="rId15" Type="http://schemas.openxmlformats.org/officeDocument/2006/relationships/image" Target="../media/image159.wmf"/><Relationship Id="rId23" Type="http://schemas.openxmlformats.org/officeDocument/2006/relationships/image" Target="../media/image163.wmf"/><Relationship Id="rId10" Type="http://schemas.openxmlformats.org/officeDocument/2006/relationships/oleObject" Target="../embeddings/oleObject150.bin"/><Relationship Id="rId19" Type="http://schemas.openxmlformats.org/officeDocument/2006/relationships/image" Target="../media/image161.wmf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56.wmf"/><Relationship Id="rId14" Type="http://schemas.openxmlformats.org/officeDocument/2006/relationships/oleObject" Target="../embeddings/oleObject152.bin"/><Relationship Id="rId22" Type="http://schemas.openxmlformats.org/officeDocument/2006/relationships/oleObject" Target="../embeddings/oleObject156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9.wmf"/><Relationship Id="rId18" Type="http://schemas.openxmlformats.org/officeDocument/2006/relationships/oleObject" Target="../embeddings/oleObject165.bin"/><Relationship Id="rId26" Type="http://schemas.openxmlformats.org/officeDocument/2006/relationships/oleObject" Target="../embeddings/oleObject169.bin"/><Relationship Id="rId39" Type="http://schemas.openxmlformats.org/officeDocument/2006/relationships/image" Target="../media/image182.emf"/><Relationship Id="rId21" Type="http://schemas.openxmlformats.org/officeDocument/2006/relationships/image" Target="../media/image173.wmf"/><Relationship Id="rId34" Type="http://schemas.openxmlformats.org/officeDocument/2006/relationships/oleObject" Target="../embeddings/oleObject173.bin"/><Relationship Id="rId7" Type="http://schemas.openxmlformats.org/officeDocument/2006/relationships/image" Target="../media/image166.wmf"/><Relationship Id="rId2" Type="http://schemas.openxmlformats.org/officeDocument/2006/relationships/oleObject" Target="../embeddings/oleObject157.bin"/><Relationship Id="rId16" Type="http://schemas.openxmlformats.org/officeDocument/2006/relationships/oleObject" Target="../embeddings/oleObject164.bin"/><Relationship Id="rId20" Type="http://schemas.openxmlformats.org/officeDocument/2006/relationships/oleObject" Target="../embeddings/oleObject166.bin"/><Relationship Id="rId29" Type="http://schemas.openxmlformats.org/officeDocument/2006/relationships/image" Target="../media/image177.wmf"/><Relationship Id="rId41" Type="http://schemas.openxmlformats.org/officeDocument/2006/relationships/image" Target="../media/image18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9.bin"/><Relationship Id="rId11" Type="http://schemas.openxmlformats.org/officeDocument/2006/relationships/image" Target="../media/image168.wmf"/><Relationship Id="rId24" Type="http://schemas.openxmlformats.org/officeDocument/2006/relationships/oleObject" Target="../embeddings/oleObject168.bin"/><Relationship Id="rId32" Type="http://schemas.openxmlformats.org/officeDocument/2006/relationships/oleObject" Target="../embeddings/oleObject172.bin"/><Relationship Id="rId37" Type="http://schemas.openxmlformats.org/officeDocument/2006/relationships/image" Target="../media/image181.emf"/><Relationship Id="rId40" Type="http://schemas.openxmlformats.org/officeDocument/2006/relationships/oleObject" Target="../embeddings/oleObject176.bin"/><Relationship Id="rId5" Type="http://schemas.openxmlformats.org/officeDocument/2006/relationships/image" Target="../media/image165.wmf"/><Relationship Id="rId15" Type="http://schemas.openxmlformats.org/officeDocument/2006/relationships/image" Target="../media/image170.wmf"/><Relationship Id="rId23" Type="http://schemas.openxmlformats.org/officeDocument/2006/relationships/image" Target="../media/image174.wmf"/><Relationship Id="rId28" Type="http://schemas.openxmlformats.org/officeDocument/2006/relationships/oleObject" Target="../embeddings/oleObject170.bin"/><Relationship Id="rId36" Type="http://schemas.openxmlformats.org/officeDocument/2006/relationships/oleObject" Target="../embeddings/oleObject174.bin"/><Relationship Id="rId10" Type="http://schemas.openxmlformats.org/officeDocument/2006/relationships/oleObject" Target="../embeddings/oleObject161.bin"/><Relationship Id="rId19" Type="http://schemas.openxmlformats.org/officeDocument/2006/relationships/image" Target="../media/image172.wmf"/><Relationship Id="rId31" Type="http://schemas.openxmlformats.org/officeDocument/2006/relationships/image" Target="../media/image178.wmf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67.wmf"/><Relationship Id="rId14" Type="http://schemas.openxmlformats.org/officeDocument/2006/relationships/oleObject" Target="../embeddings/oleObject163.bin"/><Relationship Id="rId22" Type="http://schemas.openxmlformats.org/officeDocument/2006/relationships/oleObject" Target="../embeddings/oleObject167.bin"/><Relationship Id="rId27" Type="http://schemas.openxmlformats.org/officeDocument/2006/relationships/image" Target="../media/image176.wmf"/><Relationship Id="rId30" Type="http://schemas.openxmlformats.org/officeDocument/2006/relationships/oleObject" Target="../embeddings/oleObject171.bin"/><Relationship Id="rId35" Type="http://schemas.openxmlformats.org/officeDocument/2006/relationships/image" Target="../media/image180.emf"/><Relationship Id="rId8" Type="http://schemas.openxmlformats.org/officeDocument/2006/relationships/oleObject" Target="../embeddings/oleObject160.bin"/><Relationship Id="rId3" Type="http://schemas.openxmlformats.org/officeDocument/2006/relationships/image" Target="../media/image164.wmf"/><Relationship Id="rId12" Type="http://schemas.openxmlformats.org/officeDocument/2006/relationships/oleObject" Target="../embeddings/oleObject162.bin"/><Relationship Id="rId17" Type="http://schemas.openxmlformats.org/officeDocument/2006/relationships/image" Target="../media/image171.wmf"/><Relationship Id="rId25" Type="http://schemas.openxmlformats.org/officeDocument/2006/relationships/image" Target="../media/image175.wmf"/><Relationship Id="rId33" Type="http://schemas.openxmlformats.org/officeDocument/2006/relationships/image" Target="../media/image179.emf"/><Relationship Id="rId38" Type="http://schemas.openxmlformats.org/officeDocument/2006/relationships/oleObject" Target="../embeddings/oleObject175.bin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9.wmf"/><Relationship Id="rId18" Type="http://schemas.openxmlformats.org/officeDocument/2006/relationships/oleObject" Target="../embeddings/oleObject185.bin"/><Relationship Id="rId26" Type="http://schemas.openxmlformats.org/officeDocument/2006/relationships/oleObject" Target="../embeddings/oleObject189.bin"/><Relationship Id="rId39" Type="http://schemas.openxmlformats.org/officeDocument/2006/relationships/image" Target="../media/image202.wmf"/><Relationship Id="rId21" Type="http://schemas.openxmlformats.org/officeDocument/2006/relationships/image" Target="../media/image193.wmf"/><Relationship Id="rId34" Type="http://schemas.openxmlformats.org/officeDocument/2006/relationships/oleObject" Target="../embeddings/oleObject193.bin"/><Relationship Id="rId42" Type="http://schemas.openxmlformats.org/officeDocument/2006/relationships/oleObject" Target="../embeddings/oleObject197.bin"/><Relationship Id="rId7" Type="http://schemas.openxmlformats.org/officeDocument/2006/relationships/image" Target="../media/image186.wmf"/><Relationship Id="rId2" Type="http://schemas.openxmlformats.org/officeDocument/2006/relationships/oleObject" Target="../embeddings/oleObject177.bin"/><Relationship Id="rId16" Type="http://schemas.openxmlformats.org/officeDocument/2006/relationships/oleObject" Target="../embeddings/oleObject184.bin"/><Relationship Id="rId20" Type="http://schemas.openxmlformats.org/officeDocument/2006/relationships/oleObject" Target="../embeddings/oleObject186.bin"/><Relationship Id="rId29" Type="http://schemas.openxmlformats.org/officeDocument/2006/relationships/image" Target="../media/image197.wmf"/><Relationship Id="rId41" Type="http://schemas.openxmlformats.org/officeDocument/2006/relationships/image" Target="../media/image20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9.bin"/><Relationship Id="rId11" Type="http://schemas.openxmlformats.org/officeDocument/2006/relationships/image" Target="../media/image188.wmf"/><Relationship Id="rId24" Type="http://schemas.openxmlformats.org/officeDocument/2006/relationships/oleObject" Target="../embeddings/oleObject188.bin"/><Relationship Id="rId32" Type="http://schemas.openxmlformats.org/officeDocument/2006/relationships/oleObject" Target="../embeddings/oleObject192.bin"/><Relationship Id="rId37" Type="http://schemas.openxmlformats.org/officeDocument/2006/relationships/image" Target="../media/image201.wmf"/><Relationship Id="rId40" Type="http://schemas.openxmlformats.org/officeDocument/2006/relationships/oleObject" Target="../embeddings/oleObject196.bin"/><Relationship Id="rId5" Type="http://schemas.openxmlformats.org/officeDocument/2006/relationships/image" Target="../media/image185.wmf"/><Relationship Id="rId15" Type="http://schemas.openxmlformats.org/officeDocument/2006/relationships/image" Target="../media/image190.wmf"/><Relationship Id="rId23" Type="http://schemas.openxmlformats.org/officeDocument/2006/relationships/image" Target="../media/image194.wmf"/><Relationship Id="rId28" Type="http://schemas.openxmlformats.org/officeDocument/2006/relationships/oleObject" Target="../embeddings/oleObject190.bin"/><Relationship Id="rId36" Type="http://schemas.openxmlformats.org/officeDocument/2006/relationships/oleObject" Target="../embeddings/oleObject194.bin"/><Relationship Id="rId10" Type="http://schemas.openxmlformats.org/officeDocument/2006/relationships/oleObject" Target="../embeddings/oleObject181.bin"/><Relationship Id="rId19" Type="http://schemas.openxmlformats.org/officeDocument/2006/relationships/image" Target="../media/image192.wmf"/><Relationship Id="rId31" Type="http://schemas.openxmlformats.org/officeDocument/2006/relationships/image" Target="../media/image198.wmf"/><Relationship Id="rId4" Type="http://schemas.openxmlformats.org/officeDocument/2006/relationships/oleObject" Target="../embeddings/oleObject178.bin"/><Relationship Id="rId9" Type="http://schemas.openxmlformats.org/officeDocument/2006/relationships/image" Target="../media/image187.wmf"/><Relationship Id="rId14" Type="http://schemas.openxmlformats.org/officeDocument/2006/relationships/oleObject" Target="../embeddings/oleObject183.bin"/><Relationship Id="rId22" Type="http://schemas.openxmlformats.org/officeDocument/2006/relationships/oleObject" Target="../embeddings/oleObject187.bin"/><Relationship Id="rId27" Type="http://schemas.openxmlformats.org/officeDocument/2006/relationships/image" Target="../media/image196.wmf"/><Relationship Id="rId30" Type="http://schemas.openxmlformats.org/officeDocument/2006/relationships/oleObject" Target="../embeddings/oleObject191.bin"/><Relationship Id="rId35" Type="http://schemas.openxmlformats.org/officeDocument/2006/relationships/image" Target="../media/image200.wmf"/><Relationship Id="rId43" Type="http://schemas.openxmlformats.org/officeDocument/2006/relationships/image" Target="../media/image204.wmf"/><Relationship Id="rId8" Type="http://schemas.openxmlformats.org/officeDocument/2006/relationships/oleObject" Target="../embeddings/oleObject180.bin"/><Relationship Id="rId3" Type="http://schemas.openxmlformats.org/officeDocument/2006/relationships/image" Target="../media/image184.wmf"/><Relationship Id="rId12" Type="http://schemas.openxmlformats.org/officeDocument/2006/relationships/oleObject" Target="../embeddings/oleObject182.bin"/><Relationship Id="rId17" Type="http://schemas.openxmlformats.org/officeDocument/2006/relationships/image" Target="../media/image191.wmf"/><Relationship Id="rId25" Type="http://schemas.openxmlformats.org/officeDocument/2006/relationships/image" Target="../media/image195.wmf"/><Relationship Id="rId33" Type="http://schemas.openxmlformats.org/officeDocument/2006/relationships/image" Target="../media/image199.wmf"/><Relationship Id="rId38" Type="http://schemas.openxmlformats.org/officeDocument/2006/relationships/oleObject" Target="../embeddings/oleObject19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1.bin"/><Relationship Id="rId13" Type="http://schemas.openxmlformats.org/officeDocument/2006/relationships/image" Target="../media/image210.wmf"/><Relationship Id="rId18" Type="http://schemas.openxmlformats.org/officeDocument/2006/relationships/oleObject" Target="../embeddings/oleObject206.bin"/><Relationship Id="rId26" Type="http://schemas.openxmlformats.org/officeDocument/2006/relationships/oleObject" Target="../embeddings/oleObject210.bin"/><Relationship Id="rId3" Type="http://schemas.openxmlformats.org/officeDocument/2006/relationships/image" Target="../media/image205.wmf"/><Relationship Id="rId21" Type="http://schemas.openxmlformats.org/officeDocument/2006/relationships/image" Target="../media/image214.wmf"/><Relationship Id="rId7" Type="http://schemas.openxmlformats.org/officeDocument/2006/relationships/image" Target="../media/image207.wmf"/><Relationship Id="rId12" Type="http://schemas.openxmlformats.org/officeDocument/2006/relationships/oleObject" Target="../embeddings/oleObject203.bin"/><Relationship Id="rId17" Type="http://schemas.openxmlformats.org/officeDocument/2006/relationships/image" Target="../media/image212.wmf"/><Relationship Id="rId25" Type="http://schemas.openxmlformats.org/officeDocument/2006/relationships/image" Target="../media/image216.wmf"/><Relationship Id="rId2" Type="http://schemas.openxmlformats.org/officeDocument/2006/relationships/oleObject" Target="../embeddings/oleObject198.bin"/><Relationship Id="rId16" Type="http://schemas.openxmlformats.org/officeDocument/2006/relationships/oleObject" Target="../embeddings/oleObject205.bin"/><Relationship Id="rId20" Type="http://schemas.openxmlformats.org/officeDocument/2006/relationships/oleObject" Target="../embeddings/oleObject207.bin"/><Relationship Id="rId29" Type="http://schemas.openxmlformats.org/officeDocument/2006/relationships/image" Target="../media/image21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0.bin"/><Relationship Id="rId11" Type="http://schemas.openxmlformats.org/officeDocument/2006/relationships/image" Target="../media/image209.wmf"/><Relationship Id="rId24" Type="http://schemas.openxmlformats.org/officeDocument/2006/relationships/oleObject" Target="../embeddings/oleObject209.bin"/><Relationship Id="rId5" Type="http://schemas.openxmlformats.org/officeDocument/2006/relationships/image" Target="../media/image206.wmf"/><Relationship Id="rId15" Type="http://schemas.openxmlformats.org/officeDocument/2006/relationships/image" Target="../media/image211.wmf"/><Relationship Id="rId23" Type="http://schemas.openxmlformats.org/officeDocument/2006/relationships/image" Target="../media/image215.wmf"/><Relationship Id="rId28" Type="http://schemas.openxmlformats.org/officeDocument/2006/relationships/oleObject" Target="../embeddings/oleObject211.bin"/><Relationship Id="rId10" Type="http://schemas.openxmlformats.org/officeDocument/2006/relationships/oleObject" Target="../embeddings/oleObject202.bin"/><Relationship Id="rId19" Type="http://schemas.openxmlformats.org/officeDocument/2006/relationships/image" Target="../media/image213.wmf"/><Relationship Id="rId4" Type="http://schemas.openxmlformats.org/officeDocument/2006/relationships/oleObject" Target="../embeddings/oleObject199.bin"/><Relationship Id="rId9" Type="http://schemas.openxmlformats.org/officeDocument/2006/relationships/image" Target="../media/image208.wmf"/><Relationship Id="rId14" Type="http://schemas.openxmlformats.org/officeDocument/2006/relationships/oleObject" Target="../embeddings/oleObject204.bin"/><Relationship Id="rId22" Type="http://schemas.openxmlformats.org/officeDocument/2006/relationships/oleObject" Target="../embeddings/oleObject208.bin"/><Relationship Id="rId27" Type="http://schemas.openxmlformats.org/officeDocument/2006/relationships/image" Target="../media/image21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13" Type="http://schemas.openxmlformats.org/officeDocument/2006/relationships/oleObject" Target="../embeddings/oleObject215.bin"/><Relationship Id="rId3" Type="http://schemas.openxmlformats.org/officeDocument/2006/relationships/tags" Target="../tags/tag18.xml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221.wmf"/><Relationship Id="rId2" Type="http://schemas.openxmlformats.org/officeDocument/2006/relationships/tags" Target="../tags/tag17.xml"/><Relationship Id="rId16" Type="http://schemas.openxmlformats.org/officeDocument/2006/relationships/image" Target="../media/image223.wmf"/><Relationship Id="rId1" Type="http://schemas.openxmlformats.org/officeDocument/2006/relationships/tags" Target="../tags/tag16.xml"/><Relationship Id="rId6" Type="http://schemas.openxmlformats.org/officeDocument/2006/relationships/slideLayout" Target="../slideLayouts/slideLayout7.xml"/><Relationship Id="rId11" Type="http://schemas.openxmlformats.org/officeDocument/2006/relationships/oleObject" Target="../embeddings/oleObject214.bin"/><Relationship Id="rId5" Type="http://schemas.openxmlformats.org/officeDocument/2006/relationships/tags" Target="../tags/tag20.xml"/><Relationship Id="rId15" Type="http://schemas.openxmlformats.org/officeDocument/2006/relationships/oleObject" Target="../embeddings/oleObject216.bin"/><Relationship Id="rId10" Type="http://schemas.openxmlformats.org/officeDocument/2006/relationships/image" Target="../media/image220.wmf"/><Relationship Id="rId4" Type="http://schemas.openxmlformats.org/officeDocument/2006/relationships/tags" Target="../tags/tag19.xml"/><Relationship Id="rId9" Type="http://schemas.openxmlformats.org/officeDocument/2006/relationships/oleObject" Target="../embeddings/oleObject213.bin"/><Relationship Id="rId14" Type="http://schemas.openxmlformats.org/officeDocument/2006/relationships/image" Target="../media/image22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0.bin"/><Relationship Id="rId3" Type="http://schemas.openxmlformats.org/officeDocument/2006/relationships/image" Target="../media/image224.wmf"/><Relationship Id="rId7" Type="http://schemas.openxmlformats.org/officeDocument/2006/relationships/image" Target="../media/image226.wmf"/><Relationship Id="rId2" Type="http://schemas.openxmlformats.org/officeDocument/2006/relationships/oleObject" Target="../embeddings/oleObject2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9.bin"/><Relationship Id="rId11" Type="http://schemas.openxmlformats.org/officeDocument/2006/relationships/image" Target="../media/image228.wmf"/><Relationship Id="rId5" Type="http://schemas.openxmlformats.org/officeDocument/2006/relationships/image" Target="../media/image225.wmf"/><Relationship Id="rId10" Type="http://schemas.openxmlformats.org/officeDocument/2006/relationships/oleObject" Target="../embeddings/oleObject221.bin"/><Relationship Id="rId4" Type="http://schemas.openxmlformats.org/officeDocument/2006/relationships/oleObject" Target="../embeddings/oleObject218.bin"/><Relationship Id="rId9" Type="http://schemas.openxmlformats.org/officeDocument/2006/relationships/image" Target="../media/image22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3" Type="http://schemas.openxmlformats.org/officeDocument/2006/relationships/image" Target="../media/image229.wmf"/><Relationship Id="rId7" Type="http://schemas.openxmlformats.org/officeDocument/2006/relationships/image" Target="../media/image231.wmf"/><Relationship Id="rId2" Type="http://schemas.openxmlformats.org/officeDocument/2006/relationships/oleObject" Target="../embeddings/oleObject2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4.bin"/><Relationship Id="rId11" Type="http://schemas.openxmlformats.org/officeDocument/2006/relationships/image" Target="../media/image233.wmf"/><Relationship Id="rId5" Type="http://schemas.openxmlformats.org/officeDocument/2006/relationships/image" Target="../media/image230.wmf"/><Relationship Id="rId10" Type="http://schemas.openxmlformats.org/officeDocument/2006/relationships/oleObject" Target="../embeddings/oleObject226.bin"/><Relationship Id="rId4" Type="http://schemas.openxmlformats.org/officeDocument/2006/relationships/oleObject" Target="../embeddings/oleObject223.bin"/><Relationship Id="rId9" Type="http://schemas.openxmlformats.org/officeDocument/2006/relationships/image" Target="../media/image23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0.bin"/><Relationship Id="rId13" Type="http://schemas.openxmlformats.org/officeDocument/2006/relationships/image" Target="../media/image239.wmf"/><Relationship Id="rId3" Type="http://schemas.openxmlformats.org/officeDocument/2006/relationships/image" Target="../media/image234.wmf"/><Relationship Id="rId7" Type="http://schemas.openxmlformats.org/officeDocument/2006/relationships/image" Target="../media/image236.wmf"/><Relationship Id="rId12" Type="http://schemas.openxmlformats.org/officeDocument/2006/relationships/oleObject" Target="../embeddings/oleObject232.bin"/><Relationship Id="rId2" Type="http://schemas.openxmlformats.org/officeDocument/2006/relationships/oleObject" Target="../embeddings/oleObject2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9.bin"/><Relationship Id="rId11" Type="http://schemas.openxmlformats.org/officeDocument/2006/relationships/image" Target="../media/image238.wmf"/><Relationship Id="rId5" Type="http://schemas.openxmlformats.org/officeDocument/2006/relationships/image" Target="../media/image235.emf"/><Relationship Id="rId15" Type="http://schemas.openxmlformats.org/officeDocument/2006/relationships/image" Target="../media/image240.wmf"/><Relationship Id="rId10" Type="http://schemas.openxmlformats.org/officeDocument/2006/relationships/oleObject" Target="../embeddings/oleObject231.bin"/><Relationship Id="rId4" Type="http://schemas.openxmlformats.org/officeDocument/2006/relationships/oleObject" Target="../embeddings/oleObject228.bin"/><Relationship Id="rId9" Type="http://schemas.openxmlformats.org/officeDocument/2006/relationships/image" Target="../media/image237.wmf"/><Relationship Id="rId14" Type="http://schemas.openxmlformats.org/officeDocument/2006/relationships/oleObject" Target="../embeddings/oleObject23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3" Type="http://schemas.openxmlformats.org/officeDocument/2006/relationships/image" Target="../media/image241.wmf"/><Relationship Id="rId7" Type="http://schemas.openxmlformats.org/officeDocument/2006/relationships/image" Target="../media/image243.wmf"/><Relationship Id="rId2" Type="http://schemas.openxmlformats.org/officeDocument/2006/relationships/oleObject" Target="../embeddings/oleObject2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6.bin"/><Relationship Id="rId5" Type="http://schemas.openxmlformats.org/officeDocument/2006/relationships/image" Target="../media/image242.wmf"/><Relationship Id="rId4" Type="http://schemas.openxmlformats.org/officeDocument/2006/relationships/oleObject" Target="../embeddings/oleObject235.bin"/><Relationship Id="rId9" Type="http://schemas.openxmlformats.org/officeDocument/2006/relationships/image" Target="../media/image24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1.bin"/><Relationship Id="rId3" Type="http://schemas.openxmlformats.org/officeDocument/2006/relationships/image" Target="../media/image245.wmf"/><Relationship Id="rId7" Type="http://schemas.openxmlformats.org/officeDocument/2006/relationships/image" Target="../media/image247.wmf"/><Relationship Id="rId2" Type="http://schemas.openxmlformats.org/officeDocument/2006/relationships/oleObject" Target="../embeddings/oleObject2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0.bin"/><Relationship Id="rId11" Type="http://schemas.openxmlformats.org/officeDocument/2006/relationships/image" Target="../media/image241.wmf"/><Relationship Id="rId5" Type="http://schemas.openxmlformats.org/officeDocument/2006/relationships/image" Target="../media/image246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239.bin"/><Relationship Id="rId9" Type="http://schemas.openxmlformats.org/officeDocument/2006/relationships/image" Target="../media/image24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13" Type="http://schemas.openxmlformats.org/officeDocument/2006/relationships/image" Target="../media/image254.emf"/><Relationship Id="rId3" Type="http://schemas.openxmlformats.org/officeDocument/2006/relationships/image" Target="../media/image249.emf"/><Relationship Id="rId7" Type="http://schemas.openxmlformats.org/officeDocument/2006/relationships/image" Target="../media/image251.emf"/><Relationship Id="rId12" Type="http://schemas.openxmlformats.org/officeDocument/2006/relationships/oleObject" Target="../embeddings/oleObject247.bin"/><Relationship Id="rId17" Type="http://schemas.openxmlformats.org/officeDocument/2006/relationships/image" Target="../media/image241.wmf"/><Relationship Id="rId2" Type="http://schemas.openxmlformats.org/officeDocument/2006/relationships/oleObject" Target="../embeddings/oleObject242.bin"/><Relationship Id="rId16" Type="http://schemas.openxmlformats.org/officeDocument/2006/relationships/oleObject" Target="../embeddings/oleObject6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44.bin"/><Relationship Id="rId11" Type="http://schemas.openxmlformats.org/officeDocument/2006/relationships/image" Target="../media/image253.emf"/><Relationship Id="rId5" Type="http://schemas.openxmlformats.org/officeDocument/2006/relationships/image" Target="../media/image250.emf"/><Relationship Id="rId15" Type="http://schemas.openxmlformats.org/officeDocument/2006/relationships/image" Target="../media/image255.emf"/><Relationship Id="rId10" Type="http://schemas.openxmlformats.org/officeDocument/2006/relationships/oleObject" Target="../embeddings/oleObject246.bin"/><Relationship Id="rId4" Type="http://schemas.openxmlformats.org/officeDocument/2006/relationships/oleObject" Target="../embeddings/oleObject243.bin"/><Relationship Id="rId9" Type="http://schemas.openxmlformats.org/officeDocument/2006/relationships/image" Target="../media/image252.emf"/><Relationship Id="rId14" Type="http://schemas.openxmlformats.org/officeDocument/2006/relationships/oleObject" Target="../embeddings/oleObject24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0.bin"/><Relationship Id="rId13" Type="http://schemas.openxmlformats.org/officeDocument/2006/relationships/image" Target="../media/image259.wmf"/><Relationship Id="rId18" Type="http://schemas.openxmlformats.org/officeDocument/2006/relationships/oleObject" Target="../embeddings/oleObject255.bin"/><Relationship Id="rId26" Type="http://schemas.openxmlformats.org/officeDocument/2006/relationships/oleObject" Target="../embeddings/oleObject259.bin"/><Relationship Id="rId3" Type="http://schemas.openxmlformats.org/officeDocument/2006/relationships/tags" Target="../tags/tag23.xml"/><Relationship Id="rId21" Type="http://schemas.openxmlformats.org/officeDocument/2006/relationships/image" Target="../media/image263.wmf"/><Relationship Id="rId7" Type="http://schemas.openxmlformats.org/officeDocument/2006/relationships/image" Target="../media/image256.wmf"/><Relationship Id="rId12" Type="http://schemas.openxmlformats.org/officeDocument/2006/relationships/oleObject" Target="../embeddings/oleObject252.bin"/><Relationship Id="rId17" Type="http://schemas.openxmlformats.org/officeDocument/2006/relationships/image" Target="../media/image261.wmf"/><Relationship Id="rId25" Type="http://schemas.openxmlformats.org/officeDocument/2006/relationships/image" Target="../media/image265.wmf"/><Relationship Id="rId2" Type="http://schemas.openxmlformats.org/officeDocument/2006/relationships/tags" Target="../tags/tag22.xml"/><Relationship Id="rId16" Type="http://schemas.openxmlformats.org/officeDocument/2006/relationships/oleObject" Target="../embeddings/oleObject254.bin"/><Relationship Id="rId20" Type="http://schemas.openxmlformats.org/officeDocument/2006/relationships/oleObject" Target="../embeddings/oleObject256.bin"/><Relationship Id="rId29" Type="http://schemas.openxmlformats.org/officeDocument/2006/relationships/image" Target="../media/image267.wmf"/><Relationship Id="rId1" Type="http://schemas.openxmlformats.org/officeDocument/2006/relationships/tags" Target="../tags/tag21.xml"/><Relationship Id="rId6" Type="http://schemas.openxmlformats.org/officeDocument/2006/relationships/oleObject" Target="../embeddings/oleObject249.bin"/><Relationship Id="rId11" Type="http://schemas.openxmlformats.org/officeDocument/2006/relationships/image" Target="../media/image258.wmf"/><Relationship Id="rId24" Type="http://schemas.openxmlformats.org/officeDocument/2006/relationships/oleObject" Target="../embeddings/oleObject258.bin"/><Relationship Id="rId32" Type="http://schemas.openxmlformats.org/officeDocument/2006/relationships/image" Target="../media/image268.wmf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260.wmf"/><Relationship Id="rId23" Type="http://schemas.openxmlformats.org/officeDocument/2006/relationships/image" Target="../media/image264.wmf"/><Relationship Id="rId28" Type="http://schemas.openxmlformats.org/officeDocument/2006/relationships/oleObject" Target="../embeddings/oleObject260.bin"/><Relationship Id="rId10" Type="http://schemas.openxmlformats.org/officeDocument/2006/relationships/oleObject" Target="../embeddings/oleObject251.bin"/><Relationship Id="rId19" Type="http://schemas.openxmlformats.org/officeDocument/2006/relationships/image" Target="../media/image262.wmf"/><Relationship Id="rId31" Type="http://schemas.openxmlformats.org/officeDocument/2006/relationships/oleObject" Target="../embeddings/oleObject261.bin"/><Relationship Id="rId4" Type="http://schemas.openxmlformats.org/officeDocument/2006/relationships/tags" Target="../tags/tag24.xml"/><Relationship Id="rId9" Type="http://schemas.openxmlformats.org/officeDocument/2006/relationships/image" Target="../media/image257.wmf"/><Relationship Id="rId14" Type="http://schemas.openxmlformats.org/officeDocument/2006/relationships/oleObject" Target="../embeddings/oleObject253.bin"/><Relationship Id="rId22" Type="http://schemas.openxmlformats.org/officeDocument/2006/relationships/oleObject" Target="../embeddings/oleObject257.bin"/><Relationship Id="rId27" Type="http://schemas.openxmlformats.org/officeDocument/2006/relationships/image" Target="../media/image266.wmf"/><Relationship Id="rId30" Type="http://schemas.openxmlformats.org/officeDocument/2006/relationships/oleObject" Target="../embeddings/oleObject6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wmf"/><Relationship Id="rId2" Type="http://schemas.openxmlformats.org/officeDocument/2006/relationships/oleObject" Target="../embeddings/oleObject26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0.wmf"/><Relationship Id="rId4" Type="http://schemas.openxmlformats.org/officeDocument/2006/relationships/oleObject" Target="../embeddings/oleObject26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5.bin"/><Relationship Id="rId13" Type="http://schemas.openxmlformats.org/officeDocument/2006/relationships/image" Target="../media/image274.wmf"/><Relationship Id="rId18" Type="http://schemas.openxmlformats.org/officeDocument/2006/relationships/oleObject" Target="../embeddings/oleObject270.bin"/><Relationship Id="rId3" Type="http://schemas.openxmlformats.org/officeDocument/2006/relationships/image" Target="../media/image269.wmf"/><Relationship Id="rId21" Type="http://schemas.openxmlformats.org/officeDocument/2006/relationships/image" Target="../media/image278.wmf"/><Relationship Id="rId7" Type="http://schemas.openxmlformats.org/officeDocument/2006/relationships/image" Target="../media/image271.wmf"/><Relationship Id="rId12" Type="http://schemas.openxmlformats.org/officeDocument/2006/relationships/oleObject" Target="../embeddings/oleObject267.bin"/><Relationship Id="rId17" Type="http://schemas.openxmlformats.org/officeDocument/2006/relationships/image" Target="../media/image276.wmf"/><Relationship Id="rId2" Type="http://schemas.openxmlformats.org/officeDocument/2006/relationships/oleObject" Target="../embeddings/oleObject63.bin"/><Relationship Id="rId16" Type="http://schemas.openxmlformats.org/officeDocument/2006/relationships/oleObject" Target="../embeddings/oleObject269.bin"/><Relationship Id="rId20" Type="http://schemas.openxmlformats.org/officeDocument/2006/relationships/oleObject" Target="../embeddings/oleObject2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4.bin"/><Relationship Id="rId11" Type="http://schemas.openxmlformats.org/officeDocument/2006/relationships/image" Target="../media/image273.wmf"/><Relationship Id="rId5" Type="http://schemas.openxmlformats.org/officeDocument/2006/relationships/image" Target="../media/image270.wmf"/><Relationship Id="rId15" Type="http://schemas.openxmlformats.org/officeDocument/2006/relationships/image" Target="../media/image275.wmf"/><Relationship Id="rId10" Type="http://schemas.openxmlformats.org/officeDocument/2006/relationships/oleObject" Target="../embeddings/oleObject266.bin"/><Relationship Id="rId19" Type="http://schemas.openxmlformats.org/officeDocument/2006/relationships/image" Target="../media/image277.wmf"/><Relationship Id="rId4" Type="http://schemas.openxmlformats.org/officeDocument/2006/relationships/oleObject" Target="../embeddings/oleObject62.bin"/><Relationship Id="rId9" Type="http://schemas.openxmlformats.org/officeDocument/2006/relationships/image" Target="../media/image272.wmf"/><Relationship Id="rId14" Type="http://schemas.openxmlformats.org/officeDocument/2006/relationships/oleObject" Target="../embeddings/oleObject26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emf"/><Relationship Id="rId13" Type="http://schemas.openxmlformats.org/officeDocument/2006/relationships/oleObject" Target="../embeddings/oleObject275.bin"/><Relationship Id="rId18" Type="http://schemas.openxmlformats.org/officeDocument/2006/relationships/image" Target="../media/image284.emf"/><Relationship Id="rId3" Type="http://schemas.openxmlformats.org/officeDocument/2006/relationships/tags" Target="../tags/tag27.xml"/><Relationship Id="rId7" Type="http://schemas.openxmlformats.org/officeDocument/2006/relationships/oleObject" Target="../embeddings/oleObject272.bin"/><Relationship Id="rId12" Type="http://schemas.openxmlformats.org/officeDocument/2006/relationships/image" Target="../media/image281.emf"/><Relationship Id="rId17" Type="http://schemas.openxmlformats.org/officeDocument/2006/relationships/oleObject" Target="../embeddings/oleObject277.bin"/><Relationship Id="rId2" Type="http://schemas.openxmlformats.org/officeDocument/2006/relationships/tags" Target="../tags/tag26.xml"/><Relationship Id="rId16" Type="http://schemas.openxmlformats.org/officeDocument/2006/relationships/image" Target="../media/image283.emf"/><Relationship Id="rId20" Type="http://schemas.openxmlformats.org/officeDocument/2006/relationships/image" Target="../media/image285.emf"/><Relationship Id="rId1" Type="http://schemas.openxmlformats.org/officeDocument/2006/relationships/tags" Target="../tags/tag25.xml"/><Relationship Id="rId6" Type="http://schemas.openxmlformats.org/officeDocument/2006/relationships/slideLayout" Target="../slideLayouts/slideLayout7.xml"/><Relationship Id="rId11" Type="http://schemas.openxmlformats.org/officeDocument/2006/relationships/oleObject" Target="../embeddings/oleObject274.bin"/><Relationship Id="rId5" Type="http://schemas.openxmlformats.org/officeDocument/2006/relationships/tags" Target="../tags/tag29.xml"/><Relationship Id="rId15" Type="http://schemas.openxmlformats.org/officeDocument/2006/relationships/oleObject" Target="../embeddings/oleObject276.bin"/><Relationship Id="rId10" Type="http://schemas.openxmlformats.org/officeDocument/2006/relationships/image" Target="../media/image280.wmf"/><Relationship Id="rId19" Type="http://schemas.openxmlformats.org/officeDocument/2006/relationships/oleObject" Target="../embeddings/oleObject278.bin"/><Relationship Id="rId4" Type="http://schemas.openxmlformats.org/officeDocument/2006/relationships/tags" Target="../tags/tag28.xml"/><Relationship Id="rId9" Type="http://schemas.openxmlformats.org/officeDocument/2006/relationships/oleObject" Target="../embeddings/oleObject273.bin"/><Relationship Id="rId14" Type="http://schemas.openxmlformats.org/officeDocument/2006/relationships/image" Target="../media/image282.emf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1.emf"/><Relationship Id="rId18" Type="http://schemas.openxmlformats.org/officeDocument/2006/relationships/oleObject" Target="../embeddings/oleObject287.bin"/><Relationship Id="rId26" Type="http://schemas.openxmlformats.org/officeDocument/2006/relationships/oleObject" Target="../embeddings/oleObject291.bin"/><Relationship Id="rId3" Type="http://schemas.openxmlformats.org/officeDocument/2006/relationships/image" Target="../media/image286.emf"/><Relationship Id="rId21" Type="http://schemas.openxmlformats.org/officeDocument/2006/relationships/image" Target="../media/image295.emf"/><Relationship Id="rId7" Type="http://schemas.openxmlformats.org/officeDocument/2006/relationships/image" Target="../media/image288.emf"/><Relationship Id="rId12" Type="http://schemas.openxmlformats.org/officeDocument/2006/relationships/oleObject" Target="../embeddings/oleObject284.bin"/><Relationship Id="rId17" Type="http://schemas.openxmlformats.org/officeDocument/2006/relationships/image" Target="../media/image293.emf"/><Relationship Id="rId25" Type="http://schemas.openxmlformats.org/officeDocument/2006/relationships/image" Target="../media/image297.emf"/><Relationship Id="rId33" Type="http://schemas.openxmlformats.org/officeDocument/2006/relationships/image" Target="../media/image281.emf"/><Relationship Id="rId2" Type="http://schemas.openxmlformats.org/officeDocument/2006/relationships/oleObject" Target="../embeddings/oleObject279.bin"/><Relationship Id="rId16" Type="http://schemas.openxmlformats.org/officeDocument/2006/relationships/oleObject" Target="../embeddings/oleObject286.bin"/><Relationship Id="rId20" Type="http://schemas.openxmlformats.org/officeDocument/2006/relationships/oleObject" Target="../embeddings/oleObject288.bin"/><Relationship Id="rId29" Type="http://schemas.openxmlformats.org/officeDocument/2006/relationships/image" Target="../media/image29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1.bin"/><Relationship Id="rId11" Type="http://schemas.openxmlformats.org/officeDocument/2006/relationships/image" Target="../media/image290.emf"/><Relationship Id="rId24" Type="http://schemas.openxmlformats.org/officeDocument/2006/relationships/oleObject" Target="../embeddings/oleObject290.bin"/><Relationship Id="rId32" Type="http://schemas.openxmlformats.org/officeDocument/2006/relationships/image" Target="../media/image280.wmf"/><Relationship Id="rId5" Type="http://schemas.openxmlformats.org/officeDocument/2006/relationships/image" Target="../media/image287.emf"/><Relationship Id="rId15" Type="http://schemas.openxmlformats.org/officeDocument/2006/relationships/image" Target="../media/image292.emf"/><Relationship Id="rId23" Type="http://schemas.openxmlformats.org/officeDocument/2006/relationships/image" Target="../media/image296.emf"/><Relationship Id="rId28" Type="http://schemas.openxmlformats.org/officeDocument/2006/relationships/oleObject" Target="../embeddings/oleObject30.bin"/><Relationship Id="rId10" Type="http://schemas.openxmlformats.org/officeDocument/2006/relationships/oleObject" Target="../embeddings/oleObject283.bin"/><Relationship Id="rId19" Type="http://schemas.openxmlformats.org/officeDocument/2006/relationships/image" Target="../media/image294.emf"/><Relationship Id="rId31" Type="http://schemas.openxmlformats.org/officeDocument/2006/relationships/oleObject" Target="../embeddings/oleObject63.bin"/><Relationship Id="rId4" Type="http://schemas.openxmlformats.org/officeDocument/2006/relationships/oleObject" Target="../embeddings/oleObject280.bin"/><Relationship Id="rId9" Type="http://schemas.openxmlformats.org/officeDocument/2006/relationships/image" Target="../media/image289.emf"/><Relationship Id="rId14" Type="http://schemas.openxmlformats.org/officeDocument/2006/relationships/oleObject" Target="../embeddings/oleObject285.bin"/><Relationship Id="rId22" Type="http://schemas.openxmlformats.org/officeDocument/2006/relationships/oleObject" Target="../embeddings/oleObject289.bin"/><Relationship Id="rId27" Type="http://schemas.openxmlformats.org/officeDocument/2006/relationships/image" Target="../media/image298.emf"/><Relationship Id="rId30" Type="http://schemas.openxmlformats.org/officeDocument/2006/relationships/image" Target="../media/image279.emf"/><Relationship Id="rId8" Type="http://schemas.openxmlformats.org/officeDocument/2006/relationships/oleObject" Target="../embeddings/oleObject28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wmf"/><Relationship Id="rId2" Type="http://schemas.openxmlformats.org/officeDocument/2006/relationships/oleObject" Target="../embeddings/oleObject292.bin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emf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308.emf"/><Relationship Id="rId3" Type="http://schemas.openxmlformats.org/officeDocument/2006/relationships/oleObject" Target="../embeddings/oleObject293.bin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305.emf"/><Relationship Id="rId17" Type="http://schemas.openxmlformats.org/officeDocument/2006/relationships/oleObject" Target="../embeddings/oleObject300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07.emf"/><Relationship Id="rId20" Type="http://schemas.openxmlformats.org/officeDocument/2006/relationships/image" Target="../media/image309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2.emf"/><Relationship Id="rId11" Type="http://schemas.openxmlformats.org/officeDocument/2006/relationships/oleObject" Target="../embeddings/oleObject297.bin"/><Relationship Id="rId5" Type="http://schemas.openxmlformats.org/officeDocument/2006/relationships/oleObject" Target="../embeddings/oleObject294.bin"/><Relationship Id="rId15" Type="http://schemas.openxmlformats.org/officeDocument/2006/relationships/oleObject" Target="../embeddings/oleObject299.bin"/><Relationship Id="rId10" Type="http://schemas.openxmlformats.org/officeDocument/2006/relationships/image" Target="../media/image304.emf"/><Relationship Id="rId19" Type="http://schemas.openxmlformats.org/officeDocument/2006/relationships/oleObject" Target="../embeddings/oleObject301.bin"/><Relationship Id="rId4" Type="http://schemas.openxmlformats.org/officeDocument/2006/relationships/image" Target="../media/image301.e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306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5.bin"/><Relationship Id="rId13" Type="http://schemas.openxmlformats.org/officeDocument/2006/relationships/image" Target="../media/image315.emf"/><Relationship Id="rId18" Type="http://schemas.openxmlformats.org/officeDocument/2006/relationships/oleObject" Target="../embeddings/oleObject310.bin"/><Relationship Id="rId26" Type="http://schemas.openxmlformats.org/officeDocument/2006/relationships/oleObject" Target="../embeddings/oleObject314.bin"/><Relationship Id="rId3" Type="http://schemas.openxmlformats.org/officeDocument/2006/relationships/image" Target="../media/image310.emf"/><Relationship Id="rId21" Type="http://schemas.openxmlformats.org/officeDocument/2006/relationships/image" Target="../media/image319.emf"/><Relationship Id="rId7" Type="http://schemas.openxmlformats.org/officeDocument/2006/relationships/image" Target="../media/image312.emf"/><Relationship Id="rId12" Type="http://schemas.openxmlformats.org/officeDocument/2006/relationships/oleObject" Target="../embeddings/oleObject307.bin"/><Relationship Id="rId17" Type="http://schemas.openxmlformats.org/officeDocument/2006/relationships/image" Target="../media/image317.emf"/><Relationship Id="rId25" Type="http://schemas.openxmlformats.org/officeDocument/2006/relationships/image" Target="../media/image321.emf"/><Relationship Id="rId2" Type="http://schemas.openxmlformats.org/officeDocument/2006/relationships/oleObject" Target="../embeddings/oleObject302.bin"/><Relationship Id="rId16" Type="http://schemas.openxmlformats.org/officeDocument/2006/relationships/oleObject" Target="../embeddings/oleObject309.bin"/><Relationship Id="rId20" Type="http://schemas.openxmlformats.org/officeDocument/2006/relationships/oleObject" Target="../embeddings/oleObject31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04.bin"/><Relationship Id="rId11" Type="http://schemas.openxmlformats.org/officeDocument/2006/relationships/image" Target="../media/image314.emf"/><Relationship Id="rId24" Type="http://schemas.openxmlformats.org/officeDocument/2006/relationships/oleObject" Target="../embeddings/oleObject313.bin"/><Relationship Id="rId5" Type="http://schemas.openxmlformats.org/officeDocument/2006/relationships/image" Target="../media/image311.emf"/><Relationship Id="rId15" Type="http://schemas.openxmlformats.org/officeDocument/2006/relationships/image" Target="../media/image316.emf"/><Relationship Id="rId23" Type="http://schemas.openxmlformats.org/officeDocument/2006/relationships/image" Target="../media/image320.emf"/><Relationship Id="rId10" Type="http://schemas.openxmlformats.org/officeDocument/2006/relationships/oleObject" Target="../embeddings/oleObject306.bin"/><Relationship Id="rId19" Type="http://schemas.openxmlformats.org/officeDocument/2006/relationships/image" Target="../media/image318.emf"/><Relationship Id="rId4" Type="http://schemas.openxmlformats.org/officeDocument/2006/relationships/oleObject" Target="../embeddings/oleObject303.bin"/><Relationship Id="rId9" Type="http://schemas.openxmlformats.org/officeDocument/2006/relationships/image" Target="../media/image313.emf"/><Relationship Id="rId14" Type="http://schemas.openxmlformats.org/officeDocument/2006/relationships/oleObject" Target="../embeddings/oleObject308.bin"/><Relationship Id="rId22" Type="http://schemas.openxmlformats.org/officeDocument/2006/relationships/oleObject" Target="../embeddings/oleObject312.bin"/><Relationship Id="rId27" Type="http://schemas.openxmlformats.org/officeDocument/2006/relationships/image" Target="../media/image322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8.bin"/><Relationship Id="rId13" Type="http://schemas.openxmlformats.org/officeDocument/2006/relationships/image" Target="../media/image328.emf"/><Relationship Id="rId3" Type="http://schemas.openxmlformats.org/officeDocument/2006/relationships/image" Target="../media/image323.emf"/><Relationship Id="rId7" Type="http://schemas.openxmlformats.org/officeDocument/2006/relationships/image" Target="../media/image325.emf"/><Relationship Id="rId12" Type="http://schemas.openxmlformats.org/officeDocument/2006/relationships/oleObject" Target="../embeddings/oleObject320.bin"/><Relationship Id="rId17" Type="http://schemas.openxmlformats.org/officeDocument/2006/relationships/image" Target="../media/image330.wmf"/><Relationship Id="rId2" Type="http://schemas.openxmlformats.org/officeDocument/2006/relationships/oleObject" Target="../embeddings/oleObject315.bin"/><Relationship Id="rId16" Type="http://schemas.openxmlformats.org/officeDocument/2006/relationships/oleObject" Target="../embeddings/oleObject32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17.bin"/><Relationship Id="rId11" Type="http://schemas.openxmlformats.org/officeDocument/2006/relationships/image" Target="../media/image327.emf"/><Relationship Id="rId5" Type="http://schemas.openxmlformats.org/officeDocument/2006/relationships/image" Target="../media/image324.emf"/><Relationship Id="rId15" Type="http://schemas.openxmlformats.org/officeDocument/2006/relationships/image" Target="../media/image329.emf"/><Relationship Id="rId10" Type="http://schemas.openxmlformats.org/officeDocument/2006/relationships/oleObject" Target="../embeddings/oleObject319.bin"/><Relationship Id="rId4" Type="http://schemas.openxmlformats.org/officeDocument/2006/relationships/oleObject" Target="../embeddings/oleObject316.bin"/><Relationship Id="rId9" Type="http://schemas.openxmlformats.org/officeDocument/2006/relationships/image" Target="../media/image326.emf"/><Relationship Id="rId14" Type="http://schemas.openxmlformats.org/officeDocument/2006/relationships/oleObject" Target="../embeddings/oleObject321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6.bin"/><Relationship Id="rId13" Type="http://schemas.openxmlformats.org/officeDocument/2006/relationships/image" Target="../media/image336.emf"/><Relationship Id="rId3" Type="http://schemas.openxmlformats.org/officeDocument/2006/relationships/image" Target="../media/image331.emf"/><Relationship Id="rId7" Type="http://schemas.openxmlformats.org/officeDocument/2006/relationships/image" Target="../media/image333.emf"/><Relationship Id="rId12" Type="http://schemas.openxmlformats.org/officeDocument/2006/relationships/oleObject" Target="../embeddings/oleObject328.bin"/><Relationship Id="rId2" Type="http://schemas.openxmlformats.org/officeDocument/2006/relationships/oleObject" Target="../embeddings/oleObject32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25.bin"/><Relationship Id="rId11" Type="http://schemas.openxmlformats.org/officeDocument/2006/relationships/image" Target="../media/image335.emf"/><Relationship Id="rId5" Type="http://schemas.openxmlformats.org/officeDocument/2006/relationships/image" Target="../media/image332.emf"/><Relationship Id="rId10" Type="http://schemas.openxmlformats.org/officeDocument/2006/relationships/oleObject" Target="../embeddings/oleObject327.bin"/><Relationship Id="rId4" Type="http://schemas.openxmlformats.org/officeDocument/2006/relationships/oleObject" Target="../embeddings/oleObject324.bin"/><Relationship Id="rId9" Type="http://schemas.openxmlformats.org/officeDocument/2006/relationships/image" Target="../media/image33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839187" y="3344863"/>
            <a:ext cx="57927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二、空间曲面的切平面与法线 </a:t>
            </a:r>
          </a:p>
        </p:txBody>
      </p:sp>
      <p:sp>
        <p:nvSpPr>
          <p:cNvPr id="4100" name="Text Box 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2782888" y="1989138"/>
            <a:ext cx="56435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一、空间曲线的切线与法平面 </a:t>
            </a:r>
          </a:p>
        </p:txBody>
      </p:sp>
      <p:sp>
        <p:nvSpPr>
          <p:cNvPr id="4101" name="Text Box 7"/>
          <p:cNvSpPr txBox="1">
            <a:spLocks noChangeArrowheads="1"/>
          </p:cNvSpPr>
          <p:nvPr/>
        </p:nvSpPr>
        <p:spPr bwMode="auto">
          <a:xfrm>
            <a:off x="2808288" y="393700"/>
            <a:ext cx="76200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800"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多元函数微分学的几何应用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7013" y="288925"/>
            <a:ext cx="5562600" cy="685800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>
                <a:latin typeface="楷体_GB2312"/>
                <a:ea typeface="楷体_GB2312"/>
                <a:cs typeface="楷体_GB2312"/>
              </a:rPr>
              <a:t>复习</a:t>
            </a:r>
            <a:r>
              <a:rPr lang="en-US" altLang="zh-CN" sz="3200" b="1">
                <a:ea typeface="楷体_GB2312"/>
                <a:cs typeface="楷体_GB2312"/>
              </a:rPr>
              <a:t>:  </a:t>
            </a:r>
            <a:r>
              <a:rPr lang="zh-CN" altLang="en-US" sz="320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平面曲线的切线与法线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479425" y="1076325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已知平面光滑曲线</a:t>
            </a:r>
          </a:p>
        </p:txBody>
      </p:sp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3502025" y="1203325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065" imgH="267970" progId="Equation.3">
                  <p:embed/>
                </p:oleObj>
              </mc:Choice>
              <mc:Fallback>
                <p:oleObj name="Equation" r:id="rId2" imgW="901065" imgH="26797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2025" y="1203325"/>
                        <a:ext cx="1320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5572125" y="1165225"/>
          <a:ext cx="1155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1210" imgH="294640" progId="Equation.3">
                  <p:embed/>
                </p:oleObj>
              </mc:Choice>
              <mc:Fallback>
                <p:oleObj name="Equation" r:id="rId4" imgW="791210" imgH="294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5" y="1165225"/>
                        <a:ext cx="1155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2895600" y="1706563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切线方程</a:t>
            </a:r>
          </a:p>
        </p:txBody>
      </p:sp>
      <p:graphicFrame>
        <p:nvGraphicFramePr>
          <p:cNvPr id="59399" name="Object 7"/>
          <p:cNvGraphicFramePr>
            <a:graphicFrameLocks noChangeAspect="1"/>
          </p:cNvGraphicFramePr>
          <p:nvPr/>
        </p:nvGraphicFramePr>
        <p:xfrm>
          <a:off x="4681538" y="1795463"/>
          <a:ext cx="927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3095" imgH="294640" progId="Equation.3">
                  <p:embed/>
                </p:oleObj>
              </mc:Choice>
              <mc:Fallback>
                <p:oleObj name="Equation" r:id="rId6" imgW="633095" imgH="294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538" y="1795463"/>
                        <a:ext cx="927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2895600" y="2443163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法线方程</a:t>
            </a:r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522288" y="370363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若平面光滑曲线方程为</a:t>
            </a:r>
          </a:p>
        </p:txBody>
      </p:sp>
      <p:graphicFrame>
        <p:nvGraphicFramePr>
          <p:cNvPr id="59403" name="Object 11"/>
          <p:cNvGraphicFramePr>
            <a:graphicFrameLocks noChangeAspect="1"/>
          </p:cNvGraphicFramePr>
          <p:nvPr/>
        </p:nvGraphicFramePr>
        <p:xfrm>
          <a:off x="4160838" y="3830638"/>
          <a:ext cx="1739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91260" imgH="267970" progId="Equation.3">
                  <p:embed/>
                </p:oleObj>
              </mc:Choice>
              <mc:Fallback>
                <p:oleObj name="Equation" r:id="rId8" imgW="1191260" imgH="26797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0838" y="3830638"/>
                        <a:ext cx="1739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4" name="Object 12"/>
          <p:cNvGraphicFramePr>
            <a:graphicFrameLocks noChangeAspect="1"/>
          </p:cNvGraphicFramePr>
          <p:nvPr/>
        </p:nvGraphicFramePr>
        <p:xfrm>
          <a:off x="6413500" y="3495675"/>
          <a:ext cx="23145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82420" imgH="685800" progId="Equation.3">
                  <p:embed/>
                </p:oleObj>
              </mc:Choice>
              <mc:Fallback>
                <p:oleObj name="Equation" r:id="rId10" imgW="1582420" imgH="685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0" y="3495675"/>
                        <a:ext cx="231457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5" name="Text Box 13"/>
          <p:cNvSpPr txBox="1">
            <a:spLocks noChangeArrowheads="1"/>
          </p:cNvSpPr>
          <p:nvPr/>
        </p:nvSpPr>
        <p:spPr bwMode="auto">
          <a:xfrm>
            <a:off x="8905875" y="36718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故在点</a:t>
            </a:r>
          </a:p>
        </p:txBody>
      </p:sp>
      <p:graphicFrame>
        <p:nvGraphicFramePr>
          <p:cNvPr id="59406" name="Object 14"/>
          <p:cNvGraphicFramePr>
            <a:graphicFrameLocks noChangeAspect="1"/>
          </p:cNvGraphicFramePr>
          <p:nvPr/>
        </p:nvGraphicFramePr>
        <p:xfrm>
          <a:off x="10112375" y="3748088"/>
          <a:ext cx="1155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91210" imgH="294640" progId="Equation.3">
                  <p:embed/>
                </p:oleObj>
              </mc:Choice>
              <mc:Fallback>
                <p:oleObj name="Equation" r:id="rId12" imgW="791210" imgH="294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75" y="3748088"/>
                        <a:ext cx="1155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7" name="Text Box 15"/>
          <p:cNvSpPr txBox="1">
            <a:spLocks noChangeArrowheads="1"/>
          </p:cNvSpPr>
          <p:nvPr/>
        </p:nvSpPr>
        <p:spPr bwMode="auto">
          <a:xfrm>
            <a:off x="2997200" y="4876800"/>
            <a:ext cx="1639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切线方程</a:t>
            </a:r>
          </a:p>
        </p:txBody>
      </p:sp>
      <p:sp>
        <p:nvSpPr>
          <p:cNvPr id="59408" name="Text Box 16"/>
          <p:cNvSpPr txBox="1">
            <a:spLocks noChangeArrowheads="1"/>
          </p:cNvSpPr>
          <p:nvPr/>
        </p:nvSpPr>
        <p:spPr bwMode="auto">
          <a:xfrm>
            <a:off x="2997200" y="5500688"/>
            <a:ext cx="1749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法线方程</a:t>
            </a:r>
          </a:p>
        </p:txBody>
      </p:sp>
      <p:graphicFrame>
        <p:nvGraphicFramePr>
          <p:cNvPr id="59409" name="Object 17"/>
          <p:cNvGraphicFramePr>
            <a:graphicFrameLocks noChangeAspect="1"/>
          </p:cNvGraphicFramePr>
          <p:nvPr/>
        </p:nvGraphicFramePr>
        <p:xfrm>
          <a:off x="9258300" y="4965700"/>
          <a:ext cx="1282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75030" imgH="294640" progId="Equation.3">
                  <p:embed/>
                </p:oleObj>
              </mc:Choice>
              <mc:Fallback>
                <p:oleObj name="Equation" r:id="rId14" imgW="875030" imgH="294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8300" y="4965700"/>
                        <a:ext cx="1282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0" name="Object 18"/>
          <p:cNvGraphicFramePr>
            <a:graphicFrameLocks noChangeAspect="1"/>
          </p:cNvGraphicFramePr>
          <p:nvPr/>
        </p:nvGraphicFramePr>
        <p:xfrm>
          <a:off x="7531100" y="4953000"/>
          <a:ext cx="1854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70635" imgH="334010" progId="Equation.3">
                  <p:embed/>
                </p:oleObj>
              </mc:Choice>
              <mc:Fallback>
                <p:oleObj name="Equation" r:id="rId16" imgW="1270635" imgH="33401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100" y="4953000"/>
                        <a:ext cx="1854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1" name="Object 19"/>
          <p:cNvGraphicFramePr>
            <a:graphicFrameLocks noChangeAspect="1"/>
          </p:cNvGraphicFramePr>
          <p:nvPr/>
        </p:nvGraphicFramePr>
        <p:xfrm>
          <a:off x="4762500" y="4962525"/>
          <a:ext cx="2730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77060" imgH="294640" progId="Equation.3">
                  <p:embed/>
                </p:oleObj>
              </mc:Choice>
              <mc:Fallback>
                <p:oleObj name="Equation" r:id="rId18" imgW="1877060" imgH="294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0" y="4962525"/>
                        <a:ext cx="2730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3" name="Object 21"/>
          <p:cNvGraphicFramePr>
            <a:graphicFrameLocks noChangeAspect="1"/>
          </p:cNvGraphicFramePr>
          <p:nvPr/>
        </p:nvGraphicFramePr>
        <p:xfrm>
          <a:off x="10579100" y="501650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34010" imgH="210820" progId="Equation.3">
                  <p:embed/>
                </p:oleObj>
              </mc:Choice>
              <mc:Fallback>
                <p:oleObj name="Equation" r:id="rId20" imgW="334010" imgH="21082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9100" y="5016500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4" name="Object 22"/>
          <p:cNvGraphicFramePr>
            <a:graphicFrameLocks noChangeAspect="1"/>
          </p:cNvGraphicFramePr>
          <p:nvPr/>
        </p:nvGraphicFramePr>
        <p:xfrm>
          <a:off x="5664200" y="1831975"/>
          <a:ext cx="2413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661795" imgH="294640" progId="Equation.3">
                  <p:embed/>
                </p:oleObj>
              </mc:Choice>
              <mc:Fallback>
                <p:oleObj name="公式" r:id="rId22" imgW="1661795" imgH="2946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1831975"/>
                        <a:ext cx="2413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6" name="Text Box 24"/>
          <p:cNvSpPr txBox="1">
            <a:spLocks noChangeArrowheads="1"/>
          </p:cNvSpPr>
          <p:nvPr/>
        </p:nvSpPr>
        <p:spPr bwMode="auto">
          <a:xfrm>
            <a:off x="4746625" y="107632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在点</a:t>
            </a:r>
          </a:p>
        </p:txBody>
      </p:sp>
      <p:sp>
        <p:nvSpPr>
          <p:cNvPr id="59417" name="Text Box 25"/>
          <p:cNvSpPr txBox="1">
            <a:spLocks noChangeArrowheads="1"/>
          </p:cNvSpPr>
          <p:nvPr/>
        </p:nvSpPr>
        <p:spPr bwMode="auto">
          <a:xfrm>
            <a:off x="6651625" y="1100138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有</a:t>
            </a:r>
          </a:p>
        </p:txBody>
      </p:sp>
      <p:sp>
        <p:nvSpPr>
          <p:cNvPr id="59419" name="Text Box 27"/>
          <p:cNvSpPr txBox="1">
            <a:spLocks noChangeArrowheads="1"/>
          </p:cNvSpPr>
          <p:nvPr/>
        </p:nvSpPr>
        <p:spPr bwMode="auto">
          <a:xfrm>
            <a:off x="11191875" y="3686175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有</a:t>
            </a:r>
          </a:p>
        </p:txBody>
      </p:sp>
      <p:sp>
        <p:nvSpPr>
          <p:cNvPr id="59428" name="Text Box 36"/>
          <p:cNvSpPr txBox="1">
            <a:spLocks noChangeArrowheads="1"/>
          </p:cNvSpPr>
          <p:nvPr/>
        </p:nvSpPr>
        <p:spPr bwMode="auto">
          <a:xfrm>
            <a:off x="5878513" y="3724275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因 </a:t>
            </a:r>
          </a:p>
        </p:txBody>
      </p:sp>
      <p:graphicFrame>
        <p:nvGraphicFramePr>
          <p:cNvPr id="59437" name="Object 45"/>
          <p:cNvGraphicFramePr>
            <a:graphicFrameLocks noChangeAspect="1"/>
          </p:cNvGraphicFramePr>
          <p:nvPr/>
        </p:nvGraphicFramePr>
        <p:xfrm>
          <a:off x="7493000" y="5641975"/>
          <a:ext cx="35909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479675" imgH="294640" progId="Equation.3">
                  <p:embed/>
                </p:oleObj>
              </mc:Choice>
              <mc:Fallback>
                <p:oleObj name="Equation" r:id="rId24" imgW="2479675" imgH="29464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0" y="5641975"/>
                        <a:ext cx="35909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9" name="Object 47"/>
          <p:cNvGraphicFramePr>
            <a:graphicFrameLocks noChangeAspect="1"/>
          </p:cNvGraphicFramePr>
          <p:nvPr/>
        </p:nvGraphicFramePr>
        <p:xfrm>
          <a:off x="4775200" y="5591175"/>
          <a:ext cx="1574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81405" imgH="334010" progId="Equation.3">
                  <p:embed/>
                </p:oleObj>
              </mc:Choice>
              <mc:Fallback>
                <p:oleObj name="Equation" r:id="rId26" imgW="1081405" imgH="33401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0" y="5591175"/>
                        <a:ext cx="15748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40" name="Object 48"/>
          <p:cNvGraphicFramePr>
            <a:graphicFrameLocks noChangeAspect="1"/>
          </p:cNvGraphicFramePr>
          <p:nvPr/>
        </p:nvGraphicFramePr>
        <p:xfrm>
          <a:off x="6324600" y="5641975"/>
          <a:ext cx="1168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95655" imgH="294640" progId="Equation.3">
                  <p:embed/>
                </p:oleObj>
              </mc:Choice>
              <mc:Fallback>
                <p:oleObj name="Equation" r:id="rId28" imgW="795655" imgH="29464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641975"/>
                        <a:ext cx="1168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8A79CF4-1D8F-3811-0B8E-9375C5C2DF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320275"/>
              </p:ext>
            </p:extLst>
          </p:nvPr>
        </p:nvGraphicFramePr>
        <p:xfrm>
          <a:off x="4565804" y="2374741"/>
          <a:ext cx="5063971" cy="925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361960" imgH="431640" progId="Equation.DSMT4">
                  <p:embed/>
                </p:oleObj>
              </mc:Choice>
              <mc:Fallback>
                <p:oleObj name="Equation" r:id="rId30" imgW="2361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565804" y="2374741"/>
                        <a:ext cx="5063971" cy="925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9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utoUpdateAnimBg="0"/>
      <p:bldP spid="59398" grpId="0" autoUpdateAnimBg="0"/>
      <p:bldP spid="59400" grpId="0" autoUpdateAnimBg="0"/>
      <p:bldP spid="59402" grpId="0" autoUpdateAnimBg="0"/>
      <p:bldP spid="59405" grpId="0" autoUpdateAnimBg="0"/>
      <p:bldP spid="59407" grpId="0" autoUpdateAnimBg="0"/>
      <p:bldP spid="59408" grpId="0" autoUpdateAnimBg="0"/>
      <p:bldP spid="59416" grpId="0" autoUpdateAnimBg="0"/>
      <p:bldP spid="59417" grpId="0" autoUpdateAnimBg="0"/>
      <p:bldP spid="59419" grpId="0" autoUpdateAnimBg="0"/>
      <p:bldP spid="5942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9"/>
          <p:cNvSpPr>
            <a:spLocks noGrp="1" noChangeArrowheads="1"/>
          </p:cNvSpPr>
          <p:nvPr>
            <p:ph type="title"/>
          </p:nvPr>
        </p:nvSpPr>
        <p:spPr>
          <a:xfrm>
            <a:off x="292100" y="131763"/>
            <a:ext cx="6324600" cy="6858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chemeClr val="accent2"/>
                </a:solidFill>
                <a:ea typeface="楷体_GB2312"/>
                <a:cs typeface="楷体_GB2312"/>
              </a:rPr>
              <a:t>一、</a:t>
            </a:r>
            <a:r>
              <a:rPr lang="zh-CN" altLang="en-US" sz="3200" b="1">
                <a:solidFill>
                  <a:schemeClr val="accent2"/>
                </a:solidFill>
                <a:ea typeface="楷体_GB2312"/>
                <a:cs typeface="楷体_GB2312"/>
              </a:rPr>
              <a:t>空间曲线的切线与法平面</a:t>
            </a:r>
            <a:endParaRPr lang="zh-CN" altLang="en-US" sz="3200">
              <a:solidFill>
                <a:schemeClr val="accent2"/>
              </a:solidFill>
              <a:ea typeface="楷体_GB2312"/>
              <a:cs typeface="楷体_GB2312"/>
            </a:endParaRPr>
          </a:p>
        </p:txBody>
      </p:sp>
      <p:sp>
        <p:nvSpPr>
          <p:cNvPr id="32" name="Text Box 40"/>
          <p:cNvSpPr txBox="1">
            <a:spLocks noChangeArrowheads="1"/>
          </p:cNvSpPr>
          <p:nvPr/>
        </p:nvSpPr>
        <p:spPr bwMode="auto">
          <a:xfrm>
            <a:off x="1409700" y="1489075"/>
            <a:ext cx="8358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过点 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与切线垂直的平面称为曲线在该点的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法平面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4" name="Freeform 101"/>
          <p:cNvSpPr/>
          <p:nvPr/>
        </p:nvSpPr>
        <p:spPr bwMode="auto">
          <a:xfrm>
            <a:off x="3180333" y="4010025"/>
            <a:ext cx="882650" cy="1058863"/>
          </a:xfrm>
          <a:custGeom>
            <a:avLst/>
            <a:gdLst>
              <a:gd name="T0" fmla="*/ 2147483646 w 450"/>
              <a:gd name="T1" fmla="*/ 2147483646 h 540"/>
              <a:gd name="T2" fmla="*/ 2147483646 w 450"/>
              <a:gd name="T3" fmla="*/ 2147483646 h 540"/>
              <a:gd name="T4" fmla="*/ 2147483646 w 450"/>
              <a:gd name="T5" fmla="*/ 2147483646 h 540"/>
              <a:gd name="T6" fmla="*/ 2147483646 w 450"/>
              <a:gd name="T7" fmla="*/ 2147483646 h 540"/>
              <a:gd name="T8" fmla="*/ 2147483646 w 450"/>
              <a:gd name="T9" fmla="*/ 2147483646 h 540"/>
              <a:gd name="T10" fmla="*/ 2147483646 w 450"/>
              <a:gd name="T11" fmla="*/ 2147483646 h 540"/>
              <a:gd name="T12" fmla="*/ 2147483646 w 450"/>
              <a:gd name="T13" fmla="*/ 2147483646 h 540"/>
              <a:gd name="T14" fmla="*/ 2147483646 w 450"/>
              <a:gd name="T15" fmla="*/ 2147483646 h 540"/>
              <a:gd name="T16" fmla="*/ 2147483646 w 450"/>
              <a:gd name="T17" fmla="*/ 2147483646 h 540"/>
              <a:gd name="T18" fmla="*/ 2147483646 w 450"/>
              <a:gd name="T19" fmla="*/ 2147483646 h 540"/>
              <a:gd name="T20" fmla="*/ 2147483646 w 450"/>
              <a:gd name="T21" fmla="*/ 2147483646 h 540"/>
              <a:gd name="T22" fmla="*/ 2147483646 w 450"/>
              <a:gd name="T23" fmla="*/ 2147483646 h 540"/>
              <a:gd name="T24" fmla="*/ 2147483646 w 450"/>
              <a:gd name="T25" fmla="*/ 2147483646 h 540"/>
              <a:gd name="T26" fmla="*/ 2147483646 w 450"/>
              <a:gd name="T27" fmla="*/ 2147483646 h 540"/>
              <a:gd name="T28" fmla="*/ 2147483646 w 450"/>
              <a:gd name="T29" fmla="*/ 2147483646 h 540"/>
              <a:gd name="T30" fmla="*/ 2147483646 w 450"/>
              <a:gd name="T31" fmla="*/ 2147483646 h 540"/>
              <a:gd name="T32" fmla="*/ 2147483646 w 450"/>
              <a:gd name="T33" fmla="*/ 2147483646 h 540"/>
              <a:gd name="T34" fmla="*/ 2147483646 w 450"/>
              <a:gd name="T35" fmla="*/ 2147483646 h 540"/>
              <a:gd name="T36" fmla="*/ 2147483646 w 450"/>
              <a:gd name="T37" fmla="*/ 2147483646 h 540"/>
              <a:gd name="T38" fmla="*/ 2147483646 w 450"/>
              <a:gd name="T39" fmla="*/ 2147483646 h 540"/>
              <a:gd name="T40" fmla="*/ 2147483646 w 450"/>
              <a:gd name="T41" fmla="*/ 2147483646 h 540"/>
              <a:gd name="T42" fmla="*/ 2147483646 w 450"/>
              <a:gd name="T43" fmla="*/ 2147483646 h 540"/>
              <a:gd name="T44" fmla="*/ 2147483646 w 450"/>
              <a:gd name="T45" fmla="*/ 2147483646 h 540"/>
              <a:gd name="T46" fmla="*/ 2147483646 w 450"/>
              <a:gd name="T47" fmla="*/ 2147483646 h 540"/>
              <a:gd name="T48" fmla="*/ 2147483646 w 450"/>
              <a:gd name="T49" fmla="*/ 2147483646 h 540"/>
              <a:gd name="T50" fmla="*/ 2147483646 w 450"/>
              <a:gd name="T51" fmla="*/ 2147483646 h 540"/>
              <a:gd name="T52" fmla="*/ 2147483646 w 450"/>
              <a:gd name="T53" fmla="*/ 2147483646 h 540"/>
              <a:gd name="T54" fmla="*/ 2147483646 w 450"/>
              <a:gd name="T55" fmla="*/ 2147483646 h 540"/>
              <a:gd name="T56" fmla="*/ 2147483646 w 450"/>
              <a:gd name="T57" fmla="*/ 2147483646 h 540"/>
              <a:gd name="T58" fmla="*/ 2147483646 w 450"/>
              <a:gd name="T59" fmla="*/ 2147483646 h 540"/>
              <a:gd name="T60" fmla="*/ 2147483646 w 450"/>
              <a:gd name="T61" fmla="*/ 2147483646 h 540"/>
              <a:gd name="T62" fmla="*/ 2147483646 w 450"/>
              <a:gd name="T63" fmla="*/ 2147483646 h 540"/>
              <a:gd name="T64" fmla="*/ 2147483646 w 450"/>
              <a:gd name="T65" fmla="*/ 2147483646 h 540"/>
              <a:gd name="T66" fmla="*/ 2147483646 w 450"/>
              <a:gd name="T67" fmla="*/ 2147483646 h 540"/>
              <a:gd name="T68" fmla="*/ 2147483646 w 450"/>
              <a:gd name="T69" fmla="*/ 2147483646 h 540"/>
              <a:gd name="T70" fmla="*/ 2147483646 w 450"/>
              <a:gd name="T71" fmla="*/ 2147483646 h 540"/>
              <a:gd name="T72" fmla="*/ 2147483646 w 450"/>
              <a:gd name="T73" fmla="*/ 2147483646 h 540"/>
              <a:gd name="T74" fmla="*/ 2147483646 w 450"/>
              <a:gd name="T75" fmla="*/ 2147483646 h 540"/>
              <a:gd name="T76" fmla="*/ 2147483646 w 450"/>
              <a:gd name="T77" fmla="*/ 2147483646 h 540"/>
              <a:gd name="T78" fmla="*/ 2147483646 w 450"/>
              <a:gd name="T79" fmla="*/ 2147483646 h 540"/>
              <a:gd name="T80" fmla="*/ 2147483646 w 450"/>
              <a:gd name="T81" fmla="*/ 2147483646 h 540"/>
              <a:gd name="T82" fmla="*/ 2147483646 w 450"/>
              <a:gd name="T83" fmla="*/ 2147483646 h 540"/>
              <a:gd name="T84" fmla="*/ 2147483646 w 450"/>
              <a:gd name="T85" fmla="*/ 2147483646 h 540"/>
              <a:gd name="T86" fmla="*/ 2147483646 w 450"/>
              <a:gd name="T87" fmla="*/ 2147483646 h 540"/>
              <a:gd name="T88" fmla="*/ 2147483646 w 450"/>
              <a:gd name="T89" fmla="*/ 2147483646 h 540"/>
              <a:gd name="T90" fmla="*/ 2147483646 w 450"/>
              <a:gd name="T91" fmla="*/ 2147483646 h 540"/>
              <a:gd name="T92" fmla="*/ 2147483646 w 450"/>
              <a:gd name="T93" fmla="*/ 2147483646 h 540"/>
              <a:gd name="T94" fmla="*/ 2147483646 w 450"/>
              <a:gd name="T95" fmla="*/ 2147483646 h 540"/>
              <a:gd name="T96" fmla="*/ 2147483646 w 450"/>
              <a:gd name="T97" fmla="*/ 2147483646 h 540"/>
              <a:gd name="T98" fmla="*/ 2147483646 w 450"/>
              <a:gd name="T99" fmla="*/ 2147483646 h 540"/>
              <a:gd name="T100" fmla="*/ 2147483646 w 450"/>
              <a:gd name="T101" fmla="*/ 0 h 54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450"/>
              <a:gd name="T154" fmla="*/ 0 h 540"/>
              <a:gd name="T155" fmla="*/ 450 w 450"/>
              <a:gd name="T156" fmla="*/ 540 h 540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450" h="540">
                <a:moveTo>
                  <a:pt x="0" y="540"/>
                </a:moveTo>
                <a:lnTo>
                  <a:pt x="0" y="534"/>
                </a:lnTo>
                <a:lnTo>
                  <a:pt x="6" y="534"/>
                </a:lnTo>
                <a:lnTo>
                  <a:pt x="6" y="528"/>
                </a:lnTo>
                <a:lnTo>
                  <a:pt x="6" y="522"/>
                </a:lnTo>
                <a:lnTo>
                  <a:pt x="12" y="516"/>
                </a:lnTo>
                <a:lnTo>
                  <a:pt x="12" y="510"/>
                </a:lnTo>
                <a:lnTo>
                  <a:pt x="12" y="504"/>
                </a:lnTo>
                <a:lnTo>
                  <a:pt x="18" y="504"/>
                </a:lnTo>
                <a:lnTo>
                  <a:pt x="18" y="498"/>
                </a:lnTo>
                <a:lnTo>
                  <a:pt x="18" y="492"/>
                </a:lnTo>
                <a:lnTo>
                  <a:pt x="24" y="486"/>
                </a:lnTo>
                <a:lnTo>
                  <a:pt x="24" y="480"/>
                </a:lnTo>
                <a:lnTo>
                  <a:pt x="24" y="474"/>
                </a:lnTo>
                <a:lnTo>
                  <a:pt x="30" y="468"/>
                </a:lnTo>
                <a:lnTo>
                  <a:pt x="30" y="462"/>
                </a:lnTo>
                <a:lnTo>
                  <a:pt x="36" y="456"/>
                </a:lnTo>
                <a:lnTo>
                  <a:pt x="36" y="450"/>
                </a:lnTo>
                <a:lnTo>
                  <a:pt x="36" y="444"/>
                </a:lnTo>
                <a:lnTo>
                  <a:pt x="42" y="438"/>
                </a:lnTo>
                <a:lnTo>
                  <a:pt x="42" y="432"/>
                </a:lnTo>
                <a:lnTo>
                  <a:pt x="48" y="426"/>
                </a:lnTo>
                <a:lnTo>
                  <a:pt x="48" y="420"/>
                </a:lnTo>
                <a:lnTo>
                  <a:pt x="54" y="420"/>
                </a:lnTo>
                <a:lnTo>
                  <a:pt x="54" y="414"/>
                </a:lnTo>
                <a:lnTo>
                  <a:pt x="54" y="408"/>
                </a:lnTo>
                <a:lnTo>
                  <a:pt x="60" y="402"/>
                </a:lnTo>
                <a:lnTo>
                  <a:pt x="60" y="396"/>
                </a:lnTo>
                <a:lnTo>
                  <a:pt x="66" y="390"/>
                </a:lnTo>
                <a:lnTo>
                  <a:pt x="66" y="384"/>
                </a:lnTo>
                <a:lnTo>
                  <a:pt x="72" y="384"/>
                </a:lnTo>
                <a:lnTo>
                  <a:pt x="72" y="378"/>
                </a:lnTo>
                <a:lnTo>
                  <a:pt x="72" y="372"/>
                </a:lnTo>
                <a:lnTo>
                  <a:pt x="78" y="366"/>
                </a:lnTo>
                <a:lnTo>
                  <a:pt x="78" y="360"/>
                </a:lnTo>
                <a:lnTo>
                  <a:pt x="84" y="360"/>
                </a:lnTo>
                <a:lnTo>
                  <a:pt x="84" y="354"/>
                </a:lnTo>
                <a:lnTo>
                  <a:pt x="84" y="348"/>
                </a:lnTo>
                <a:lnTo>
                  <a:pt x="90" y="342"/>
                </a:lnTo>
                <a:lnTo>
                  <a:pt x="90" y="336"/>
                </a:lnTo>
                <a:lnTo>
                  <a:pt x="96" y="336"/>
                </a:lnTo>
                <a:lnTo>
                  <a:pt x="96" y="330"/>
                </a:lnTo>
                <a:lnTo>
                  <a:pt x="102" y="324"/>
                </a:lnTo>
                <a:lnTo>
                  <a:pt x="102" y="318"/>
                </a:lnTo>
                <a:lnTo>
                  <a:pt x="108" y="318"/>
                </a:lnTo>
                <a:lnTo>
                  <a:pt x="108" y="312"/>
                </a:lnTo>
                <a:lnTo>
                  <a:pt x="114" y="306"/>
                </a:lnTo>
                <a:lnTo>
                  <a:pt x="114" y="300"/>
                </a:lnTo>
                <a:lnTo>
                  <a:pt x="120" y="294"/>
                </a:lnTo>
                <a:lnTo>
                  <a:pt x="120" y="288"/>
                </a:lnTo>
                <a:lnTo>
                  <a:pt x="126" y="288"/>
                </a:lnTo>
                <a:lnTo>
                  <a:pt x="126" y="282"/>
                </a:lnTo>
                <a:lnTo>
                  <a:pt x="132" y="282"/>
                </a:lnTo>
                <a:lnTo>
                  <a:pt x="132" y="276"/>
                </a:lnTo>
                <a:lnTo>
                  <a:pt x="132" y="270"/>
                </a:lnTo>
                <a:lnTo>
                  <a:pt x="138" y="270"/>
                </a:lnTo>
                <a:lnTo>
                  <a:pt x="138" y="264"/>
                </a:lnTo>
                <a:lnTo>
                  <a:pt x="144" y="264"/>
                </a:lnTo>
                <a:lnTo>
                  <a:pt x="144" y="258"/>
                </a:lnTo>
                <a:lnTo>
                  <a:pt x="144" y="252"/>
                </a:lnTo>
                <a:lnTo>
                  <a:pt x="150" y="252"/>
                </a:lnTo>
                <a:lnTo>
                  <a:pt x="150" y="246"/>
                </a:lnTo>
                <a:lnTo>
                  <a:pt x="156" y="246"/>
                </a:lnTo>
                <a:lnTo>
                  <a:pt x="156" y="240"/>
                </a:lnTo>
                <a:lnTo>
                  <a:pt x="162" y="240"/>
                </a:lnTo>
                <a:lnTo>
                  <a:pt x="162" y="234"/>
                </a:lnTo>
                <a:lnTo>
                  <a:pt x="168" y="228"/>
                </a:lnTo>
                <a:lnTo>
                  <a:pt x="174" y="222"/>
                </a:lnTo>
                <a:lnTo>
                  <a:pt x="174" y="216"/>
                </a:lnTo>
                <a:lnTo>
                  <a:pt x="180" y="216"/>
                </a:lnTo>
                <a:lnTo>
                  <a:pt x="180" y="210"/>
                </a:lnTo>
                <a:lnTo>
                  <a:pt x="186" y="210"/>
                </a:lnTo>
                <a:lnTo>
                  <a:pt x="186" y="204"/>
                </a:lnTo>
                <a:lnTo>
                  <a:pt x="192" y="204"/>
                </a:lnTo>
                <a:lnTo>
                  <a:pt x="192" y="198"/>
                </a:lnTo>
                <a:lnTo>
                  <a:pt x="198" y="192"/>
                </a:lnTo>
                <a:lnTo>
                  <a:pt x="204" y="186"/>
                </a:lnTo>
                <a:lnTo>
                  <a:pt x="210" y="180"/>
                </a:lnTo>
                <a:lnTo>
                  <a:pt x="216" y="174"/>
                </a:lnTo>
                <a:lnTo>
                  <a:pt x="222" y="168"/>
                </a:lnTo>
                <a:lnTo>
                  <a:pt x="222" y="162"/>
                </a:lnTo>
                <a:lnTo>
                  <a:pt x="228" y="162"/>
                </a:lnTo>
                <a:lnTo>
                  <a:pt x="234" y="156"/>
                </a:lnTo>
                <a:lnTo>
                  <a:pt x="240" y="150"/>
                </a:lnTo>
                <a:lnTo>
                  <a:pt x="246" y="144"/>
                </a:lnTo>
                <a:lnTo>
                  <a:pt x="252" y="138"/>
                </a:lnTo>
                <a:lnTo>
                  <a:pt x="258" y="132"/>
                </a:lnTo>
                <a:lnTo>
                  <a:pt x="264" y="132"/>
                </a:lnTo>
                <a:lnTo>
                  <a:pt x="264" y="126"/>
                </a:lnTo>
                <a:lnTo>
                  <a:pt x="270" y="126"/>
                </a:lnTo>
                <a:lnTo>
                  <a:pt x="270" y="120"/>
                </a:lnTo>
                <a:lnTo>
                  <a:pt x="276" y="120"/>
                </a:lnTo>
                <a:lnTo>
                  <a:pt x="276" y="114"/>
                </a:lnTo>
                <a:lnTo>
                  <a:pt x="282" y="114"/>
                </a:lnTo>
                <a:lnTo>
                  <a:pt x="288" y="108"/>
                </a:lnTo>
                <a:lnTo>
                  <a:pt x="294" y="102"/>
                </a:lnTo>
                <a:lnTo>
                  <a:pt x="300" y="102"/>
                </a:lnTo>
                <a:lnTo>
                  <a:pt x="300" y="96"/>
                </a:lnTo>
                <a:lnTo>
                  <a:pt x="306" y="96"/>
                </a:lnTo>
                <a:lnTo>
                  <a:pt x="306" y="90"/>
                </a:lnTo>
                <a:lnTo>
                  <a:pt x="312" y="90"/>
                </a:lnTo>
                <a:lnTo>
                  <a:pt x="318" y="84"/>
                </a:lnTo>
                <a:lnTo>
                  <a:pt x="324" y="84"/>
                </a:lnTo>
                <a:lnTo>
                  <a:pt x="324" y="78"/>
                </a:lnTo>
                <a:lnTo>
                  <a:pt x="330" y="78"/>
                </a:lnTo>
                <a:lnTo>
                  <a:pt x="330" y="72"/>
                </a:lnTo>
                <a:lnTo>
                  <a:pt x="336" y="72"/>
                </a:lnTo>
                <a:lnTo>
                  <a:pt x="342" y="66"/>
                </a:lnTo>
                <a:lnTo>
                  <a:pt x="348" y="66"/>
                </a:lnTo>
                <a:lnTo>
                  <a:pt x="348" y="60"/>
                </a:lnTo>
                <a:lnTo>
                  <a:pt x="354" y="60"/>
                </a:lnTo>
                <a:lnTo>
                  <a:pt x="360" y="54"/>
                </a:lnTo>
                <a:lnTo>
                  <a:pt x="366" y="54"/>
                </a:lnTo>
                <a:lnTo>
                  <a:pt x="366" y="48"/>
                </a:lnTo>
                <a:lnTo>
                  <a:pt x="372" y="48"/>
                </a:lnTo>
                <a:lnTo>
                  <a:pt x="378" y="48"/>
                </a:lnTo>
                <a:lnTo>
                  <a:pt x="378" y="42"/>
                </a:lnTo>
                <a:lnTo>
                  <a:pt x="384" y="42"/>
                </a:lnTo>
                <a:lnTo>
                  <a:pt x="384" y="36"/>
                </a:lnTo>
                <a:lnTo>
                  <a:pt x="390" y="36"/>
                </a:lnTo>
                <a:lnTo>
                  <a:pt x="396" y="36"/>
                </a:lnTo>
                <a:lnTo>
                  <a:pt x="396" y="30"/>
                </a:lnTo>
                <a:lnTo>
                  <a:pt x="402" y="30"/>
                </a:lnTo>
                <a:lnTo>
                  <a:pt x="408" y="30"/>
                </a:lnTo>
                <a:lnTo>
                  <a:pt x="408" y="24"/>
                </a:lnTo>
                <a:lnTo>
                  <a:pt x="414" y="24"/>
                </a:lnTo>
                <a:lnTo>
                  <a:pt x="420" y="18"/>
                </a:lnTo>
                <a:lnTo>
                  <a:pt x="426" y="18"/>
                </a:lnTo>
                <a:lnTo>
                  <a:pt x="426" y="12"/>
                </a:lnTo>
                <a:lnTo>
                  <a:pt x="432" y="12"/>
                </a:lnTo>
                <a:lnTo>
                  <a:pt x="438" y="12"/>
                </a:lnTo>
                <a:lnTo>
                  <a:pt x="438" y="6"/>
                </a:lnTo>
                <a:lnTo>
                  <a:pt x="444" y="6"/>
                </a:lnTo>
                <a:lnTo>
                  <a:pt x="450" y="6"/>
                </a:lnTo>
                <a:lnTo>
                  <a:pt x="450" y="0"/>
                </a:lnTo>
              </a:path>
            </a:pathLst>
          </a:custGeom>
          <a:noFill/>
          <a:ln w="19050" cmpd="sng">
            <a:solidFill>
              <a:srgbClr val="FF00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15"/>
          <p:cNvSpPr/>
          <p:nvPr/>
        </p:nvSpPr>
        <p:spPr bwMode="auto">
          <a:xfrm rot="20759476">
            <a:off x="3332733" y="2903538"/>
            <a:ext cx="1035050" cy="2354262"/>
          </a:xfrm>
          <a:custGeom>
            <a:avLst/>
            <a:gdLst>
              <a:gd name="T0" fmla="*/ 0 w 384"/>
              <a:gd name="T1" fmla="*/ 2147483647 h 864"/>
              <a:gd name="T2" fmla="*/ 0 w 384"/>
              <a:gd name="T3" fmla="*/ 2147483647 h 864"/>
              <a:gd name="T4" fmla="*/ 2147483647 w 384"/>
              <a:gd name="T5" fmla="*/ 2147483647 h 864"/>
              <a:gd name="T6" fmla="*/ 2147483647 w 384"/>
              <a:gd name="T7" fmla="*/ 0 h 864"/>
              <a:gd name="T8" fmla="*/ 0 w 384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4"/>
              <a:gd name="T16" fmla="*/ 0 h 864"/>
              <a:gd name="T17" fmla="*/ 384 w 384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4" h="864">
                <a:moveTo>
                  <a:pt x="0" y="288"/>
                </a:moveTo>
                <a:lnTo>
                  <a:pt x="0" y="864"/>
                </a:lnTo>
                <a:lnTo>
                  <a:pt x="384" y="576"/>
                </a:lnTo>
                <a:lnTo>
                  <a:pt x="384" y="0"/>
                </a:lnTo>
                <a:lnTo>
                  <a:pt x="0" y="28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6" name="Line 107"/>
          <p:cNvSpPr>
            <a:spLocks noChangeShapeType="1"/>
          </p:cNvSpPr>
          <p:nvPr/>
        </p:nvSpPr>
        <p:spPr bwMode="auto">
          <a:xfrm flipH="1">
            <a:off x="3804220" y="2997200"/>
            <a:ext cx="1881188" cy="11779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7" name="Object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454832"/>
              </p:ext>
            </p:extLst>
          </p:nvPr>
        </p:nvGraphicFramePr>
        <p:xfrm>
          <a:off x="5821933" y="3200400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2560" imgH="201930" progId="Equation.3">
                  <p:embed/>
                </p:oleObj>
              </mc:Choice>
              <mc:Fallback>
                <p:oleObj name="Equation" r:id="rId2" imgW="162560" imgH="201930" progId="Equation.3">
                  <p:embed/>
                  <p:pic>
                    <p:nvPicPr>
                      <p:cNvPr id="0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1933" y="3200400"/>
                        <a:ext cx="254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189933"/>
              </p:ext>
            </p:extLst>
          </p:nvPr>
        </p:nvGraphicFramePr>
        <p:xfrm>
          <a:off x="5352033" y="2743200"/>
          <a:ext cx="266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895" imgH="201930" progId="Equation.3">
                  <p:embed/>
                </p:oleObj>
              </mc:Choice>
              <mc:Fallback>
                <p:oleObj name="Equation" r:id="rId4" imgW="175895" imgH="201930" progId="Equation.3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2033" y="2743200"/>
                        <a:ext cx="266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87121"/>
              </p:ext>
            </p:extLst>
          </p:nvPr>
        </p:nvGraphicFramePr>
        <p:xfrm>
          <a:off x="3561333" y="3733800"/>
          <a:ext cx="406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7970" imgH="201930" progId="Equation.3">
                  <p:embed/>
                </p:oleObj>
              </mc:Choice>
              <mc:Fallback>
                <p:oleObj name="Equation" r:id="rId6" imgW="267970" imgH="201930" progId="Equation.3">
                  <p:embed/>
                  <p:pic>
                    <p:nvPicPr>
                      <p:cNvPr id="0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1333" y="3733800"/>
                        <a:ext cx="406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646036"/>
              </p:ext>
            </p:extLst>
          </p:nvPr>
        </p:nvGraphicFramePr>
        <p:xfrm>
          <a:off x="3866133" y="3035300"/>
          <a:ext cx="266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5895" imgH="158115" progId="Equation.3">
                  <p:embed/>
                </p:oleObj>
              </mc:Choice>
              <mc:Fallback>
                <p:oleObj name="Equation" r:id="rId8" imgW="175895" imgH="158115" progId="Equation.3">
                  <p:embed/>
                  <p:pic>
                    <p:nvPicPr>
                      <p:cNvPr id="0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6133" y="3035300"/>
                        <a:ext cx="266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119"/>
          <p:cNvSpPr txBox="1">
            <a:spLocks noChangeArrowheads="1"/>
          </p:cNvSpPr>
          <p:nvPr/>
        </p:nvSpPr>
        <p:spPr bwMode="auto">
          <a:xfrm>
            <a:off x="1409700" y="839788"/>
            <a:ext cx="95821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空间光滑曲线在点 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处的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切线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为此点处割线的极限位置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3" name="Oval 121"/>
          <p:cNvSpPr>
            <a:spLocks noChangeArrowheads="1"/>
          </p:cNvSpPr>
          <p:nvPr/>
        </p:nvSpPr>
        <p:spPr bwMode="auto">
          <a:xfrm>
            <a:off x="3789933" y="4137025"/>
            <a:ext cx="53975" cy="539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solidFill>
                <a:srgbClr val="000000"/>
              </a:solidFill>
            </a:endParaRPr>
          </a:p>
        </p:txBody>
      </p:sp>
      <p:grpSp>
        <p:nvGrpSpPr>
          <p:cNvPr id="7" name="Group 103"/>
          <p:cNvGrpSpPr/>
          <p:nvPr/>
        </p:nvGrpSpPr>
        <p:grpSpPr bwMode="auto">
          <a:xfrm>
            <a:off x="4062983" y="3516313"/>
            <a:ext cx="2105025" cy="493712"/>
            <a:chOff x="1764" y="2520"/>
            <a:chExt cx="1074" cy="252"/>
          </a:xfrm>
        </p:grpSpPr>
        <p:sp>
          <p:nvSpPr>
            <p:cNvPr id="7184" name="Freeform 104"/>
            <p:cNvSpPr/>
            <p:nvPr/>
          </p:nvSpPr>
          <p:spPr bwMode="auto">
            <a:xfrm>
              <a:off x="1764" y="2622"/>
              <a:ext cx="450" cy="150"/>
            </a:xfrm>
            <a:custGeom>
              <a:avLst/>
              <a:gdLst>
                <a:gd name="T0" fmla="*/ 6 w 450"/>
                <a:gd name="T1" fmla="*/ 150 h 150"/>
                <a:gd name="T2" fmla="*/ 18 w 450"/>
                <a:gd name="T3" fmla="*/ 144 h 150"/>
                <a:gd name="T4" fmla="*/ 24 w 450"/>
                <a:gd name="T5" fmla="*/ 138 h 150"/>
                <a:gd name="T6" fmla="*/ 36 w 450"/>
                <a:gd name="T7" fmla="*/ 138 h 150"/>
                <a:gd name="T8" fmla="*/ 42 w 450"/>
                <a:gd name="T9" fmla="*/ 132 h 150"/>
                <a:gd name="T10" fmla="*/ 54 w 450"/>
                <a:gd name="T11" fmla="*/ 126 h 150"/>
                <a:gd name="T12" fmla="*/ 60 w 450"/>
                <a:gd name="T13" fmla="*/ 120 h 150"/>
                <a:gd name="T14" fmla="*/ 72 w 450"/>
                <a:gd name="T15" fmla="*/ 120 h 150"/>
                <a:gd name="T16" fmla="*/ 78 w 450"/>
                <a:gd name="T17" fmla="*/ 114 h 150"/>
                <a:gd name="T18" fmla="*/ 90 w 450"/>
                <a:gd name="T19" fmla="*/ 114 h 150"/>
                <a:gd name="T20" fmla="*/ 96 w 450"/>
                <a:gd name="T21" fmla="*/ 108 h 150"/>
                <a:gd name="T22" fmla="*/ 108 w 450"/>
                <a:gd name="T23" fmla="*/ 102 h 150"/>
                <a:gd name="T24" fmla="*/ 114 w 450"/>
                <a:gd name="T25" fmla="*/ 102 h 150"/>
                <a:gd name="T26" fmla="*/ 126 w 450"/>
                <a:gd name="T27" fmla="*/ 96 h 150"/>
                <a:gd name="T28" fmla="*/ 132 w 450"/>
                <a:gd name="T29" fmla="*/ 90 h 150"/>
                <a:gd name="T30" fmla="*/ 144 w 450"/>
                <a:gd name="T31" fmla="*/ 90 h 150"/>
                <a:gd name="T32" fmla="*/ 150 w 450"/>
                <a:gd name="T33" fmla="*/ 84 h 150"/>
                <a:gd name="T34" fmla="*/ 156 w 450"/>
                <a:gd name="T35" fmla="*/ 84 h 150"/>
                <a:gd name="T36" fmla="*/ 168 w 450"/>
                <a:gd name="T37" fmla="*/ 78 h 150"/>
                <a:gd name="T38" fmla="*/ 174 w 450"/>
                <a:gd name="T39" fmla="*/ 78 h 150"/>
                <a:gd name="T40" fmla="*/ 186 w 450"/>
                <a:gd name="T41" fmla="*/ 72 h 150"/>
                <a:gd name="T42" fmla="*/ 192 w 450"/>
                <a:gd name="T43" fmla="*/ 72 h 150"/>
                <a:gd name="T44" fmla="*/ 204 w 450"/>
                <a:gd name="T45" fmla="*/ 66 h 150"/>
                <a:gd name="T46" fmla="*/ 210 w 450"/>
                <a:gd name="T47" fmla="*/ 66 h 150"/>
                <a:gd name="T48" fmla="*/ 222 w 450"/>
                <a:gd name="T49" fmla="*/ 60 h 150"/>
                <a:gd name="T50" fmla="*/ 228 w 450"/>
                <a:gd name="T51" fmla="*/ 60 h 150"/>
                <a:gd name="T52" fmla="*/ 240 w 450"/>
                <a:gd name="T53" fmla="*/ 54 h 150"/>
                <a:gd name="T54" fmla="*/ 246 w 450"/>
                <a:gd name="T55" fmla="*/ 54 h 150"/>
                <a:gd name="T56" fmla="*/ 258 w 450"/>
                <a:gd name="T57" fmla="*/ 48 h 150"/>
                <a:gd name="T58" fmla="*/ 264 w 450"/>
                <a:gd name="T59" fmla="*/ 48 h 150"/>
                <a:gd name="T60" fmla="*/ 276 w 450"/>
                <a:gd name="T61" fmla="*/ 42 h 150"/>
                <a:gd name="T62" fmla="*/ 282 w 450"/>
                <a:gd name="T63" fmla="*/ 42 h 150"/>
                <a:gd name="T64" fmla="*/ 294 w 450"/>
                <a:gd name="T65" fmla="*/ 42 h 150"/>
                <a:gd name="T66" fmla="*/ 300 w 450"/>
                <a:gd name="T67" fmla="*/ 36 h 150"/>
                <a:gd name="T68" fmla="*/ 312 w 450"/>
                <a:gd name="T69" fmla="*/ 36 h 150"/>
                <a:gd name="T70" fmla="*/ 318 w 450"/>
                <a:gd name="T71" fmla="*/ 30 h 150"/>
                <a:gd name="T72" fmla="*/ 330 w 450"/>
                <a:gd name="T73" fmla="*/ 30 h 150"/>
                <a:gd name="T74" fmla="*/ 336 w 450"/>
                <a:gd name="T75" fmla="*/ 30 h 150"/>
                <a:gd name="T76" fmla="*/ 342 w 450"/>
                <a:gd name="T77" fmla="*/ 24 h 150"/>
                <a:gd name="T78" fmla="*/ 354 w 450"/>
                <a:gd name="T79" fmla="*/ 24 h 150"/>
                <a:gd name="T80" fmla="*/ 360 w 450"/>
                <a:gd name="T81" fmla="*/ 18 h 150"/>
                <a:gd name="T82" fmla="*/ 372 w 450"/>
                <a:gd name="T83" fmla="*/ 18 h 150"/>
                <a:gd name="T84" fmla="*/ 378 w 450"/>
                <a:gd name="T85" fmla="*/ 18 h 150"/>
                <a:gd name="T86" fmla="*/ 390 w 450"/>
                <a:gd name="T87" fmla="*/ 12 h 150"/>
                <a:gd name="T88" fmla="*/ 396 w 450"/>
                <a:gd name="T89" fmla="*/ 12 h 150"/>
                <a:gd name="T90" fmla="*/ 408 w 450"/>
                <a:gd name="T91" fmla="*/ 6 h 150"/>
                <a:gd name="T92" fmla="*/ 414 w 450"/>
                <a:gd name="T93" fmla="*/ 6 h 150"/>
                <a:gd name="T94" fmla="*/ 426 w 450"/>
                <a:gd name="T95" fmla="*/ 6 h 150"/>
                <a:gd name="T96" fmla="*/ 432 w 450"/>
                <a:gd name="T97" fmla="*/ 0 h 150"/>
                <a:gd name="T98" fmla="*/ 444 w 450"/>
                <a:gd name="T99" fmla="*/ 0 h 150"/>
                <a:gd name="T100" fmla="*/ 450 w 450"/>
                <a:gd name="T101" fmla="*/ 0 h 15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50"/>
                <a:gd name="T154" fmla="*/ 0 h 150"/>
                <a:gd name="T155" fmla="*/ 450 w 450"/>
                <a:gd name="T156" fmla="*/ 150 h 15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50" h="150">
                  <a:moveTo>
                    <a:pt x="0" y="150"/>
                  </a:moveTo>
                  <a:lnTo>
                    <a:pt x="6" y="150"/>
                  </a:lnTo>
                  <a:lnTo>
                    <a:pt x="12" y="150"/>
                  </a:lnTo>
                  <a:lnTo>
                    <a:pt x="12" y="144"/>
                  </a:lnTo>
                  <a:lnTo>
                    <a:pt x="18" y="144"/>
                  </a:lnTo>
                  <a:lnTo>
                    <a:pt x="24" y="144"/>
                  </a:lnTo>
                  <a:lnTo>
                    <a:pt x="24" y="138"/>
                  </a:lnTo>
                  <a:lnTo>
                    <a:pt x="30" y="138"/>
                  </a:lnTo>
                  <a:lnTo>
                    <a:pt x="36" y="138"/>
                  </a:lnTo>
                  <a:lnTo>
                    <a:pt x="36" y="132"/>
                  </a:lnTo>
                  <a:lnTo>
                    <a:pt x="42" y="132"/>
                  </a:lnTo>
                  <a:lnTo>
                    <a:pt x="48" y="132"/>
                  </a:lnTo>
                  <a:lnTo>
                    <a:pt x="48" y="126"/>
                  </a:lnTo>
                  <a:lnTo>
                    <a:pt x="54" y="126"/>
                  </a:lnTo>
                  <a:lnTo>
                    <a:pt x="60" y="126"/>
                  </a:lnTo>
                  <a:lnTo>
                    <a:pt x="60" y="120"/>
                  </a:lnTo>
                  <a:lnTo>
                    <a:pt x="66" y="120"/>
                  </a:lnTo>
                  <a:lnTo>
                    <a:pt x="72" y="120"/>
                  </a:lnTo>
                  <a:lnTo>
                    <a:pt x="78" y="114"/>
                  </a:lnTo>
                  <a:lnTo>
                    <a:pt x="84" y="114"/>
                  </a:lnTo>
                  <a:lnTo>
                    <a:pt x="90" y="114"/>
                  </a:lnTo>
                  <a:lnTo>
                    <a:pt x="90" y="108"/>
                  </a:lnTo>
                  <a:lnTo>
                    <a:pt x="96" y="108"/>
                  </a:lnTo>
                  <a:lnTo>
                    <a:pt x="102" y="108"/>
                  </a:lnTo>
                  <a:lnTo>
                    <a:pt x="102" y="102"/>
                  </a:lnTo>
                  <a:lnTo>
                    <a:pt x="108" y="102"/>
                  </a:lnTo>
                  <a:lnTo>
                    <a:pt x="114" y="102"/>
                  </a:lnTo>
                  <a:lnTo>
                    <a:pt x="120" y="96"/>
                  </a:lnTo>
                  <a:lnTo>
                    <a:pt x="126" y="96"/>
                  </a:lnTo>
                  <a:lnTo>
                    <a:pt x="132" y="96"/>
                  </a:lnTo>
                  <a:lnTo>
                    <a:pt x="132" y="90"/>
                  </a:lnTo>
                  <a:lnTo>
                    <a:pt x="138" y="90"/>
                  </a:lnTo>
                  <a:lnTo>
                    <a:pt x="144" y="90"/>
                  </a:lnTo>
                  <a:lnTo>
                    <a:pt x="150" y="84"/>
                  </a:lnTo>
                  <a:lnTo>
                    <a:pt x="156" y="84"/>
                  </a:lnTo>
                  <a:lnTo>
                    <a:pt x="162" y="84"/>
                  </a:lnTo>
                  <a:lnTo>
                    <a:pt x="162" y="78"/>
                  </a:lnTo>
                  <a:lnTo>
                    <a:pt x="168" y="78"/>
                  </a:lnTo>
                  <a:lnTo>
                    <a:pt x="174" y="78"/>
                  </a:lnTo>
                  <a:lnTo>
                    <a:pt x="180" y="78"/>
                  </a:lnTo>
                  <a:lnTo>
                    <a:pt x="180" y="72"/>
                  </a:lnTo>
                  <a:lnTo>
                    <a:pt x="186" y="72"/>
                  </a:lnTo>
                  <a:lnTo>
                    <a:pt x="192" y="72"/>
                  </a:lnTo>
                  <a:lnTo>
                    <a:pt x="198" y="72"/>
                  </a:lnTo>
                  <a:lnTo>
                    <a:pt x="198" y="66"/>
                  </a:lnTo>
                  <a:lnTo>
                    <a:pt x="204" y="66"/>
                  </a:lnTo>
                  <a:lnTo>
                    <a:pt x="210" y="66"/>
                  </a:lnTo>
                  <a:lnTo>
                    <a:pt x="216" y="66"/>
                  </a:lnTo>
                  <a:lnTo>
                    <a:pt x="216" y="60"/>
                  </a:lnTo>
                  <a:lnTo>
                    <a:pt x="222" y="60"/>
                  </a:lnTo>
                  <a:lnTo>
                    <a:pt x="228" y="60"/>
                  </a:lnTo>
                  <a:lnTo>
                    <a:pt x="234" y="60"/>
                  </a:lnTo>
                  <a:lnTo>
                    <a:pt x="234" y="54"/>
                  </a:lnTo>
                  <a:lnTo>
                    <a:pt x="240" y="54"/>
                  </a:lnTo>
                  <a:lnTo>
                    <a:pt x="246" y="54"/>
                  </a:lnTo>
                  <a:lnTo>
                    <a:pt x="252" y="54"/>
                  </a:lnTo>
                  <a:lnTo>
                    <a:pt x="252" y="48"/>
                  </a:lnTo>
                  <a:lnTo>
                    <a:pt x="258" y="48"/>
                  </a:lnTo>
                  <a:lnTo>
                    <a:pt x="264" y="48"/>
                  </a:lnTo>
                  <a:lnTo>
                    <a:pt x="270" y="48"/>
                  </a:lnTo>
                  <a:lnTo>
                    <a:pt x="276" y="42"/>
                  </a:lnTo>
                  <a:lnTo>
                    <a:pt x="282" y="42"/>
                  </a:lnTo>
                  <a:lnTo>
                    <a:pt x="288" y="42"/>
                  </a:lnTo>
                  <a:lnTo>
                    <a:pt x="294" y="42"/>
                  </a:lnTo>
                  <a:lnTo>
                    <a:pt x="294" y="36"/>
                  </a:lnTo>
                  <a:lnTo>
                    <a:pt x="300" y="36"/>
                  </a:lnTo>
                  <a:lnTo>
                    <a:pt x="306" y="36"/>
                  </a:lnTo>
                  <a:lnTo>
                    <a:pt x="312" y="36"/>
                  </a:lnTo>
                  <a:lnTo>
                    <a:pt x="312" y="30"/>
                  </a:lnTo>
                  <a:lnTo>
                    <a:pt x="318" y="30"/>
                  </a:lnTo>
                  <a:lnTo>
                    <a:pt x="324" y="30"/>
                  </a:lnTo>
                  <a:lnTo>
                    <a:pt x="330" y="30"/>
                  </a:lnTo>
                  <a:lnTo>
                    <a:pt x="336" y="30"/>
                  </a:lnTo>
                  <a:lnTo>
                    <a:pt x="336" y="24"/>
                  </a:lnTo>
                  <a:lnTo>
                    <a:pt x="342" y="24"/>
                  </a:lnTo>
                  <a:lnTo>
                    <a:pt x="348" y="24"/>
                  </a:lnTo>
                  <a:lnTo>
                    <a:pt x="354" y="24"/>
                  </a:lnTo>
                  <a:lnTo>
                    <a:pt x="360" y="24"/>
                  </a:lnTo>
                  <a:lnTo>
                    <a:pt x="360" y="18"/>
                  </a:lnTo>
                  <a:lnTo>
                    <a:pt x="366" y="18"/>
                  </a:lnTo>
                  <a:lnTo>
                    <a:pt x="372" y="18"/>
                  </a:lnTo>
                  <a:lnTo>
                    <a:pt x="378" y="18"/>
                  </a:lnTo>
                  <a:lnTo>
                    <a:pt x="384" y="18"/>
                  </a:lnTo>
                  <a:lnTo>
                    <a:pt x="384" y="12"/>
                  </a:lnTo>
                  <a:lnTo>
                    <a:pt x="390" y="12"/>
                  </a:lnTo>
                  <a:lnTo>
                    <a:pt x="396" y="12"/>
                  </a:lnTo>
                  <a:lnTo>
                    <a:pt x="402" y="12"/>
                  </a:lnTo>
                  <a:lnTo>
                    <a:pt x="408" y="6"/>
                  </a:lnTo>
                  <a:lnTo>
                    <a:pt x="414" y="6"/>
                  </a:lnTo>
                  <a:lnTo>
                    <a:pt x="420" y="6"/>
                  </a:lnTo>
                  <a:lnTo>
                    <a:pt x="426" y="6"/>
                  </a:lnTo>
                  <a:lnTo>
                    <a:pt x="432" y="6"/>
                  </a:lnTo>
                  <a:lnTo>
                    <a:pt x="432" y="0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50" y="0"/>
                  </a:lnTo>
                </a:path>
              </a:pathLst>
            </a:custGeom>
            <a:noFill/>
            <a:ln w="19050" cmpd="sng">
              <a:solidFill>
                <a:srgbClr val="FF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" name="Freeform 105"/>
            <p:cNvSpPr/>
            <p:nvPr/>
          </p:nvSpPr>
          <p:spPr bwMode="auto">
            <a:xfrm>
              <a:off x="2214" y="2544"/>
              <a:ext cx="456" cy="78"/>
            </a:xfrm>
            <a:custGeom>
              <a:avLst/>
              <a:gdLst>
                <a:gd name="T0" fmla="*/ 12 w 456"/>
                <a:gd name="T1" fmla="*/ 72 h 78"/>
                <a:gd name="T2" fmla="*/ 18 w 456"/>
                <a:gd name="T3" fmla="*/ 72 h 78"/>
                <a:gd name="T4" fmla="*/ 30 w 456"/>
                <a:gd name="T5" fmla="*/ 72 h 78"/>
                <a:gd name="T6" fmla="*/ 36 w 456"/>
                <a:gd name="T7" fmla="*/ 66 h 78"/>
                <a:gd name="T8" fmla="*/ 48 w 456"/>
                <a:gd name="T9" fmla="*/ 66 h 78"/>
                <a:gd name="T10" fmla="*/ 54 w 456"/>
                <a:gd name="T11" fmla="*/ 66 h 78"/>
                <a:gd name="T12" fmla="*/ 60 w 456"/>
                <a:gd name="T13" fmla="*/ 66 h 78"/>
                <a:gd name="T14" fmla="*/ 72 w 456"/>
                <a:gd name="T15" fmla="*/ 60 h 78"/>
                <a:gd name="T16" fmla="*/ 78 w 456"/>
                <a:gd name="T17" fmla="*/ 60 h 78"/>
                <a:gd name="T18" fmla="*/ 90 w 456"/>
                <a:gd name="T19" fmla="*/ 60 h 78"/>
                <a:gd name="T20" fmla="*/ 96 w 456"/>
                <a:gd name="T21" fmla="*/ 54 h 78"/>
                <a:gd name="T22" fmla="*/ 108 w 456"/>
                <a:gd name="T23" fmla="*/ 54 h 78"/>
                <a:gd name="T24" fmla="*/ 114 w 456"/>
                <a:gd name="T25" fmla="*/ 54 h 78"/>
                <a:gd name="T26" fmla="*/ 126 w 456"/>
                <a:gd name="T27" fmla="*/ 48 h 78"/>
                <a:gd name="T28" fmla="*/ 132 w 456"/>
                <a:gd name="T29" fmla="*/ 48 h 78"/>
                <a:gd name="T30" fmla="*/ 144 w 456"/>
                <a:gd name="T31" fmla="*/ 48 h 78"/>
                <a:gd name="T32" fmla="*/ 150 w 456"/>
                <a:gd name="T33" fmla="*/ 48 h 78"/>
                <a:gd name="T34" fmla="*/ 162 w 456"/>
                <a:gd name="T35" fmla="*/ 42 h 78"/>
                <a:gd name="T36" fmla="*/ 168 w 456"/>
                <a:gd name="T37" fmla="*/ 42 h 78"/>
                <a:gd name="T38" fmla="*/ 180 w 456"/>
                <a:gd name="T39" fmla="*/ 42 h 78"/>
                <a:gd name="T40" fmla="*/ 186 w 456"/>
                <a:gd name="T41" fmla="*/ 42 h 78"/>
                <a:gd name="T42" fmla="*/ 198 w 456"/>
                <a:gd name="T43" fmla="*/ 36 h 78"/>
                <a:gd name="T44" fmla="*/ 204 w 456"/>
                <a:gd name="T45" fmla="*/ 36 h 78"/>
                <a:gd name="T46" fmla="*/ 216 w 456"/>
                <a:gd name="T47" fmla="*/ 36 h 78"/>
                <a:gd name="T48" fmla="*/ 222 w 456"/>
                <a:gd name="T49" fmla="*/ 36 h 78"/>
                <a:gd name="T50" fmla="*/ 234 w 456"/>
                <a:gd name="T51" fmla="*/ 30 h 78"/>
                <a:gd name="T52" fmla="*/ 240 w 456"/>
                <a:gd name="T53" fmla="*/ 30 h 78"/>
                <a:gd name="T54" fmla="*/ 246 w 456"/>
                <a:gd name="T55" fmla="*/ 30 h 78"/>
                <a:gd name="T56" fmla="*/ 258 w 456"/>
                <a:gd name="T57" fmla="*/ 30 h 78"/>
                <a:gd name="T58" fmla="*/ 264 w 456"/>
                <a:gd name="T59" fmla="*/ 24 h 78"/>
                <a:gd name="T60" fmla="*/ 276 w 456"/>
                <a:gd name="T61" fmla="*/ 24 h 78"/>
                <a:gd name="T62" fmla="*/ 282 w 456"/>
                <a:gd name="T63" fmla="*/ 24 h 78"/>
                <a:gd name="T64" fmla="*/ 294 w 456"/>
                <a:gd name="T65" fmla="*/ 24 h 78"/>
                <a:gd name="T66" fmla="*/ 300 w 456"/>
                <a:gd name="T67" fmla="*/ 18 h 78"/>
                <a:gd name="T68" fmla="*/ 312 w 456"/>
                <a:gd name="T69" fmla="*/ 18 h 78"/>
                <a:gd name="T70" fmla="*/ 318 w 456"/>
                <a:gd name="T71" fmla="*/ 18 h 78"/>
                <a:gd name="T72" fmla="*/ 330 w 456"/>
                <a:gd name="T73" fmla="*/ 18 h 78"/>
                <a:gd name="T74" fmla="*/ 336 w 456"/>
                <a:gd name="T75" fmla="*/ 18 h 78"/>
                <a:gd name="T76" fmla="*/ 348 w 456"/>
                <a:gd name="T77" fmla="*/ 12 h 78"/>
                <a:gd name="T78" fmla="*/ 354 w 456"/>
                <a:gd name="T79" fmla="*/ 12 h 78"/>
                <a:gd name="T80" fmla="*/ 366 w 456"/>
                <a:gd name="T81" fmla="*/ 12 h 78"/>
                <a:gd name="T82" fmla="*/ 372 w 456"/>
                <a:gd name="T83" fmla="*/ 12 h 78"/>
                <a:gd name="T84" fmla="*/ 384 w 456"/>
                <a:gd name="T85" fmla="*/ 6 h 78"/>
                <a:gd name="T86" fmla="*/ 390 w 456"/>
                <a:gd name="T87" fmla="*/ 6 h 78"/>
                <a:gd name="T88" fmla="*/ 402 w 456"/>
                <a:gd name="T89" fmla="*/ 6 h 78"/>
                <a:gd name="T90" fmla="*/ 408 w 456"/>
                <a:gd name="T91" fmla="*/ 6 h 78"/>
                <a:gd name="T92" fmla="*/ 414 w 456"/>
                <a:gd name="T93" fmla="*/ 6 h 78"/>
                <a:gd name="T94" fmla="*/ 426 w 456"/>
                <a:gd name="T95" fmla="*/ 0 h 78"/>
                <a:gd name="T96" fmla="*/ 432 w 456"/>
                <a:gd name="T97" fmla="*/ 0 h 78"/>
                <a:gd name="T98" fmla="*/ 444 w 456"/>
                <a:gd name="T99" fmla="*/ 0 h 78"/>
                <a:gd name="T100" fmla="*/ 450 w 456"/>
                <a:gd name="T101" fmla="*/ 0 h 7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56"/>
                <a:gd name="T154" fmla="*/ 0 h 78"/>
                <a:gd name="T155" fmla="*/ 456 w 456"/>
                <a:gd name="T156" fmla="*/ 78 h 7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56" h="78">
                  <a:moveTo>
                    <a:pt x="0" y="78"/>
                  </a:moveTo>
                  <a:lnTo>
                    <a:pt x="6" y="78"/>
                  </a:lnTo>
                  <a:lnTo>
                    <a:pt x="6" y="72"/>
                  </a:lnTo>
                  <a:lnTo>
                    <a:pt x="12" y="72"/>
                  </a:lnTo>
                  <a:lnTo>
                    <a:pt x="18" y="72"/>
                  </a:lnTo>
                  <a:lnTo>
                    <a:pt x="24" y="72"/>
                  </a:lnTo>
                  <a:lnTo>
                    <a:pt x="30" y="72"/>
                  </a:lnTo>
                  <a:lnTo>
                    <a:pt x="36" y="72"/>
                  </a:lnTo>
                  <a:lnTo>
                    <a:pt x="36" y="66"/>
                  </a:lnTo>
                  <a:lnTo>
                    <a:pt x="42" y="66"/>
                  </a:lnTo>
                  <a:lnTo>
                    <a:pt x="48" y="66"/>
                  </a:lnTo>
                  <a:lnTo>
                    <a:pt x="54" y="66"/>
                  </a:lnTo>
                  <a:lnTo>
                    <a:pt x="60" y="66"/>
                  </a:lnTo>
                  <a:lnTo>
                    <a:pt x="66" y="60"/>
                  </a:lnTo>
                  <a:lnTo>
                    <a:pt x="72" y="60"/>
                  </a:lnTo>
                  <a:lnTo>
                    <a:pt x="78" y="60"/>
                  </a:lnTo>
                  <a:lnTo>
                    <a:pt x="84" y="60"/>
                  </a:lnTo>
                  <a:lnTo>
                    <a:pt x="90" y="60"/>
                  </a:lnTo>
                  <a:lnTo>
                    <a:pt x="96" y="54"/>
                  </a:lnTo>
                  <a:lnTo>
                    <a:pt x="102" y="54"/>
                  </a:lnTo>
                  <a:lnTo>
                    <a:pt x="108" y="54"/>
                  </a:lnTo>
                  <a:lnTo>
                    <a:pt x="114" y="54"/>
                  </a:lnTo>
                  <a:lnTo>
                    <a:pt x="120" y="54"/>
                  </a:lnTo>
                  <a:lnTo>
                    <a:pt x="126" y="54"/>
                  </a:lnTo>
                  <a:lnTo>
                    <a:pt x="126" y="48"/>
                  </a:lnTo>
                  <a:lnTo>
                    <a:pt x="132" y="48"/>
                  </a:lnTo>
                  <a:lnTo>
                    <a:pt x="138" y="48"/>
                  </a:lnTo>
                  <a:lnTo>
                    <a:pt x="144" y="48"/>
                  </a:lnTo>
                  <a:lnTo>
                    <a:pt x="150" y="48"/>
                  </a:lnTo>
                  <a:lnTo>
                    <a:pt x="156" y="48"/>
                  </a:lnTo>
                  <a:lnTo>
                    <a:pt x="156" y="42"/>
                  </a:lnTo>
                  <a:lnTo>
                    <a:pt x="162" y="42"/>
                  </a:lnTo>
                  <a:lnTo>
                    <a:pt x="168" y="42"/>
                  </a:lnTo>
                  <a:lnTo>
                    <a:pt x="174" y="42"/>
                  </a:lnTo>
                  <a:lnTo>
                    <a:pt x="180" y="42"/>
                  </a:lnTo>
                  <a:lnTo>
                    <a:pt x="186" y="42"/>
                  </a:lnTo>
                  <a:lnTo>
                    <a:pt x="192" y="36"/>
                  </a:lnTo>
                  <a:lnTo>
                    <a:pt x="198" y="36"/>
                  </a:lnTo>
                  <a:lnTo>
                    <a:pt x="204" y="36"/>
                  </a:lnTo>
                  <a:lnTo>
                    <a:pt x="210" y="36"/>
                  </a:lnTo>
                  <a:lnTo>
                    <a:pt x="216" y="36"/>
                  </a:lnTo>
                  <a:lnTo>
                    <a:pt x="222" y="36"/>
                  </a:lnTo>
                  <a:lnTo>
                    <a:pt x="228" y="30"/>
                  </a:lnTo>
                  <a:lnTo>
                    <a:pt x="234" y="30"/>
                  </a:lnTo>
                  <a:lnTo>
                    <a:pt x="240" y="30"/>
                  </a:lnTo>
                  <a:lnTo>
                    <a:pt x="246" y="30"/>
                  </a:lnTo>
                  <a:lnTo>
                    <a:pt x="252" y="30"/>
                  </a:lnTo>
                  <a:lnTo>
                    <a:pt x="258" y="30"/>
                  </a:lnTo>
                  <a:lnTo>
                    <a:pt x="264" y="24"/>
                  </a:lnTo>
                  <a:lnTo>
                    <a:pt x="270" y="24"/>
                  </a:lnTo>
                  <a:lnTo>
                    <a:pt x="276" y="24"/>
                  </a:lnTo>
                  <a:lnTo>
                    <a:pt x="282" y="24"/>
                  </a:lnTo>
                  <a:lnTo>
                    <a:pt x="288" y="24"/>
                  </a:lnTo>
                  <a:lnTo>
                    <a:pt x="294" y="24"/>
                  </a:lnTo>
                  <a:lnTo>
                    <a:pt x="300" y="24"/>
                  </a:lnTo>
                  <a:lnTo>
                    <a:pt x="300" y="18"/>
                  </a:lnTo>
                  <a:lnTo>
                    <a:pt x="306" y="18"/>
                  </a:lnTo>
                  <a:lnTo>
                    <a:pt x="312" y="18"/>
                  </a:lnTo>
                  <a:lnTo>
                    <a:pt x="318" y="18"/>
                  </a:lnTo>
                  <a:lnTo>
                    <a:pt x="324" y="18"/>
                  </a:lnTo>
                  <a:lnTo>
                    <a:pt x="330" y="18"/>
                  </a:lnTo>
                  <a:lnTo>
                    <a:pt x="336" y="18"/>
                  </a:lnTo>
                  <a:lnTo>
                    <a:pt x="342" y="12"/>
                  </a:lnTo>
                  <a:lnTo>
                    <a:pt x="348" y="12"/>
                  </a:lnTo>
                  <a:lnTo>
                    <a:pt x="354" y="12"/>
                  </a:lnTo>
                  <a:lnTo>
                    <a:pt x="360" y="12"/>
                  </a:lnTo>
                  <a:lnTo>
                    <a:pt x="366" y="12"/>
                  </a:lnTo>
                  <a:lnTo>
                    <a:pt x="372" y="12"/>
                  </a:lnTo>
                  <a:lnTo>
                    <a:pt x="378" y="12"/>
                  </a:lnTo>
                  <a:lnTo>
                    <a:pt x="384" y="6"/>
                  </a:lnTo>
                  <a:lnTo>
                    <a:pt x="390" y="6"/>
                  </a:lnTo>
                  <a:lnTo>
                    <a:pt x="396" y="6"/>
                  </a:lnTo>
                  <a:lnTo>
                    <a:pt x="402" y="6"/>
                  </a:lnTo>
                  <a:lnTo>
                    <a:pt x="408" y="6"/>
                  </a:lnTo>
                  <a:lnTo>
                    <a:pt x="414" y="6"/>
                  </a:lnTo>
                  <a:lnTo>
                    <a:pt x="420" y="6"/>
                  </a:lnTo>
                  <a:lnTo>
                    <a:pt x="426" y="0"/>
                  </a:lnTo>
                  <a:lnTo>
                    <a:pt x="432" y="0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50" y="0"/>
                  </a:lnTo>
                  <a:lnTo>
                    <a:pt x="456" y="0"/>
                  </a:lnTo>
                </a:path>
              </a:pathLst>
            </a:custGeom>
            <a:noFill/>
            <a:ln w="19050" cmpd="sng">
              <a:solidFill>
                <a:srgbClr val="FF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6" name="Freeform 106"/>
            <p:cNvSpPr/>
            <p:nvPr/>
          </p:nvSpPr>
          <p:spPr bwMode="auto">
            <a:xfrm>
              <a:off x="2670" y="2520"/>
              <a:ext cx="168" cy="24"/>
            </a:xfrm>
            <a:custGeom>
              <a:avLst/>
              <a:gdLst>
                <a:gd name="T0" fmla="*/ 0 w 168"/>
                <a:gd name="T1" fmla="*/ 24 h 24"/>
                <a:gd name="T2" fmla="*/ 6 w 168"/>
                <a:gd name="T3" fmla="*/ 24 h 24"/>
                <a:gd name="T4" fmla="*/ 6 w 168"/>
                <a:gd name="T5" fmla="*/ 24 h 24"/>
                <a:gd name="T6" fmla="*/ 12 w 168"/>
                <a:gd name="T7" fmla="*/ 24 h 24"/>
                <a:gd name="T8" fmla="*/ 12 w 168"/>
                <a:gd name="T9" fmla="*/ 18 h 24"/>
                <a:gd name="T10" fmla="*/ 18 w 168"/>
                <a:gd name="T11" fmla="*/ 18 h 24"/>
                <a:gd name="T12" fmla="*/ 24 w 168"/>
                <a:gd name="T13" fmla="*/ 18 h 24"/>
                <a:gd name="T14" fmla="*/ 24 w 168"/>
                <a:gd name="T15" fmla="*/ 18 h 24"/>
                <a:gd name="T16" fmla="*/ 30 w 168"/>
                <a:gd name="T17" fmla="*/ 18 h 24"/>
                <a:gd name="T18" fmla="*/ 30 w 168"/>
                <a:gd name="T19" fmla="*/ 18 h 24"/>
                <a:gd name="T20" fmla="*/ 36 w 168"/>
                <a:gd name="T21" fmla="*/ 18 h 24"/>
                <a:gd name="T22" fmla="*/ 36 w 168"/>
                <a:gd name="T23" fmla="*/ 18 h 24"/>
                <a:gd name="T24" fmla="*/ 42 w 168"/>
                <a:gd name="T25" fmla="*/ 18 h 24"/>
                <a:gd name="T26" fmla="*/ 48 w 168"/>
                <a:gd name="T27" fmla="*/ 18 h 24"/>
                <a:gd name="T28" fmla="*/ 48 w 168"/>
                <a:gd name="T29" fmla="*/ 18 h 24"/>
                <a:gd name="T30" fmla="*/ 54 w 168"/>
                <a:gd name="T31" fmla="*/ 18 h 24"/>
                <a:gd name="T32" fmla="*/ 54 w 168"/>
                <a:gd name="T33" fmla="*/ 18 h 24"/>
                <a:gd name="T34" fmla="*/ 60 w 168"/>
                <a:gd name="T35" fmla="*/ 18 h 24"/>
                <a:gd name="T36" fmla="*/ 66 w 168"/>
                <a:gd name="T37" fmla="*/ 12 h 24"/>
                <a:gd name="T38" fmla="*/ 66 w 168"/>
                <a:gd name="T39" fmla="*/ 12 h 24"/>
                <a:gd name="T40" fmla="*/ 72 w 168"/>
                <a:gd name="T41" fmla="*/ 12 h 24"/>
                <a:gd name="T42" fmla="*/ 72 w 168"/>
                <a:gd name="T43" fmla="*/ 12 h 24"/>
                <a:gd name="T44" fmla="*/ 78 w 168"/>
                <a:gd name="T45" fmla="*/ 12 h 24"/>
                <a:gd name="T46" fmla="*/ 84 w 168"/>
                <a:gd name="T47" fmla="*/ 12 h 24"/>
                <a:gd name="T48" fmla="*/ 84 w 168"/>
                <a:gd name="T49" fmla="*/ 12 h 24"/>
                <a:gd name="T50" fmla="*/ 90 w 168"/>
                <a:gd name="T51" fmla="*/ 12 h 24"/>
                <a:gd name="T52" fmla="*/ 90 w 168"/>
                <a:gd name="T53" fmla="*/ 12 h 24"/>
                <a:gd name="T54" fmla="*/ 96 w 168"/>
                <a:gd name="T55" fmla="*/ 12 h 24"/>
                <a:gd name="T56" fmla="*/ 96 w 168"/>
                <a:gd name="T57" fmla="*/ 12 h 24"/>
                <a:gd name="T58" fmla="*/ 102 w 168"/>
                <a:gd name="T59" fmla="*/ 12 h 24"/>
                <a:gd name="T60" fmla="*/ 108 w 168"/>
                <a:gd name="T61" fmla="*/ 12 h 24"/>
                <a:gd name="T62" fmla="*/ 108 w 168"/>
                <a:gd name="T63" fmla="*/ 12 h 24"/>
                <a:gd name="T64" fmla="*/ 114 w 168"/>
                <a:gd name="T65" fmla="*/ 6 h 24"/>
                <a:gd name="T66" fmla="*/ 114 w 168"/>
                <a:gd name="T67" fmla="*/ 6 h 24"/>
                <a:gd name="T68" fmla="*/ 120 w 168"/>
                <a:gd name="T69" fmla="*/ 6 h 24"/>
                <a:gd name="T70" fmla="*/ 126 w 168"/>
                <a:gd name="T71" fmla="*/ 6 h 24"/>
                <a:gd name="T72" fmla="*/ 126 w 168"/>
                <a:gd name="T73" fmla="*/ 6 h 24"/>
                <a:gd name="T74" fmla="*/ 132 w 168"/>
                <a:gd name="T75" fmla="*/ 6 h 24"/>
                <a:gd name="T76" fmla="*/ 132 w 168"/>
                <a:gd name="T77" fmla="*/ 6 h 24"/>
                <a:gd name="T78" fmla="*/ 138 w 168"/>
                <a:gd name="T79" fmla="*/ 6 h 24"/>
                <a:gd name="T80" fmla="*/ 144 w 168"/>
                <a:gd name="T81" fmla="*/ 6 h 24"/>
                <a:gd name="T82" fmla="*/ 144 w 168"/>
                <a:gd name="T83" fmla="*/ 6 h 24"/>
                <a:gd name="T84" fmla="*/ 150 w 168"/>
                <a:gd name="T85" fmla="*/ 6 h 24"/>
                <a:gd name="T86" fmla="*/ 150 w 168"/>
                <a:gd name="T87" fmla="*/ 6 h 24"/>
                <a:gd name="T88" fmla="*/ 156 w 168"/>
                <a:gd name="T89" fmla="*/ 6 h 24"/>
                <a:gd name="T90" fmla="*/ 162 w 168"/>
                <a:gd name="T91" fmla="*/ 6 h 24"/>
                <a:gd name="T92" fmla="*/ 162 w 168"/>
                <a:gd name="T93" fmla="*/ 6 h 24"/>
                <a:gd name="T94" fmla="*/ 168 w 168"/>
                <a:gd name="T95" fmla="*/ 0 h 2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68"/>
                <a:gd name="T145" fmla="*/ 0 h 24"/>
                <a:gd name="T146" fmla="*/ 168 w 168"/>
                <a:gd name="T147" fmla="*/ 24 h 2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68" h="24">
                  <a:moveTo>
                    <a:pt x="0" y="24"/>
                  </a:move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42" y="18"/>
                  </a:lnTo>
                  <a:lnTo>
                    <a:pt x="48" y="18"/>
                  </a:lnTo>
                  <a:lnTo>
                    <a:pt x="54" y="18"/>
                  </a:lnTo>
                  <a:lnTo>
                    <a:pt x="60" y="18"/>
                  </a:lnTo>
                  <a:lnTo>
                    <a:pt x="60" y="12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8" y="12"/>
                  </a:lnTo>
                  <a:lnTo>
                    <a:pt x="84" y="12"/>
                  </a:lnTo>
                  <a:lnTo>
                    <a:pt x="90" y="12"/>
                  </a:lnTo>
                  <a:lnTo>
                    <a:pt x="96" y="12"/>
                  </a:lnTo>
                  <a:lnTo>
                    <a:pt x="102" y="12"/>
                  </a:lnTo>
                  <a:lnTo>
                    <a:pt x="108" y="12"/>
                  </a:lnTo>
                  <a:lnTo>
                    <a:pt x="114" y="12"/>
                  </a:lnTo>
                  <a:lnTo>
                    <a:pt x="114" y="6"/>
                  </a:lnTo>
                  <a:lnTo>
                    <a:pt x="120" y="6"/>
                  </a:lnTo>
                  <a:lnTo>
                    <a:pt x="126" y="6"/>
                  </a:lnTo>
                  <a:lnTo>
                    <a:pt x="132" y="6"/>
                  </a:lnTo>
                  <a:lnTo>
                    <a:pt x="138" y="6"/>
                  </a:lnTo>
                  <a:lnTo>
                    <a:pt x="144" y="6"/>
                  </a:lnTo>
                  <a:lnTo>
                    <a:pt x="150" y="6"/>
                  </a:lnTo>
                  <a:lnTo>
                    <a:pt x="156" y="6"/>
                  </a:lnTo>
                  <a:lnTo>
                    <a:pt x="162" y="6"/>
                  </a:lnTo>
                  <a:lnTo>
                    <a:pt x="168" y="0"/>
                  </a:lnTo>
                </a:path>
              </a:pathLst>
            </a:custGeom>
            <a:noFill/>
            <a:ln w="19050" cmpd="sng">
              <a:solidFill>
                <a:srgbClr val="FF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 autoUpdateAnimBg="0"/>
      <p:bldP spid="41" grpId="0" build="p" autoUpdateAnimBg="0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93688" y="147638"/>
            <a:ext cx="5867400" cy="609600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solidFill>
                  <a:schemeClr val="accent2"/>
                </a:solidFill>
                <a:ea typeface="楷体_GB2312"/>
                <a:cs typeface="楷体_GB2312"/>
              </a:rPr>
              <a:t>1.  </a:t>
            </a:r>
            <a:r>
              <a:rPr lang="zh-CN" altLang="en-US" sz="2800" b="1">
                <a:solidFill>
                  <a:schemeClr val="accent2"/>
                </a:solidFill>
                <a:ea typeface="楷体_GB2312"/>
                <a:cs typeface="楷体_GB2312"/>
              </a:rPr>
              <a:t>曲线方程为参数方程的情况</a:t>
            </a:r>
          </a:p>
        </p:txBody>
      </p:sp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927100" y="909638"/>
          <a:ext cx="483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1370" imgH="267970" progId="Equation.3">
                  <p:embed/>
                </p:oleObj>
              </mc:Choice>
              <mc:Fallback>
                <p:oleObj name="Equation" r:id="rId2" imgW="3341370" imgH="26797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909638"/>
                        <a:ext cx="4838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12"/>
          <p:cNvGraphicFramePr>
            <a:graphicFrameLocks noChangeAspect="1"/>
          </p:cNvGraphicFramePr>
          <p:nvPr/>
        </p:nvGraphicFramePr>
        <p:xfrm>
          <a:off x="4103688" y="2170113"/>
          <a:ext cx="3776662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26970" imgH="637540" progId="Equation.3">
                  <p:embed/>
                </p:oleObj>
              </mc:Choice>
              <mc:Fallback>
                <p:oleObj name="Equation" r:id="rId4" imgW="2426970" imgH="6375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3688" y="2170113"/>
                        <a:ext cx="3776662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1" name="Object 15"/>
          <p:cNvGraphicFramePr>
            <a:graphicFrameLocks noChangeAspect="1"/>
          </p:cNvGraphicFramePr>
          <p:nvPr/>
        </p:nvGraphicFramePr>
        <p:xfrm>
          <a:off x="774700" y="3481388"/>
          <a:ext cx="447357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90545" imgH="294640" progId="Equation.3">
                  <p:embed/>
                </p:oleObj>
              </mc:Choice>
              <mc:Fallback>
                <p:oleObj name="Equation" r:id="rId6" imgW="3090545" imgH="294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3481388"/>
                        <a:ext cx="4473575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2" name="Object 16"/>
          <p:cNvGraphicFramePr>
            <a:graphicFrameLocks noChangeAspect="1"/>
          </p:cNvGraphicFramePr>
          <p:nvPr/>
        </p:nvGraphicFramePr>
        <p:xfrm>
          <a:off x="5535613" y="3457575"/>
          <a:ext cx="214471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55420" imgH="294640" progId="Equation.3">
                  <p:embed/>
                </p:oleObj>
              </mc:Choice>
              <mc:Fallback>
                <p:oleObj name="Equation" r:id="rId8" imgW="1455420" imgH="294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3" y="3457575"/>
                        <a:ext cx="2144712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2033588" y="44021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切线方程</a:t>
            </a:r>
          </a:p>
        </p:txBody>
      </p:sp>
      <p:graphicFrame>
        <p:nvGraphicFramePr>
          <p:cNvPr id="4114" name="Object 18"/>
          <p:cNvGraphicFramePr>
            <a:graphicFrameLocks noChangeAspect="1"/>
          </p:cNvGraphicFramePr>
          <p:nvPr/>
        </p:nvGraphicFramePr>
        <p:xfrm>
          <a:off x="3975100" y="4221163"/>
          <a:ext cx="3835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42235" imgH="637540" progId="Equation.3">
                  <p:embed/>
                </p:oleObj>
              </mc:Choice>
              <mc:Fallback>
                <p:oleObj name="Equation" r:id="rId10" imgW="2642235" imgH="6375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4221163"/>
                        <a:ext cx="3835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9"/>
          <p:cNvGraphicFramePr>
            <a:graphicFrameLocks noChangeAspect="1"/>
          </p:cNvGraphicFramePr>
          <p:nvPr/>
        </p:nvGraphicFramePr>
        <p:xfrm>
          <a:off x="5867400" y="871538"/>
          <a:ext cx="402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73680" imgH="307975" progId="Equation.3">
                  <p:embed/>
                </p:oleObj>
              </mc:Choice>
              <mc:Fallback>
                <p:oleObj name="Equation" r:id="rId12" imgW="2773680" imgH="30797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871538"/>
                        <a:ext cx="4025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0" name="Object 24"/>
          <p:cNvGraphicFramePr>
            <a:graphicFrameLocks noChangeAspect="1"/>
          </p:cNvGraphicFramePr>
          <p:nvPr/>
        </p:nvGraphicFramePr>
        <p:xfrm>
          <a:off x="854075" y="1547813"/>
          <a:ext cx="68262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686300" imgH="307975" progId="Equation.3">
                  <p:embed/>
                </p:oleObj>
              </mc:Choice>
              <mc:Fallback>
                <p:oleObj name="Equation" r:id="rId14" imgW="4686300" imgH="30797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1547813"/>
                        <a:ext cx="682625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3" name="Object 107"/>
          <p:cNvGraphicFramePr>
            <a:graphicFrameLocks noChangeAspect="1"/>
          </p:cNvGraphicFramePr>
          <p:nvPr/>
        </p:nvGraphicFramePr>
        <p:xfrm>
          <a:off x="4141788" y="4764088"/>
          <a:ext cx="8636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84835" imgH="294640" progId="Equation.3">
                  <p:embed/>
                </p:oleObj>
              </mc:Choice>
              <mc:Fallback>
                <p:oleObj name="Equation" r:id="rId16" imgW="584835" imgH="294640" progId="Equation.3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1788" y="4764088"/>
                        <a:ext cx="863600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4" name="Object 108"/>
          <p:cNvGraphicFramePr>
            <a:graphicFrameLocks noChangeAspect="1"/>
          </p:cNvGraphicFramePr>
          <p:nvPr/>
        </p:nvGraphicFramePr>
        <p:xfrm>
          <a:off x="5348288" y="4692650"/>
          <a:ext cx="952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50875" imgH="294640" progId="Equation.3">
                  <p:embed/>
                </p:oleObj>
              </mc:Choice>
              <mc:Fallback>
                <p:oleObj name="Equation" r:id="rId18" imgW="650875" imgH="294640" progId="Equation.3">
                  <p:embed/>
                  <p:pic>
                    <p:nvPicPr>
                      <p:cNvPr id="0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8288" y="4692650"/>
                        <a:ext cx="952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5" name="Object 109"/>
          <p:cNvGraphicFramePr>
            <a:graphicFrameLocks noChangeAspect="1"/>
          </p:cNvGraphicFramePr>
          <p:nvPr/>
        </p:nvGraphicFramePr>
        <p:xfrm>
          <a:off x="6796088" y="4735513"/>
          <a:ext cx="952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50875" imgH="294640" progId="Equation.3">
                  <p:embed/>
                </p:oleObj>
              </mc:Choice>
              <mc:Fallback>
                <p:oleObj name="Equation" r:id="rId20" imgW="650875" imgH="294640" progId="Equation.3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6088" y="4735513"/>
                        <a:ext cx="952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6" name="Group 139"/>
          <p:cNvGrpSpPr/>
          <p:nvPr/>
        </p:nvGrpSpPr>
        <p:grpSpPr bwMode="auto">
          <a:xfrm>
            <a:off x="9048750" y="2049463"/>
            <a:ext cx="2116138" cy="1697037"/>
            <a:chOff x="4203" y="336"/>
            <a:chExt cx="1333" cy="1069"/>
          </a:xfrm>
        </p:grpSpPr>
        <p:sp>
          <p:nvSpPr>
            <p:cNvPr id="8211" name="Freeform 122"/>
            <p:cNvSpPr/>
            <p:nvPr/>
          </p:nvSpPr>
          <p:spPr bwMode="auto">
            <a:xfrm>
              <a:off x="4203" y="938"/>
              <a:ext cx="389" cy="467"/>
            </a:xfrm>
            <a:custGeom>
              <a:avLst/>
              <a:gdLst>
                <a:gd name="T0" fmla="*/ 3 w 450"/>
                <a:gd name="T1" fmla="*/ 93 h 540"/>
                <a:gd name="T2" fmla="*/ 3 w 450"/>
                <a:gd name="T3" fmla="*/ 88 h 540"/>
                <a:gd name="T4" fmla="*/ 4 w 450"/>
                <a:gd name="T5" fmla="*/ 84 h 540"/>
                <a:gd name="T6" fmla="*/ 7 w 450"/>
                <a:gd name="T7" fmla="*/ 80 h 540"/>
                <a:gd name="T8" fmla="*/ 8 w 450"/>
                <a:gd name="T9" fmla="*/ 77 h 540"/>
                <a:gd name="T10" fmla="*/ 9 w 450"/>
                <a:gd name="T11" fmla="*/ 74 h 540"/>
                <a:gd name="T12" fmla="*/ 10 w 450"/>
                <a:gd name="T13" fmla="*/ 69 h 540"/>
                <a:gd name="T14" fmla="*/ 12 w 450"/>
                <a:gd name="T15" fmla="*/ 67 h 540"/>
                <a:gd name="T16" fmla="*/ 14 w 450"/>
                <a:gd name="T17" fmla="*/ 64 h 540"/>
                <a:gd name="T18" fmla="*/ 14 w 450"/>
                <a:gd name="T19" fmla="*/ 61 h 540"/>
                <a:gd name="T20" fmla="*/ 16 w 450"/>
                <a:gd name="T21" fmla="*/ 58 h 540"/>
                <a:gd name="T22" fmla="*/ 17 w 450"/>
                <a:gd name="T23" fmla="*/ 55 h 540"/>
                <a:gd name="T24" fmla="*/ 19 w 450"/>
                <a:gd name="T25" fmla="*/ 54 h 540"/>
                <a:gd name="T26" fmla="*/ 21 w 450"/>
                <a:gd name="T27" fmla="*/ 50 h 540"/>
                <a:gd name="T28" fmla="*/ 22 w 450"/>
                <a:gd name="T29" fmla="*/ 48 h 540"/>
                <a:gd name="T30" fmla="*/ 24 w 450"/>
                <a:gd name="T31" fmla="*/ 46 h 540"/>
                <a:gd name="T32" fmla="*/ 26 w 450"/>
                <a:gd name="T33" fmla="*/ 45 h 540"/>
                <a:gd name="T34" fmla="*/ 26 w 450"/>
                <a:gd name="T35" fmla="*/ 42 h 540"/>
                <a:gd name="T36" fmla="*/ 29 w 450"/>
                <a:gd name="T37" fmla="*/ 40 h 540"/>
                <a:gd name="T38" fmla="*/ 30 w 450"/>
                <a:gd name="T39" fmla="*/ 38 h 540"/>
                <a:gd name="T40" fmla="*/ 32 w 450"/>
                <a:gd name="T41" fmla="*/ 36 h 540"/>
                <a:gd name="T42" fmla="*/ 34 w 450"/>
                <a:gd name="T43" fmla="*/ 35 h 540"/>
                <a:gd name="T44" fmla="*/ 35 w 450"/>
                <a:gd name="T45" fmla="*/ 32 h 540"/>
                <a:gd name="T46" fmla="*/ 36 w 450"/>
                <a:gd name="T47" fmla="*/ 31 h 540"/>
                <a:gd name="T48" fmla="*/ 39 w 450"/>
                <a:gd name="T49" fmla="*/ 29 h 540"/>
                <a:gd name="T50" fmla="*/ 40 w 450"/>
                <a:gd name="T51" fmla="*/ 29 h 540"/>
                <a:gd name="T52" fmla="*/ 41 w 450"/>
                <a:gd name="T53" fmla="*/ 26 h 540"/>
                <a:gd name="T54" fmla="*/ 42 w 450"/>
                <a:gd name="T55" fmla="*/ 25 h 540"/>
                <a:gd name="T56" fmla="*/ 44 w 450"/>
                <a:gd name="T57" fmla="*/ 24 h 540"/>
                <a:gd name="T58" fmla="*/ 46 w 450"/>
                <a:gd name="T59" fmla="*/ 22 h 540"/>
                <a:gd name="T60" fmla="*/ 47 w 450"/>
                <a:gd name="T61" fmla="*/ 21 h 540"/>
                <a:gd name="T62" fmla="*/ 49 w 450"/>
                <a:gd name="T63" fmla="*/ 20 h 540"/>
                <a:gd name="T64" fmla="*/ 50 w 450"/>
                <a:gd name="T65" fmla="*/ 19 h 540"/>
                <a:gd name="T66" fmla="*/ 52 w 450"/>
                <a:gd name="T67" fmla="*/ 16 h 540"/>
                <a:gd name="T68" fmla="*/ 54 w 450"/>
                <a:gd name="T69" fmla="*/ 16 h 540"/>
                <a:gd name="T70" fmla="*/ 55 w 450"/>
                <a:gd name="T71" fmla="*/ 14 h 540"/>
                <a:gd name="T72" fmla="*/ 56 w 450"/>
                <a:gd name="T73" fmla="*/ 14 h 540"/>
                <a:gd name="T74" fmla="*/ 59 w 450"/>
                <a:gd name="T75" fmla="*/ 12 h 540"/>
                <a:gd name="T76" fmla="*/ 60 w 450"/>
                <a:gd name="T77" fmla="*/ 11 h 540"/>
                <a:gd name="T78" fmla="*/ 62 w 450"/>
                <a:gd name="T79" fmla="*/ 10 h 540"/>
                <a:gd name="T80" fmla="*/ 63 w 450"/>
                <a:gd name="T81" fmla="*/ 9 h 540"/>
                <a:gd name="T82" fmla="*/ 64 w 450"/>
                <a:gd name="T83" fmla="*/ 9 h 540"/>
                <a:gd name="T84" fmla="*/ 66 w 450"/>
                <a:gd name="T85" fmla="*/ 8 h 540"/>
                <a:gd name="T86" fmla="*/ 68 w 450"/>
                <a:gd name="T87" fmla="*/ 7 h 540"/>
                <a:gd name="T88" fmla="*/ 69 w 450"/>
                <a:gd name="T89" fmla="*/ 5 h 540"/>
                <a:gd name="T90" fmla="*/ 71 w 450"/>
                <a:gd name="T91" fmla="*/ 5 h 540"/>
                <a:gd name="T92" fmla="*/ 73 w 450"/>
                <a:gd name="T93" fmla="*/ 4 h 540"/>
                <a:gd name="T94" fmla="*/ 74 w 450"/>
                <a:gd name="T95" fmla="*/ 3 h 540"/>
                <a:gd name="T96" fmla="*/ 74 w 450"/>
                <a:gd name="T97" fmla="*/ 3 h 540"/>
                <a:gd name="T98" fmla="*/ 76 w 450"/>
                <a:gd name="T99" fmla="*/ 3 h 540"/>
                <a:gd name="T100" fmla="*/ 79 w 450"/>
                <a:gd name="T101" fmla="*/ 0 h 54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50"/>
                <a:gd name="T154" fmla="*/ 0 h 540"/>
                <a:gd name="T155" fmla="*/ 450 w 450"/>
                <a:gd name="T156" fmla="*/ 540 h 54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50" h="540">
                  <a:moveTo>
                    <a:pt x="0" y="540"/>
                  </a:moveTo>
                  <a:lnTo>
                    <a:pt x="0" y="534"/>
                  </a:lnTo>
                  <a:lnTo>
                    <a:pt x="6" y="534"/>
                  </a:lnTo>
                  <a:lnTo>
                    <a:pt x="6" y="528"/>
                  </a:lnTo>
                  <a:lnTo>
                    <a:pt x="6" y="522"/>
                  </a:lnTo>
                  <a:lnTo>
                    <a:pt x="12" y="516"/>
                  </a:lnTo>
                  <a:lnTo>
                    <a:pt x="12" y="510"/>
                  </a:lnTo>
                  <a:lnTo>
                    <a:pt x="12" y="504"/>
                  </a:lnTo>
                  <a:lnTo>
                    <a:pt x="18" y="504"/>
                  </a:lnTo>
                  <a:lnTo>
                    <a:pt x="18" y="498"/>
                  </a:lnTo>
                  <a:lnTo>
                    <a:pt x="18" y="492"/>
                  </a:lnTo>
                  <a:lnTo>
                    <a:pt x="24" y="486"/>
                  </a:lnTo>
                  <a:lnTo>
                    <a:pt x="24" y="480"/>
                  </a:lnTo>
                  <a:lnTo>
                    <a:pt x="24" y="474"/>
                  </a:lnTo>
                  <a:lnTo>
                    <a:pt x="30" y="468"/>
                  </a:lnTo>
                  <a:lnTo>
                    <a:pt x="30" y="462"/>
                  </a:lnTo>
                  <a:lnTo>
                    <a:pt x="36" y="456"/>
                  </a:lnTo>
                  <a:lnTo>
                    <a:pt x="36" y="450"/>
                  </a:lnTo>
                  <a:lnTo>
                    <a:pt x="36" y="444"/>
                  </a:lnTo>
                  <a:lnTo>
                    <a:pt x="42" y="438"/>
                  </a:lnTo>
                  <a:lnTo>
                    <a:pt x="42" y="432"/>
                  </a:lnTo>
                  <a:lnTo>
                    <a:pt x="48" y="426"/>
                  </a:lnTo>
                  <a:lnTo>
                    <a:pt x="48" y="420"/>
                  </a:lnTo>
                  <a:lnTo>
                    <a:pt x="54" y="420"/>
                  </a:lnTo>
                  <a:lnTo>
                    <a:pt x="54" y="414"/>
                  </a:lnTo>
                  <a:lnTo>
                    <a:pt x="54" y="408"/>
                  </a:lnTo>
                  <a:lnTo>
                    <a:pt x="60" y="402"/>
                  </a:lnTo>
                  <a:lnTo>
                    <a:pt x="60" y="396"/>
                  </a:lnTo>
                  <a:lnTo>
                    <a:pt x="66" y="390"/>
                  </a:lnTo>
                  <a:lnTo>
                    <a:pt x="66" y="384"/>
                  </a:lnTo>
                  <a:lnTo>
                    <a:pt x="72" y="384"/>
                  </a:lnTo>
                  <a:lnTo>
                    <a:pt x="72" y="378"/>
                  </a:lnTo>
                  <a:lnTo>
                    <a:pt x="72" y="372"/>
                  </a:lnTo>
                  <a:lnTo>
                    <a:pt x="78" y="366"/>
                  </a:lnTo>
                  <a:lnTo>
                    <a:pt x="78" y="360"/>
                  </a:lnTo>
                  <a:lnTo>
                    <a:pt x="84" y="360"/>
                  </a:lnTo>
                  <a:lnTo>
                    <a:pt x="84" y="354"/>
                  </a:lnTo>
                  <a:lnTo>
                    <a:pt x="84" y="348"/>
                  </a:lnTo>
                  <a:lnTo>
                    <a:pt x="90" y="342"/>
                  </a:lnTo>
                  <a:lnTo>
                    <a:pt x="90" y="336"/>
                  </a:lnTo>
                  <a:lnTo>
                    <a:pt x="96" y="336"/>
                  </a:lnTo>
                  <a:lnTo>
                    <a:pt x="96" y="330"/>
                  </a:lnTo>
                  <a:lnTo>
                    <a:pt x="102" y="324"/>
                  </a:lnTo>
                  <a:lnTo>
                    <a:pt x="102" y="318"/>
                  </a:lnTo>
                  <a:lnTo>
                    <a:pt x="108" y="318"/>
                  </a:lnTo>
                  <a:lnTo>
                    <a:pt x="108" y="312"/>
                  </a:lnTo>
                  <a:lnTo>
                    <a:pt x="114" y="306"/>
                  </a:lnTo>
                  <a:lnTo>
                    <a:pt x="114" y="300"/>
                  </a:lnTo>
                  <a:lnTo>
                    <a:pt x="120" y="294"/>
                  </a:lnTo>
                  <a:lnTo>
                    <a:pt x="120" y="288"/>
                  </a:lnTo>
                  <a:lnTo>
                    <a:pt x="126" y="288"/>
                  </a:lnTo>
                  <a:lnTo>
                    <a:pt x="126" y="282"/>
                  </a:lnTo>
                  <a:lnTo>
                    <a:pt x="132" y="282"/>
                  </a:lnTo>
                  <a:lnTo>
                    <a:pt x="132" y="276"/>
                  </a:lnTo>
                  <a:lnTo>
                    <a:pt x="132" y="270"/>
                  </a:lnTo>
                  <a:lnTo>
                    <a:pt x="138" y="270"/>
                  </a:lnTo>
                  <a:lnTo>
                    <a:pt x="138" y="264"/>
                  </a:lnTo>
                  <a:lnTo>
                    <a:pt x="144" y="264"/>
                  </a:lnTo>
                  <a:lnTo>
                    <a:pt x="144" y="258"/>
                  </a:lnTo>
                  <a:lnTo>
                    <a:pt x="144" y="252"/>
                  </a:lnTo>
                  <a:lnTo>
                    <a:pt x="150" y="252"/>
                  </a:lnTo>
                  <a:lnTo>
                    <a:pt x="150" y="246"/>
                  </a:lnTo>
                  <a:lnTo>
                    <a:pt x="156" y="246"/>
                  </a:lnTo>
                  <a:lnTo>
                    <a:pt x="156" y="240"/>
                  </a:lnTo>
                  <a:lnTo>
                    <a:pt x="162" y="240"/>
                  </a:lnTo>
                  <a:lnTo>
                    <a:pt x="162" y="234"/>
                  </a:lnTo>
                  <a:lnTo>
                    <a:pt x="168" y="228"/>
                  </a:lnTo>
                  <a:lnTo>
                    <a:pt x="174" y="222"/>
                  </a:lnTo>
                  <a:lnTo>
                    <a:pt x="174" y="216"/>
                  </a:lnTo>
                  <a:lnTo>
                    <a:pt x="180" y="216"/>
                  </a:lnTo>
                  <a:lnTo>
                    <a:pt x="180" y="210"/>
                  </a:lnTo>
                  <a:lnTo>
                    <a:pt x="186" y="210"/>
                  </a:lnTo>
                  <a:lnTo>
                    <a:pt x="186" y="204"/>
                  </a:lnTo>
                  <a:lnTo>
                    <a:pt x="192" y="204"/>
                  </a:lnTo>
                  <a:lnTo>
                    <a:pt x="192" y="198"/>
                  </a:lnTo>
                  <a:lnTo>
                    <a:pt x="198" y="192"/>
                  </a:lnTo>
                  <a:lnTo>
                    <a:pt x="204" y="186"/>
                  </a:lnTo>
                  <a:lnTo>
                    <a:pt x="210" y="180"/>
                  </a:lnTo>
                  <a:lnTo>
                    <a:pt x="216" y="174"/>
                  </a:lnTo>
                  <a:lnTo>
                    <a:pt x="222" y="168"/>
                  </a:lnTo>
                  <a:lnTo>
                    <a:pt x="222" y="162"/>
                  </a:lnTo>
                  <a:lnTo>
                    <a:pt x="228" y="162"/>
                  </a:lnTo>
                  <a:lnTo>
                    <a:pt x="234" y="156"/>
                  </a:lnTo>
                  <a:lnTo>
                    <a:pt x="240" y="150"/>
                  </a:lnTo>
                  <a:lnTo>
                    <a:pt x="246" y="144"/>
                  </a:lnTo>
                  <a:lnTo>
                    <a:pt x="252" y="138"/>
                  </a:lnTo>
                  <a:lnTo>
                    <a:pt x="258" y="132"/>
                  </a:lnTo>
                  <a:lnTo>
                    <a:pt x="264" y="132"/>
                  </a:lnTo>
                  <a:lnTo>
                    <a:pt x="264" y="126"/>
                  </a:lnTo>
                  <a:lnTo>
                    <a:pt x="270" y="126"/>
                  </a:lnTo>
                  <a:lnTo>
                    <a:pt x="270" y="120"/>
                  </a:lnTo>
                  <a:lnTo>
                    <a:pt x="276" y="120"/>
                  </a:lnTo>
                  <a:lnTo>
                    <a:pt x="276" y="114"/>
                  </a:lnTo>
                  <a:lnTo>
                    <a:pt x="282" y="114"/>
                  </a:lnTo>
                  <a:lnTo>
                    <a:pt x="288" y="108"/>
                  </a:lnTo>
                  <a:lnTo>
                    <a:pt x="294" y="102"/>
                  </a:lnTo>
                  <a:lnTo>
                    <a:pt x="300" y="102"/>
                  </a:lnTo>
                  <a:lnTo>
                    <a:pt x="300" y="96"/>
                  </a:lnTo>
                  <a:lnTo>
                    <a:pt x="306" y="96"/>
                  </a:lnTo>
                  <a:lnTo>
                    <a:pt x="306" y="90"/>
                  </a:lnTo>
                  <a:lnTo>
                    <a:pt x="312" y="90"/>
                  </a:lnTo>
                  <a:lnTo>
                    <a:pt x="318" y="84"/>
                  </a:lnTo>
                  <a:lnTo>
                    <a:pt x="324" y="84"/>
                  </a:lnTo>
                  <a:lnTo>
                    <a:pt x="324" y="78"/>
                  </a:lnTo>
                  <a:lnTo>
                    <a:pt x="330" y="78"/>
                  </a:lnTo>
                  <a:lnTo>
                    <a:pt x="330" y="72"/>
                  </a:lnTo>
                  <a:lnTo>
                    <a:pt x="336" y="72"/>
                  </a:lnTo>
                  <a:lnTo>
                    <a:pt x="342" y="66"/>
                  </a:lnTo>
                  <a:lnTo>
                    <a:pt x="348" y="66"/>
                  </a:lnTo>
                  <a:lnTo>
                    <a:pt x="348" y="60"/>
                  </a:lnTo>
                  <a:lnTo>
                    <a:pt x="354" y="60"/>
                  </a:lnTo>
                  <a:lnTo>
                    <a:pt x="360" y="54"/>
                  </a:lnTo>
                  <a:lnTo>
                    <a:pt x="366" y="54"/>
                  </a:lnTo>
                  <a:lnTo>
                    <a:pt x="366" y="48"/>
                  </a:lnTo>
                  <a:lnTo>
                    <a:pt x="372" y="48"/>
                  </a:lnTo>
                  <a:lnTo>
                    <a:pt x="378" y="48"/>
                  </a:lnTo>
                  <a:lnTo>
                    <a:pt x="378" y="42"/>
                  </a:lnTo>
                  <a:lnTo>
                    <a:pt x="384" y="42"/>
                  </a:lnTo>
                  <a:lnTo>
                    <a:pt x="384" y="36"/>
                  </a:lnTo>
                  <a:lnTo>
                    <a:pt x="390" y="36"/>
                  </a:lnTo>
                  <a:lnTo>
                    <a:pt x="396" y="36"/>
                  </a:lnTo>
                  <a:lnTo>
                    <a:pt x="396" y="30"/>
                  </a:lnTo>
                  <a:lnTo>
                    <a:pt x="402" y="30"/>
                  </a:lnTo>
                  <a:lnTo>
                    <a:pt x="408" y="30"/>
                  </a:lnTo>
                  <a:lnTo>
                    <a:pt x="408" y="24"/>
                  </a:lnTo>
                  <a:lnTo>
                    <a:pt x="414" y="24"/>
                  </a:lnTo>
                  <a:lnTo>
                    <a:pt x="420" y="18"/>
                  </a:lnTo>
                  <a:lnTo>
                    <a:pt x="426" y="18"/>
                  </a:lnTo>
                  <a:lnTo>
                    <a:pt x="426" y="12"/>
                  </a:lnTo>
                  <a:lnTo>
                    <a:pt x="432" y="12"/>
                  </a:lnTo>
                  <a:lnTo>
                    <a:pt x="438" y="12"/>
                  </a:lnTo>
                  <a:lnTo>
                    <a:pt x="438" y="6"/>
                  </a:lnTo>
                  <a:lnTo>
                    <a:pt x="444" y="6"/>
                  </a:lnTo>
                  <a:lnTo>
                    <a:pt x="450" y="6"/>
                  </a:lnTo>
                  <a:lnTo>
                    <a:pt x="450" y="0"/>
                  </a:lnTo>
                </a:path>
              </a:pathLst>
            </a:custGeom>
            <a:noFill/>
            <a:ln w="19050" cmpd="sng">
              <a:solidFill>
                <a:srgbClr val="FF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2" name="Line 124"/>
            <p:cNvSpPr>
              <a:spLocks noChangeShapeType="1"/>
            </p:cNvSpPr>
            <p:nvPr/>
          </p:nvSpPr>
          <p:spPr bwMode="auto">
            <a:xfrm flipH="1">
              <a:off x="4478" y="491"/>
              <a:ext cx="829" cy="52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13" name="Object 125"/>
            <p:cNvGraphicFramePr>
              <a:graphicFrameLocks noChangeAspect="1"/>
            </p:cNvGraphicFramePr>
            <p:nvPr/>
          </p:nvGraphicFramePr>
          <p:xfrm>
            <a:off x="5160" y="336"/>
            <a:ext cx="16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75895" imgH="201930" progId="Equation.3">
                    <p:embed/>
                  </p:oleObj>
                </mc:Choice>
                <mc:Fallback>
                  <p:oleObj name="Equation" r:id="rId22" imgW="175895" imgH="201930" progId="Equation.3">
                    <p:embed/>
                    <p:pic>
                      <p:nvPicPr>
                        <p:cNvPr id="0" name="Object 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0" y="336"/>
                          <a:ext cx="168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4" name="Object 126"/>
            <p:cNvGraphicFramePr>
              <a:graphicFrameLocks noChangeAspect="1"/>
            </p:cNvGraphicFramePr>
            <p:nvPr/>
          </p:nvGraphicFramePr>
          <p:xfrm>
            <a:off x="4304" y="768"/>
            <a:ext cx="25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67970" imgH="201930" progId="Equation.3">
                    <p:embed/>
                  </p:oleObj>
                </mc:Choice>
                <mc:Fallback>
                  <p:oleObj name="Equation" r:id="rId22" imgW="267970" imgH="201930" progId="Equation.3">
                    <p:embed/>
                    <p:pic>
                      <p:nvPicPr>
                        <p:cNvPr id="0" name="Object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4" y="768"/>
                          <a:ext cx="25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15" name="Group 136"/>
            <p:cNvGrpSpPr/>
            <p:nvPr/>
          </p:nvGrpSpPr>
          <p:grpSpPr bwMode="auto">
            <a:xfrm>
              <a:off x="4592" y="720"/>
              <a:ext cx="928" cy="218"/>
              <a:chOff x="4592" y="720"/>
              <a:chExt cx="928" cy="218"/>
            </a:xfrm>
          </p:grpSpPr>
          <p:sp>
            <p:nvSpPr>
              <p:cNvPr id="8218" name="Freeform 129"/>
              <p:cNvSpPr/>
              <p:nvPr/>
            </p:nvSpPr>
            <p:spPr bwMode="auto">
              <a:xfrm>
                <a:off x="4592" y="808"/>
                <a:ext cx="389" cy="130"/>
              </a:xfrm>
              <a:custGeom>
                <a:avLst/>
                <a:gdLst>
                  <a:gd name="T0" fmla="*/ 3 w 450"/>
                  <a:gd name="T1" fmla="*/ 27 h 150"/>
                  <a:gd name="T2" fmla="*/ 3 w 450"/>
                  <a:gd name="T3" fmla="*/ 26 h 150"/>
                  <a:gd name="T4" fmla="*/ 4 w 450"/>
                  <a:gd name="T5" fmla="*/ 25 h 150"/>
                  <a:gd name="T6" fmla="*/ 7 w 450"/>
                  <a:gd name="T7" fmla="*/ 25 h 150"/>
                  <a:gd name="T8" fmla="*/ 8 w 450"/>
                  <a:gd name="T9" fmla="*/ 23 h 150"/>
                  <a:gd name="T10" fmla="*/ 9 w 450"/>
                  <a:gd name="T11" fmla="*/ 23 h 150"/>
                  <a:gd name="T12" fmla="*/ 10 w 450"/>
                  <a:gd name="T13" fmla="*/ 22 h 150"/>
                  <a:gd name="T14" fmla="*/ 12 w 450"/>
                  <a:gd name="T15" fmla="*/ 22 h 150"/>
                  <a:gd name="T16" fmla="*/ 14 w 450"/>
                  <a:gd name="T17" fmla="*/ 20 h 150"/>
                  <a:gd name="T18" fmla="*/ 16 w 450"/>
                  <a:gd name="T19" fmla="*/ 20 h 150"/>
                  <a:gd name="T20" fmla="*/ 16 w 450"/>
                  <a:gd name="T21" fmla="*/ 20 h 150"/>
                  <a:gd name="T22" fmla="*/ 19 w 450"/>
                  <a:gd name="T23" fmla="*/ 17 h 150"/>
                  <a:gd name="T24" fmla="*/ 19 w 450"/>
                  <a:gd name="T25" fmla="*/ 17 h 150"/>
                  <a:gd name="T26" fmla="*/ 22 w 450"/>
                  <a:gd name="T27" fmla="*/ 17 h 150"/>
                  <a:gd name="T28" fmla="*/ 22 w 450"/>
                  <a:gd name="T29" fmla="*/ 16 h 150"/>
                  <a:gd name="T30" fmla="*/ 25 w 450"/>
                  <a:gd name="T31" fmla="*/ 16 h 150"/>
                  <a:gd name="T32" fmla="*/ 26 w 450"/>
                  <a:gd name="T33" fmla="*/ 15 h 150"/>
                  <a:gd name="T34" fmla="*/ 26 w 450"/>
                  <a:gd name="T35" fmla="*/ 15 h 150"/>
                  <a:gd name="T36" fmla="*/ 29 w 450"/>
                  <a:gd name="T37" fmla="*/ 14 h 150"/>
                  <a:gd name="T38" fmla="*/ 30 w 450"/>
                  <a:gd name="T39" fmla="*/ 14 h 150"/>
                  <a:gd name="T40" fmla="*/ 32 w 450"/>
                  <a:gd name="T41" fmla="*/ 13 h 150"/>
                  <a:gd name="T42" fmla="*/ 34 w 450"/>
                  <a:gd name="T43" fmla="*/ 13 h 150"/>
                  <a:gd name="T44" fmla="*/ 35 w 450"/>
                  <a:gd name="T45" fmla="*/ 11 h 150"/>
                  <a:gd name="T46" fmla="*/ 36 w 450"/>
                  <a:gd name="T47" fmla="*/ 11 h 150"/>
                  <a:gd name="T48" fmla="*/ 39 w 450"/>
                  <a:gd name="T49" fmla="*/ 10 h 150"/>
                  <a:gd name="T50" fmla="*/ 40 w 450"/>
                  <a:gd name="T51" fmla="*/ 10 h 150"/>
                  <a:gd name="T52" fmla="*/ 41 w 450"/>
                  <a:gd name="T53" fmla="*/ 10 h 150"/>
                  <a:gd name="T54" fmla="*/ 42 w 450"/>
                  <a:gd name="T55" fmla="*/ 10 h 150"/>
                  <a:gd name="T56" fmla="*/ 45 w 450"/>
                  <a:gd name="T57" fmla="*/ 9 h 150"/>
                  <a:gd name="T58" fmla="*/ 46 w 450"/>
                  <a:gd name="T59" fmla="*/ 9 h 150"/>
                  <a:gd name="T60" fmla="*/ 48 w 450"/>
                  <a:gd name="T61" fmla="*/ 8 h 150"/>
                  <a:gd name="T62" fmla="*/ 49 w 450"/>
                  <a:gd name="T63" fmla="*/ 8 h 150"/>
                  <a:gd name="T64" fmla="*/ 52 w 450"/>
                  <a:gd name="T65" fmla="*/ 8 h 150"/>
                  <a:gd name="T66" fmla="*/ 52 w 450"/>
                  <a:gd name="T67" fmla="*/ 7 h 150"/>
                  <a:gd name="T68" fmla="*/ 54 w 450"/>
                  <a:gd name="T69" fmla="*/ 7 h 150"/>
                  <a:gd name="T70" fmla="*/ 55 w 450"/>
                  <a:gd name="T71" fmla="*/ 6 h 150"/>
                  <a:gd name="T72" fmla="*/ 57 w 450"/>
                  <a:gd name="T73" fmla="*/ 6 h 150"/>
                  <a:gd name="T74" fmla="*/ 59 w 450"/>
                  <a:gd name="T75" fmla="*/ 6 h 150"/>
                  <a:gd name="T76" fmla="*/ 60 w 450"/>
                  <a:gd name="T77" fmla="*/ 4 h 150"/>
                  <a:gd name="T78" fmla="*/ 62 w 450"/>
                  <a:gd name="T79" fmla="*/ 4 h 150"/>
                  <a:gd name="T80" fmla="*/ 63 w 450"/>
                  <a:gd name="T81" fmla="*/ 3 h 150"/>
                  <a:gd name="T82" fmla="*/ 64 w 450"/>
                  <a:gd name="T83" fmla="*/ 3 h 150"/>
                  <a:gd name="T84" fmla="*/ 66 w 450"/>
                  <a:gd name="T85" fmla="*/ 3 h 150"/>
                  <a:gd name="T86" fmla="*/ 68 w 450"/>
                  <a:gd name="T87" fmla="*/ 3 h 150"/>
                  <a:gd name="T88" fmla="*/ 69 w 450"/>
                  <a:gd name="T89" fmla="*/ 3 h 150"/>
                  <a:gd name="T90" fmla="*/ 71 w 450"/>
                  <a:gd name="T91" fmla="*/ 3 h 150"/>
                  <a:gd name="T92" fmla="*/ 73 w 450"/>
                  <a:gd name="T93" fmla="*/ 3 h 150"/>
                  <a:gd name="T94" fmla="*/ 74 w 450"/>
                  <a:gd name="T95" fmla="*/ 3 h 150"/>
                  <a:gd name="T96" fmla="*/ 74 w 450"/>
                  <a:gd name="T97" fmla="*/ 0 h 150"/>
                  <a:gd name="T98" fmla="*/ 77 w 450"/>
                  <a:gd name="T99" fmla="*/ 0 h 150"/>
                  <a:gd name="T100" fmla="*/ 79 w 450"/>
                  <a:gd name="T101" fmla="*/ 0 h 15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450"/>
                  <a:gd name="T154" fmla="*/ 0 h 150"/>
                  <a:gd name="T155" fmla="*/ 450 w 450"/>
                  <a:gd name="T156" fmla="*/ 150 h 15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450" h="150">
                    <a:moveTo>
                      <a:pt x="0" y="150"/>
                    </a:moveTo>
                    <a:lnTo>
                      <a:pt x="6" y="150"/>
                    </a:lnTo>
                    <a:lnTo>
                      <a:pt x="12" y="150"/>
                    </a:lnTo>
                    <a:lnTo>
                      <a:pt x="12" y="144"/>
                    </a:lnTo>
                    <a:lnTo>
                      <a:pt x="18" y="144"/>
                    </a:lnTo>
                    <a:lnTo>
                      <a:pt x="24" y="144"/>
                    </a:lnTo>
                    <a:lnTo>
                      <a:pt x="24" y="138"/>
                    </a:lnTo>
                    <a:lnTo>
                      <a:pt x="30" y="138"/>
                    </a:lnTo>
                    <a:lnTo>
                      <a:pt x="36" y="138"/>
                    </a:lnTo>
                    <a:lnTo>
                      <a:pt x="36" y="132"/>
                    </a:lnTo>
                    <a:lnTo>
                      <a:pt x="42" y="132"/>
                    </a:lnTo>
                    <a:lnTo>
                      <a:pt x="48" y="132"/>
                    </a:lnTo>
                    <a:lnTo>
                      <a:pt x="48" y="126"/>
                    </a:lnTo>
                    <a:lnTo>
                      <a:pt x="54" y="126"/>
                    </a:lnTo>
                    <a:lnTo>
                      <a:pt x="60" y="126"/>
                    </a:lnTo>
                    <a:lnTo>
                      <a:pt x="60" y="120"/>
                    </a:lnTo>
                    <a:lnTo>
                      <a:pt x="66" y="120"/>
                    </a:lnTo>
                    <a:lnTo>
                      <a:pt x="72" y="120"/>
                    </a:lnTo>
                    <a:lnTo>
                      <a:pt x="78" y="114"/>
                    </a:lnTo>
                    <a:lnTo>
                      <a:pt x="84" y="114"/>
                    </a:lnTo>
                    <a:lnTo>
                      <a:pt x="90" y="114"/>
                    </a:lnTo>
                    <a:lnTo>
                      <a:pt x="90" y="108"/>
                    </a:lnTo>
                    <a:lnTo>
                      <a:pt x="96" y="108"/>
                    </a:lnTo>
                    <a:lnTo>
                      <a:pt x="102" y="108"/>
                    </a:lnTo>
                    <a:lnTo>
                      <a:pt x="102" y="102"/>
                    </a:lnTo>
                    <a:lnTo>
                      <a:pt x="108" y="102"/>
                    </a:lnTo>
                    <a:lnTo>
                      <a:pt x="114" y="102"/>
                    </a:lnTo>
                    <a:lnTo>
                      <a:pt x="120" y="96"/>
                    </a:lnTo>
                    <a:lnTo>
                      <a:pt x="126" y="96"/>
                    </a:lnTo>
                    <a:lnTo>
                      <a:pt x="132" y="96"/>
                    </a:lnTo>
                    <a:lnTo>
                      <a:pt x="132" y="90"/>
                    </a:lnTo>
                    <a:lnTo>
                      <a:pt x="138" y="90"/>
                    </a:lnTo>
                    <a:lnTo>
                      <a:pt x="144" y="90"/>
                    </a:lnTo>
                    <a:lnTo>
                      <a:pt x="150" y="84"/>
                    </a:lnTo>
                    <a:lnTo>
                      <a:pt x="156" y="84"/>
                    </a:lnTo>
                    <a:lnTo>
                      <a:pt x="162" y="84"/>
                    </a:lnTo>
                    <a:lnTo>
                      <a:pt x="162" y="78"/>
                    </a:lnTo>
                    <a:lnTo>
                      <a:pt x="168" y="78"/>
                    </a:lnTo>
                    <a:lnTo>
                      <a:pt x="174" y="78"/>
                    </a:lnTo>
                    <a:lnTo>
                      <a:pt x="180" y="78"/>
                    </a:lnTo>
                    <a:lnTo>
                      <a:pt x="180" y="72"/>
                    </a:lnTo>
                    <a:lnTo>
                      <a:pt x="186" y="72"/>
                    </a:lnTo>
                    <a:lnTo>
                      <a:pt x="192" y="72"/>
                    </a:lnTo>
                    <a:lnTo>
                      <a:pt x="198" y="72"/>
                    </a:lnTo>
                    <a:lnTo>
                      <a:pt x="198" y="66"/>
                    </a:lnTo>
                    <a:lnTo>
                      <a:pt x="204" y="66"/>
                    </a:lnTo>
                    <a:lnTo>
                      <a:pt x="210" y="66"/>
                    </a:lnTo>
                    <a:lnTo>
                      <a:pt x="216" y="66"/>
                    </a:lnTo>
                    <a:lnTo>
                      <a:pt x="216" y="60"/>
                    </a:lnTo>
                    <a:lnTo>
                      <a:pt x="222" y="60"/>
                    </a:lnTo>
                    <a:lnTo>
                      <a:pt x="228" y="60"/>
                    </a:lnTo>
                    <a:lnTo>
                      <a:pt x="234" y="60"/>
                    </a:lnTo>
                    <a:lnTo>
                      <a:pt x="234" y="54"/>
                    </a:lnTo>
                    <a:lnTo>
                      <a:pt x="240" y="54"/>
                    </a:lnTo>
                    <a:lnTo>
                      <a:pt x="246" y="54"/>
                    </a:lnTo>
                    <a:lnTo>
                      <a:pt x="252" y="54"/>
                    </a:lnTo>
                    <a:lnTo>
                      <a:pt x="252" y="48"/>
                    </a:lnTo>
                    <a:lnTo>
                      <a:pt x="258" y="48"/>
                    </a:lnTo>
                    <a:lnTo>
                      <a:pt x="264" y="48"/>
                    </a:lnTo>
                    <a:lnTo>
                      <a:pt x="270" y="48"/>
                    </a:lnTo>
                    <a:lnTo>
                      <a:pt x="276" y="42"/>
                    </a:lnTo>
                    <a:lnTo>
                      <a:pt x="282" y="42"/>
                    </a:lnTo>
                    <a:lnTo>
                      <a:pt x="288" y="42"/>
                    </a:lnTo>
                    <a:lnTo>
                      <a:pt x="294" y="42"/>
                    </a:lnTo>
                    <a:lnTo>
                      <a:pt x="294" y="36"/>
                    </a:lnTo>
                    <a:lnTo>
                      <a:pt x="300" y="36"/>
                    </a:lnTo>
                    <a:lnTo>
                      <a:pt x="306" y="36"/>
                    </a:lnTo>
                    <a:lnTo>
                      <a:pt x="312" y="36"/>
                    </a:lnTo>
                    <a:lnTo>
                      <a:pt x="312" y="30"/>
                    </a:lnTo>
                    <a:lnTo>
                      <a:pt x="318" y="30"/>
                    </a:lnTo>
                    <a:lnTo>
                      <a:pt x="324" y="30"/>
                    </a:lnTo>
                    <a:lnTo>
                      <a:pt x="330" y="30"/>
                    </a:lnTo>
                    <a:lnTo>
                      <a:pt x="336" y="30"/>
                    </a:lnTo>
                    <a:lnTo>
                      <a:pt x="336" y="24"/>
                    </a:lnTo>
                    <a:lnTo>
                      <a:pt x="342" y="24"/>
                    </a:lnTo>
                    <a:lnTo>
                      <a:pt x="348" y="24"/>
                    </a:lnTo>
                    <a:lnTo>
                      <a:pt x="354" y="24"/>
                    </a:lnTo>
                    <a:lnTo>
                      <a:pt x="360" y="24"/>
                    </a:lnTo>
                    <a:lnTo>
                      <a:pt x="360" y="18"/>
                    </a:lnTo>
                    <a:lnTo>
                      <a:pt x="366" y="18"/>
                    </a:lnTo>
                    <a:lnTo>
                      <a:pt x="372" y="18"/>
                    </a:lnTo>
                    <a:lnTo>
                      <a:pt x="378" y="18"/>
                    </a:lnTo>
                    <a:lnTo>
                      <a:pt x="384" y="18"/>
                    </a:lnTo>
                    <a:lnTo>
                      <a:pt x="384" y="12"/>
                    </a:lnTo>
                    <a:lnTo>
                      <a:pt x="390" y="12"/>
                    </a:lnTo>
                    <a:lnTo>
                      <a:pt x="396" y="12"/>
                    </a:lnTo>
                    <a:lnTo>
                      <a:pt x="402" y="12"/>
                    </a:lnTo>
                    <a:lnTo>
                      <a:pt x="408" y="6"/>
                    </a:lnTo>
                    <a:lnTo>
                      <a:pt x="414" y="6"/>
                    </a:lnTo>
                    <a:lnTo>
                      <a:pt x="420" y="6"/>
                    </a:lnTo>
                    <a:lnTo>
                      <a:pt x="426" y="6"/>
                    </a:lnTo>
                    <a:lnTo>
                      <a:pt x="432" y="6"/>
                    </a:lnTo>
                    <a:lnTo>
                      <a:pt x="432" y="0"/>
                    </a:lnTo>
                    <a:lnTo>
                      <a:pt x="438" y="0"/>
                    </a:lnTo>
                    <a:lnTo>
                      <a:pt x="444" y="0"/>
                    </a:lnTo>
                    <a:lnTo>
                      <a:pt x="450" y="0"/>
                    </a:lnTo>
                  </a:path>
                </a:pathLst>
              </a:custGeom>
              <a:noFill/>
              <a:ln w="19050" cmpd="sng">
                <a:solidFill>
                  <a:srgbClr val="FF00FF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9" name="Freeform 130"/>
              <p:cNvSpPr/>
              <p:nvPr/>
            </p:nvSpPr>
            <p:spPr bwMode="auto">
              <a:xfrm>
                <a:off x="4981" y="741"/>
                <a:ext cx="394" cy="67"/>
              </a:xfrm>
              <a:custGeom>
                <a:avLst/>
                <a:gdLst>
                  <a:gd name="T0" fmla="*/ 3 w 456"/>
                  <a:gd name="T1" fmla="*/ 11 h 78"/>
                  <a:gd name="T2" fmla="*/ 3 w 456"/>
                  <a:gd name="T3" fmla="*/ 11 h 78"/>
                  <a:gd name="T4" fmla="*/ 5 w 456"/>
                  <a:gd name="T5" fmla="*/ 11 h 78"/>
                  <a:gd name="T6" fmla="*/ 7 w 456"/>
                  <a:gd name="T7" fmla="*/ 11 h 78"/>
                  <a:gd name="T8" fmla="*/ 8 w 456"/>
                  <a:gd name="T9" fmla="*/ 11 h 78"/>
                  <a:gd name="T10" fmla="*/ 9 w 456"/>
                  <a:gd name="T11" fmla="*/ 11 h 78"/>
                  <a:gd name="T12" fmla="*/ 10 w 456"/>
                  <a:gd name="T13" fmla="*/ 11 h 78"/>
                  <a:gd name="T14" fmla="*/ 12 w 456"/>
                  <a:gd name="T15" fmla="*/ 9 h 78"/>
                  <a:gd name="T16" fmla="*/ 14 w 456"/>
                  <a:gd name="T17" fmla="*/ 9 h 78"/>
                  <a:gd name="T18" fmla="*/ 16 w 456"/>
                  <a:gd name="T19" fmla="*/ 9 h 78"/>
                  <a:gd name="T20" fmla="*/ 16 w 456"/>
                  <a:gd name="T21" fmla="*/ 8 h 78"/>
                  <a:gd name="T22" fmla="*/ 19 w 456"/>
                  <a:gd name="T23" fmla="*/ 8 h 78"/>
                  <a:gd name="T24" fmla="*/ 19 w 456"/>
                  <a:gd name="T25" fmla="*/ 8 h 78"/>
                  <a:gd name="T26" fmla="*/ 22 w 456"/>
                  <a:gd name="T27" fmla="*/ 8 h 78"/>
                  <a:gd name="T28" fmla="*/ 22 w 456"/>
                  <a:gd name="T29" fmla="*/ 8 h 78"/>
                  <a:gd name="T30" fmla="*/ 25 w 456"/>
                  <a:gd name="T31" fmla="*/ 8 h 78"/>
                  <a:gd name="T32" fmla="*/ 26 w 456"/>
                  <a:gd name="T33" fmla="*/ 8 h 78"/>
                  <a:gd name="T34" fmla="*/ 29 w 456"/>
                  <a:gd name="T35" fmla="*/ 7 h 78"/>
                  <a:gd name="T36" fmla="*/ 29 w 456"/>
                  <a:gd name="T37" fmla="*/ 7 h 78"/>
                  <a:gd name="T38" fmla="*/ 30 w 456"/>
                  <a:gd name="T39" fmla="*/ 7 h 78"/>
                  <a:gd name="T40" fmla="*/ 32 w 456"/>
                  <a:gd name="T41" fmla="*/ 7 h 78"/>
                  <a:gd name="T42" fmla="*/ 35 w 456"/>
                  <a:gd name="T43" fmla="*/ 6 h 78"/>
                  <a:gd name="T44" fmla="*/ 35 w 456"/>
                  <a:gd name="T45" fmla="*/ 6 h 78"/>
                  <a:gd name="T46" fmla="*/ 38 w 456"/>
                  <a:gd name="T47" fmla="*/ 6 h 78"/>
                  <a:gd name="T48" fmla="*/ 38 w 456"/>
                  <a:gd name="T49" fmla="*/ 6 h 78"/>
                  <a:gd name="T50" fmla="*/ 41 w 456"/>
                  <a:gd name="T51" fmla="*/ 5 h 78"/>
                  <a:gd name="T52" fmla="*/ 41 w 456"/>
                  <a:gd name="T53" fmla="*/ 5 h 78"/>
                  <a:gd name="T54" fmla="*/ 42 w 456"/>
                  <a:gd name="T55" fmla="*/ 5 h 78"/>
                  <a:gd name="T56" fmla="*/ 44 w 456"/>
                  <a:gd name="T57" fmla="*/ 5 h 78"/>
                  <a:gd name="T58" fmla="*/ 46 w 456"/>
                  <a:gd name="T59" fmla="*/ 3 h 78"/>
                  <a:gd name="T60" fmla="*/ 48 w 456"/>
                  <a:gd name="T61" fmla="*/ 3 h 78"/>
                  <a:gd name="T62" fmla="*/ 49 w 456"/>
                  <a:gd name="T63" fmla="*/ 3 h 78"/>
                  <a:gd name="T64" fmla="*/ 51 w 456"/>
                  <a:gd name="T65" fmla="*/ 3 h 78"/>
                  <a:gd name="T66" fmla="*/ 52 w 456"/>
                  <a:gd name="T67" fmla="*/ 3 h 78"/>
                  <a:gd name="T68" fmla="*/ 54 w 456"/>
                  <a:gd name="T69" fmla="*/ 3 h 78"/>
                  <a:gd name="T70" fmla="*/ 55 w 456"/>
                  <a:gd name="T71" fmla="*/ 3 h 78"/>
                  <a:gd name="T72" fmla="*/ 57 w 456"/>
                  <a:gd name="T73" fmla="*/ 3 h 78"/>
                  <a:gd name="T74" fmla="*/ 59 w 456"/>
                  <a:gd name="T75" fmla="*/ 3 h 78"/>
                  <a:gd name="T76" fmla="*/ 60 w 456"/>
                  <a:gd name="T77" fmla="*/ 3 h 78"/>
                  <a:gd name="T78" fmla="*/ 61 w 456"/>
                  <a:gd name="T79" fmla="*/ 3 h 78"/>
                  <a:gd name="T80" fmla="*/ 63 w 456"/>
                  <a:gd name="T81" fmla="*/ 3 h 78"/>
                  <a:gd name="T82" fmla="*/ 64 w 456"/>
                  <a:gd name="T83" fmla="*/ 3 h 78"/>
                  <a:gd name="T84" fmla="*/ 67 w 456"/>
                  <a:gd name="T85" fmla="*/ 3 h 78"/>
                  <a:gd name="T86" fmla="*/ 68 w 456"/>
                  <a:gd name="T87" fmla="*/ 3 h 78"/>
                  <a:gd name="T88" fmla="*/ 69 w 456"/>
                  <a:gd name="T89" fmla="*/ 3 h 78"/>
                  <a:gd name="T90" fmla="*/ 71 w 456"/>
                  <a:gd name="T91" fmla="*/ 3 h 78"/>
                  <a:gd name="T92" fmla="*/ 72 w 456"/>
                  <a:gd name="T93" fmla="*/ 3 h 78"/>
                  <a:gd name="T94" fmla="*/ 74 w 456"/>
                  <a:gd name="T95" fmla="*/ 0 h 78"/>
                  <a:gd name="T96" fmla="*/ 74 w 456"/>
                  <a:gd name="T97" fmla="*/ 0 h 78"/>
                  <a:gd name="T98" fmla="*/ 77 w 456"/>
                  <a:gd name="T99" fmla="*/ 0 h 78"/>
                  <a:gd name="T100" fmla="*/ 79 w 456"/>
                  <a:gd name="T101" fmla="*/ 0 h 7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456"/>
                  <a:gd name="T154" fmla="*/ 0 h 78"/>
                  <a:gd name="T155" fmla="*/ 456 w 456"/>
                  <a:gd name="T156" fmla="*/ 78 h 7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456" h="78">
                    <a:moveTo>
                      <a:pt x="0" y="78"/>
                    </a:moveTo>
                    <a:lnTo>
                      <a:pt x="6" y="78"/>
                    </a:lnTo>
                    <a:lnTo>
                      <a:pt x="6" y="72"/>
                    </a:lnTo>
                    <a:lnTo>
                      <a:pt x="12" y="72"/>
                    </a:lnTo>
                    <a:lnTo>
                      <a:pt x="18" y="72"/>
                    </a:lnTo>
                    <a:lnTo>
                      <a:pt x="24" y="72"/>
                    </a:lnTo>
                    <a:lnTo>
                      <a:pt x="30" y="72"/>
                    </a:lnTo>
                    <a:lnTo>
                      <a:pt x="36" y="72"/>
                    </a:lnTo>
                    <a:lnTo>
                      <a:pt x="36" y="66"/>
                    </a:lnTo>
                    <a:lnTo>
                      <a:pt x="42" y="66"/>
                    </a:lnTo>
                    <a:lnTo>
                      <a:pt x="48" y="66"/>
                    </a:lnTo>
                    <a:lnTo>
                      <a:pt x="54" y="66"/>
                    </a:lnTo>
                    <a:lnTo>
                      <a:pt x="60" y="66"/>
                    </a:lnTo>
                    <a:lnTo>
                      <a:pt x="66" y="60"/>
                    </a:lnTo>
                    <a:lnTo>
                      <a:pt x="72" y="60"/>
                    </a:lnTo>
                    <a:lnTo>
                      <a:pt x="78" y="60"/>
                    </a:lnTo>
                    <a:lnTo>
                      <a:pt x="84" y="60"/>
                    </a:lnTo>
                    <a:lnTo>
                      <a:pt x="90" y="60"/>
                    </a:lnTo>
                    <a:lnTo>
                      <a:pt x="96" y="54"/>
                    </a:lnTo>
                    <a:lnTo>
                      <a:pt x="102" y="54"/>
                    </a:lnTo>
                    <a:lnTo>
                      <a:pt x="108" y="54"/>
                    </a:lnTo>
                    <a:lnTo>
                      <a:pt x="114" y="54"/>
                    </a:lnTo>
                    <a:lnTo>
                      <a:pt x="120" y="54"/>
                    </a:lnTo>
                    <a:lnTo>
                      <a:pt x="126" y="54"/>
                    </a:lnTo>
                    <a:lnTo>
                      <a:pt x="126" y="48"/>
                    </a:lnTo>
                    <a:lnTo>
                      <a:pt x="132" y="48"/>
                    </a:lnTo>
                    <a:lnTo>
                      <a:pt x="138" y="48"/>
                    </a:lnTo>
                    <a:lnTo>
                      <a:pt x="144" y="48"/>
                    </a:lnTo>
                    <a:lnTo>
                      <a:pt x="150" y="48"/>
                    </a:lnTo>
                    <a:lnTo>
                      <a:pt x="156" y="48"/>
                    </a:lnTo>
                    <a:lnTo>
                      <a:pt x="156" y="42"/>
                    </a:lnTo>
                    <a:lnTo>
                      <a:pt x="162" y="42"/>
                    </a:lnTo>
                    <a:lnTo>
                      <a:pt x="168" y="42"/>
                    </a:lnTo>
                    <a:lnTo>
                      <a:pt x="174" y="42"/>
                    </a:lnTo>
                    <a:lnTo>
                      <a:pt x="180" y="42"/>
                    </a:lnTo>
                    <a:lnTo>
                      <a:pt x="186" y="42"/>
                    </a:lnTo>
                    <a:lnTo>
                      <a:pt x="192" y="36"/>
                    </a:lnTo>
                    <a:lnTo>
                      <a:pt x="198" y="36"/>
                    </a:lnTo>
                    <a:lnTo>
                      <a:pt x="204" y="36"/>
                    </a:lnTo>
                    <a:lnTo>
                      <a:pt x="210" y="36"/>
                    </a:lnTo>
                    <a:lnTo>
                      <a:pt x="216" y="36"/>
                    </a:lnTo>
                    <a:lnTo>
                      <a:pt x="222" y="36"/>
                    </a:lnTo>
                    <a:lnTo>
                      <a:pt x="228" y="30"/>
                    </a:lnTo>
                    <a:lnTo>
                      <a:pt x="234" y="30"/>
                    </a:lnTo>
                    <a:lnTo>
                      <a:pt x="240" y="30"/>
                    </a:lnTo>
                    <a:lnTo>
                      <a:pt x="246" y="30"/>
                    </a:lnTo>
                    <a:lnTo>
                      <a:pt x="252" y="30"/>
                    </a:lnTo>
                    <a:lnTo>
                      <a:pt x="258" y="30"/>
                    </a:lnTo>
                    <a:lnTo>
                      <a:pt x="264" y="24"/>
                    </a:lnTo>
                    <a:lnTo>
                      <a:pt x="270" y="24"/>
                    </a:lnTo>
                    <a:lnTo>
                      <a:pt x="276" y="24"/>
                    </a:lnTo>
                    <a:lnTo>
                      <a:pt x="282" y="24"/>
                    </a:lnTo>
                    <a:lnTo>
                      <a:pt x="288" y="24"/>
                    </a:lnTo>
                    <a:lnTo>
                      <a:pt x="294" y="24"/>
                    </a:lnTo>
                    <a:lnTo>
                      <a:pt x="300" y="24"/>
                    </a:lnTo>
                    <a:lnTo>
                      <a:pt x="300" y="18"/>
                    </a:lnTo>
                    <a:lnTo>
                      <a:pt x="306" y="18"/>
                    </a:lnTo>
                    <a:lnTo>
                      <a:pt x="312" y="18"/>
                    </a:lnTo>
                    <a:lnTo>
                      <a:pt x="318" y="18"/>
                    </a:lnTo>
                    <a:lnTo>
                      <a:pt x="324" y="18"/>
                    </a:lnTo>
                    <a:lnTo>
                      <a:pt x="330" y="18"/>
                    </a:lnTo>
                    <a:lnTo>
                      <a:pt x="336" y="18"/>
                    </a:lnTo>
                    <a:lnTo>
                      <a:pt x="342" y="12"/>
                    </a:lnTo>
                    <a:lnTo>
                      <a:pt x="348" y="12"/>
                    </a:lnTo>
                    <a:lnTo>
                      <a:pt x="354" y="12"/>
                    </a:lnTo>
                    <a:lnTo>
                      <a:pt x="360" y="12"/>
                    </a:lnTo>
                    <a:lnTo>
                      <a:pt x="366" y="12"/>
                    </a:lnTo>
                    <a:lnTo>
                      <a:pt x="372" y="12"/>
                    </a:lnTo>
                    <a:lnTo>
                      <a:pt x="378" y="12"/>
                    </a:lnTo>
                    <a:lnTo>
                      <a:pt x="384" y="6"/>
                    </a:lnTo>
                    <a:lnTo>
                      <a:pt x="390" y="6"/>
                    </a:lnTo>
                    <a:lnTo>
                      <a:pt x="396" y="6"/>
                    </a:lnTo>
                    <a:lnTo>
                      <a:pt x="402" y="6"/>
                    </a:lnTo>
                    <a:lnTo>
                      <a:pt x="408" y="6"/>
                    </a:lnTo>
                    <a:lnTo>
                      <a:pt x="414" y="6"/>
                    </a:lnTo>
                    <a:lnTo>
                      <a:pt x="420" y="6"/>
                    </a:lnTo>
                    <a:lnTo>
                      <a:pt x="426" y="0"/>
                    </a:lnTo>
                    <a:lnTo>
                      <a:pt x="432" y="0"/>
                    </a:lnTo>
                    <a:lnTo>
                      <a:pt x="438" y="0"/>
                    </a:lnTo>
                    <a:lnTo>
                      <a:pt x="444" y="0"/>
                    </a:lnTo>
                    <a:lnTo>
                      <a:pt x="450" y="0"/>
                    </a:lnTo>
                    <a:lnTo>
                      <a:pt x="456" y="0"/>
                    </a:lnTo>
                  </a:path>
                </a:pathLst>
              </a:custGeom>
              <a:noFill/>
              <a:ln w="19050" cmpd="sng">
                <a:solidFill>
                  <a:srgbClr val="FF00FF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0" name="Freeform 131"/>
              <p:cNvSpPr/>
              <p:nvPr/>
            </p:nvSpPr>
            <p:spPr bwMode="auto">
              <a:xfrm>
                <a:off x="5375" y="720"/>
                <a:ext cx="145" cy="21"/>
              </a:xfrm>
              <a:custGeom>
                <a:avLst/>
                <a:gdLst>
                  <a:gd name="T0" fmla="*/ 0 w 168"/>
                  <a:gd name="T1" fmla="*/ 5 h 24"/>
                  <a:gd name="T2" fmla="*/ 3 w 168"/>
                  <a:gd name="T3" fmla="*/ 5 h 24"/>
                  <a:gd name="T4" fmla="*/ 3 w 168"/>
                  <a:gd name="T5" fmla="*/ 5 h 24"/>
                  <a:gd name="T6" fmla="*/ 3 w 168"/>
                  <a:gd name="T7" fmla="*/ 5 h 24"/>
                  <a:gd name="T8" fmla="*/ 3 w 168"/>
                  <a:gd name="T9" fmla="*/ 4 h 24"/>
                  <a:gd name="T10" fmla="*/ 3 w 168"/>
                  <a:gd name="T11" fmla="*/ 4 h 24"/>
                  <a:gd name="T12" fmla="*/ 4 w 168"/>
                  <a:gd name="T13" fmla="*/ 4 h 24"/>
                  <a:gd name="T14" fmla="*/ 4 w 168"/>
                  <a:gd name="T15" fmla="*/ 4 h 24"/>
                  <a:gd name="T16" fmla="*/ 5 w 168"/>
                  <a:gd name="T17" fmla="*/ 4 h 24"/>
                  <a:gd name="T18" fmla="*/ 5 w 168"/>
                  <a:gd name="T19" fmla="*/ 4 h 24"/>
                  <a:gd name="T20" fmla="*/ 6 w 168"/>
                  <a:gd name="T21" fmla="*/ 4 h 24"/>
                  <a:gd name="T22" fmla="*/ 6 w 168"/>
                  <a:gd name="T23" fmla="*/ 4 h 24"/>
                  <a:gd name="T24" fmla="*/ 7 w 168"/>
                  <a:gd name="T25" fmla="*/ 4 h 24"/>
                  <a:gd name="T26" fmla="*/ 8 w 168"/>
                  <a:gd name="T27" fmla="*/ 4 h 24"/>
                  <a:gd name="T28" fmla="*/ 8 w 168"/>
                  <a:gd name="T29" fmla="*/ 4 h 24"/>
                  <a:gd name="T30" fmla="*/ 9 w 168"/>
                  <a:gd name="T31" fmla="*/ 4 h 24"/>
                  <a:gd name="T32" fmla="*/ 9 w 168"/>
                  <a:gd name="T33" fmla="*/ 4 h 24"/>
                  <a:gd name="T34" fmla="*/ 10 w 168"/>
                  <a:gd name="T35" fmla="*/ 4 h 24"/>
                  <a:gd name="T36" fmla="*/ 11 w 168"/>
                  <a:gd name="T37" fmla="*/ 4 h 24"/>
                  <a:gd name="T38" fmla="*/ 11 w 168"/>
                  <a:gd name="T39" fmla="*/ 4 h 24"/>
                  <a:gd name="T40" fmla="*/ 12 w 168"/>
                  <a:gd name="T41" fmla="*/ 4 h 24"/>
                  <a:gd name="T42" fmla="*/ 12 w 168"/>
                  <a:gd name="T43" fmla="*/ 4 h 24"/>
                  <a:gd name="T44" fmla="*/ 14 w 168"/>
                  <a:gd name="T45" fmla="*/ 4 h 24"/>
                  <a:gd name="T46" fmla="*/ 14 w 168"/>
                  <a:gd name="T47" fmla="*/ 4 h 24"/>
                  <a:gd name="T48" fmla="*/ 14 w 168"/>
                  <a:gd name="T49" fmla="*/ 4 h 24"/>
                  <a:gd name="T50" fmla="*/ 16 w 168"/>
                  <a:gd name="T51" fmla="*/ 4 h 24"/>
                  <a:gd name="T52" fmla="*/ 16 w 168"/>
                  <a:gd name="T53" fmla="*/ 4 h 24"/>
                  <a:gd name="T54" fmla="*/ 16 w 168"/>
                  <a:gd name="T55" fmla="*/ 4 h 24"/>
                  <a:gd name="T56" fmla="*/ 16 w 168"/>
                  <a:gd name="T57" fmla="*/ 4 h 24"/>
                  <a:gd name="T58" fmla="*/ 17 w 168"/>
                  <a:gd name="T59" fmla="*/ 4 h 24"/>
                  <a:gd name="T60" fmla="*/ 19 w 168"/>
                  <a:gd name="T61" fmla="*/ 4 h 24"/>
                  <a:gd name="T62" fmla="*/ 19 w 168"/>
                  <a:gd name="T63" fmla="*/ 4 h 24"/>
                  <a:gd name="T64" fmla="*/ 19 w 168"/>
                  <a:gd name="T65" fmla="*/ 4 h 24"/>
                  <a:gd name="T66" fmla="*/ 19 w 168"/>
                  <a:gd name="T67" fmla="*/ 4 h 24"/>
                  <a:gd name="T68" fmla="*/ 21 w 168"/>
                  <a:gd name="T69" fmla="*/ 4 h 24"/>
                  <a:gd name="T70" fmla="*/ 22 w 168"/>
                  <a:gd name="T71" fmla="*/ 4 h 24"/>
                  <a:gd name="T72" fmla="*/ 22 w 168"/>
                  <a:gd name="T73" fmla="*/ 4 h 24"/>
                  <a:gd name="T74" fmla="*/ 22 w 168"/>
                  <a:gd name="T75" fmla="*/ 4 h 24"/>
                  <a:gd name="T76" fmla="*/ 22 w 168"/>
                  <a:gd name="T77" fmla="*/ 4 h 24"/>
                  <a:gd name="T78" fmla="*/ 23 w 168"/>
                  <a:gd name="T79" fmla="*/ 4 h 24"/>
                  <a:gd name="T80" fmla="*/ 24 w 168"/>
                  <a:gd name="T81" fmla="*/ 4 h 24"/>
                  <a:gd name="T82" fmla="*/ 24 w 168"/>
                  <a:gd name="T83" fmla="*/ 4 h 24"/>
                  <a:gd name="T84" fmla="*/ 26 w 168"/>
                  <a:gd name="T85" fmla="*/ 4 h 24"/>
                  <a:gd name="T86" fmla="*/ 26 w 168"/>
                  <a:gd name="T87" fmla="*/ 4 h 24"/>
                  <a:gd name="T88" fmla="*/ 26 w 168"/>
                  <a:gd name="T89" fmla="*/ 4 h 24"/>
                  <a:gd name="T90" fmla="*/ 28 w 168"/>
                  <a:gd name="T91" fmla="*/ 4 h 24"/>
                  <a:gd name="T92" fmla="*/ 28 w 168"/>
                  <a:gd name="T93" fmla="*/ 4 h 24"/>
                  <a:gd name="T94" fmla="*/ 29 w 168"/>
                  <a:gd name="T95" fmla="*/ 0 h 2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68"/>
                  <a:gd name="T145" fmla="*/ 0 h 24"/>
                  <a:gd name="T146" fmla="*/ 168 w 168"/>
                  <a:gd name="T147" fmla="*/ 24 h 2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68" h="24">
                    <a:moveTo>
                      <a:pt x="0" y="24"/>
                    </a:moveTo>
                    <a:lnTo>
                      <a:pt x="0" y="24"/>
                    </a:lnTo>
                    <a:lnTo>
                      <a:pt x="6" y="24"/>
                    </a:lnTo>
                    <a:lnTo>
                      <a:pt x="12" y="24"/>
                    </a:lnTo>
                    <a:lnTo>
                      <a:pt x="12" y="18"/>
                    </a:lnTo>
                    <a:lnTo>
                      <a:pt x="18" y="18"/>
                    </a:lnTo>
                    <a:lnTo>
                      <a:pt x="24" y="18"/>
                    </a:lnTo>
                    <a:lnTo>
                      <a:pt x="30" y="18"/>
                    </a:lnTo>
                    <a:lnTo>
                      <a:pt x="36" y="18"/>
                    </a:lnTo>
                    <a:lnTo>
                      <a:pt x="42" y="18"/>
                    </a:lnTo>
                    <a:lnTo>
                      <a:pt x="48" y="18"/>
                    </a:lnTo>
                    <a:lnTo>
                      <a:pt x="54" y="18"/>
                    </a:lnTo>
                    <a:lnTo>
                      <a:pt x="60" y="18"/>
                    </a:lnTo>
                    <a:lnTo>
                      <a:pt x="60" y="12"/>
                    </a:lnTo>
                    <a:lnTo>
                      <a:pt x="66" y="12"/>
                    </a:lnTo>
                    <a:lnTo>
                      <a:pt x="72" y="12"/>
                    </a:lnTo>
                    <a:lnTo>
                      <a:pt x="78" y="12"/>
                    </a:lnTo>
                    <a:lnTo>
                      <a:pt x="84" y="12"/>
                    </a:lnTo>
                    <a:lnTo>
                      <a:pt x="90" y="12"/>
                    </a:lnTo>
                    <a:lnTo>
                      <a:pt x="96" y="12"/>
                    </a:lnTo>
                    <a:lnTo>
                      <a:pt x="102" y="12"/>
                    </a:lnTo>
                    <a:lnTo>
                      <a:pt x="108" y="12"/>
                    </a:lnTo>
                    <a:lnTo>
                      <a:pt x="114" y="12"/>
                    </a:lnTo>
                    <a:lnTo>
                      <a:pt x="114" y="6"/>
                    </a:lnTo>
                    <a:lnTo>
                      <a:pt x="120" y="6"/>
                    </a:lnTo>
                    <a:lnTo>
                      <a:pt x="126" y="6"/>
                    </a:lnTo>
                    <a:lnTo>
                      <a:pt x="132" y="6"/>
                    </a:lnTo>
                    <a:lnTo>
                      <a:pt x="138" y="6"/>
                    </a:lnTo>
                    <a:lnTo>
                      <a:pt x="144" y="6"/>
                    </a:lnTo>
                    <a:lnTo>
                      <a:pt x="150" y="6"/>
                    </a:lnTo>
                    <a:lnTo>
                      <a:pt x="156" y="6"/>
                    </a:lnTo>
                    <a:lnTo>
                      <a:pt x="162" y="6"/>
                    </a:lnTo>
                    <a:lnTo>
                      <a:pt x="168" y="0"/>
                    </a:lnTo>
                  </a:path>
                </a:pathLst>
              </a:custGeom>
              <a:noFill/>
              <a:ln w="19050" cmpd="sng">
                <a:solidFill>
                  <a:srgbClr val="FF00FF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8216" name="Object 133"/>
            <p:cNvGraphicFramePr>
              <a:graphicFrameLocks noChangeAspect="1"/>
            </p:cNvGraphicFramePr>
            <p:nvPr/>
          </p:nvGraphicFramePr>
          <p:xfrm>
            <a:off x="5376" y="528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62560" imgH="201930" progId="Equation.3">
                    <p:embed/>
                  </p:oleObj>
                </mc:Choice>
                <mc:Fallback>
                  <p:oleObj name="Equation" r:id="rId22" imgW="162560" imgH="201930" progId="Equation.3">
                    <p:embed/>
                    <p:pic>
                      <p:nvPicPr>
                        <p:cNvPr id="0" name="Object 1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6" y="528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7" name="Oval 134"/>
            <p:cNvSpPr>
              <a:spLocks noChangeArrowheads="1"/>
            </p:cNvSpPr>
            <p:nvPr/>
          </p:nvSpPr>
          <p:spPr bwMode="auto">
            <a:xfrm>
              <a:off x="4464" y="983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oup 142"/>
          <p:cNvGrpSpPr/>
          <p:nvPr/>
        </p:nvGrpSpPr>
        <p:grpSpPr bwMode="auto">
          <a:xfrm>
            <a:off x="9469438" y="2713038"/>
            <a:ext cx="1447800" cy="381000"/>
            <a:chOff x="4512" y="768"/>
            <a:chExt cx="912" cy="240"/>
          </a:xfrm>
        </p:grpSpPr>
        <p:sp>
          <p:nvSpPr>
            <p:cNvPr id="8209" name="Line 140"/>
            <p:cNvSpPr>
              <a:spLocks noChangeShapeType="1"/>
            </p:cNvSpPr>
            <p:nvPr/>
          </p:nvSpPr>
          <p:spPr bwMode="auto">
            <a:xfrm flipV="1">
              <a:off x="4512" y="768"/>
              <a:ext cx="76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10" name="Object 141"/>
            <p:cNvGraphicFramePr>
              <a:graphicFrameLocks noChangeAspect="1"/>
            </p:cNvGraphicFramePr>
            <p:nvPr/>
          </p:nvGraphicFramePr>
          <p:xfrm>
            <a:off x="5112" y="800"/>
            <a:ext cx="31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34010" imgH="215265" progId="Equation.3">
                    <p:embed/>
                  </p:oleObj>
                </mc:Choice>
                <mc:Fallback>
                  <p:oleObj name="Equation" r:id="rId26" imgW="334010" imgH="215265" progId="Equation.3">
                    <p:embed/>
                    <p:pic>
                      <p:nvPicPr>
                        <p:cNvPr id="0" name="Object 1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biLevel thresh="50000"/>
                          <a:grayscl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2" y="800"/>
                          <a:ext cx="31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39" name="Object 143"/>
          <p:cNvGraphicFramePr>
            <a:graphicFrameLocks noChangeAspect="1"/>
          </p:cNvGraphicFramePr>
          <p:nvPr/>
        </p:nvGraphicFramePr>
        <p:xfrm>
          <a:off x="774700" y="2428875"/>
          <a:ext cx="297815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035175" imgH="294640" progId="Equation.3">
                  <p:embed/>
                </p:oleObj>
              </mc:Choice>
              <mc:Fallback>
                <p:oleObj name="Equation" r:id="rId28" imgW="2035175" imgH="294640" progId="Equation.3">
                  <p:embed/>
                  <p:pic>
                    <p:nvPicPr>
                      <p:cNvPr id="0" name="Object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2428875"/>
                        <a:ext cx="297815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reeform 72"/>
          <p:cNvSpPr/>
          <p:nvPr/>
        </p:nvSpPr>
        <p:spPr bwMode="auto">
          <a:xfrm>
            <a:off x="9501188" y="4059238"/>
            <a:ext cx="642937" cy="806450"/>
          </a:xfrm>
          <a:custGeom>
            <a:avLst/>
            <a:gdLst>
              <a:gd name="T0" fmla="*/ 2147483646 w 450"/>
              <a:gd name="T1" fmla="*/ 2147483646 h 540"/>
              <a:gd name="T2" fmla="*/ 2147483646 w 450"/>
              <a:gd name="T3" fmla="*/ 2147483646 h 540"/>
              <a:gd name="T4" fmla="*/ 2147483646 w 450"/>
              <a:gd name="T5" fmla="*/ 2147483646 h 540"/>
              <a:gd name="T6" fmla="*/ 2147483646 w 450"/>
              <a:gd name="T7" fmla="*/ 2147483646 h 540"/>
              <a:gd name="T8" fmla="*/ 2147483646 w 450"/>
              <a:gd name="T9" fmla="*/ 2147483646 h 540"/>
              <a:gd name="T10" fmla="*/ 2147483646 w 450"/>
              <a:gd name="T11" fmla="*/ 2147483646 h 540"/>
              <a:gd name="T12" fmla="*/ 2147483646 w 450"/>
              <a:gd name="T13" fmla="*/ 2147483646 h 540"/>
              <a:gd name="T14" fmla="*/ 2147483646 w 450"/>
              <a:gd name="T15" fmla="*/ 2147483646 h 540"/>
              <a:gd name="T16" fmla="*/ 2147483646 w 450"/>
              <a:gd name="T17" fmla="*/ 2147483646 h 540"/>
              <a:gd name="T18" fmla="*/ 2147483646 w 450"/>
              <a:gd name="T19" fmla="*/ 2147483646 h 540"/>
              <a:gd name="T20" fmla="*/ 2147483646 w 450"/>
              <a:gd name="T21" fmla="*/ 2147483646 h 540"/>
              <a:gd name="T22" fmla="*/ 2147483646 w 450"/>
              <a:gd name="T23" fmla="*/ 2147483646 h 540"/>
              <a:gd name="T24" fmla="*/ 2147483646 w 450"/>
              <a:gd name="T25" fmla="*/ 2147483646 h 540"/>
              <a:gd name="T26" fmla="*/ 2147483646 w 450"/>
              <a:gd name="T27" fmla="*/ 2147483646 h 540"/>
              <a:gd name="T28" fmla="*/ 2147483646 w 450"/>
              <a:gd name="T29" fmla="*/ 2147483646 h 540"/>
              <a:gd name="T30" fmla="*/ 2147483646 w 450"/>
              <a:gd name="T31" fmla="*/ 2147483646 h 540"/>
              <a:gd name="T32" fmla="*/ 2147483646 w 450"/>
              <a:gd name="T33" fmla="*/ 2147483646 h 540"/>
              <a:gd name="T34" fmla="*/ 2147483646 w 450"/>
              <a:gd name="T35" fmla="*/ 2147483646 h 540"/>
              <a:gd name="T36" fmla="*/ 2147483646 w 450"/>
              <a:gd name="T37" fmla="*/ 2147483646 h 540"/>
              <a:gd name="T38" fmla="*/ 2147483646 w 450"/>
              <a:gd name="T39" fmla="*/ 2147483646 h 540"/>
              <a:gd name="T40" fmla="*/ 2147483646 w 450"/>
              <a:gd name="T41" fmla="*/ 2147483646 h 540"/>
              <a:gd name="T42" fmla="*/ 2147483646 w 450"/>
              <a:gd name="T43" fmla="*/ 2147483646 h 540"/>
              <a:gd name="T44" fmla="*/ 2147483646 w 450"/>
              <a:gd name="T45" fmla="*/ 2147483646 h 540"/>
              <a:gd name="T46" fmla="*/ 2147483646 w 450"/>
              <a:gd name="T47" fmla="*/ 2147483646 h 540"/>
              <a:gd name="T48" fmla="*/ 2147483646 w 450"/>
              <a:gd name="T49" fmla="*/ 2147483646 h 540"/>
              <a:gd name="T50" fmla="*/ 2147483646 w 450"/>
              <a:gd name="T51" fmla="*/ 2147483646 h 540"/>
              <a:gd name="T52" fmla="*/ 2147483646 w 450"/>
              <a:gd name="T53" fmla="*/ 2147483646 h 540"/>
              <a:gd name="T54" fmla="*/ 2147483646 w 450"/>
              <a:gd name="T55" fmla="*/ 2147483646 h 540"/>
              <a:gd name="T56" fmla="*/ 2147483646 w 450"/>
              <a:gd name="T57" fmla="*/ 2147483646 h 540"/>
              <a:gd name="T58" fmla="*/ 2147483646 w 450"/>
              <a:gd name="T59" fmla="*/ 2147483646 h 540"/>
              <a:gd name="T60" fmla="*/ 2147483646 w 450"/>
              <a:gd name="T61" fmla="*/ 2147483646 h 540"/>
              <a:gd name="T62" fmla="*/ 2147483646 w 450"/>
              <a:gd name="T63" fmla="*/ 2147483646 h 540"/>
              <a:gd name="T64" fmla="*/ 2147483646 w 450"/>
              <a:gd name="T65" fmla="*/ 2147483646 h 540"/>
              <a:gd name="T66" fmla="*/ 2147483646 w 450"/>
              <a:gd name="T67" fmla="*/ 2147483646 h 540"/>
              <a:gd name="T68" fmla="*/ 2147483646 w 450"/>
              <a:gd name="T69" fmla="*/ 2147483646 h 540"/>
              <a:gd name="T70" fmla="*/ 2147483646 w 450"/>
              <a:gd name="T71" fmla="*/ 2147483646 h 540"/>
              <a:gd name="T72" fmla="*/ 2147483646 w 450"/>
              <a:gd name="T73" fmla="*/ 2147483646 h 540"/>
              <a:gd name="T74" fmla="*/ 2147483646 w 450"/>
              <a:gd name="T75" fmla="*/ 2147483646 h 540"/>
              <a:gd name="T76" fmla="*/ 2147483646 w 450"/>
              <a:gd name="T77" fmla="*/ 2147483646 h 540"/>
              <a:gd name="T78" fmla="*/ 2147483646 w 450"/>
              <a:gd name="T79" fmla="*/ 2147483646 h 540"/>
              <a:gd name="T80" fmla="*/ 2147483646 w 450"/>
              <a:gd name="T81" fmla="*/ 2147483646 h 540"/>
              <a:gd name="T82" fmla="*/ 2147483646 w 450"/>
              <a:gd name="T83" fmla="*/ 2147483646 h 540"/>
              <a:gd name="T84" fmla="*/ 2147483646 w 450"/>
              <a:gd name="T85" fmla="*/ 2147483646 h 540"/>
              <a:gd name="T86" fmla="*/ 2147483646 w 450"/>
              <a:gd name="T87" fmla="*/ 2147483646 h 540"/>
              <a:gd name="T88" fmla="*/ 2147483646 w 450"/>
              <a:gd name="T89" fmla="*/ 2147483646 h 540"/>
              <a:gd name="T90" fmla="*/ 2147483646 w 450"/>
              <a:gd name="T91" fmla="*/ 2147483646 h 540"/>
              <a:gd name="T92" fmla="*/ 2147483646 w 450"/>
              <a:gd name="T93" fmla="*/ 2147483646 h 540"/>
              <a:gd name="T94" fmla="*/ 2147483646 w 450"/>
              <a:gd name="T95" fmla="*/ 2147483646 h 540"/>
              <a:gd name="T96" fmla="*/ 2147483646 w 450"/>
              <a:gd name="T97" fmla="*/ 2147483646 h 540"/>
              <a:gd name="T98" fmla="*/ 2147483646 w 450"/>
              <a:gd name="T99" fmla="*/ 2147483646 h 540"/>
              <a:gd name="T100" fmla="*/ 2147483646 w 450"/>
              <a:gd name="T101" fmla="*/ 0 h 54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450"/>
              <a:gd name="T154" fmla="*/ 0 h 540"/>
              <a:gd name="T155" fmla="*/ 450 w 450"/>
              <a:gd name="T156" fmla="*/ 540 h 540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450" h="540">
                <a:moveTo>
                  <a:pt x="0" y="540"/>
                </a:moveTo>
                <a:lnTo>
                  <a:pt x="0" y="534"/>
                </a:lnTo>
                <a:lnTo>
                  <a:pt x="6" y="534"/>
                </a:lnTo>
                <a:lnTo>
                  <a:pt x="6" y="528"/>
                </a:lnTo>
                <a:lnTo>
                  <a:pt x="6" y="522"/>
                </a:lnTo>
                <a:lnTo>
                  <a:pt x="12" y="516"/>
                </a:lnTo>
                <a:lnTo>
                  <a:pt x="12" y="510"/>
                </a:lnTo>
                <a:lnTo>
                  <a:pt x="12" y="504"/>
                </a:lnTo>
                <a:lnTo>
                  <a:pt x="18" y="504"/>
                </a:lnTo>
                <a:lnTo>
                  <a:pt x="18" y="498"/>
                </a:lnTo>
                <a:lnTo>
                  <a:pt x="18" y="492"/>
                </a:lnTo>
                <a:lnTo>
                  <a:pt x="24" y="486"/>
                </a:lnTo>
                <a:lnTo>
                  <a:pt x="24" y="480"/>
                </a:lnTo>
                <a:lnTo>
                  <a:pt x="24" y="474"/>
                </a:lnTo>
                <a:lnTo>
                  <a:pt x="30" y="468"/>
                </a:lnTo>
                <a:lnTo>
                  <a:pt x="30" y="462"/>
                </a:lnTo>
                <a:lnTo>
                  <a:pt x="36" y="456"/>
                </a:lnTo>
                <a:lnTo>
                  <a:pt x="36" y="450"/>
                </a:lnTo>
                <a:lnTo>
                  <a:pt x="36" y="444"/>
                </a:lnTo>
                <a:lnTo>
                  <a:pt x="42" y="438"/>
                </a:lnTo>
                <a:lnTo>
                  <a:pt x="42" y="432"/>
                </a:lnTo>
                <a:lnTo>
                  <a:pt x="48" y="426"/>
                </a:lnTo>
                <a:lnTo>
                  <a:pt x="48" y="420"/>
                </a:lnTo>
                <a:lnTo>
                  <a:pt x="54" y="420"/>
                </a:lnTo>
                <a:lnTo>
                  <a:pt x="54" y="414"/>
                </a:lnTo>
                <a:lnTo>
                  <a:pt x="54" y="408"/>
                </a:lnTo>
                <a:lnTo>
                  <a:pt x="60" y="402"/>
                </a:lnTo>
                <a:lnTo>
                  <a:pt x="60" y="396"/>
                </a:lnTo>
                <a:lnTo>
                  <a:pt x="66" y="390"/>
                </a:lnTo>
                <a:lnTo>
                  <a:pt x="66" y="384"/>
                </a:lnTo>
                <a:lnTo>
                  <a:pt x="72" y="384"/>
                </a:lnTo>
                <a:lnTo>
                  <a:pt x="72" y="378"/>
                </a:lnTo>
                <a:lnTo>
                  <a:pt x="72" y="372"/>
                </a:lnTo>
                <a:lnTo>
                  <a:pt x="78" y="366"/>
                </a:lnTo>
                <a:lnTo>
                  <a:pt x="78" y="360"/>
                </a:lnTo>
                <a:lnTo>
                  <a:pt x="84" y="360"/>
                </a:lnTo>
                <a:lnTo>
                  <a:pt x="84" y="354"/>
                </a:lnTo>
                <a:lnTo>
                  <a:pt x="84" y="348"/>
                </a:lnTo>
                <a:lnTo>
                  <a:pt x="90" y="342"/>
                </a:lnTo>
                <a:lnTo>
                  <a:pt x="90" y="336"/>
                </a:lnTo>
                <a:lnTo>
                  <a:pt x="96" y="336"/>
                </a:lnTo>
                <a:lnTo>
                  <a:pt x="96" y="330"/>
                </a:lnTo>
                <a:lnTo>
                  <a:pt x="102" y="324"/>
                </a:lnTo>
                <a:lnTo>
                  <a:pt x="102" y="318"/>
                </a:lnTo>
                <a:lnTo>
                  <a:pt x="108" y="318"/>
                </a:lnTo>
                <a:lnTo>
                  <a:pt x="108" y="312"/>
                </a:lnTo>
                <a:lnTo>
                  <a:pt x="114" y="306"/>
                </a:lnTo>
                <a:lnTo>
                  <a:pt x="114" y="300"/>
                </a:lnTo>
                <a:lnTo>
                  <a:pt x="120" y="294"/>
                </a:lnTo>
                <a:lnTo>
                  <a:pt x="120" y="288"/>
                </a:lnTo>
                <a:lnTo>
                  <a:pt x="126" y="288"/>
                </a:lnTo>
                <a:lnTo>
                  <a:pt x="126" y="282"/>
                </a:lnTo>
                <a:lnTo>
                  <a:pt x="132" y="282"/>
                </a:lnTo>
                <a:lnTo>
                  <a:pt x="132" y="276"/>
                </a:lnTo>
                <a:lnTo>
                  <a:pt x="132" y="270"/>
                </a:lnTo>
                <a:lnTo>
                  <a:pt x="138" y="270"/>
                </a:lnTo>
                <a:lnTo>
                  <a:pt x="138" y="264"/>
                </a:lnTo>
                <a:lnTo>
                  <a:pt x="144" y="264"/>
                </a:lnTo>
                <a:lnTo>
                  <a:pt x="144" y="258"/>
                </a:lnTo>
                <a:lnTo>
                  <a:pt x="144" y="252"/>
                </a:lnTo>
                <a:lnTo>
                  <a:pt x="150" y="252"/>
                </a:lnTo>
                <a:lnTo>
                  <a:pt x="150" y="246"/>
                </a:lnTo>
                <a:lnTo>
                  <a:pt x="156" y="246"/>
                </a:lnTo>
                <a:lnTo>
                  <a:pt x="156" y="240"/>
                </a:lnTo>
                <a:lnTo>
                  <a:pt x="162" y="240"/>
                </a:lnTo>
                <a:lnTo>
                  <a:pt x="162" y="234"/>
                </a:lnTo>
                <a:lnTo>
                  <a:pt x="168" y="228"/>
                </a:lnTo>
                <a:lnTo>
                  <a:pt x="174" y="222"/>
                </a:lnTo>
                <a:lnTo>
                  <a:pt x="174" y="216"/>
                </a:lnTo>
                <a:lnTo>
                  <a:pt x="180" y="216"/>
                </a:lnTo>
                <a:lnTo>
                  <a:pt x="180" y="210"/>
                </a:lnTo>
                <a:lnTo>
                  <a:pt x="186" y="210"/>
                </a:lnTo>
                <a:lnTo>
                  <a:pt x="186" y="204"/>
                </a:lnTo>
                <a:lnTo>
                  <a:pt x="192" y="204"/>
                </a:lnTo>
                <a:lnTo>
                  <a:pt x="192" y="198"/>
                </a:lnTo>
                <a:lnTo>
                  <a:pt x="198" y="192"/>
                </a:lnTo>
                <a:lnTo>
                  <a:pt x="204" y="186"/>
                </a:lnTo>
                <a:lnTo>
                  <a:pt x="210" y="180"/>
                </a:lnTo>
                <a:lnTo>
                  <a:pt x="216" y="174"/>
                </a:lnTo>
                <a:lnTo>
                  <a:pt x="222" y="168"/>
                </a:lnTo>
                <a:lnTo>
                  <a:pt x="222" y="162"/>
                </a:lnTo>
                <a:lnTo>
                  <a:pt x="228" y="162"/>
                </a:lnTo>
                <a:lnTo>
                  <a:pt x="234" y="156"/>
                </a:lnTo>
                <a:lnTo>
                  <a:pt x="240" y="150"/>
                </a:lnTo>
                <a:lnTo>
                  <a:pt x="246" y="144"/>
                </a:lnTo>
                <a:lnTo>
                  <a:pt x="252" y="138"/>
                </a:lnTo>
                <a:lnTo>
                  <a:pt x="258" y="132"/>
                </a:lnTo>
                <a:lnTo>
                  <a:pt x="264" y="132"/>
                </a:lnTo>
                <a:lnTo>
                  <a:pt x="264" y="126"/>
                </a:lnTo>
                <a:lnTo>
                  <a:pt x="270" y="126"/>
                </a:lnTo>
                <a:lnTo>
                  <a:pt x="270" y="120"/>
                </a:lnTo>
                <a:lnTo>
                  <a:pt x="276" y="120"/>
                </a:lnTo>
                <a:lnTo>
                  <a:pt x="276" y="114"/>
                </a:lnTo>
                <a:lnTo>
                  <a:pt x="282" y="114"/>
                </a:lnTo>
                <a:lnTo>
                  <a:pt x="288" y="108"/>
                </a:lnTo>
                <a:lnTo>
                  <a:pt x="294" y="102"/>
                </a:lnTo>
                <a:lnTo>
                  <a:pt x="300" y="102"/>
                </a:lnTo>
                <a:lnTo>
                  <a:pt x="300" y="96"/>
                </a:lnTo>
                <a:lnTo>
                  <a:pt x="306" y="96"/>
                </a:lnTo>
                <a:lnTo>
                  <a:pt x="306" y="90"/>
                </a:lnTo>
                <a:lnTo>
                  <a:pt x="312" y="90"/>
                </a:lnTo>
                <a:lnTo>
                  <a:pt x="318" y="84"/>
                </a:lnTo>
                <a:lnTo>
                  <a:pt x="324" y="84"/>
                </a:lnTo>
                <a:lnTo>
                  <a:pt x="324" y="78"/>
                </a:lnTo>
                <a:lnTo>
                  <a:pt x="330" y="78"/>
                </a:lnTo>
                <a:lnTo>
                  <a:pt x="330" y="72"/>
                </a:lnTo>
                <a:lnTo>
                  <a:pt x="336" y="72"/>
                </a:lnTo>
                <a:lnTo>
                  <a:pt x="342" y="66"/>
                </a:lnTo>
                <a:lnTo>
                  <a:pt x="348" y="66"/>
                </a:lnTo>
                <a:lnTo>
                  <a:pt x="348" y="60"/>
                </a:lnTo>
                <a:lnTo>
                  <a:pt x="354" y="60"/>
                </a:lnTo>
                <a:lnTo>
                  <a:pt x="360" y="54"/>
                </a:lnTo>
                <a:lnTo>
                  <a:pt x="366" y="54"/>
                </a:lnTo>
                <a:lnTo>
                  <a:pt x="366" y="48"/>
                </a:lnTo>
                <a:lnTo>
                  <a:pt x="372" y="48"/>
                </a:lnTo>
                <a:lnTo>
                  <a:pt x="378" y="48"/>
                </a:lnTo>
                <a:lnTo>
                  <a:pt x="378" y="42"/>
                </a:lnTo>
                <a:lnTo>
                  <a:pt x="384" y="42"/>
                </a:lnTo>
                <a:lnTo>
                  <a:pt x="384" y="36"/>
                </a:lnTo>
                <a:lnTo>
                  <a:pt x="390" y="36"/>
                </a:lnTo>
                <a:lnTo>
                  <a:pt x="396" y="36"/>
                </a:lnTo>
                <a:lnTo>
                  <a:pt x="396" y="30"/>
                </a:lnTo>
                <a:lnTo>
                  <a:pt x="402" y="30"/>
                </a:lnTo>
                <a:lnTo>
                  <a:pt x="408" y="30"/>
                </a:lnTo>
                <a:lnTo>
                  <a:pt x="408" y="24"/>
                </a:lnTo>
                <a:lnTo>
                  <a:pt x="414" y="24"/>
                </a:lnTo>
                <a:lnTo>
                  <a:pt x="420" y="18"/>
                </a:lnTo>
                <a:lnTo>
                  <a:pt x="426" y="18"/>
                </a:lnTo>
                <a:lnTo>
                  <a:pt x="426" y="12"/>
                </a:lnTo>
                <a:lnTo>
                  <a:pt x="432" y="12"/>
                </a:lnTo>
                <a:lnTo>
                  <a:pt x="438" y="12"/>
                </a:lnTo>
                <a:lnTo>
                  <a:pt x="438" y="6"/>
                </a:lnTo>
                <a:lnTo>
                  <a:pt x="444" y="6"/>
                </a:lnTo>
                <a:lnTo>
                  <a:pt x="450" y="6"/>
                </a:lnTo>
                <a:lnTo>
                  <a:pt x="450" y="0"/>
                </a:lnTo>
              </a:path>
            </a:pathLst>
          </a:custGeom>
          <a:noFill/>
          <a:ln w="19050" cmpd="sng">
            <a:solidFill>
              <a:srgbClr val="FF00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45" name="Freeform 73"/>
          <p:cNvSpPr/>
          <p:nvPr/>
        </p:nvSpPr>
        <p:spPr bwMode="auto">
          <a:xfrm rot="20759476">
            <a:off x="9618663" y="3222625"/>
            <a:ext cx="754062" cy="1790700"/>
          </a:xfrm>
          <a:custGeom>
            <a:avLst/>
            <a:gdLst>
              <a:gd name="T0" fmla="*/ 0 w 384"/>
              <a:gd name="T1" fmla="*/ 2147483647 h 864"/>
              <a:gd name="T2" fmla="*/ 0 w 384"/>
              <a:gd name="T3" fmla="*/ 2147483647 h 864"/>
              <a:gd name="T4" fmla="*/ 2147483647 w 384"/>
              <a:gd name="T5" fmla="*/ 2147483647 h 864"/>
              <a:gd name="T6" fmla="*/ 2147483647 w 384"/>
              <a:gd name="T7" fmla="*/ 0 h 864"/>
              <a:gd name="T8" fmla="*/ 0 w 384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4"/>
              <a:gd name="T16" fmla="*/ 0 h 864"/>
              <a:gd name="T17" fmla="*/ 384 w 384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4" h="864">
                <a:moveTo>
                  <a:pt x="0" y="288"/>
                </a:moveTo>
                <a:lnTo>
                  <a:pt x="0" y="864"/>
                </a:lnTo>
                <a:lnTo>
                  <a:pt x="384" y="576"/>
                </a:lnTo>
                <a:lnTo>
                  <a:pt x="384" y="0"/>
                </a:lnTo>
                <a:lnTo>
                  <a:pt x="0" y="28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graphicFrame>
        <p:nvGraphicFramePr>
          <p:cNvPr id="3089" name="Object 17"/>
          <p:cNvGraphicFramePr>
            <a:graphicFrameLocks noChangeAspect="1"/>
          </p:cNvGraphicFramePr>
          <p:nvPr/>
        </p:nvGraphicFramePr>
        <p:xfrm>
          <a:off x="636588" y="3643313"/>
          <a:ext cx="202406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294640" progId="Equation.3">
                  <p:embed/>
                </p:oleObj>
              </mc:Choice>
              <mc:Fallback>
                <p:oleObj name="Equation" r:id="rId2" imgW="1371600" imgH="294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8" y="3643313"/>
                        <a:ext cx="202406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295275" y="382588"/>
            <a:ext cx="182880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此处要求</a:t>
            </a:r>
          </a:p>
        </p:txBody>
      </p:sp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1800225" y="358775"/>
          <a:ext cx="3111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41220" imgH="294640" progId="Equation.3">
                  <p:embed/>
                </p:oleObj>
              </mc:Choice>
              <mc:Fallback>
                <p:oleObj name="Equation" r:id="rId4" imgW="2141220" imgH="294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358775"/>
                        <a:ext cx="3111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0" name="Text Box 18"/>
          <p:cNvSpPr txBox="1">
            <a:spLocks noChangeArrowheads="1"/>
          </p:cNvSpPr>
          <p:nvPr/>
        </p:nvSpPr>
        <p:spPr bwMode="auto">
          <a:xfrm>
            <a:off x="630238" y="2136775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也是法平面的法向量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</a:p>
        </p:txBody>
      </p:sp>
      <p:sp>
        <p:nvSpPr>
          <p:cNvPr id="3103" name="Text Box 31"/>
          <p:cNvSpPr txBox="1">
            <a:spLocks noChangeArrowheads="1"/>
          </p:cNvSpPr>
          <p:nvPr/>
        </p:nvSpPr>
        <p:spPr bwMode="auto">
          <a:xfrm>
            <a:off x="204788" y="117475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切线的方向向量</a:t>
            </a:r>
            <a:r>
              <a:rPr kumimoji="1"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</a:p>
        </p:txBody>
      </p:sp>
      <p:sp>
        <p:nvSpPr>
          <p:cNvPr id="3104" name="Text Box 32"/>
          <p:cNvSpPr txBox="1">
            <a:spLocks noChangeArrowheads="1"/>
          </p:cNvSpPr>
          <p:nvPr/>
        </p:nvSpPr>
        <p:spPr bwMode="auto">
          <a:xfrm>
            <a:off x="7172325" y="1139825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称为曲线的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切向量 </a:t>
            </a:r>
            <a:r>
              <a:rPr kumimoji="1" lang="en-US" altLang="zh-CN" sz="280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graphicFrame>
        <p:nvGraphicFramePr>
          <p:cNvPr id="3130" name="Object 58"/>
          <p:cNvGraphicFramePr>
            <a:graphicFrameLocks noChangeAspect="1"/>
          </p:cNvGraphicFramePr>
          <p:nvPr/>
        </p:nvGraphicFramePr>
        <p:xfrm>
          <a:off x="2738438" y="3636963"/>
          <a:ext cx="24892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7830" imgH="294640" progId="Equation.3">
                  <p:embed/>
                </p:oleObj>
              </mc:Choice>
              <mc:Fallback>
                <p:oleObj name="Equation" r:id="rId6" imgW="1687830" imgH="29464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3636963"/>
                        <a:ext cx="24892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1" name="Object 59"/>
          <p:cNvGraphicFramePr>
            <a:graphicFrameLocks noChangeAspect="1"/>
          </p:cNvGraphicFramePr>
          <p:nvPr/>
        </p:nvGraphicFramePr>
        <p:xfrm>
          <a:off x="5189538" y="3636963"/>
          <a:ext cx="29273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82470" imgH="294640" progId="Equation.3">
                  <p:embed/>
                </p:oleObj>
              </mc:Choice>
              <mc:Fallback>
                <p:oleObj name="Equation" r:id="rId8" imgW="1982470" imgH="29464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538" y="3636963"/>
                        <a:ext cx="29273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" name="Text Box 61"/>
          <p:cNvSpPr txBox="1">
            <a:spLocks noChangeArrowheads="1"/>
          </p:cNvSpPr>
          <p:nvPr/>
        </p:nvSpPr>
        <p:spPr bwMode="auto">
          <a:xfrm>
            <a:off x="6276975" y="361950"/>
            <a:ext cx="53340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如个别为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0,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则理解为分子为 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0 .</a:t>
            </a:r>
          </a:p>
        </p:txBody>
      </p:sp>
      <p:graphicFrame>
        <p:nvGraphicFramePr>
          <p:cNvPr id="3150" name="Object 78"/>
          <p:cNvGraphicFramePr>
            <a:graphicFrameLocks noChangeAspect="1"/>
          </p:cNvGraphicFramePr>
          <p:nvPr/>
        </p:nvGraphicFramePr>
        <p:xfrm>
          <a:off x="10004425" y="3460750"/>
          <a:ext cx="242888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820" imgH="87630" progId="Equation.DSMT4">
                  <p:embed/>
                </p:oleObj>
              </mc:Choice>
              <mc:Fallback>
                <p:oleObj name="Equation" r:id="rId10" imgW="83820" imgH="8763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4425" y="3460750"/>
                        <a:ext cx="242888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Line 74"/>
          <p:cNvSpPr>
            <a:spLocks noChangeShapeType="1"/>
          </p:cNvSpPr>
          <p:nvPr/>
        </p:nvSpPr>
        <p:spPr bwMode="auto">
          <a:xfrm flipH="1">
            <a:off x="9979025" y="3587750"/>
            <a:ext cx="890588" cy="584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31" name="Group 129"/>
          <p:cNvGrpSpPr/>
          <p:nvPr/>
        </p:nvGrpSpPr>
        <p:grpSpPr bwMode="auto">
          <a:xfrm>
            <a:off x="9756775" y="3716338"/>
            <a:ext cx="1354138" cy="477837"/>
            <a:chOff x="4544" y="624"/>
            <a:chExt cx="896" cy="302"/>
          </a:xfrm>
        </p:grpSpPr>
        <p:sp>
          <p:nvSpPr>
            <p:cNvPr id="9250" name="Freeform 81"/>
            <p:cNvSpPr/>
            <p:nvPr/>
          </p:nvSpPr>
          <p:spPr bwMode="auto">
            <a:xfrm>
              <a:off x="4808" y="698"/>
              <a:ext cx="425" cy="141"/>
            </a:xfrm>
            <a:custGeom>
              <a:avLst/>
              <a:gdLst>
                <a:gd name="T0" fmla="*/ 6 w 450"/>
                <a:gd name="T1" fmla="*/ 71 h 150"/>
                <a:gd name="T2" fmla="*/ 9 w 450"/>
                <a:gd name="T3" fmla="*/ 68 h 150"/>
                <a:gd name="T4" fmla="*/ 12 w 450"/>
                <a:gd name="T5" fmla="*/ 67 h 150"/>
                <a:gd name="T6" fmla="*/ 19 w 450"/>
                <a:gd name="T7" fmla="*/ 67 h 150"/>
                <a:gd name="T8" fmla="*/ 22 w 450"/>
                <a:gd name="T9" fmla="*/ 63 h 150"/>
                <a:gd name="T10" fmla="*/ 27 w 450"/>
                <a:gd name="T11" fmla="*/ 59 h 150"/>
                <a:gd name="T12" fmla="*/ 31 w 450"/>
                <a:gd name="T13" fmla="*/ 57 h 150"/>
                <a:gd name="T14" fmla="*/ 37 w 450"/>
                <a:gd name="T15" fmla="*/ 57 h 150"/>
                <a:gd name="T16" fmla="*/ 40 w 450"/>
                <a:gd name="T17" fmla="*/ 55 h 150"/>
                <a:gd name="T18" fmla="*/ 45 w 450"/>
                <a:gd name="T19" fmla="*/ 55 h 150"/>
                <a:gd name="T20" fmla="*/ 49 w 450"/>
                <a:gd name="T21" fmla="*/ 52 h 150"/>
                <a:gd name="T22" fmla="*/ 55 w 450"/>
                <a:gd name="T23" fmla="*/ 49 h 150"/>
                <a:gd name="T24" fmla="*/ 58 w 450"/>
                <a:gd name="T25" fmla="*/ 49 h 150"/>
                <a:gd name="T26" fmla="*/ 63 w 450"/>
                <a:gd name="T27" fmla="*/ 46 h 150"/>
                <a:gd name="T28" fmla="*/ 67 w 450"/>
                <a:gd name="T29" fmla="*/ 43 h 150"/>
                <a:gd name="T30" fmla="*/ 73 w 450"/>
                <a:gd name="T31" fmla="*/ 43 h 150"/>
                <a:gd name="T32" fmla="*/ 76 w 450"/>
                <a:gd name="T33" fmla="*/ 40 h 150"/>
                <a:gd name="T34" fmla="*/ 78 w 450"/>
                <a:gd name="T35" fmla="*/ 40 h 150"/>
                <a:gd name="T36" fmla="*/ 85 w 450"/>
                <a:gd name="T37" fmla="*/ 37 h 150"/>
                <a:gd name="T38" fmla="*/ 88 w 450"/>
                <a:gd name="T39" fmla="*/ 37 h 150"/>
                <a:gd name="T40" fmla="*/ 94 w 450"/>
                <a:gd name="T41" fmla="*/ 35 h 150"/>
                <a:gd name="T42" fmla="*/ 97 w 450"/>
                <a:gd name="T43" fmla="*/ 35 h 150"/>
                <a:gd name="T44" fmla="*/ 103 w 450"/>
                <a:gd name="T45" fmla="*/ 32 h 150"/>
                <a:gd name="T46" fmla="*/ 106 w 450"/>
                <a:gd name="T47" fmla="*/ 32 h 150"/>
                <a:gd name="T48" fmla="*/ 112 w 450"/>
                <a:gd name="T49" fmla="*/ 29 h 150"/>
                <a:gd name="T50" fmla="*/ 115 w 450"/>
                <a:gd name="T51" fmla="*/ 29 h 150"/>
                <a:gd name="T52" fmla="*/ 121 w 450"/>
                <a:gd name="T53" fmla="*/ 25 h 150"/>
                <a:gd name="T54" fmla="*/ 124 w 450"/>
                <a:gd name="T55" fmla="*/ 25 h 150"/>
                <a:gd name="T56" fmla="*/ 129 w 450"/>
                <a:gd name="T57" fmla="*/ 23 h 150"/>
                <a:gd name="T58" fmla="*/ 133 w 450"/>
                <a:gd name="T59" fmla="*/ 23 h 150"/>
                <a:gd name="T60" fmla="*/ 139 w 450"/>
                <a:gd name="T61" fmla="*/ 20 h 150"/>
                <a:gd name="T62" fmla="*/ 143 w 450"/>
                <a:gd name="T63" fmla="*/ 20 h 150"/>
                <a:gd name="T64" fmla="*/ 148 w 450"/>
                <a:gd name="T65" fmla="*/ 20 h 150"/>
                <a:gd name="T66" fmla="*/ 151 w 450"/>
                <a:gd name="T67" fmla="*/ 18 h 150"/>
                <a:gd name="T68" fmla="*/ 158 w 450"/>
                <a:gd name="T69" fmla="*/ 18 h 150"/>
                <a:gd name="T70" fmla="*/ 160 w 450"/>
                <a:gd name="T71" fmla="*/ 15 h 150"/>
                <a:gd name="T72" fmla="*/ 167 w 450"/>
                <a:gd name="T73" fmla="*/ 15 h 150"/>
                <a:gd name="T74" fmla="*/ 169 w 450"/>
                <a:gd name="T75" fmla="*/ 15 h 150"/>
                <a:gd name="T76" fmla="*/ 172 w 450"/>
                <a:gd name="T77" fmla="*/ 12 h 150"/>
                <a:gd name="T78" fmla="*/ 178 w 450"/>
                <a:gd name="T79" fmla="*/ 12 h 150"/>
                <a:gd name="T80" fmla="*/ 181 w 450"/>
                <a:gd name="T81" fmla="*/ 8 h 150"/>
                <a:gd name="T82" fmla="*/ 188 w 450"/>
                <a:gd name="T83" fmla="*/ 8 h 150"/>
                <a:gd name="T84" fmla="*/ 190 w 450"/>
                <a:gd name="T85" fmla="*/ 8 h 150"/>
                <a:gd name="T86" fmla="*/ 197 w 450"/>
                <a:gd name="T87" fmla="*/ 8 h 150"/>
                <a:gd name="T88" fmla="*/ 199 w 450"/>
                <a:gd name="T89" fmla="*/ 8 h 150"/>
                <a:gd name="T90" fmla="*/ 206 w 450"/>
                <a:gd name="T91" fmla="*/ 6 h 150"/>
                <a:gd name="T92" fmla="*/ 210 w 450"/>
                <a:gd name="T93" fmla="*/ 6 h 150"/>
                <a:gd name="T94" fmla="*/ 214 w 450"/>
                <a:gd name="T95" fmla="*/ 6 h 150"/>
                <a:gd name="T96" fmla="*/ 218 w 450"/>
                <a:gd name="T97" fmla="*/ 0 h 150"/>
                <a:gd name="T98" fmla="*/ 223 w 450"/>
                <a:gd name="T99" fmla="*/ 0 h 150"/>
                <a:gd name="T100" fmla="*/ 226 w 450"/>
                <a:gd name="T101" fmla="*/ 0 h 15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50"/>
                <a:gd name="T154" fmla="*/ 0 h 150"/>
                <a:gd name="T155" fmla="*/ 450 w 450"/>
                <a:gd name="T156" fmla="*/ 150 h 15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50" h="150">
                  <a:moveTo>
                    <a:pt x="0" y="150"/>
                  </a:moveTo>
                  <a:lnTo>
                    <a:pt x="6" y="150"/>
                  </a:lnTo>
                  <a:lnTo>
                    <a:pt x="12" y="150"/>
                  </a:lnTo>
                  <a:lnTo>
                    <a:pt x="12" y="144"/>
                  </a:lnTo>
                  <a:lnTo>
                    <a:pt x="18" y="144"/>
                  </a:lnTo>
                  <a:lnTo>
                    <a:pt x="24" y="144"/>
                  </a:lnTo>
                  <a:lnTo>
                    <a:pt x="24" y="138"/>
                  </a:lnTo>
                  <a:lnTo>
                    <a:pt x="30" y="138"/>
                  </a:lnTo>
                  <a:lnTo>
                    <a:pt x="36" y="138"/>
                  </a:lnTo>
                  <a:lnTo>
                    <a:pt x="36" y="132"/>
                  </a:lnTo>
                  <a:lnTo>
                    <a:pt x="42" y="132"/>
                  </a:lnTo>
                  <a:lnTo>
                    <a:pt x="48" y="132"/>
                  </a:lnTo>
                  <a:lnTo>
                    <a:pt x="48" y="126"/>
                  </a:lnTo>
                  <a:lnTo>
                    <a:pt x="54" y="126"/>
                  </a:lnTo>
                  <a:lnTo>
                    <a:pt x="60" y="126"/>
                  </a:lnTo>
                  <a:lnTo>
                    <a:pt x="60" y="120"/>
                  </a:lnTo>
                  <a:lnTo>
                    <a:pt x="66" y="120"/>
                  </a:lnTo>
                  <a:lnTo>
                    <a:pt x="72" y="120"/>
                  </a:lnTo>
                  <a:lnTo>
                    <a:pt x="78" y="114"/>
                  </a:lnTo>
                  <a:lnTo>
                    <a:pt x="84" y="114"/>
                  </a:lnTo>
                  <a:lnTo>
                    <a:pt x="90" y="114"/>
                  </a:lnTo>
                  <a:lnTo>
                    <a:pt x="90" y="108"/>
                  </a:lnTo>
                  <a:lnTo>
                    <a:pt x="96" y="108"/>
                  </a:lnTo>
                  <a:lnTo>
                    <a:pt x="102" y="108"/>
                  </a:lnTo>
                  <a:lnTo>
                    <a:pt x="102" y="102"/>
                  </a:lnTo>
                  <a:lnTo>
                    <a:pt x="108" y="102"/>
                  </a:lnTo>
                  <a:lnTo>
                    <a:pt x="114" y="102"/>
                  </a:lnTo>
                  <a:lnTo>
                    <a:pt x="120" y="96"/>
                  </a:lnTo>
                  <a:lnTo>
                    <a:pt x="126" y="96"/>
                  </a:lnTo>
                  <a:lnTo>
                    <a:pt x="132" y="96"/>
                  </a:lnTo>
                  <a:lnTo>
                    <a:pt x="132" y="90"/>
                  </a:lnTo>
                  <a:lnTo>
                    <a:pt x="138" y="90"/>
                  </a:lnTo>
                  <a:lnTo>
                    <a:pt x="144" y="90"/>
                  </a:lnTo>
                  <a:lnTo>
                    <a:pt x="150" y="84"/>
                  </a:lnTo>
                  <a:lnTo>
                    <a:pt x="156" y="84"/>
                  </a:lnTo>
                  <a:lnTo>
                    <a:pt x="162" y="84"/>
                  </a:lnTo>
                  <a:lnTo>
                    <a:pt x="162" y="78"/>
                  </a:lnTo>
                  <a:lnTo>
                    <a:pt x="168" y="78"/>
                  </a:lnTo>
                  <a:lnTo>
                    <a:pt x="174" y="78"/>
                  </a:lnTo>
                  <a:lnTo>
                    <a:pt x="180" y="78"/>
                  </a:lnTo>
                  <a:lnTo>
                    <a:pt x="180" y="72"/>
                  </a:lnTo>
                  <a:lnTo>
                    <a:pt x="186" y="72"/>
                  </a:lnTo>
                  <a:lnTo>
                    <a:pt x="192" y="72"/>
                  </a:lnTo>
                  <a:lnTo>
                    <a:pt x="198" y="72"/>
                  </a:lnTo>
                  <a:lnTo>
                    <a:pt x="198" y="66"/>
                  </a:lnTo>
                  <a:lnTo>
                    <a:pt x="204" y="66"/>
                  </a:lnTo>
                  <a:lnTo>
                    <a:pt x="210" y="66"/>
                  </a:lnTo>
                  <a:lnTo>
                    <a:pt x="216" y="66"/>
                  </a:lnTo>
                  <a:lnTo>
                    <a:pt x="216" y="60"/>
                  </a:lnTo>
                  <a:lnTo>
                    <a:pt x="222" y="60"/>
                  </a:lnTo>
                  <a:lnTo>
                    <a:pt x="228" y="60"/>
                  </a:lnTo>
                  <a:lnTo>
                    <a:pt x="234" y="60"/>
                  </a:lnTo>
                  <a:lnTo>
                    <a:pt x="234" y="54"/>
                  </a:lnTo>
                  <a:lnTo>
                    <a:pt x="240" y="54"/>
                  </a:lnTo>
                  <a:lnTo>
                    <a:pt x="246" y="54"/>
                  </a:lnTo>
                  <a:lnTo>
                    <a:pt x="252" y="54"/>
                  </a:lnTo>
                  <a:lnTo>
                    <a:pt x="252" y="48"/>
                  </a:lnTo>
                  <a:lnTo>
                    <a:pt x="258" y="48"/>
                  </a:lnTo>
                  <a:lnTo>
                    <a:pt x="264" y="48"/>
                  </a:lnTo>
                  <a:lnTo>
                    <a:pt x="270" y="48"/>
                  </a:lnTo>
                  <a:lnTo>
                    <a:pt x="276" y="42"/>
                  </a:lnTo>
                  <a:lnTo>
                    <a:pt x="282" y="42"/>
                  </a:lnTo>
                  <a:lnTo>
                    <a:pt x="288" y="42"/>
                  </a:lnTo>
                  <a:lnTo>
                    <a:pt x="294" y="42"/>
                  </a:lnTo>
                  <a:lnTo>
                    <a:pt x="294" y="36"/>
                  </a:lnTo>
                  <a:lnTo>
                    <a:pt x="300" y="36"/>
                  </a:lnTo>
                  <a:lnTo>
                    <a:pt x="306" y="36"/>
                  </a:lnTo>
                  <a:lnTo>
                    <a:pt x="312" y="36"/>
                  </a:lnTo>
                  <a:lnTo>
                    <a:pt x="312" y="30"/>
                  </a:lnTo>
                  <a:lnTo>
                    <a:pt x="318" y="30"/>
                  </a:lnTo>
                  <a:lnTo>
                    <a:pt x="324" y="30"/>
                  </a:lnTo>
                  <a:lnTo>
                    <a:pt x="330" y="30"/>
                  </a:lnTo>
                  <a:lnTo>
                    <a:pt x="336" y="30"/>
                  </a:lnTo>
                  <a:lnTo>
                    <a:pt x="336" y="24"/>
                  </a:lnTo>
                  <a:lnTo>
                    <a:pt x="342" y="24"/>
                  </a:lnTo>
                  <a:lnTo>
                    <a:pt x="348" y="24"/>
                  </a:lnTo>
                  <a:lnTo>
                    <a:pt x="354" y="24"/>
                  </a:lnTo>
                  <a:lnTo>
                    <a:pt x="360" y="24"/>
                  </a:lnTo>
                  <a:lnTo>
                    <a:pt x="360" y="18"/>
                  </a:lnTo>
                  <a:lnTo>
                    <a:pt x="366" y="18"/>
                  </a:lnTo>
                  <a:lnTo>
                    <a:pt x="372" y="18"/>
                  </a:lnTo>
                  <a:lnTo>
                    <a:pt x="378" y="18"/>
                  </a:lnTo>
                  <a:lnTo>
                    <a:pt x="384" y="18"/>
                  </a:lnTo>
                  <a:lnTo>
                    <a:pt x="384" y="12"/>
                  </a:lnTo>
                  <a:lnTo>
                    <a:pt x="390" y="12"/>
                  </a:lnTo>
                  <a:lnTo>
                    <a:pt x="396" y="12"/>
                  </a:lnTo>
                  <a:lnTo>
                    <a:pt x="402" y="12"/>
                  </a:lnTo>
                  <a:lnTo>
                    <a:pt x="408" y="6"/>
                  </a:lnTo>
                  <a:lnTo>
                    <a:pt x="414" y="6"/>
                  </a:lnTo>
                  <a:lnTo>
                    <a:pt x="420" y="6"/>
                  </a:lnTo>
                  <a:lnTo>
                    <a:pt x="426" y="6"/>
                  </a:lnTo>
                  <a:lnTo>
                    <a:pt x="432" y="6"/>
                  </a:lnTo>
                  <a:lnTo>
                    <a:pt x="432" y="0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50" y="0"/>
                  </a:lnTo>
                </a:path>
              </a:pathLst>
            </a:custGeom>
            <a:noFill/>
            <a:ln w="19050" cmpd="sng">
              <a:solidFill>
                <a:srgbClr val="FF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51" name="Object 75"/>
            <p:cNvGraphicFramePr>
              <a:graphicFrameLocks noChangeAspect="1"/>
            </p:cNvGraphicFramePr>
            <p:nvPr/>
          </p:nvGraphicFramePr>
          <p:xfrm>
            <a:off x="5280" y="624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2560" imgH="201930" progId="Equation.3">
                    <p:embed/>
                  </p:oleObj>
                </mc:Choice>
                <mc:Fallback>
                  <p:oleObj name="Equation" r:id="rId12" imgW="162560" imgH="201930" progId="Equation.3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624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52" name="Object 77"/>
            <p:cNvGraphicFramePr>
              <a:graphicFrameLocks noChangeAspect="1"/>
            </p:cNvGraphicFramePr>
            <p:nvPr/>
          </p:nvGraphicFramePr>
          <p:xfrm>
            <a:off x="4544" y="672"/>
            <a:ext cx="25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67970" imgH="201930" progId="Equation.3">
                    <p:embed/>
                  </p:oleObj>
                </mc:Choice>
                <mc:Fallback>
                  <p:oleObj name="Equation" r:id="rId14" imgW="267970" imgH="201930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4" y="672"/>
                          <a:ext cx="25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53" name="Oval 79"/>
            <p:cNvSpPr>
              <a:spLocks noChangeArrowheads="1"/>
            </p:cNvSpPr>
            <p:nvPr/>
          </p:nvSpPr>
          <p:spPr bwMode="auto">
            <a:xfrm>
              <a:off x="4656" y="892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</p:grpSp>
      <p:sp>
        <p:nvSpPr>
          <p:cNvPr id="3158" name="Text Box 86"/>
          <p:cNvSpPr txBox="1">
            <a:spLocks noChangeArrowheads="1"/>
          </p:cNvSpPr>
          <p:nvPr/>
        </p:nvSpPr>
        <p:spPr bwMode="auto">
          <a:xfrm>
            <a:off x="4791075" y="382588"/>
            <a:ext cx="160655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不全为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0, </a:t>
            </a:r>
          </a:p>
        </p:txBody>
      </p:sp>
      <p:grpSp>
        <p:nvGrpSpPr>
          <p:cNvPr id="9" name="Group 95"/>
          <p:cNvGrpSpPr/>
          <p:nvPr/>
        </p:nvGrpSpPr>
        <p:grpSpPr bwMode="auto">
          <a:xfrm>
            <a:off x="3246438" y="1212850"/>
            <a:ext cx="3957637" cy="473075"/>
            <a:chOff x="2254" y="2160"/>
            <a:chExt cx="2493" cy="298"/>
          </a:xfrm>
        </p:grpSpPr>
        <p:graphicFrame>
          <p:nvGraphicFramePr>
            <p:cNvPr id="9248" name="Object 16"/>
            <p:cNvGraphicFramePr>
              <a:graphicFrameLocks noChangeAspect="1"/>
            </p:cNvGraphicFramePr>
            <p:nvPr/>
          </p:nvGraphicFramePr>
          <p:xfrm>
            <a:off x="2254" y="2178"/>
            <a:ext cx="249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734310" imgH="294640" progId="Equation.3">
                    <p:embed/>
                  </p:oleObj>
                </mc:Choice>
                <mc:Fallback>
                  <p:oleObj name="Equation" r:id="rId16" imgW="2734310" imgH="29464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4" y="2178"/>
                          <a:ext cx="2493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9" name="Line 88"/>
            <p:cNvSpPr>
              <a:spLocks noChangeShapeType="1"/>
            </p:cNvSpPr>
            <p:nvPr/>
          </p:nvSpPr>
          <p:spPr bwMode="auto">
            <a:xfrm>
              <a:off x="2256" y="2160"/>
              <a:ext cx="19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25"/>
          <p:cNvGrpSpPr/>
          <p:nvPr/>
        </p:nvGrpSpPr>
        <p:grpSpPr bwMode="auto">
          <a:xfrm>
            <a:off x="393700" y="2184400"/>
            <a:ext cx="312738" cy="381000"/>
            <a:chOff x="475" y="1997"/>
            <a:chExt cx="197" cy="240"/>
          </a:xfrm>
        </p:grpSpPr>
        <p:graphicFrame>
          <p:nvGraphicFramePr>
            <p:cNvPr id="9246" name="Object 62"/>
            <p:cNvGraphicFramePr>
              <a:graphicFrameLocks noChangeAspect="1"/>
            </p:cNvGraphicFramePr>
            <p:nvPr/>
          </p:nvGraphicFramePr>
          <p:xfrm>
            <a:off x="475" y="2044"/>
            <a:ext cx="197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75895" imgH="201930" progId="Equation.3">
                    <p:embed/>
                  </p:oleObj>
                </mc:Choice>
                <mc:Fallback>
                  <p:oleObj name="Equation" r:id="rId18" imgW="175895" imgH="201930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biLevel thresh="50000"/>
                          <a:grayscl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" y="2044"/>
                          <a:ext cx="197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7" name="Line 90"/>
            <p:cNvSpPr>
              <a:spLocks noChangeShapeType="1"/>
            </p:cNvSpPr>
            <p:nvPr/>
          </p:nvSpPr>
          <p:spPr bwMode="auto">
            <a:xfrm>
              <a:off x="480" y="1997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64" name="Text Box 92"/>
          <p:cNvSpPr txBox="1">
            <a:spLocks noChangeArrowheads="1"/>
          </p:cNvSpPr>
          <p:nvPr/>
        </p:nvSpPr>
        <p:spPr bwMode="auto">
          <a:xfrm>
            <a:off x="290513" y="2881313"/>
            <a:ext cx="3154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因此得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法平面方程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3186" name="Line 114"/>
          <p:cNvSpPr>
            <a:spLocks noChangeShapeType="1"/>
          </p:cNvSpPr>
          <p:nvPr/>
        </p:nvSpPr>
        <p:spPr bwMode="auto">
          <a:xfrm>
            <a:off x="9999663" y="4240213"/>
            <a:ext cx="454025" cy="1062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Group 121"/>
          <p:cNvGrpSpPr/>
          <p:nvPr/>
        </p:nvGrpSpPr>
        <p:grpSpPr bwMode="auto">
          <a:xfrm>
            <a:off x="10248900" y="5314950"/>
            <a:ext cx="260350" cy="244475"/>
            <a:chOff x="4854" y="1632"/>
            <a:chExt cx="172" cy="154"/>
          </a:xfrm>
        </p:grpSpPr>
        <p:sp>
          <p:nvSpPr>
            <p:cNvPr id="9244" name="Oval 115"/>
            <p:cNvSpPr>
              <a:spLocks noChangeArrowheads="1"/>
            </p:cNvSpPr>
            <p:nvPr/>
          </p:nvSpPr>
          <p:spPr bwMode="auto">
            <a:xfrm>
              <a:off x="4992" y="1632"/>
              <a:ext cx="34" cy="3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9245" name="Object 120"/>
            <p:cNvGraphicFramePr>
              <a:graphicFrameLocks noChangeAspect="1"/>
            </p:cNvGraphicFramePr>
            <p:nvPr/>
          </p:nvGraphicFramePr>
          <p:xfrm>
            <a:off x="4854" y="1632"/>
            <a:ext cx="138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36525" imgH="158115" progId="Equation.3">
                    <p:embed/>
                  </p:oleObj>
                </mc:Choice>
                <mc:Fallback>
                  <p:oleObj name="Equation" r:id="rId20" imgW="136525" imgH="158115" progId="Equation.3">
                    <p:embed/>
                    <p:pic>
                      <p:nvPicPr>
                        <p:cNvPr id="0" name="Object 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4" y="1632"/>
                          <a:ext cx="138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124"/>
          <p:cNvGrpSpPr/>
          <p:nvPr/>
        </p:nvGrpSpPr>
        <p:grpSpPr bwMode="auto">
          <a:xfrm>
            <a:off x="10344150" y="4630738"/>
            <a:ext cx="554038" cy="411162"/>
            <a:chOff x="5040" y="1248"/>
            <a:chExt cx="366" cy="260"/>
          </a:xfrm>
        </p:grpSpPr>
        <p:graphicFrame>
          <p:nvGraphicFramePr>
            <p:cNvPr id="9242" name="Object 122"/>
            <p:cNvGraphicFramePr>
              <a:graphicFrameLocks noChangeAspect="1"/>
            </p:cNvGraphicFramePr>
            <p:nvPr/>
          </p:nvGraphicFramePr>
          <p:xfrm>
            <a:off x="5040" y="1248"/>
            <a:ext cx="36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86715" imgH="267970" progId="Equation.3">
                    <p:embed/>
                  </p:oleObj>
                </mc:Choice>
                <mc:Fallback>
                  <p:oleObj name="Equation" r:id="rId22" imgW="386715" imgH="267970" progId="Equation.3">
                    <p:embed/>
                    <p:pic>
                      <p:nvPicPr>
                        <p:cNvPr id="0" name="Object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248"/>
                          <a:ext cx="366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3" name="Line 123"/>
            <p:cNvSpPr>
              <a:spLocks noChangeShapeType="1"/>
            </p:cNvSpPr>
            <p:nvPr/>
          </p:nvSpPr>
          <p:spPr bwMode="auto">
            <a:xfrm>
              <a:off x="5040" y="124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39" name="Group 128"/>
          <p:cNvGrpSpPr/>
          <p:nvPr/>
        </p:nvGrpSpPr>
        <p:grpSpPr bwMode="auto">
          <a:xfrm>
            <a:off x="10696575" y="3203575"/>
            <a:ext cx="254000" cy="358775"/>
            <a:chOff x="5136" y="301"/>
            <a:chExt cx="168" cy="227"/>
          </a:xfrm>
        </p:grpSpPr>
        <p:graphicFrame>
          <p:nvGraphicFramePr>
            <p:cNvPr id="9240" name="Object 76"/>
            <p:cNvGraphicFramePr>
              <a:graphicFrameLocks noChangeAspect="1"/>
            </p:cNvGraphicFramePr>
            <p:nvPr/>
          </p:nvGraphicFramePr>
          <p:xfrm>
            <a:off x="5136" y="336"/>
            <a:ext cx="16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75895" imgH="201930" progId="Equation.3">
                    <p:embed/>
                  </p:oleObj>
                </mc:Choice>
                <mc:Fallback>
                  <p:oleObj name="Equation" r:id="rId24" imgW="175895" imgH="201930" progId="Equation.3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336"/>
                          <a:ext cx="168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1" name="Line 127"/>
            <p:cNvSpPr>
              <a:spLocks noChangeShapeType="1"/>
            </p:cNvSpPr>
            <p:nvPr/>
          </p:nvSpPr>
          <p:spPr bwMode="auto">
            <a:xfrm>
              <a:off x="5136" y="301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0" grpId="0" build="p" autoUpdateAnimBg="0"/>
      <p:bldP spid="3090" grpId="0" build="p" autoUpdateAnimBg="0" advAuto="0"/>
      <p:bldP spid="3103" grpId="0" build="p" autoUpdateAnimBg="0"/>
      <p:bldP spid="3104" grpId="0" build="p" autoUpdateAnimBg="0"/>
      <p:bldP spid="3133" grpId="0" autoUpdateAnimBg="0"/>
      <p:bldP spid="3158" grpId="0" build="p" autoUpdateAnimBg="0" advAuto="0"/>
      <p:bldP spid="3164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916088" y="187960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6734150" y="182086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906563" y="337185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713513" y="337820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Rectangle 2"/>
          <p:cNvSpPr txBox="1">
            <a:spLocks noChangeArrowheads="1"/>
          </p:cNvSpPr>
          <p:nvPr/>
        </p:nvSpPr>
        <p:spPr>
          <a:xfrm>
            <a:off x="161900" y="219075"/>
            <a:ext cx="8382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>
                <a:ea typeface="楷体_GB2312" pitchFamily="49" charset="-122"/>
              </a:rPr>
              <a:t>例</a:t>
            </a:r>
            <a:r>
              <a:rPr lang="en-US" altLang="zh-CN" sz="2800" b="1" kern="0">
                <a:ea typeface="楷体_GB2312" pitchFamily="49" charset="-122"/>
              </a:rPr>
              <a:t>1.</a:t>
            </a:r>
          </a:p>
        </p:txBody>
      </p:sp>
      <p:sp>
        <p:nvSpPr>
          <p:cNvPr id="10248" name="Text Box 4"/>
          <p:cNvSpPr txBox="1">
            <a:spLocks noChangeArrowheads="1"/>
          </p:cNvSpPr>
          <p:nvPr/>
        </p:nvSpPr>
        <p:spPr bwMode="auto">
          <a:xfrm>
            <a:off x="998513" y="295275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求圆柱螺旋线                                                          </a:t>
            </a:r>
          </a:p>
        </p:txBody>
      </p:sp>
      <p:graphicFrame>
        <p:nvGraphicFramePr>
          <p:cNvPr id="10249" name="Object 5"/>
          <p:cNvGraphicFramePr>
            <a:graphicFrameLocks noChangeAspect="1"/>
          </p:cNvGraphicFramePr>
          <p:nvPr/>
        </p:nvGraphicFramePr>
        <p:xfrm>
          <a:off x="3287688" y="371475"/>
          <a:ext cx="46085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82620" imgH="267970" progId="Equation.3">
                  <p:embed/>
                </p:oleObj>
              </mc:Choice>
              <mc:Fallback>
                <p:oleObj name="Equation" r:id="rId7" imgW="3182620" imgH="26797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371475"/>
                        <a:ext cx="46085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/>
        </p:nvGraphicFramePr>
        <p:xfrm>
          <a:off x="8397850" y="56255"/>
          <a:ext cx="924321" cy="935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448800" imgH="9448800" progId="Equation.DSMT4">
                  <p:embed/>
                </p:oleObj>
              </mc:Choice>
              <mc:Fallback>
                <p:oleObj name="Equation" r:id="rId9" imgW="9448800" imgH="9448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50" y="56255"/>
                        <a:ext cx="924321" cy="935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963588" y="901700"/>
            <a:ext cx="571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对应点处的切线方程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sp>
        <p:nvSpPr>
          <p:cNvPr id="10252" name="Text Box 61"/>
          <p:cNvSpPr txBox="1">
            <a:spLocks noChangeArrowheads="1"/>
          </p:cNvSpPr>
          <p:nvPr/>
        </p:nvSpPr>
        <p:spPr bwMode="auto">
          <a:xfrm>
            <a:off x="7858100" y="271462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</a:t>
            </a:r>
          </a:p>
        </p:txBody>
      </p:sp>
      <p:grpSp>
        <p:nvGrpSpPr>
          <p:cNvPr id="10253" name="组合 26"/>
          <p:cNvGrpSpPr/>
          <p:nvPr/>
        </p:nvGrpSpPr>
        <p:grpSpPr bwMode="auto">
          <a:xfrm>
            <a:off x="2693083" y="1315596"/>
            <a:ext cx="3531684" cy="1208971"/>
            <a:chOff x="3035300" y="986542"/>
            <a:chExt cx="3194756" cy="1208971"/>
          </a:xfrm>
        </p:grpSpPr>
        <p:graphicFrame>
          <p:nvGraphicFramePr>
            <p:cNvPr id="10278" name="Object 16"/>
            <p:cNvGraphicFramePr>
              <a:graphicFrameLocks noChangeAspect="1"/>
            </p:cNvGraphicFramePr>
            <p:nvPr/>
          </p:nvGraphicFramePr>
          <p:xfrm>
            <a:off x="3035300" y="1344613"/>
            <a:ext cx="927100" cy="850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633095" imgH="580390" progId="Equation.3">
                    <p:embed/>
                  </p:oleObj>
                </mc:Choice>
                <mc:Fallback>
                  <p:oleObj name="Equation" r:id="rId11" imgW="633095" imgH="58039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5300" y="1344613"/>
                          <a:ext cx="927100" cy="850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9" name="Object 49"/>
            <p:cNvGraphicFramePr>
              <a:graphicFrameLocks noChangeAspect="1"/>
            </p:cNvGraphicFramePr>
            <p:nvPr/>
          </p:nvGraphicFramePr>
          <p:xfrm>
            <a:off x="4008438" y="1341438"/>
            <a:ext cx="914400" cy="850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624205" imgH="580390" progId="Equation.3">
                    <p:embed/>
                  </p:oleObj>
                </mc:Choice>
                <mc:Fallback>
                  <p:oleObj name="Equation" r:id="rId13" imgW="624205" imgH="58039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8438" y="1341438"/>
                          <a:ext cx="914400" cy="850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0" name="Object 50"/>
            <p:cNvGraphicFramePr>
              <a:graphicFrameLocks noChangeAspect="1"/>
            </p:cNvGraphicFramePr>
            <p:nvPr/>
          </p:nvGraphicFramePr>
          <p:xfrm>
            <a:off x="4888442" y="986542"/>
            <a:ext cx="1341614" cy="12057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5240000" imgH="13716000" progId="Equation.DSMT4">
                    <p:embed/>
                  </p:oleObj>
                </mc:Choice>
                <mc:Fallback>
                  <p:oleObj name="Equation" r:id="rId15" imgW="15240000" imgH="1371600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8442" y="986542"/>
                          <a:ext cx="1341614" cy="12057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54" name="组合 31"/>
          <p:cNvGrpSpPr/>
          <p:nvPr/>
        </p:nvGrpSpPr>
        <p:grpSpPr bwMode="auto">
          <a:xfrm>
            <a:off x="7423125" y="1628801"/>
            <a:ext cx="3768441" cy="862892"/>
            <a:chOff x="3065463" y="2376514"/>
            <a:chExt cx="2883374" cy="862892"/>
          </a:xfrm>
        </p:grpSpPr>
        <p:graphicFrame>
          <p:nvGraphicFramePr>
            <p:cNvPr id="10276" name="Object 19"/>
            <p:cNvGraphicFramePr>
              <a:graphicFrameLocks noChangeAspect="1"/>
            </p:cNvGraphicFramePr>
            <p:nvPr/>
          </p:nvGraphicFramePr>
          <p:xfrm>
            <a:off x="3065463" y="2665414"/>
            <a:ext cx="908050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580390" imgH="263525" progId="Equation.3">
                    <p:embed/>
                  </p:oleObj>
                </mc:Choice>
                <mc:Fallback>
                  <p:oleObj name="Equation" r:id="rId17" imgW="580390" imgH="26352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5463" y="2665414"/>
                          <a:ext cx="908050" cy="422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7" name="Object 60"/>
            <p:cNvGraphicFramePr>
              <a:graphicFrameLocks noChangeAspect="1"/>
            </p:cNvGraphicFramePr>
            <p:nvPr/>
          </p:nvGraphicFramePr>
          <p:xfrm>
            <a:off x="3981197" y="2376514"/>
            <a:ext cx="1967640" cy="8628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5298400" imgH="9448800" progId="Equation.DSMT4">
                    <p:embed/>
                  </p:oleObj>
                </mc:Choice>
                <mc:Fallback>
                  <p:oleObj name="Equation" r:id="rId19" imgW="25298400" imgH="94488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1197" y="2376514"/>
                          <a:ext cx="1967640" cy="8628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55" name="组合 34"/>
          <p:cNvGrpSpPr/>
          <p:nvPr/>
        </p:nvGrpSpPr>
        <p:grpSpPr bwMode="auto">
          <a:xfrm>
            <a:off x="2639434" y="2675600"/>
            <a:ext cx="3441508" cy="1506799"/>
            <a:chOff x="3000376" y="2819139"/>
            <a:chExt cx="3441507" cy="1506799"/>
          </a:xfrm>
        </p:grpSpPr>
        <p:graphicFrame>
          <p:nvGraphicFramePr>
            <p:cNvPr id="10273" name="Object 16"/>
            <p:cNvGraphicFramePr>
              <a:graphicFrameLocks noChangeAspect="1"/>
            </p:cNvGraphicFramePr>
            <p:nvPr/>
          </p:nvGraphicFramePr>
          <p:xfrm>
            <a:off x="3000376" y="3284538"/>
            <a:ext cx="804863" cy="1041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01930" imgH="263525" progId="Equation.3">
                    <p:embed/>
                  </p:oleObj>
                </mc:Choice>
                <mc:Fallback>
                  <p:oleObj name="公式" r:id="rId21" imgW="201930" imgH="26352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0376" y="3284538"/>
                          <a:ext cx="804863" cy="1041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4" name="Object 49"/>
            <p:cNvGraphicFramePr>
              <a:graphicFrameLocks noChangeAspect="1"/>
            </p:cNvGraphicFramePr>
            <p:nvPr/>
          </p:nvGraphicFramePr>
          <p:xfrm>
            <a:off x="3792539" y="3357564"/>
            <a:ext cx="1012825" cy="922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290195" imgH="263525" progId="Equation.3">
                    <p:embed/>
                  </p:oleObj>
                </mc:Choice>
                <mc:Fallback>
                  <p:oleObj name="公式" r:id="rId23" imgW="290195" imgH="263525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539" y="3357564"/>
                          <a:ext cx="1012825" cy="922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5" name="Object 50"/>
            <p:cNvGraphicFramePr>
              <a:graphicFrameLocks noChangeAspect="1"/>
            </p:cNvGraphicFramePr>
            <p:nvPr/>
          </p:nvGraphicFramePr>
          <p:xfrm>
            <a:off x="4781212" y="2819139"/>
            <a:ext cx="1660671" cy="1500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5240000" imgH="13716000" progId="Equation.DSMT4">
                    <p:embed/>
                  </p:oleObj>
                </mc:Choice>
                <mc:Fallback>
                  <p:oleObj name="Equation" r:id="rId25" imgW="15240000" imgH="1371600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1212" y="2819139"/>
                          <a:ext cx="1660671" cy="1500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56" name="组合 38"/>
          <p:cNvGrpSpPr/>
          <p:nvPr/>
        </p:nvGrpSpPr>
        <p:grpSpPr bwMode="auto">
          <a:xfrm>
            <a:off x="7285013" y="3011488"/>
            <a:ext cx="4641874" cy="1041272"/>
            <a:chOff x="2855913" y="4179888"/>
            <a:chExt cx="4641874" cy="1041272"/>
          </a:xfrm>
        </p:grpSpPr>
        <p:graphicFrame>
          <p:nvGraphicFramePr>
            <p:cNvPr id="10271" name="Object 19"/>
            <p:cNvGraphicFramePr>
              <a:graphicFrameLocks noChangeAspect="1"/>
            </p:cNvGraphicFramePr>
            <p:nvPr/>
          </p:nvGraphicFramePr>
          <p:xfrm>
            <a:off x="2855913" y="4508501"/>
            <a:ext cx="1903412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505460" imgH="132080" progId="Equation.3">
                    <p:embed/>
                  </p:oleObj>
                </mc:Choice>
                <mc:Fallback>
                  <p:oleObj name="公式" r:id="rId27" imgW="505460" imgH="1320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5913" y="4508501"/>
                          <a:ext cx="1903412" cy="517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2" name="Object 60"/>
            <p:cNvGraphicFramePr>
              <a:graphicFrameLocks noChangeAspect="1"/>
            </p:cNvGraphicFramePr>
            <p:nvPr/>
          </p:nvGraphicFramePr>
          <p:xfrm>
            <a:off x="4759325" y="4179888"/>
            <a:ext cx="2738462" cy="1041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25298400" imgH="9448800" progId="Equation.DSMT4">
                    <p:embed/>
                  </p:oleObj>
                </mc:Choice>
                <mc:Fallback>
                  <p:oleObj name="Equation" r:id="rId29" imgW="25298400" imgH="94488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9325" y="4179888"/>
                          <a:ext cx="2738462" cy="1041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Group 84"/>
          <p:cNvGrpSpPr/>
          <p:nvPr/>
        </p:nvGrpSpPr>
        <p:grpSpPr bwMode="auto">
          <a:xfrm>
            <a:off x="49213" y="3527425"/>
            <a:ext cx="1828800" cy="2819400"/>
            <a:chOff x="4224" y="912"/>
            <a:chExt cx="1152" cy="1776"/>
          </a:xfrm>
        </p:grpSpPr>
        <p:graphicFrame>
          <p:nvGraphicFramePr>
            <p:cNvPr id="10266" name="Object 85"/>
            <p:cNvGraphicFramePr>
              <a:graphicFrameLocks noChangeAspect="1"/>
            </p:cNvGraphicFramePr>
            <p:nvPr/>
          </p:nvGraphicFramePr>
          <p:xfrm>
            <a:off x="4360" y="1024"/>
            <a:ext cx="962" cy="1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像" r:id="rId31" imgW="1318260" imgH="2103120" progId="Paint.Picture">
                    <p:embed/>
                  </p:oleObj>
                </mc:Choice>
                <mc:Fallback>
                  <p:oleObj name="BMP 图像" r:id="rId31" imgW="1318260" imgH="2103120" progId="Paint.Picture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0" y="1024"/>
                          <a:ext cx="962" cy="1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7" name="Object 86"/>
            <p:cNvGraphicFramePr>
              <a:graphicFrameLocks noChangeAspect="1"/>
            </p:cNvGraphicFramePr>
            <p:nvPr/>
          </p:nvGraphicFramePr>
          <p:xfrm>
            <a:off x="4803" y="912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136525" imgH="136525" progId="Equation.3">
                    <p:embed/>
                  </p:oleObj>
                </mc:Choice>
                <mc:Fallback>
                  <p:oleObj name="Equation" r:id="rId33" imgW="136525" imgH="136525" progId="Equation.3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3" y="912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8" name="Object 87"/>
            <p:cNvGraphicFramePr>
              <a:graphicFrameLocks noChangeAspect="1"/>
            </p:cNvGraphicFramePr>
            <p:nvPr/>
          </p:nvGraphicFramePr>
          <p:xfrm>
            <a:off x="5224" y="248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158115" imgH="210820" progId="Equation.3">
                    <p:embed/>
                  </p:oleObj>
                </mc:Choice>
                <mc:Fallback>
                  <p:oleObj name="Equation" r:id="rId35" imgW="158115" imgH="210820" progId="Equation.3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4" y="248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9" name="Object 88"/>
            <p:cNvGraphicFramePr>
              <a:graphicFrameLocks noChangeAspect="1"/>
            </p:cNvGraphicFramePr>
            <p:nvPr/>
          </p:nvGraphicFramePr>
          <p:xfrm>
            <a:off x="4224" y="249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149225" imgH="158115" progId="Equation.3">
                    <p:embed/>
                  </p:oleObj>
                </mc:Choice>
                <mc:Fallback>
                  <p:oleObj name="Equation" r:id="rId37" imgW="149225" imgH="158115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49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0" name="Object 89"/>
            <p:cNvGraphicFramePr>
              <a:graphicFrameLocks noChangeAspect="1"/>
            </p:cNvGraphicFramePr>
            <p:nvPr/>
          </p:nvGraphicFramePr>
          <p:xfrm>
            <a:off x="4723" y="2249"/>
            <a:ext cx="13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136525" imgH="158115" progId="Equation.3">
                    <p:embed/>
                  </p:oleObj>
                </mc:Choice>
                <mc:Fallback>
                  <p:oleObj name="Equation" r:id="rId39" imgW="136525" imgH="158115" progId="Equation.3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3" y="2249"/>
                          <a:ext cx="136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916088" y="187960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6734150" y="182086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906563" y="337185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713513" y="337820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Rectangle 2"/>
          <p:cNvSpPr txBox="1">
            <a:spLocks noChangeArrowheads="1"/>
          </p:cNvSpPr>
          <p:nvPr/>
        </p:nvSpPr>
        <p:spPr>
          <a:xfrm>
            <a:off x="161900" y="219075"/>
            <a:ext cx="8382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>
                <a:ea typeface="楷体_GB2312" pitchFamily="49" charset="-122"/>
              </a:rPr>
              <a:t>例</a:t>
            </a:r>
            <a:r>
              <a:rPr lang="en-US" altLang="zh-CN" sz="2800" b="1" kern="0">
                <a:ea typeface="楷体_GB2312" pitchFamily="49" charset="-122"/>
              </a:rPr>
              <a:t>1.</a:t>
            </a:r>
          </a:p>
        </p:txBody>
      </p:sp>
      <p:sp>
        <p:nvSpPr>
          <p:cNvPr id="10248" name="Text Box 4"/>
          <p:cNvSpPr txBox="1">
            <a:spLocks noChangeArrowheads="1"/>
          </p:cNvSpPr>
          <p:nvPr/>
        </p:nvSpPr>
        <p:spPr bwMode="auto">
          <a:xfrm>
            <a:off x="998513" y="295275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求圆柱螺旋线                                                          </a:t>
            </a:r>
          </a:p>
        </p:txBody>
      </p:sp>
      <p:graphicFrame>
        <p:nvGraphicFramePr>
          <p:cNvPr id="10249" name="Object 5"/>
          <p:cNvGraphicFramePr>
            <a:graphicFrameLocks noChangeAspect="1"/>
          </p:cNvGraphicFramePr>
          <p:nvPr/>
        </p:nvGraphicFramePr>
        <p:xfrm>
          <a:off x="3287688" y="371475"/>
          <a:ext cx="46085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82620" imgH="267970" progId="Equation.3">
                  <p:embed/>
                </p:oleObj>
              </mc:Choice>
              <mc:Fallback>
                <p:oleObj name="Equation" r:id="rId7" imgW="3182620" imgH="26797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371475"/>
                        <a:ext cx="46085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/>
        </p:nvGraphicFramePr>
        <p:xfrm>
          <a:off x="8397850" y="56255"/>
          <a:ext cx="924321" cy="935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448800" imgH="9448800" progId="Equation.DSMT4">
                  <p:embed/>
                </p:oleObj>
              </mc:Choice>
              <mc:Fallback>
                <p:oleObj name="Equation" r:id="rId9" imgW="9448800" imgH="9448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50" y="56255"/>
                        <a:ext cx="924321" cy="935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963588" y="901700"/>
            <a:ext cx="571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对应点处的法平面方程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sp>
        <p:nvSpPr>
          <p:cNvPr id="10252" name="Text Box 61"/>
          <p:cNvSpPr txBox="1">
            <a:spLocks noChangeArrowheads="1"/>
          </p:cNvSpPr>
          <p:nvPr/>
        </p:nvSpPr>
        <p:spPr bwMode="auto">
          <a:xfrm>
            <a:off x="7858100" y="271462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</a:t>
            </a:r>
          </a:p>
        </p:txBody>
      </p:sp>
      <p:grpSp>
        <p:nvGrpSpPr>
          <p:cNvPr id="10253" name="组合 26"/>
          <p:cNvGrpSpPr/>
          <p:nvPr/>
        </p:nvGrpSpPr>
        <p:grpSpPr bwMode="auto">
          <a:xfrm>
            <a:off x="2693083" y="1315596"/>
            <a:ext cx="3531684" cy="1208971"/>
            <a:chOff x="3035300" y="986542"/>
            <a:chExt cx="3194756" cy="1208971"/>
          </a:xfrm>
        </p:grpSpPr>
        <p:graphicFrame>
          <p:nvGraphicFramePr>
            <p:cNvPr id="10278" name="Object 16"/>
            <p:cNvGraphicFramePr>
              <a:graphicFrameLocks noChangeAspect="1"/>
            </p:cNvGraphicFramePr>
            <p:nvPr/>
          </p:nvGraphicFramePr>
          <p:xfrm>
            <a:off x="3035300" y="1344613"/>
            <a:ext cx="927100" cy="850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633095" imgH="580390" progId="Equation.3">
                    <p:embed/>
                  </p:oleObj>
                </mc:Choice>
                <mc:Fallback>
                  <p:oleObj name="Equation" r:id="rId11" imgW="633095" imgH="58039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5300" y="1344613"/>
                          <a:ext cx="927100" cy="850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9" name="Object 49"/>
            <p:cNvGraphicFramePr>
              <a:graphicFrameLocks noChangeAspect="1"/>
            </p:cNvGraphicFramePr>
            <p:nvPr/>
          </p:nvGraphicFramePr>
          <p:xfrm>
            <a:off x="4008438" y="1341438"/>
            <a:ext cx="914400" cy="850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624205" imgH="580390" progId="Equation.3">
                    <p:embed/>
                  </p:oleObj>
                </mc:Choice>
                <mc:Fallback>
                  <p:oleObj name="Equation" r:id="rId11" imgW="624205" imgH="58039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8438" y="1341438"/>
                          <a:ext cx="914400" cy="850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0" name="Object 50"/>
            <p:cNvGraphicFramePr>
              <a:graphicFrameLocks noChangeAspect="1"/>
            </p:cNvGraphicFramePr>
            <p:nvPr/>
          </p:nvGraphicFramePr>
          <p:xfrm>
            <a:off x="4888442" y="986542"/>
            <a:ext cx="1341614" cy="12057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40000" imgH="13716000" progId="Equation.DSMT4">
                    <p:embed/>
                  </p:oleObj>
                </mc:Choice>
                <mc:Fallback>
                  <p:oleObj name="Equation" r:id="rId9" imgW="15240000" imgH="1371600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8442" y="986542"/>
                          <a:ext cx="1341614" cy="12057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54" name="组合 31"/>
          <p:cNvGrpSpPr/>
          <p:nvPr/>
        </p:nvGrpSpPr>
        <p:grpSpPr bwMode="auto">
          <a:xfrm>
            <a:off x="7423125" y="1628801"/>
            <a:ext cx="3768441" cy="862892"/>
            <a:chOff x="3065463" y="2376514"/>
            <a:chExt cx="2883374" cy="862892"/>
          </a:xfrm>
        </p:grpSpPr>
        <p:graphicFrame>
          <p:nvGraphicFramePr>
            <p:cNvPr id="10276" name="Object 19"/>
            <p:cNvGraphicFramePr>
              <a:graphicFrameLocks noChangeAspect="1"/>
            </p:cNvGraphicFramePr>
            <p:nvPr/>
          </p:nvGraphicFramePr>
          <p:xfrm>
            <a:off x="3065463" y="2665414"/>
            <a:ext cx="908050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580390" imgH="263525" progId="Equation.3">
                    <p:embed/>
                  </p:oleObj>
                </mc:Choice>
                <mc:Fallback>
                  <p:oleObj name="Equation" r:id="rId15" imgW="580390" imgH="26352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5463" y="2665414"/>
                          <a:ext cx="908050" cy="422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7" name="Object 60"/>
            <p:cNvGraphicFramePr>
              <a:graphicFrameLocks noChangeAspect="1"/>
            </p:cNvGraphicFramePr>
            <p:nvPr/>
          </p:nvGraphicFramePr>
          <p:xfrm>
            <a:off x="3981197" y="2376514"/>
            <a:ext cx="1967640" cy="8628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5298400" imgH="9448800" progId="Equation.DSMT4">
                    <p:embed/>
                  </p:oleObj>
                </mc:Choice>
                <mc:Fallback>
                  <p:oleObj name="Equation" r:id="rId9" imgW="25298400" imgH="94488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1197" y="2376514"/>
                          <a:ext cx="1967640" cy="8628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55" name="组合 34"/>
          <p:cNvGrpSpPr/>
          <p:nvPr/>
        </p:nvGrpSpPr>
        <p:grpSpPr bwMode="auto">
          <a:xfrm>
            <a:off x="2639434" y="2675600"/>
            <a:ext cx="3441508" cy="1506799"/>
            <a:chOff x="3000376" y="2819139"/>
            <a:chExt cx="3441507" cy="1506799"/>
          </a:xfrm>
        </p:grpSpPr>
        <p:graphicFrame>
          <p:nvGraphicFramePr>
            <p:cNvPr id="10273" name="Object 16"/>
            <p:cNvGraphicFramePr>
              <a:graphicFrameLocks noChangeAspect="1"/>
            </p:cNvGraphicFramePr>
            <p:nvPr/>
          </p:nvGraphicFramePr>
          <p:xfrm>
            <a:off x="3000376" y="3284538"/>
            <a:ext cx="804863" cy="1041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01930" imgH="263525" progId="Equation.3">
                    <p:embed/>
                  </p:oleObj>
                </mc:Choice>
                <mc:Fallback>
                  <p:oleObj name="公式" r:id="rId9" imgW="201930" imgH="26352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0376" y="3284538"/>
                          <a:ext cx="804863" cy="1041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4" name="Object 49"/>
            <p:cNvGraphicFramePr>
              <a:graphicFrameLocks noChangeAspect="1"/>
            </p:cNvGraphicFramePr>
            <p:nvPr/>
          </p:nvGraphicFramePr>
          <p:xfrm>
            <a:off x="3792539" y="3357564"/>
            <a:ext cx="1012825" cy="922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90195" imgH="263525" progId="Equation.3">
                    <p:embed/>
                  </p:oleObj>
                </mc:Choice>
                <mc:Fallback>
                  <p:oleObj name="公式" r:id="rId9" imgW="290195" imgH="263525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539" y="3357564"/>
                          <a:ext cx="1012825" cy="922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5" name="Object 50"/>
            <p:cNvGraphicFramePr>
              <a:graphicFrameLocks noChangeAspect="1"/>
            </p:cNvGraphicFramePr>
            <p:nvPr/>
          </p:nvGraphicFramePr>
          <p:xfrm>
            <a:off x="4781212" y="2819139"/>
            <a:ext cx="1660671" cy="1500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40000" imgH="13716000" progId="Equation.DSMT4">
                    <p:embed/>
                  </p:oleObj>
                </mc:Choice>
                <mc:Fallback>
                  <p:oleObj name="Equation" r:id="rId9" imgW="15240000" imgH="1371600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1212" y="2819139"/>
                          <a:ext cx="1660671" cy="1500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56" name="组合 38"/>
          <p:cNvGrpSpPr/>
          <p:nvPr/>
        </p:nvGrpSpPr>
        <p:grpSpPr bwMode="auto">
          <a:xfrm>
            <a:off x="7285013" y="3011488"/>
            <a:ext cx="4641874" cy="1041272"/>
            <a:chOff x="2855913" y="4179888"/>
            <a:chExt cx="4641874" cy="1041272"/>
          </a:xfrm>
        </p:grpSpPr>
        <p:graphicFrame>
          <p:nvGraphicFramePr>
            <p:cNvPr id="10271" name="Object 19"/>
            <p:cNvGraphicFramePr>
              <a:graphicFrameLocks noChangeAspect="1"/>
            </p:cNvGraphicFramePr>
            <p:nvPr/>
          </p:nvGraphicFramePr>
          <p:xfrm>
            <a:off x="2855913" y="4508501"/>
            <a:ext cx="1903412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505460" imgH="132080" progId="Equation.3">
                    <p:embed/>
                  </p:oleObj>
                </mc:Choice>
                <mc:Fallback>
                  <p:oleObj name="公式" r:id="rId9" imgW="505460" imgH="1320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5913" y="4508501"/>
                          <a:ext cx="1903412" cy="517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2" name="Object 60"/>
            <p:cNvGraphicFramePr>
              <a:graphicFrameLocks noChangeAspect="1"/>
            </p:cNvGraphicFramePr>
            <p:nvPr/>
          </p:nvGraphicFramePr>
          <p:xfrm>
            <a:off x="4759325" y="4179888"/>
            <a:ext cx="2738462" cy="1041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5298400" imgH="9448800" progId="Equation.DSMT4">
                    <p:embed/>
                  </p:oleObj>
                </mc:Choice>
                <mc:Fallback>
                  <p:oleObj name="Equation" r:id="rId9" imgW="25298400" imgH="94488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9325" y="4179888"/>
                          <a:ext cx="2738462" cy="1041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Group 84"/>
          <p:cNvGrpSpPr/>
          <p:nvPr/>
        </p:nvGrpSpPr>
        <p:grpSpPr bwMode="auto">
          <a:xfrm>
            <a:off x="49213" y="3527425"/>
            <a:ext cx="1828800" cy="2819400"/>
            <a:chOff x="4224" y="912"/>
            <a:chExt cx="1152" cy="1776"/>
          </a:xfrm>
        </p:grpSpPr>
        <p:graphicFrame>
          <p:nvGraphicFramePr>
            <p:cNvPr id="10266" name="Object 85"/>
            <p:cNvGraphicFramePr>
              <a:graphicFrameLocks noChangeAspect="1"/>
            </p:cNvGraphicFramePr>
            <p:nvPr/>
          </p:nvGraphicFramePr>
          <p:xfrm>
            <a:off x="4360" y="1024"/>
            <a:ext cx="962" cy="1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像" r:id="rId23" imgW="1318260" imgH="2103120" progId="Paint.Picture">
                    <p:embed/>
                  </p:oleObj>
                </mc:Choice>
                <mc:Fallback>
                  <p:oleObj name="BMP 图像" r:id="rId23" imgW="1318260" imgH="2103120" progId="Paint.Picture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0" y="1024"/>
                          <a:ext cx="962" cy="1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7" name="Object 86"/>
            <p:cNvGraphicFramePr>
              <a:graphicFrameLocks noChangeAspect="1"/>
            </p:cNvGraphicFramePr>
            <p:nvPr/>
          </p:nvGraphicFramePr>
          <p:xfrm>
            <a:off x="4803" y="912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6525" imgH="136525" progId="Equation.3">
                    <p:embed/>
                  </p:oleObj>
                </mc:Choice>
                <mc:Fallback>
                  <p:oleObj name="Equation" r:id="rId11" imgW="136525" imgH="136525" progId="Equation.3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3" y="912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8" name="Object 87"/>
            <p:cNvGraphicFramePr>
              <a:graphicFrameLocks noChangeAspect="1"/>
            </p:cNvGraphicFramePr>
            <p:nvPr/>
          </p:nvGraphicFramePr>
          <p:xfrm>
            <a:off x="5224" y="248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8115" imgH="210820" progId="Equation.3">
                    <p:embed/>
                  </p:oleObj>
                </mc:Choice>
                <mc:Fallback>
                  <p:oleObj name="Equation" r:id="rId11" imgW="158115" imgH="210820" progId="Equation.3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4" y="248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9" name="Object 88"/>
            <p:cNvGraphicFramePr>
              <a:graphicFrameLocks noChangeAspect="1"/>
            </p:cNvGraphicFramePr>
            <p:nvPr/>
          </p:nvGraphicFramePr>
          <p:xfrm>
            <a:off x="4224" y="249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49225" imgH="158115" progId="Equation.3">
                    <p:embed/>
                  </p:oleObj>
                </mc:Choice>
                <mc:Fallback>
                  <p:oleObj name="Equation" r:id="rId11" imgW="149225" imgH="158115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49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0" name="Object 89"/>
            <p:cNvGraphicFramePr>
              <a:graphicFrameLocks noChangeAspect="1"/>
            </p:cNvGraphicFramePr>
            <p:nvPr/>
          </p:nvGraphicFramePr>
          <p:xfrm>
            <a:off x="4723" y="2249"/>
            <a:ext cx="13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6525" imgH="158115" progId="Equation.3">
                    <p:embed/>
                  </p:oleObj>
                </mc:Choice>
                <mc:Fallback>
                  <p:oleObj name="Equation" r:id="rId11" imgW="136525" imgH="158115" progId="Equation.3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3" y="2249"/>
                          <a:ext cx="136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4"/>
          <p:cNvGrpSpPr/>
          <p:nvPr/>
        </p:nvGrpSpPr>
        <p:grpSpPr bwMode="auto">
          <a:xfrm>
            <a:off x="8183563" y="2852738"/>
            <a:ext cx="1828800" cy="2819400"/>
            <a:chOff x="4224" y="912"/>
            <a:chExt cx="1152" cy="1776"/>
          </a:xfrm>
        </p:grpSpPr>
        <p:graphicFrame>
          <p:nvGraphicFramePr>
            <p:cNvPr id="12321" name="Object 85"/>
            <p:cNvGraphicFramePr>
              <a:graphicFrameLocks noChangeAspect="1"/>
            </p:cNvGraphicFramePr>
            <p:nvPr/>
          </p:nvGraphicFramePr>
          <p:xfrm>
            <a:off x="4360" y="1024"/>
            <a:ext cx="962" cy="1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像" r:id="rId3" imgW="1318260" imgH="2103120" progId="Paint.Picture">
                    <p:embed/>
                  </p:oleObj>
                </mc:Choice>
                <mc:Fallback>
                  <p:oleObj name="BMP 图像" r:id="rId3" imgW="1318260" imgH="2103120" progId="Paint.Picture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0" y="1024"/>
                          <a:ext cx="962" cy="1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2" name="Object 86"/>
            <p:cNvGraphicFramePr>
              <a:graphicFrameLocks noChangeAspect="1"/>
            </p:cNvGraphicFramePr>
            <p:nvPr/>
          </p:nvGraphicFramePr>
          <p:xfrm>
            <a:off x="4803" y="912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36525" imgH="136525" progId="Equation.3">
                    <p:embed/>
                  </p:oleObj>
                </mc:Choice>
                <mc:Fallback>
                  <p:oleObj name="Equation" r:id="rId5" imgW="136525" imgH="136525" progId="Equation.3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3" y="912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3" name="Object 87"/>
            <p:cNvGraphicFramePr>
              <a:graphicFrameLocks noChangeAspect="1"/>
            </p:cNvGraphicFramePr>
            <p:nvPr/>
          </p:nvGraphicFramePr>
          <p:xfrm>
            <a:off x="5224" y="248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8115" imgH="210820" progId="Equation.3">
                    <p:embed/>
                  </p:oleObj>
                </mc:Choice>
                <mc:Fallback>
                  <p:oleObj name="Equation" r:id="rId5" imgW="158115" imgH="210820" progId="Equation.3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4" y="248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4" name="Object 88"/>
            <p:cNvGraphicFramePr>
              <a:graphicFrameLocks noChangeAspect="1"/>
            </p:cNvGraphicFramePr>
            <p:nvPr/>
          </p:nvGraphicFramePr>
          <p:xfrm>
            <a:off x="4224" y="249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49225" imgH="158115" progId="Equation.3">
                    <p:embed/>
                  </p:oleObj>
                </mc:Choice>
                <mc:Fallback>
                  <p:oleObj name="Equation" r:id="rId5" imgW="149225" imgH="158115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49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5" name="Object 89"/>
            <p:cNvGraphicFramePr>
              <a:graphicFrameLocks noChangeAspect="1"/>
            </p:cNvGraphicFramePr>
            <p:nvPr/>
          </p:nvGraphicFramePr>
          <p:xfrm>
            <a:off x="4723" y="2249"/>
            <a:ext cx="13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36525" imgH="158115" progId="Equation.3">
                    <p:embed/>
                  </p:oleObj>
                </mc:Choice>
                <mc:Fallback>
                  <p:oleObj name="Equation" r:id="rId5" imgW="136525" imgH="158115" progId="Equation.3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3" y="2249"/>
                          <a:ext cx="136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338" y="142875"/>
            <a:ext cx="838200" cy="609600"/>
          </a:xfrm>
        </p:spPr>
        <p:txBody>
          <a:bodyPr/>
          <a:lstStyle/>
          <a:p>
            <a:pPr eaLnBrk="1" hangingPunct="1"/>
            <a:r>
              <a:rPr lang="zh-CN" altLang="en-US" sz="2800" b="1">
                <a:ea typeface="楷体_GB2312"/>
                <a:cs typeface="楷体_GB2312"/>
              </a:rPr>
              <a:t>例</a:t>
            </a:r>
            <a:r>
              <a:rPr lang="en-US" altLang="zh-CN" sz="2800" b="1">
                <a:ea typeface="楷体_GB2312"/>
                <a:cs typeface="楷体_GB2312"/>
              </a:rPr>
              <a:t>1.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996950" y="219075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求圆柱螺旋线                                                          </a:t>
            </a: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3286125" y="295275"/>
          <a:ext cx="4608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82620" imgH="267970" progId="Equation.3">
                  <p:embed/>
                </p:oleObj>
              </mc:Choice>
              <mc:Fallback>
                <p:oleObj name="Equation" r:id="rId10" imgW="3182620" imgH="26797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295275"/>
                        <a:ext cx="46085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8455025" y="142875"/>
          <a:ext cx="863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84835" imgH="347345" progId="Equation.3">
                  <p:embed/>
                </p:oleObj>
              </mc:Choice>
              <mc:Fallback>
                <p:oleObj name="Equation" r:id="rId12" imgW="584835" imgH="34734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5025" y="142875"/>
                        <a:ext cx="863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1028700" y="766763"/>
            <a:ext cx="571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对应点处的切线方程和法平面方程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graphicFrame>
        <p:nvGraphicFramePr>
          <p:cNvPr id="6157" name="Object 13"/>
          <p:cNvGraphicFramePr>
            <a:graphicFrameLocks noChangeAspect="1"/>
          </p:cNvGraphicFramePr>
          <p:nvPr/>
        </p:nvGraphicFramePr>
        <p:xfrm>
          <a:off x="6683375" y="1387475"/>
          <a:ext cx="1663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38555" imgH="347345" progId="Equation.3">
                  <p:embed/>
                </p:oleObj>
              </mc:Choice>
              <mc:Fallback>
                <p:oleObj name="Equation" r:id="rId14" imgW="1138555" imgH="34734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1387475"/>
                        <a:ext cx="1663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Text Box 15"/>
          <p:cNvSpPr txBox="1">
            <a:spLocks noChangeArrowheads="1"/>
          </p:cNvSpPr>
          <p:nvPr/>
        </p:nvSpPr>
        <p:spPr bwMode="auto">
          <a:xfrm>
            <a:off x="1103313" y="2816225"/>
            <a:ext cx="1673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切线方程</a:t>
            </a:r>
          </a:p>
        </p:txBody>
      </p:sp>
      <p:graphicFrame>
        <p:nvGraphicFramePr>
          <p:cNvPr id="6160" name="Object 16"/>
          <p:cNvGraphicFramePr>
            <a:graphicFrameLocks noChangeAspect="1"/>
          </p:cNvGraphicFramePr>
          <p:nvPr/>
        </p:nvGraphicFramePr>
        <p:xfrm>
          <a:off x="3105150" y="2719388"/>
          <a:ext cx="927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3095" imgH="580390" progId="Equation.3">
                  <p:embed/>
                </p:oleObj>
              </mc:Choice>
              <mc:Fallback>
                <p:oleObj name="Equation" r:id="rId5" imgW="633095" imgH="58039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2719388"/>
                        <a:ext cx="927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2" name="Text Box 18"/>
          <p:cNvSpPr txBox="1">
            <a:spLocks noChangeArrowheads="1"/>
          </p:cNvSpPr>
          <p:nvPr/>
        </p:nvSpPr>
        <p:spPr bwMode="auto">
          <a:xfrm>
            <a:off x="1127125" y="4875213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法平面方程</a:t>
            </a:r>
          </a:p>
        </p:txBody>
      </p:sp>
      <p:graphicFrame>
        <p:nvGraphicFramePr>
          <p:cNvPr id="6163" name="Object 19"/>
          <p:cNvGraphicFramePr>
            <a:graphicFrameLocks noChangeAspect="1"/>
          </p:cNvGraphicFramePr>
          <p:nvPr/>
        </p:nvGraphicFramePr>
        <p:xfrm>
          <a:off x="3098800" y="4979988"/>
          <a:ext cx="9080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80390" imgH="263525" progId="Equation.3">
                  <p:embed/>
                </p:oleObj>
              </mc:Choice>
              <mc:Fallback>
                <p:oleObj name="Equation" r:id="rId17" imgW="580390" imgH="26352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4979988"/>
                        <a:ext cx="9080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5" name="Object 21"/>
          <p:cNvGraphicFramePr>
            <a:graphicFrameLocks noChangeAspect="1"/>
          </p:cNvGraphicFramePr>
          <p:nvPr/>
        </p:nvGraphicFramePr>
        <p:xfrm>
          <a:off x="2965450" y="5484813"/>
          <a:ext cx="27670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03730" imgH="395605" progId="Equation.3">
                  <p:embed/>
                </p:oleObj>
              </mc:Choice>
              <mc:Fallback>
                <p:oleObj name="Equation" r:id="rId19" imgW="1903730" imgH="39560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5484813"/>
                        <a:ext cx="27670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6" name="Text Box 22"/>
          <p:cNvSpPr txBox="1">
            <a:spLocks noChangeArrowheads="1"/>
          </p:cNvSpPr>
          <p:nvPr/>
        </p:nvSpPr>
        <p:spPr bwMode="auto">
          <a:xfrm>
            <a:off x="1879600" y="5573713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即</a:t>
            </a:r>
          </a:p>
        </p:txBody>
      </p:sp>
      <p:graphicFrame>
        <p:nvGraphicFramePr>
          <p:cNvPr id="6161" name="Object 17"/>
          <p:cNvGraphicFramePr>
            <a:graphicFrameLocks noChangeAspect="1"/>
          </p:cNvGraphicFramePr>
          <p:nvPr/>
        </p:nvGraphicFramePr>
        <p:xfrm>
          <a:off x="2797175" y="3732213"/>
          <a:ext cx="321151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15515" imgH="676910" progId="Equation.3">
                  <p:embed/>
                </p:oleObj>
              </mc:Choice>
              <mc:Fallback>
                <p:oleObj name="Equation" r:id="rId21" imgW="2215515" imgH="67691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3732213"/>
                        <a:ext cx="321151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7" name="Text Box 23"/>
          <p:cNvSpPr txBox="1">
            <a:spLocks noChangeArrowheads="1"/>
          </p:cNvSpPr>
          <p:nvPr/>
        </p:nvSpPr>
        <p:spPr bwMode="auto">
          <a:xfrm>
            <a:off x="1889125" y="3884613"/>
            <a:ext cx="98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即</a:t>
            </a:r>
          </a:p>
        </p:txBody>
      </p:sp>
      <p:sp>
        <p:nvSpPr>
          <p:cNvPr id="6174" name="Text Box 30"/>
          <p:cNvSpPr txBox="1">
            <a:spLocks noChangeArrowheads="1"/>
          </p:cNvSpPr>
          <p:nvPr/>
        </p:nvSpPr>
        <p:spPr bwMode="auto">
          <a:xfrm>
            <a:off x="288925" y="137477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由于</a:t>
            </a:r>
          </a:p>
        </p:txBody>
      </p:sp>
      <p:graphicFrame>
        <p:nvGraphicFramePr>
          <p:cNvPr id="6175" name="Object 31"/>
          <p:cNvGraphicFramePr>
            <a:graphicFrameLocks noChangeAspect="1"/>
          </p:cNvGraphicFramePr>
          <p:nvPr/>
        </p:nvGraphicFramePr>
        <p:xfrm>
          <a:off x="1712913" y="1476375"/>
          <a:ext cx="20177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89380" imgH="281305" progId="Equation.3">
                  <p:embed/>
                </p:oleObj>
              </mc:Choice>
              <mc:Fallback>
                <p:oleObj name="Equation" r:id="rId23" imgW="1389380" imgH="281305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913" y="1476375"/>
                        <a:ext cx="20177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6" name="Oval 42"/>
          <p:cNvSpPr>
            <a:spLocks noChangeArrowheads="1"/>
          </p:cNvSpPr>
          <p:nvPr/>
        </p:nvSpPr>
        <p:spPr bwMode="auto">
          <a:xfrm>
            <a:off x="9478963" y="4918075"/>
            <a:ext cx="53975" cy="539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solidFill>
                <a:srgbClr val="000000"/>
              </a:solidFill>
            </a:endParaRPr>
          </a:p>
        </p:txBody>
      </p:sp>
      <p:graphicFrame>
        <p:nvGraphicFramePr>
          <p:cNvPr id="6193" name="Object 49"/>
          <p:cNvGraphicFramePr>
            <a:graphicFrameLocks noChangeAspect="1"/>
          </p:cNvGraphicFramePr>
          <p:nvPr/>
        </p:nvGraphicFramePr>
        <p:xfrm>
          <a:off x="4078288" y="2716213"/>
          <a:ext cx="914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24205" imgH="580390" progId="Equation.3">
                  <p:embed/>
                </p:oleObj>
              </mc:Choice>
              <mc:Fallback>
                <p:oleObj name="Equation" r:id="rId5" imgW="624205" imgH="58039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2716213"/>
                        <a:ext cx="914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94" name="Object 50"/>
          <p:cNvGraphicFramePr>
            <a:graphicFrameLocks noChangeAspect="1"/>
          </p:cNvGraphicFramePr>
          <p:nvPr/>
        </p:nvGraphicFramePr>
        <p:xfrm>
          <a:off x="5068888" y="2606675"/>
          <a:ext cx="1371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41070" imgH="659130" progId="Equation.3">
                  <p:embed/>
                </p:oleObj>
              </mc:Choice>
              <mc:Fallback>
                <p:oleObj name="Equation" r:id="rId26" imgW="941070" imgH="65913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8888" y="2606675"/>
                        <a:ext cx="1371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95" name="Object 51"/>
          <p:cNvGraphicFramePr>
            <a:graphicFrameLocks noChangeAspect="1"/>
          </p:cNvGraphicFramePr>
          <p:nvPr/>
        </p:nvGraphicFramePr>
        <p:xfrm>
          <a:off x="3756025" y="1476375"/>
          <a:ext cx="1879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92225" imgH="281305" progId="Equation.3">
                  <p:embed/>
                </p:oleObj>
              </mc:Choice>
              <mc:Fallback>
                <p:oleObj name="Equation" r:id="rId28" imgW="1292225" imgH="281305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6025" y="1476375"/>
                        <a:ext cx="1879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96" name="Object 52"/>
          <p:cNvGraphicFramePr>
            <a:graphicFrameLocks noChangeAspect="1"/>
          </p:cNvGraphicFramePr>
          <p:nvPr/>
        </p:nvGraphicFramePr>
        <p:xfrm>
          <a:off x="5661025" y="1501775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650875" imgH="263525" progId="Equation.3">
                  <p:embed/>
                </p:oleObj>
              </mc:Choice>
              <mc:Fallback>
                <p:oleObj name="Equation" r:id="rId30" imgW="650875" imgH="263525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025" y="1501775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98" name="Object 54"/>
          <p:cNvGraphicFramePr>
            <a:graphicFrameLocks noChangeAspect="1"/>
          </p:cNvGraphicFramePr>
          <p:nvPr/>
        </p:nvGraphicFramePr>
        <p:xfrm>
          <a:off x="8189913" y="2171700"/>
          <a:ext cx="2120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455420" imgH="386715" progId="Equation.3">
                  <p:embed/>
                </p:oleObj>
              </mc:Choice>
              <mc:Fallback>
                <p:oleObj name="Equation" r:id="rId32" imgW="1455420" imgH="386715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9913" y="2171700"/>
                        <a:ext cx="21209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00" name="Freeform 56"/>
          <p:cNvSpPr/>
          <p:nvPr/>
        </p:nvSpPr>
        <p:spPr bwMode="auto">
          <a:xfrm>
            <a:off x="9631363" y="2743200"/>
            <a:ext cx="381000" cy="2209800"/>
          </a:xfrm>
          <a:custGeom>
            <a:avLst/>
            <a:gdLst>
              <a:gd name="T0" fmla="*/ 2147483646 w 336"/>
              <a:gd name="T1" fmla="*/ 0 h 1488"/>
              <a:gd name="T2" fmla="*/ 2147483646 w 336"/>
              <a:gd name="T3" fmla="*/ 2147483646 h 1488"/>
              <a:gd name="T4" fmla="*/ 0 w 336"/>
              <a:gd name="T5" fmla="*/ 2147483646 h 1488"/>
              <a:gd name="T6" fmla="*/ 0 60000 65536"/>
              <a:gd name="T7" fmla="*/ 0 60000 65536"/>
              <a:gd name="T8" fmla="*/ 0 60000 65536"/>
              <a:gd name="T9" fmla="*/ 0 w 336"/>
              <a:gd name="T10" fmla="*/ 0 h 1488"/>
              <a:gd name="T11" fmla="*/ 336 w 336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1488">
                <a:moveTo>
                  <a:pt x="288" y="0"/>
                </a:moveTo>
                <a:cubicBezTo>
                  <a:pt x="312" y="428"/>
                  <a:pt x="336" y="856"/>
                  <a:pt x="288" y="1104"/>
                </a:cubicBezTo>
                <a:cubicBezTo>
                  <a:pt x="240" y="1352"/>
                  <a:pt x="120" y="1420"/>
                  <a:pt x="0" y="14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01" name="Text Box 57"/>
          <p:cNvSpPr txBox="1">
            <a:spLocks noChangeArrowheads="1"/>
          </p:cNvSpPr>
          <p:nvPr/>
        </p:nvSpPr>
        <p:spPr bwMode="auto">
          <a:xfrm>
            <a:off x="871538" y="2054225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对应的切向量为</a:t>
            </a:r>
          </a:p>
        </p:txBody>
      </p:sp>
      <p:graphicFrame>
        <p:nvGraphicFramePr>
          <p:cNvPr id="6204" name="Object 60"/>
          <p:cNvGraphicFramePr>
            <a:graphicFrameLocks noChangeAspect="1"/>
          </p:cNvGraphicFramePr>
          <p:nvPr/>
        </p:nvGraphicFramePr>
        <p:xfrm>
          <a:off x="4014788" y="4906963"/>
          <a:ext cx="24368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679575" imgH="369570" progId="Equation.3">
                  <p:embed/>
                </p:oleObj>
              </mc:Choice>
              <mc:Fallback>
                <p:oleObj name="Equation" r:id="rId34" imgW="1679575" imgH="36957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788" y="4906963"/>
                        <a:ext cx="243681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6" name="Text Box 61"/>
          <p:cNvSpPr txBox="1">
            <a:spLocks noChangeArrowheads="1"/>
          </p:cNvSpPr>
          <p:nvPr/>
        </p:nvSpPr>
        <p:spPr bwMode="auto">
          <a:xfrm>
            <a:off x="7856538" y="1952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</a:t>
            </a:r>
          </a:p>
        </p:txBody>
      </p:sp>
      <p:grpSp>
        <p:nvGrpSpPr>
          <p:cNvPr id="22" name="Group 82"/>
          <p:cNvGrpSpPr/>
          <p:nvPr/>
        </p:nvGrpSpPr>
        <p:grpSpPr bwMode="auto">
          <a:xfrm>
            <a:off x="3538538" y="2130425"/>
            <a:ext cx="2132012" cy="457200"/>
            <a:chOff x="2976" y="1392"/>
            <a:chExt cx="1343" cy="288"/>
          </a:xfrm>
        </p:grpSpPr>
        <p:graphicFrame>
          <p:nvGraphicFramePr>
            <p:cNvPr id="12319" name="Object 14"/>
            <p:cNvGraphicFramePr>
              <a:graphicFrameLocks noChangeAspect="1"/>
            </p:cNvGraphicFramePr>
            <p:nvPr/>
          </p:nvGraphicFramePr>
          <p:xfrm>
            <a:off x="2976" y="1424"/>
            <a:ext cx="1343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468120" imgH="267970" progId="Equation.3">
                    <p:embed/>
                  </p:oleObj>
                </mc:Choice>
                <mc:Fallback>
                  <p:oleObj name="Equation" r:id="rId36" imgW="1468120" imgH="26797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424"/>
                          <a:ext cx="1343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0" name="Line 81"/>
            <p:cNvSpPr>
              <a:spLocks noChangeShapeType="1"/>
            </p:cNvSpPr>
            <p:nvPr/>
          </p:nvSpPr>
          <p:spPr bwMode="auto">
            <a:xfrm>
              <a:off x="2976" y="1392"/>
              <a:ext cx="19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27" name="Text Box 83"/>
          <p:cNvSpPr txBox="1">
            <a:spLocks noChangeArrowheads="1"/>
          </p:cNvSpPr>
          <p:nvPr/>
        </p:nvSpPr>
        <p:spPr bwMode="auto">
          <a:xfrm>
            <a:off x="5595938" y="2068513"/>
            <a:ext cx="717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故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9" grpId="0" build="p" autoUpdateAnimBg="0"/>
      <p:bldP spid="6162" grpId="0" autoUpdateAnimBg="0"/>
      <p:bldP spid="6166" grpId="0" autoUpdateAnimBg="0"/>
      <p:bldP spid="6167" grpId="0" build="p" autoUpdateAnimBg="0"/>
      <p:bldP spid="6174" grpId="0" build="p" autoUpdateAnimBg="0"/>
      <p:bldP spid="6186" grpId="0" animBg="1"/>
      <p:bldP spid="6201" grpId="0" build="p" autoUpdateAnimBg="0"/>
      <p:bldP spid="622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725" y="55563"/>
            <a:ext cx="4191000" cy="6096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chemeClr val="accent2"/>
                </a:solidFill>
                <a:ea typeface="楷体_GB2312"/>
                <a:cs typeface="楷体_GB2312"/>
              </a:rPr>
              <a:t>2. </a:t>
            </a:r>
            <a:r>
              <a:rPr lang="zh-CN" altLang="en-US" sz="2800" b="1">
                <a:solidFill>
                  <a:schemeClr val="accent2"/>
                </a:solidFill>
                <a:ea typeface="楷体_GB2312"/>
                <a:cs typeface="楷体_GB2312"/>
              </a:rPr>
              <a:t>曲线为一般式的情况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2068513" y="749300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光滑曲线</a:t>
            </a:r>
          </a:p>
        </p:txBody>
      </p:sp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3719513" y="620713"/>
          <a:ext cx="26908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1025" imgH="610870" progId="Equation.3">
                  <p:embed/>
                </p:oleObj>
              </mc:Choice>
              <mc:Fallback>
                <p:oleObj name="Equation" r:id="rId2" imgW="1851025" imgH="61087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620713"/>
                        <a:ext cx="269081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2066925" y="1685925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当</a:t>
            </a:r>
          </a:p>
        </p:txBody>
      </p:sp>
      <p:graphicFrame>
        <p:nvGraphicFramePr>
          <p:cNvPr id="63494" name="Object 6"/>
          <p:cNvGraphicFramePr>
            <a:graphicFrameLocks noChangeAspect="1"/>
          </p:cNvGraphicFramePr>
          <p:nvPr/>
        </p:nvGraphicFramePr>
        <p:xfrm>
          <a:off x="2511425" y="1598613"/>
          <a:ext cx="23733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5125" imgH="633095" progId="Equation.3">
                  <p:embed/>
                </p:oleObj>
              </mc:Choice>
              <mc:Fallback>
                <p:oleObj name="Equation" r:id="rId4" imgW="1635125" imgH="63309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1598613"/>
                        <a:ext cx="23733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5" name="Object 7"/>
          <p:cNvGraphicFramePr>
            <a:graphicFrameLocks noChangeAspect="1"/>
          </p:cNvGraphicFramePr>
          <p:nvPr/>
        </p:nvGraphicFramePr>
        <p:xfrm>
          <a:off x="7248525" y="1554163"/>
          <a:ext cx="1524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46480" imgH="606425" progId="Equation.3">
                  <p:embed/>
                </p:oleObj>
              </mc:Choice>
              <mc:Fallback>
                <p:oleObj name="Equation" r:id="rId6" imgW="1046480" imgH="60642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5" y="1554163"/>
                        <a:ext cx="1524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8"/>
          <p:cNvGraphicFramePr>
            <a:graphicFrameLocks noChangeAspect="1"/>
          </p:cNvGraphicFramePr>
          <p:nvPr/>
        </p:nvGraphicFramePr>
        <p:xfrm>
          <a:off x="3101975" y="2665413"/>
          <a:ext cx="736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1015" imgH="633095" progId="Equation.3">
                  <p:embed/>
                </p:oleObj>
              </mc:Choice>
              <mc:Fallback>
                <p:oleObj name="Equation" r:id="rId8" imgW="501015" imgH="63309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5" y="2665413"/>
                        <a:ext cx="736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" name="Text Box 9"/>
          <p:cNvSpPr txBox="1">
            <a:spLocks noChangeArrowheads="1"/>
          </p:cNvSpPr>
          <p:nvPr/>
        </p:nvSpPr>
        <p:spPr bwMode="auto">
          <a:xfrm>
            <a:off x="1762125" y="359886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曲线上一点</a:t>
            </a:r>
          </a:p>
        </p:txBody>
      </p:sp>
      <p:graphicFrame>
        <p:nvGraphicFramePr>
          <p:cNvPr id="63498" name="Object 10"/>
          <p:cNvGraphicFramePr>
            <a:graphicFrameLocks noChangeAspect="1"/>
          </p:cNvGraphicFramePr>
          <p:nvPr/>
        </p:nvGraphicFramePr>
        <p:xfrm>
          <a:off x="3667125" y="3649663"/>
          <a:ext cx="20796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84835" imgH="149225" progId="Equation.3">
                  <p:embed/>
                </p:oleObj>
              </mc:Choice>
              <mc:Fallback>
                <p:oleObj name="公式" r:id="rId10" imgW="584835" imgH="14922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125" y="3649663"/>
                        <a:ext cx="20796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1" name="Rectangle 13"/>
          <p:cNvSpPr>
            <a:spLocks noChangeArrowheads="1"/>
          </p:cNvSpPr>
          <p:nvPr/>
        </p:nvSpPr>
        <p:spPr bwMode="auto">
          <a:xfrm>
            <a:off x="8696325" y="2830513"/>
            <a:ext cx="1447800" cy="1295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solidFill>
                <a:srgbClr val="000000"/>
              </a:solidFill>
            </a:endParaRPr>
          </a:p>
        </p:txBody>
      </p:sp>
      <p:graphicFrame>
        <p:nvGraphicFramePr>
          <p:cNvPr id="63502" name="Object 14"/>
          <p:cNvGraphicFramePr>
            <a:graphicFrameLocks noChangeAspect="1"/>
          </p:cNvGraphicFramePr>
          <p:nvPr/>
        </p:nvGraphicFramePr>
        <p:xfrm>
          <a:off x="9312275" y="2982913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9225" imgH="158115" progId="Equation.3">
                  <p:embed/>
                </p:oleObj>
              </mc:Choice>
              <mc:Fallback>
                <p:oleObj name="Equation" r:id="rId12" imgW="149225" imgH="15811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2275" y="2982913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3" name="Object 15"/>
          <p:cNvGraphicFramePr>
            <a:graphicFrameLocks noChangeAspect="1"/>
          </p:cNvGraphicFramePr>
          <p:nvPr/>
        </p:nvGraphicFramePr>
        <p:xfrm>
          <a:off x="8912225" y="3732213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8115" imgH="210820" progId="Equation.3">
                  <p:embed/>
                </p:oleObj>
              </mc:Choice>
              <mc:Fallback>
                <p:oleObj name="Equation" r:id="rId14" imgW="158115" imgH="21082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2225" y="3732213"/>
                        <a:ext cx="241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4" name="Object 16"/>
          <p:cNvGraphicFramePr>
            <a:graphicFrameLocks noChangeAspect="1"/>
          </p:cNvGraphicFramePr>
          <p:nvPr/>
        </p:nvGraphicFramePr>
        <p:xfrm>
          <a:off x="9763125" y="3751263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6525" imgH="136525" progId="Equation.3">
                  <p:embed/>
                </p:oleObj>
              </mc:Choice>
              <mc:Fallback>
                <p:oleObj name="Equation" r:id="rId16" imgW="136525" imgH="13652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25" y="3751263"/>
                        <a:ext cx="215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5" name="Line 17"/>
          <p:cNvSpPr>
            <a:spLocks noChangeShapeType="1"/>
          </p:cNvSpPr>
          <p:nvPr/>
        </p:nvSpPr>
        <p:spPr bwMode="auto">
          <a:xfrm flipH="1">
            <a:off x="9001125" y="3287713"/>
            <a:ext cx="228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6" name="Line 18"/>
          <p:cNvSpPr>
            <a:spLocks noChangeShapeType="1"/>
          </p:cNvSpPr>
          <p:nvPr/>
        </p:nvSpPr>
        <p:spPr bwMode="auto">
          <a:xfrm>
            <a:off x="9229725" y="3897313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7" name="Line 19"/>
          <p:cNvSpPr>
            <a:spLocks noChangeShapeType="1"/>
          </p:cNvSpPr>
          <p:nvPr/>
        </p:nvSpPr>
        <p:spPr bwMode="auto">
          <a:xfrm flipH="1" flipV="1">
            <a:off x="9610725" y="3211513"/>
            <a:ext cx="228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8" name="Text Box 20"/>
          <p:cNvSpPr txBox="1">
            <a:spLocks noChangeArrowheads="1"/>
          </p:cNvSpPr>
          <p:nvPr/>
        </p:nvSpPr>
        <p:spPr bwMode="auto">
          <a:xfrm>
            <a:off x="8696325" y="168751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,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且有</a:t>
            </a:r>
          </a:p>
        </p:txBody>
      </p:sp>
      <p:graphicFrame>
        <p:nvGraphicFramePr>
          <p:cNvPr id="63512" name="Object 24"/>
          <p:cNvGraphicFramePr>
            <a:graphicFrameLocks noChangeAspect="1"/>
          </p:cNvGraphicFramePr>
          <p:nvPr/>
        </p:nvGraphicFramePr>
        <p:xfrm>
          <a:off x="5756275" y="2665413"/>
          <a:ext cx="711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79425" imgH="633095" progId="Equation.3">
                  <p:embed/>
                </p:oleObj>
              </mc:Choice>
              <mc:Fallback>
                <p:oleObj name="Equation" r:id="rId18" imgW="479425" imgH="63309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275" y="2665413"/>
                        <a:ext cx="711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3" name="Object 25"/>
          <p:cNvGraphicFramePr>
            <a:graphicFrameLocks noChangeAspect="1"/>
          </p:cNvGraphicFramePr>
          <p:nvPr/>
        </p:nvGraphicFramePr>
        <p:xfrm>
          <a:off x="3857625" y="2665413"/>
          <a:ext cx="1562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72515" imgH="633095" progId="Equation.3">
                  <p:embed/>
                </p:oleObj>
              </mc:Choice>
              <mc:Fallback>
                <p:oleObj name="Equation" r:id="rId20" imgW="1072515" imgH="633095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2665413"/>
                        <a:ext cx="1562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4" name="Object 26"/>
          <p:cNvGraphicFramePr>
            <a:graphicFrameLocks noChangeAspect="1"/>
          </p:cNvGraphicFramePr>
          <p:nvPr/>
        </p:nvGraphicFramePr>
        <p:xfrm>
          <a:off x="6569075" y="2665413"/>
          <a:ext cx="1562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72515" imgH="633095" progId="Equation.3">
                  <p:embed/>
                </p:oleObj>
              </mc:Choice>
              <mc:Fallback>
                <p:oleObj name="Equation" r:id="rId22" imgW="1072515" imgH="63309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9075" y="2665413"/>
                        <a:ext cx="1562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15" name="Text Box 27"/>
          <p:cNvSpPr txBox="1">
            <a:spLocks noChangeArrowheads="1"/>
          </p:cNvSpPr>
          <p:nvPr/>
        </p:nvSpPr>
        <p:spPr bwMode="auto">
          <a:xfrm>
            <a:off x="4810125" y="1733550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时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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可表示为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63516" name="Text Box 28"/>
          <p:cNvSpPr txBox="1">
            <a:spLocks noChangeArrowheads="1"/>
          </p:cNvSpPr>
          <p:nvPr/>
        </p:nvSpPr>
        <p:spPr bwMode="auto">
          <a:xfrm>
            <a:off x="5648325" y="3683000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处的</a:t>
            </a:r>
            <a:r>
              <a:rPr kumimoji="1" lang="zh-CN" altLang="en-US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切向量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为 </a:t>
            </a:r>
          </a:p>
        </p:txBody>
      </p:sp>
      <p:graphicFrame>
        <p:nvGraphicFramePr>
          <p:cNvPr id="63518" name="Object 30"/>
          <p:cNvGraphicFramePr>
            <a:graphicFrameLocks noChangeAspect="1"/>
          </p:cNvGraphicFramePr>
          <p:nvPr/>
        </p:nvGraphicFramePr>
        <p:xfrm>
          <a:off x="3960813" y="4227513"/>
          <a:ext cx="5459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771900" imgH="712470" progId="Equation.3">
                  <p:embed/>
                </p:oleObj>
              </mc:Choice>
              <mc:Fallback>
                <p:oleObj name="Equation" r:id="rId24" imgW="3771900" imgH="71247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4227513"/>
                        <a:ext cx="5459412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19" name="Oval 31"/>
          <p:cNvSpPr>
            <a:spLocks noChangeArrowheads="1"/>
          </p:cNvSpPr>
          <p:nvPr/>
        </p:nvSpPr>
        <p:spPr bwMode="auto">
          <a:xfrm>
            <a:off x="4810125" y="4748213"/>
            <a:ext cx="457200" cy="4572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solidFill>
                <a:srgbClr val="000000"/>
              </a:solidFill>
            </a:endParaRPr>
          </a:p>
        </p:txBody>
      </p:sp>
      <p:sp>
        <p:nvSpPr>
          <p:cNvPr id="63520" name="Oval 32"/>
          <p:cNvSpPr>
            <a:spLocks noChangeArrowheads="1"/>
          </p:cNvSpPr>
          <p:nvPr/>
        </p:nvSpPr>
        <p:spPr bwMode="auto">
          <a:xfrm>
            <a:off x="7081838" y="4794250"/>
            <a:ext cx="457200" cy="4572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solidFill>
                <a:srgbClr val="000000"/>
              </a:solidFill>
            </a:endParaRPr>
          </a:p>
        </p:txBody>
      </p:sp>
      <p:grpSp>
        <p:nvGrpSpPr>
          <p:cNvPr id="14" name="Group 43"/>
          <p:cNvGrpSpPr/>
          <p:nvPr/>
        </p:nvGrpSpPr>
        <p:grpSpPr bwMode="auto">
          <a:xfrm>
            <a:off x="344488" y="4405313"/>
            <a:ext cx="3427412" cy="520700"/>
            <a:chOff x="816" y="2928"/>
            <a:chExt cx="2159" cy="328"/>
          </a:xfrm>
        </p:grpSpPr>
        <p:graphicFrame>
          <p:nvGraphicFramePr>
            <p:cNvPr id="14368" name="Object 11"/>
            <p:cNvGraphicFramePr>
              <a:graphicFrameLocks noChangeAspect="1"/>
            </p:cNvGraphicFramePr>
            <p:nvPr/>
          </p:nvGraphicFramePr>
          <p:xfrm>
            <a:off x="816" y="2976"/>
            <a:ext cx="2159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365375" imgH="294640" progId="Equation.3">
                    <p:embed/>
                  </p:oleObj>
                </mc:Choice>
                <mc:Fallback>
                  <p:oleObj name="Equation" r:id="rId26" imgW="2365375" imgH="2946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976"/>
                          <a:ext cx="2159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9" name="Line 41"/>
            <p:cNvSpPr>
              <a:spLocks noChangeShapeType="1"/>
            </p:cNvSpPr>
            <p:nvPr/>
          </p:nvSpPr>
          <p:spPr bwMode="auto">
            <a:xfrm>
              <a:off x="827" y="2928"/>
              <a:ext cx="1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Rectangle 17"/>
          <p:cNvSpPr txBox="1">
            <a:spLocks noChangeArrowheads="1"/>
          </p:cNvSpPr>
          <p:nvPr/>
        </p:nvSpPr>
        <p:spPr>
          <a:xfrm>
            <a:off x="1322388" y="5746750"/>
            <a:ext cx="6858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kern="0" dirty="0">
                <a:solidFill>
                  <a:schemeClr val="tx1"/>
                </a:solidFill>
                <a:ea typeface="楷体_GB2312" pitchFamily="49" charset="-122"/>
              </a:rPr>
              <a:t>或</a:t>
            </a:r>
          </a:p>
        </p:txBody>
      </p:sp>
      <p:grpSp>
        <p:nvGrpSpPr>
          <p:cNvPr id="14365" name="Group 28"/>
          <p:cNvGrpSpPr/>
          <p:nvPr/>
        </p:nvGrpSpPr>
        <p:grpSpPr bwMode="auto">
          <a:xfrm>
            <a:off x="2236788" y="5588000"/>
            <a:ext cx="7075487" cy="1041400"/>
            <a:chOff x="960" y="332"/>
            <a:chExt cx="4457" cy="656"/>
          </a:xfrm>
        </p:grpSpPr>
        <p:graphicFrame>
          <p:nvGraphicFramePr>
            <p:cNvPr id="14366" name="Object 26"/>
            <p:cNvGraphicFramePr>
              <a:graphicFrameLocks noChangeAspect="1"/>
            </p:cNvGraphicFramePr>
            <p:nvPr/>
          </p:nvGraphicFramePr>
          <p:xfrm>
            <a:off x="963" y="332"/>
            <a:ext cx="4454" cy="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4884420" imgH="712470" progId="Equation.3">
                    <p:embed/>
                  </p:oleObj>
                </mc:Choice>
                <mc:Fallback>
                  <p:oleObj name="Equation" r:id="rId28" imgW="4884420" imgH="71247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3" y="332"/>
                          <a:ext cx="4454" cy="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7" name="Line 27"/>
            <p:cNvSpPr>
              <a:spLocks noChangeShapeType="1"/>
            </p:cNvSpPr>
            <p:nvPr/>
          </p:nvSpPr>
          <p:spPr bwMode="auto">
            <a:xfrm>
              <a:off x="960" y="496"/>
              <a:ext cx="181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3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3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3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3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6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4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4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  <p:bldP spid="63493" grpId="0" autoUpdateAnimBg="0"/>
      <p:bldP spid="63497" grpId="0" autoUpdateAnimBg="0"/>
      <p:bldP spid="63501" grpId="0" animBg="1"/>
      <p:bldP spid="63508" grpId="0" autoUpdateAnimBg="0"/>
      <p:bldP spid="63515" grpId="0" autoUpdateAnimBg="0"/>
      <p:bldP spid="63516" grpId="0" build="p" autoUpdateAnimBg="0"/>
      <p:bldP spid="63519" grpId="0" animBg="1"/>
      <p:bldP spid="63520" grpId="0" animBg="1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2"/>
          <p:cNvGraphicFramePr>
            <a:graphicFrameLocks noChangeAspect="1"/>
          </p:cNvGraphicFramePr>
          <p:nvPr/>
        </p:nvGraphicFramePr>
        <p:xfrm>
          <a:off x="2224088" y="898525"/>
          <a:ext cx="64611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62145" imgH="637540" progId="Equation.3">
                  <p:embed/>
                </p:oleObj>
              </mc:Choice>
              <mc:Fallback>
                <p:oleObj name="Equation" r:id="rId2" imgW="4462145" imgH="6375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088" y="898525"/>
                        <a:ext cx="64611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9" name="Object 3"/>
          <p:cNvGraphicFramePr>
            <a:graphicFrameLocks noChangeAspect="1"/>
          </p:cNvGraphicFramePr>
          <p:nvPr/>
        </p:nvGraphicFramePr>
        <p:xfrm>
          <a:off x="2540000" y="2698750"/>
          <a:ext cx="1638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25220" imgH="685800" progId="Equation.3">
                  <p:embed/>
                </p:oleObj>
              </mc:Choice>
              <mc:Fallback>
                <p:oleObj name="Equation" r:id="rId4" imgW="1125220" imgH="685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2698750"/>
                        <a:ext cx="16383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623888" y="260350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则在点</a:t>
            </a:r>
          </a:p>
        </p:txBody>
      </p:sp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1843088" y="349250"/>
          <a:ext cx="2019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9380" imgH="294640" progId="Equation.3">
                  <p:embed/>
                </p:oleObj>
              </mc:Choice>
              <mc:Fallback>
                <p:oleObj name="Equation" r:id="rId6" imgW="1389380" imgH="294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349250"/>
                        <a:ext cx="2019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Text Box 6"/>
          <p:cNvSpPr txBox="1">
            <a:spLocks noChangeArrowheads="1"/>
          </p:cNvSpPr>
          <p:nvPr/>
        </p:nvSpPr>
        <p:spPr bwMode="auto">
          <a:xfrm>
            <a:off x="319088" y="109855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切线方程</a:t>
            </a:r>
          </a:p>
        </p:txBody>
      </p:sp>
      <p:sp>
        <p:nvSpPr>
          <p:cNvPr id="65543" name="Text Box 7"/>
          <p:cNvSpPr txBox="1">
            <a:spLocks noChangeArrowheads="1"/>
          </p:cNvSpPr>
          <p:nvPr/>
        </p:nvSpPr>
        <p:spPr bwMode="auto">
          <a:xfrm>
            <a:off x="319088" y="292735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法平面方程</a:t>
            </a:r>
          </a:p>
        </p:txBody>
      </p:sp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3748088" y="27463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有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65545" name="Object 9"/>
          <p:cNvGraphicFramePr>
            <a:graphicFrameLocks noChangeAspect="1"/>
          </p:cNvGraphicFramePr>
          <p:nvPr/>
        </p:nvGraphicFramePr>
        <p:xfrm>
          <a:off x="2538413" y="1466850"/>
          <a:ext cx="1638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25220" imgH="685800" progId="Equation.3">
                  <p:embed/>
                </p:oleObj>
              </mc:Choice>
              <mc:Fallback>
                <p:oleObj name="Equation" r:id="rId8" imgW="1125220" imgH="685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3" y="1466850"/>
                        <a:ext cx="16383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6" name="Object 10"/>
          <p:cNvGraphicFramePr>
            <a:graphicFrameLocks noChangeAspect="1"/>
          </p:cNvGraphicFramePr>
          <p:nvPr/>
        </p:nvGraphicFramePr>
        <p:xfrm>
          <a:off x="4833938" y="1466850"/>
          <a:ext cx="16764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51890" imgH="685800" progId="Equation.3">
                  <p:embed/>
                </p:oleObj>
              </mc:Choice>
              <mc:Fallback>
                <p:oleObj name="Equation" r:id="rId10" imgW="1151890" imgH="685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1466850"/>
                        <a:ext cx="16764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7" name="Object 11"/>
          <p:cNvGraphicFramePr>
            <a:graphicFrameLocks noChangeAspect="1"/>
          </p:cNvGraphicFramePr>
          <p:nvPr/>
        </p:nvGraphicFramePr>
        <p:xfrm>
          <a:off x="6948488" y="1466850"/>
          <a:ext cx="1765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13485" imgH="685800" progId="Equation.3">
                  <p:embed/>
                </p:oleObj>
              </mc:Choice>
              <mc:Fallback>
                <p:oleObj name="Equation" r:id="rId12" imgW="1213485" imgH="685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466850"/>
                        <a:ext cx="17653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8" name="Object 12"/>
          <p:cNvGraphicFramePr>
            <a:graphicFrameLocks noChangeAspect="1"/>
          </p:cNvGraphicFramePr>
          <p:nvPr/>
        </p:nvGraphicFramePr>
        <p:xfrm>
          <a:off x="4054475" y="2959100"/>
          <a:ext cx="1168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95655" imgH="294640" progId="Equation.3">
                  <p:embed/>
                </p:oleObj>
              </mc:Choice>
              <mc:Fallback>
                <p:oleObj name="Equation" r:id="rId14" imgW="795655" imgH="294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5" y="2959100"/>
                        <a:ext cx="1168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9" name="Object 13"/>
          <p:cNvGraphicFramePr>
            <a:graphicFrameLocks noChangeAspect="1"/>
          </p:cNvGraphicFramePr>
          <p:nvPr/>
        </p:nvGraphicFramePr>
        <p:xfrm>
          <a:off x="8396288" y="2698750"/>
          <a:ext cx="2019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89380" imgH="685800" progId="Equation.3">
                  <p:embed/>
                </p:oleObj>
              </mc:Choice>
              <mc:Fallback>
                <p:oleObj name="Equation" r:id="rId16" imgW="1389380" imgH="685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6288" y="2698750"/>
                        <a:ext cx="20193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0" name="Object 14"/>
          <p:cNvGraphicFramePr>
            <a:graphicFrameLocks noChangeAspect="1"/>
          </p:cNvGraphicFramePr>
          <p:nvPr/>
        </p:nvGraphicFramePr>
        <p:xfrm>
          <a:off x="5278438" y="2698750"/>
          <a:ext cx="1955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44930" imgH="685800" progId="Equation.3">
                  <p:embed/>
                </p:oleObj>
              </mc:Choice>
              <mc:Fallback>
                <p:oleObj name="Equation" r:id="rId18" imgW="1344930" imgH="685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8438" y="2698750"/>
                        <a:ext cx="1955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1" name="Object 15"/>
          <p:cNvGraphicFramePr>
            <a:graphicFrameLocks noChangeAspect="1"/>
          </p:cNvGraphicFramePr>
          <p:nvPr/>
        </p:nvGraphicFramePr>
        <p:xfrm>
          <a:off x="7177088" y="3016250"/>
          <a:ext cx="1219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35025" imgH="294640" progId="Equation.3">
                  <p:embed/>
                </p:oleObj>
              </mc:Choice>
              <mc:Fallback>
                <p:oleObj name="Equation" r:id="rId20" imgW="835025" imgH="294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7088" y="3016250"/>
                        <a:ext cx="1219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2" name="Object 16"/>
          <p:cNvGraphicFramePr>
            <a:graphicFrameLocks noChangeAspect="1"/>
          </p:cNvGraphicFramePr>
          <p:nvPr/>
        </p:nvGraphicFramePr>
        <p:xfrm>
          <a:off x="10339388" y="2936875"/>
          <a:ext cx="1689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60780" imgH="294640" progId="Equation.3">
                  <p:embed/>
                </p:oleObj>
              </mc:Choice>
              <mc:Fallback>
                <p:oleObj name="Equation" r:id="rId22" imgW="1160780" imgH="294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9388" y="2936875"/>
                        <a:ext cx="1689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5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5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autoUpdateAnimBg="0"/>
      <p:bldP spid="65542" grpId="0" build="p" autoUpdateAnimBg="0"/>
      <p:bldP spid="65543" grpId="0" build="p" autoUpdateAnimBg="0"/>
      <p:bldP spid="6554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2855913" y="2636838"/>
          <a:ext cx="50133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59480" imgH="1415415" progId="Equation.3">
                  <p:embed/>
                </p:oleObj>
              </mc:Choice>
              <mc:Fallback>
                <p:oleObj name="Equation" r:id="rId2" imgW="3459480" imgH="141541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636838"/>
                        <a:ext cx="5013325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593725" y="285273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也可表为</a:t>
            </a: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1104900" y="933450"/>
          <a:ext cx="62325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04030" imgH="685800" progId="Equation.3">
                  <p:embed/>
                </p:oleObj>
              </mc:Choice>
              <mc:Fallback>
                <p:oleObj name="Equation" r:id="rId4" imgW="4304030" imgH="68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933450"/>
                        <a:ext cx="623252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5"/>
          <p:cNvSpPr>
            <a:spLocks noGrp="1" noChangeArrowheads="1"/>
          </p:cNvSpPr>
          <p:nvPr>
            <p:ph type="title"/>
          </p:nvPr>
        </p:nvSpPr>
        <p:spPr>
          <a:xfrm>
            <a:off x="479425" y="260350"/>
            <a:ext cx="2286000" cy="5334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ea typeface="楷体_GB2312"/>
                <a:cs typeface="楷体_GB2312"/>
              </a:rPr>
              <a:t>法平面方程</a:t>
            </a:r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7369175" y="933450"/>
          <a:ext cx="37465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85085" imgH="685800" progId="Equation.3">
                  <p:embed/>
                </p:oleObj>
              </mc:Choice>
              <mc:Fallback>
                <p:oleObj name="Equation" r:id="rId6" imgW="2585085" imgH="685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9175" y="933450"/>
                        <a:ext cx="37465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761852" y="2211214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6319565" y="2211214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768178" y="3322291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330653" y="325720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163885" y="364976"/>
            <a:ext cx="2438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b="1" kern="0">
                <a:ea typeface="楷体_GB2312" pitchFamily="49" charset="-122"/>
              </a:rPr>
              <a:t>例</a:t>
            </a:r>
            <a:r>
              <a:rPr lang="en-US" altLang="zh-CN" sz="2800" b="1" kern="0">
                <a:ea typeface="楷体_GB2312" pitchFamily="49" charset="-122"/>
              </a:rPr>
              <a:t>2.</a:t>
            </a:r>
            <a:r>
              <a:rPr lang="en-US" altLang="zh-CN" sz="2800" kern="0">
                <a:ea typeface="楷体_GB2312" pitchFamily="49" charset="-122"/>
              </a:rPr>
              <a:t>  </a:t>
            </a:r>
            <a:r>
              <a:rPr lang="zh-CN" altLang="en-US" sz="2800" kern="0">
                <a:solidFill>
                  <a:schemeClr val="tx1"/>
                </a:solidFill>
                <a:ea typeface="楷体_GB2312" pitchFamily="49" charset="-122"/>
              </a:rPr>
              <a:t>求曲线</a:t>
            </a:r>
            <a:endParaRPr lang="zh-CN" altLang="en-US" sz="2800" kern="0" dirty="0">
              <a:ea typeface="楷体_GB2312" pitchFamily="49" charset="-122"/>
            </a:endParaRPr>
          </a:p>
        </p:txBody>
      </p:sp>
      <p:graphicFrame>
        <p:nvGraphicFramePr>
          <p:cNvPr id="17416" name="Object 3"/>
          <p:cNvGraphicFramePr>
            <a:graphicFrameLocks noChangeAspect="1"/>
          </p:cNvGraphicFramePr>
          <p:nvPr/>
        </p:nvGraphicFramePr>
        <p:xfrm>
          <a:off x="2135560" y="404664"/>
          <a:ext cx="44307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59430" imgH="347345" progId="Equation.3">
                  <p:embed/>
                </p:oleObj>
              </mc:Choice>
              <mc:Fallback>
                <p:oleObj name="Equation" r:id="rId7" imgW="3059430" imgH="34734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404664"/>
                        <a:ext cx="44307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4"/>
          <p:cNvSpPr txBox="1">
            <a:spLocks noChangeArrowheads="1"/>
          </p:cNvSpPr>
          <p:nvPr/>
        </p:nvSpPr>
        <p:spPr bwMode="auto">
          <a:xfrm>
            <a:off x="6586910" y="411014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在点</a:t>
            </a:r>
          </a:p>
        </p:txBody>
      </p:sp>
      <p:sp>
        <p:nvSpPr>
          <p:cNvPr id="17418" name="Text Box 5"/>
          <p:cNvSpPr txBox="1">
            <a:spLocks noChangeArrowheads="1"/>
          </p:cNvSpPr>
          <p:nvPr/>
        </p:nvSpPr>
        <p:spPr bwMode="auto">
          <a:xfrm>
            <a:off x="7464798" y="406251"/>
            <a:ext cx="4770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( 1,–2, 1)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处的切向量（）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  </a:t>
            </a:r>
            <a:endParaRPr kumimoji="1" lang="en-US" altLang="zh-CN" sz="2400">
              <a:solidFill>
                <a:srgbClr val="333399"/>
              </a:solidFill>
              <a:latin typeface="楷体_GB2312"/>
              <a:ea typeface="楷体_GB2312"/>
              <a:cs typeface="楷体_GB2312"/>
            </a:endParaRPr>
          </a:p>
        </p:txBody>
      </p:sp>
      <p:grpSp>
        <p:nvGrpSpPr>
          <p:cNvPr id="24" name="Group 44"/>
          <p:cNvGrpSpPr/>
          <p:nvPr/>
        </p:nvGrpSpPr>
        <p:grpSpPr bwMode="auto">
          <a:xfrm>
            <a:off x="2855640" y="2204864"/>
            <a:ext cx="2286000" cy="457200"/>
            <a:chOff x="1488" y="2976"/>
            <a:chExt cx="1440" cy="288"/>
          </a:xfrm>
        </p:grpSpPr>
        <p:graphicFrame>
          <p:nvGraphicFramePr>
            <p:cNvPr id="17436" name="Object 19"/>
            <p:cNvGraphicFramePr>
              <a:graphicFrameLocks noChangeAspect="1"/>
            </p:cNvGraphicFramePr>
            <p:nvPr/>
          </p:nvGraphicFramePr>
          <p:xfrm>
            <a:off x="1497" y="3008"/>
            <a:ext cx="1431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60830" imgH="267970" progId="Equation.DSMT4">
                    <p:embed/>
                  </p:oleObj>
                </mc:Choice>
                <mc:Fallback>
                  <p:oleObj name="Equation" r:id="rId9" imgW="1560830" imgH="26797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" y="3008"/>
                          <a:ext cx="1431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7" name="Line 43"/>
            <p:cNvSpPr>
              <a:spLocks noChangeShapeType="1"/>
            </p:cNvSpPr>
            <p:nvPr/>
          </p:nvSpPr>
          <p:spPr bwMode="auto">
            <a:xfrm>
              <a:off x="1488" y="297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Group 44"/>
          <p:cNvGrpSpPr/>
          <p:nvPr/>
        </p:nvGrpSpPr>
        <p:grpSpPr bwMode="auto">
          <a:xfrm>
            <a:off x="7203802" y="2182639"/>
            <a:ext cx="2159000" cy="585787"/>
            <a:chOff x="1443" y="2970"/>
            <a:chExt cx="1065" cy="230"/>
          </a:xfrm>
        </p:grpSpPr>
        <p:graphicFrame>
          <p:nvGraphicFramePr>
            <p:cNvPr id="17434" name="Object 19"/>
            <p:cNvGraphicFramePr>
              <a:graphicFrameLocks noChangeAspect="1"/>
            </p:cNvGraphicFramePr>
            <p:nvPr/>
          </p:nvGraphicFramePr>
          <p:xfrm>
            <a:off x="1443" y="2970"/>
            <a:ext cx="1065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637540" imgH="132080" progId="Equation.DSMT4">
                    <p:embed/>
                  </p:oleObj>
                </mc:Choice>
                <mc:Fallback>
                  <p:oleObj name="Equation" r:id="rId11" imgW="637540" imgH="13208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3" y="2970"/>
                          <a:ext cx="1065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5" name="Line 43"/>
            <p:cNvSpPr>
              <a:spLocks noChangeShapeType="1"/>
            </p:cNvSpPr>
            <p:nvPr/>
          </p:nvSpPr>
          <p:spPr bwMode="auto">
            <a:xfrm>
              <a:off x="1443" y="297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21" name="组合 29"/>
          <p:cNvGrpSpPr/>
          <p:nvPr/>
        </p:nvGrpSpPr>
        <p:grpSpPr bwMode="auto">
          <a:xfrm>
            <a:off x="2830216" y="3241328"/>
            <a:ext cx="2016125" cy="546100"/>
            <a:chOff x="3216275" y="4437063"/>
            <a:chExt cx="2016126" cy="546101"/>
          </a:xfrm>
        </p:grpSpPr>
        <p:graphicFrame>
          <p:nvGraphicFramePr>
            <p:cNvPr id="17432" name="Object 19"/>
            <p:cNvGraphicFramePr>
              <a:graphicFrameLocks noChangeAspect="1"/>
            </p:cNvGraphicFramePr>
            <p:nvPr/>
          </p:nvGraphicFramePr>
          <p:xfrm>
            <a:off x="3216276" y="4508501"/>
            <a:ext cx="2016125" cy="474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584835" imgH="132080" progId="Equation.DSMT4">
                    <p:embed/>
                  </p:oleObj>
                </mc:Choice>
                <mc:Fallback>
                  <p:oleObj name="Equation" r:id="rId13" imgW="584835" imgH="13208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276" y="4508501"/>
                          <a:ext cx="2016125" cy="474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3" name="Line 43"/>
            <p:cNvSpPr>
              <a:spLocks noChangeShapeType="1"/>
            </p:cNvSpPr>
            <p:nvPr/>
          </p:nvSpPr>
          <p:spPr bwMode="auto">
            <a:xfrm>
              <a:off x="3216275" y="4437063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" name="Group 44"/>
          <p:cNvGrpSpPr/>
          <p:nvPr/>
        </p:nvGrpSpPr>
        <p:grpSpPr bwMode="auto">
          <a:xfrm>
            <a:off x="7210128" y="3163541"/>
            <a:ext cx="1971675" cy="585787"/>
            <a:chOff x="1443" y="2970"/>
            <a:chExt cx="972" cy="230"/>
          </a:xfrm>
        </p:grpSpPr>
        <p:graphicFrame>
          <p:nvGraphicFramePr>
            <p:cNvPr id="17430" name="Object 19"/>
            <p:cNvGraphicFramePr>
              <a:graphicFrameLocks noChangeAspect="1"/>
            </p:cNvGraphicFramePr>
            <p:nvPr/>
          </p:nvGraphicFramePr>
          <p:xfrm>
            <a:off x="1479" y="2970"/>
            <a:ext cx="936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558165" imgH="132080" progId="Equation.DSMT4">
                    <p:embed/>
                  </p:oleObj>
                </mc:Choice>
                <mc:Fallback>
                  <p:oleObj name="Equation" r:id="rId15" imgW="558165" imgH="13208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9" y="2970"/>
                          <a:ext cx="936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1" name="Line 43"/>
            <p:cNvSpPr>
              <a:spLocks noChangeShapeType="1"/>
            </p:cNvSpPr>
            <p:nvPr/>
          </p:nvSpPr>
          <p:spPr bwMode="auto">
            <a:xfrm>
              <a:off x="1443" y="297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03" y="144363"/>
            <a:ext cx="2438401" cy="6096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ea typeface="楷体_GB2312"/>
                <a:cs typeface="楷体_GB2312"/>
              </a:rPr>
              <a:t>例</a:t>
            </a:r>
            <a:r>
              <a:rPr lang="en-US" altLang="zh-CN" sz="2800" b="1">
                <a:ea typeface="楷体_GB2312"/>
                <a:cs typeface="楷体_GB2312"/>
              </a:rPr>
              <a:t>2.</a:t>
            </a:r>
            <a:r>
              <a:rPr lang="en-US" altLang="zh-CN" sz="2800">
                <a:ea typeface="楷体_GB2312"/>
                <a:cs typeface="楷体_GB2312"/>
              </a:rPr>
              <a:t>  </a:t>
            </a:r>
            <a:r>
              <a:rPr lang="zh-CN" altLang="en-US" sz="2800">
                <a:solidFill>
                  <a:schemeClr val="tx1"/>
                </a:solidFill>
                <a:ea typeface="楷体_GB2312"/>
                <a:cs typeface="楷体_GB2312"/>
              </a:rPr>
              <a:t>求曲线</a:t>
            </a:r>
            <a:endParaRPr lang="zh-CN" altLang="en-US" sz="2800">
              <a:ea typeface="楷体_GB2312"/>
              <a:cs typeface="楷体_GB2312"/>
            </a:endParaRP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059504" y="157063"/>
          <a:ext cx="44307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59430" imgH="347345" progId="Equation.3">
                  <p:embed/>
                </p:oleObj>
              </mc:Choice>
              <mc:Fallback>
                <p:oleObj name="Equation" r:id="rId3" imgW="3059430" imgH="34734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504" y="157063"/>
                        <a:ext cx="44307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479104" y="144363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在点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7209354" y="130076"/>
            <a:ext cx="4375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( 1,–2, 1)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处的切线方程</a:t>
            </a:r>
            <a:endParaRPr kumimoji="1" lang="en-US" altLang="zh-CN" sz="2400">
              <a:solidFill>
                <a:srgbClr val="333399"/>
              </a:solidFill>
              <a:latin typeface="楷体_GB2312"/>
              <a:ea typeface="楷体_GB2312"/>
              <a:cs typeface="楷体_GB2312"/>
            </a:endParaRPr>
          </a:p>
        </p:txBody>
      </p:sp>
      <p:graphicFrame>
        <p:nvGraphicFramePr>
          <p:cNvPr id="66566" name="Object 6"/>
          <p:cNvGraphicFramePr>
            <a:graphicFrameLocks noChangeAspect="1"/>
          </p:cNvGraphicFramePr>
          <p:nvPr/>
        </p:nvGraphicFramePr>
        <p:xfrm>
          <a:off x="3059113" y="2209800"/>
          <a:ext cx="1665287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04595" imgH="685800" progId="Equation.3">
                  <p:embed/>
                </p:oleObj>
              </mc:Choice>
              <mc:Fallback>
                <p:oleObj name="Equation" r:id="rId5" imgW="1204595" imgH="685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209800"/>
                        <a:ext cx="1665287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2100263" y="5373688"/>
            <a:ext cx="1774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切线方程</a:t>
            </a:r>
          </a:p>
        </p:txBody>
      </p:sp>
      <p:graphicFrame>
        <p:nvGraphicFramePr>
          <p:cNvPr id="66568" name="Object 8"/>
          <p:cNvGraphicFramePr>
            <a:graphicFrameLocks noChangeAspect="1"/>
          </p:cNvGraphicFramePr>
          <p:nvPr/>
        </p:nvGraphicFramePr>
        <p:xfrm>
          <a:off x="3862388" y="5253038"/>
          <a:ext cx="28432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56435" imgH="633095" progId="Equation.3">
                  <p:embed/>
                </p:oleObj>
              </mc:Choice>
              <mc:Fallback>
                <p:oleObj name="Equation" r:id="rId7" imgW="1956435" imgH="63309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5253038"/>
                        <a:ext cx="28432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9" name="Text Box 9"/>
          <p:cNvSpPr txBox="1">
            <a:spLocks noChangeArrowheads="1"/>
          </p:cNvSpPr>
          <p:nvPr/>
        </p:nvSpPr>
        <p:spPr bwMode="auto">
          <a:xfrm>
            <a:off x="157135" y="1764406"/>
            <a:ext cx="1776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解法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令</a:t>
            </a:r>
          </a:p>
        </p:txBody>
      </p:sp>
      <p:graphicFrame>
        <p:nvGraphicFramePr>
          <p:cNvPr id="66570" name="Object 10"/>
          <p:cNvGraphicFramePr>
            <a:graphicFrameLocks noChangeAspect="1"/>
          </p:cNvGraphicFramePr>
          <p:nvPr/>
        </p:nvGraphicFramePr>
        <p:xfrm>
          <a:off x="1782735" y="1761231"/>
          <a:ext cx="44592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0825" imgH="158115" progId="Equation.DSMT4">
                  <p:embed/>
                </p:oleObj>
              </mc:Choice>
              <mc:Fallback>
                <p:oleObj name="Equation" r:id="rId9" imgW="1520825" imgH="15811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35" y="1761231"/>
                        <a:ext cx="44592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1" name="Text Box 11"/>
          <p:cNvSpPr txBox="1">
            <a:spLocks noChangeArrowheads="1"/>
          </p:cNvSpPr>
          <p:nvPr/>
        </p:nvSpPr>
        <p:spPr bwMode="auto">
          <a:xfrm>
            <a:off x="6430935" y="1764406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则</a:t>
            </a:r>
          </a:p>
        </p:txBody>
      </p:sp>
      <p:sp>
        <p:nvSpPr>
          <p:cNvPr id="66576" name="Text Box 16"/>
          <p:cNvSpPr txBox="1">
            <a:spLocks noChangeArrowheads="1"/>
          </p:cNvSpPr>
          <p:nvPr/>
        </p:nvSpPr>
        <p:spPr bwMode="auto">
          <a:xfrm>
            <a:off x="7078663" y="5397500"/>
            <a:ext cx="846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即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66577" name="Object 17"/>
          <p:cNvGraphicFramePr>
            <a:graphicFrameLocks noChangeAspect="1"/>
          </p:cNvGraphicFramePr>
          <p:nvPr/>
        </p:nvGraphicFramePr>
        <p:xfrm>
          <a:off x="7620000" y="5181600"/>
          <a:ext cx="2197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08125" imgH="610870" progId="Equation.3">
                  <p:embed/>
                </p:oleObj>
              </mc:Choice>
              <mc:Fallback>
                <p:oleObj name="Equation" r:id="rId11" imgW="1508125" imgH="61087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5181600"/>
                        <a:ext cx="21971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8" name="Text Box 18"/>
          <p:cNvSpPr txBox="1">
            <a:spLocks noChangeArrowheads="1"/>
          </p:cNvSpPr>
          <p:nvPr/>
        </p:nvSpPr>
        <p:spPr bwMode="auto">
          <a:xfrm>
            <a:off x="2133600" y="45720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切向量</a:t>
            </a:r>
          </a:p>
        </p:txBody>
      </p:sp>
      <p:graphicFrame>
        <p:nvGraphicFramePr>
          <p:cNvPr id="66580" name="Object 20"/>
          <p:cNvGraphicFramePr>
            <a:graphicFrameLocks noChangeAspect="1"/>
          </p:cNvGraphicFramePr>
          <p:nvPr/>
        </p:nvGraphicFramePr>
        <p:xfrm>
          <a:off x="3030538" y="3429000"/>
          <a:ext cx="2303462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66240" imgH="685800" progId="Equation.3">
                  <p:embed/>
                </p:oleObj>
              </mc:Choice>
              <mc:Fallback>
                <p:oleObj name="Equation" r:id="rId13" imgW="1666240" imgH="6858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538" y="3429000"/>
                        <a:ext cx="2303462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1" name="Object 21"/>
          <p:cNvGraphicFramePr>
            <a:graphicFrameLocks noChangeAspect="1"/>
          </p:cNvGraphicFramePr>
          <p:nvPr/>
        </p:nvGraphicFramePr>
        <p:xfrm>
          <a:off x="4724400" y="2222500"/>
          <a:ext cx="20304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8270" imgH="685800" progId="Equation.3">
                  <p:embed/>
                </p:oleObj>
              </mc:Choice>
              <mc:Fallback>
                <p:oleObj name="Equation" r:id="rId15" imgW="1398270" imgH="6858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222500"/>
                        <a:ext cx="20304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2" name="Object 22"/>
          <p:cNvGraphicFramePr>
            <a:graphicFrameLocks noChangeAspect="1"/>
          </p:cNvGraphicFramePr>
          <p:nvPr/>
        </p:nvGraphicFramePr>
        <p:xfrm>
          <a:off x="6705600" y="2279650"/>
          <a:ext cx="2197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08125" imgH="610870" progId="Equation.3">
                  <p:embed/>
                </p:oleObj>
              </mc:Choice>
              <mc:Fallback>
                <p:oleObj name="Equation" r:id="rId17" imgW="1508125" imgH="61087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279650"/>
                        <a:ext cx="21971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3" name="Object 23"/>
          <p:cNvGraphicFramePr>
            <a:graphicFrameLocks noChangeAspect="1"/>
          </p:cNvGraphicFramePr>
          <p:nvPr/>
        </p:nvGraphicFramePr>
        <p:xfrm>
          <a:off x="8839200" y="2516188"/>
          <a:ext cx="83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71500" imgH="263525" progId="Equation.3">
                  <p:embed/>
                </p:oleObj>
              </mc:Choice>
              <mc:Fallback>
                <p:oleObj name="Equation" r:id="rId19" imgW="571500" imgH="263525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2516188"/>
                        <a:ext cx="838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4" name="Object 24"/>
          <p:cNvGraphicFramePr>
            <a:graphicFrameLocks noChangeAspect="1"/>
          </p:cNvGraphicFramePr>
          <p:nvPr/>
        </p:nvGraphicFramePr>
        <p:xfrm>
          <a:off x="5175250" y="5767388"/>
          <a:ext cx="215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6525" imgH="210820" progId="Equation.3">
                  <p:embed/>
                </p:oleObj>
              </mc:Choice>
              <mc:Fallback>
                <p:oleObj name="Equation" r:id="rId21" imgW="136525" imgH="21082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0" y="5767388"/>
                        <a:ext cx="215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5" name="Object 25"/>
          <p:cNvGraphicFramePr>
            <a:graphicFrameLocks noChangeAspect="1"/>
          </p:cNvGraphicFramePr>
          <p:nvPr/>
        </p:nvGraphicFramePr>
        <p:xfrm>
          <a:off x="6292850" y="5786438"/>
          <a:ext cx="215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6525" imgH="210820" progId="Equation.3">
                  <p:embed/>
                </p:oleObj>
              </mc:Choice>
              <mc:Fallback>
                <p:oleObj name="Equation" r:id="rId23" imgW="136525" imgH="21082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850" y="5786438"/>
                        <a:ext cx="215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26"/>
          <p:cNvGrpSpPr/>
          <p:nvPr/>
        </p:nvGrpSpPr>
        <p:grpSpPr bwMode="auto">
          <a:xfrm>
            <a:off x="8896350" y="3429000"/>
            <a:ext cx="1376363" cy="1328738"/>
            <a:chOff x="4560" y="1680"/>
            <a:chExt cx="912" cy="832"/>
          </a:xfrm>
        </p:grpSpPr>
        <p:sp>
          <p:nvSpPr>
            <p:cNvPr id="18460" name="Rectangle 27"/>
            <p:cNvSpPr>
              <a:spLocks noChangeArrowheads="1"/>
            </p:cNvSpPr>
            <p:nvPr/>
          </p:nvSpPr>
          <p:spPr bwMode="auto">
            <a:xfrm>
              <a:off x="4560" y="1680"/>
              <a:ext cx="912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8461" name="Object 28"/>
            <p:cNvGraphicFramePr>
              <a:graphicFrameLocks noChangeAspect="1"/>
            </p:cNvGraphicFramePr>
            <p:nvPr/>
          </p:nvGraphicFramePr>
          <p:xfrm>
            <a:off x="4896" y="1728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79375" imgH="83820" progId="Equation.3">
                    <p:embed/>
                  </p:oleObj>
                </mc:Choice>
                <mc:Fallback>
                  <p:oleObj name="公式" r:id="rId25" imgW="79375" imgH="8382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1728"/>
                          <a:ext cx="216" cy="24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2" name="Object 29"/>
            <p:cNvGraphicFramePr>
              <a:graphicFrameLocks noChangeAspect="1"/>
            </p:cNvGraphicFramePr>
            <p:nvPr/>
          </p:nvGraphicFramePr>
          <p:xfrm>
            <a:off x="4612" y="2145"/>
            <a:ext cx="306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83820" imgH="105410" progId="Equation.3">
                    <p:embed/>
                  </p:oleObj>
                </mc:Choice>
                <mc:Fallback>
                  <p:oleObj name="公式" r:id="rId27" imgW="83820" imgH="10541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2" y="2145"/>
                          <a:ext cx="306" cy="36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3" name="Object 30"/>
            <p:cNvGraphicFramePr>
              <a:graphicFrameLocks noChangeAspect="1"/>
            </p:cNvGraphicFramePr>
            <p:nvPr/>
          </p:nvGraphicFramePr>
          <p:xfrm>
            <a:off x="5232" y="2208"/>
            <a:ext cx="216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79375" imgH="79375" progId="Equation.3">
                    <p:embed/>
                  </p:oleObj>
                </mc:Choice>
                <mc:Fallback>
                  <p:oleObj name="公式" r:id="rId29" imgW="79375" imgH="7937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208"/>
                          <a:ext cx="216" cy="21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4" name="Line 31"/>
            <p:cNvSpPr>
              <a:spLocks noChangeShapeType="1"/>
            </p:cNvSpPr>
            <p:nvPr/>
          </p:nvSpPr>
          <p:spPr bwMode="auto">
            <a:xfrm flipH="1">
              <a:off x="4752" y="1968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5" name="Line 32"/>
            <p:cNvSpPr>
              <a:spLocks noChangeShapeType="1"/>
            </p:cNvSpPr>
            <p:nvPr/>
          </p:nvSpPr>
          <p:spPr bwMode="auto">
            <a:xfrm>
              <a:off x="4896" y="235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6" name="Line 33"/>
            <p:cNvSpPr>
              <a:spLocks noChangeShapeType="1"/>
            </p:cNvSpPr>
            <p:nvPr/>
          </p:nvSpPr>
          <p:spPr bwMode="auto">
            <a:xfrm flipH="1" flipV="1">
              <a:off x="5136" y="1920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6594" name="Object 34"/>
          <p:cNvGraphicFramePr>
            <a:graphicFrameLocks noChangeAspect="1"/>
          </p:cNvGraphicFramePr>
          <p:nvPr/>
        </p:nvGraphicFramePr>
        <p:xfrm>
          <a:off x="3860800" y="5767388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20675" imgH="210820" progId="Equation.3">
                  <p:embed/>
                </p:oleObj>
              </mc:Choice>
              <mc:Fallback>
                <p:oleObj name="Equation" r:id="rId31" imgW="320675" imgH="21082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00" y="5767388"/>
                        <a:ext cx="482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02" name="Object 42"/>
          <p:cNvGraphicFramePr>
            <a:graphicFrameLocks noChangeAspect="1"/>
          </p:cNvGraphicFramePr>
          <p:nvPr/>
        </p:nvGraphicFramePr>
        <p:xfrm>
          <a:off x="5665788" y="3429000"/>
          <a:ext cx="2182812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582420" imgH="685800" progId="Equation.3">
                  <p:embed/>
                </p:oleObj>
              </mc:Choice>
              <mc:Fallback>
                <p:oleObj name="Equation" r:id="rId33" imgW="1582420" imgH="6858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5788" y="3429000"/>
                        <a:ext cx="2182812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44"/>
          <p:cNvGrpSpPr/>
          <p:nvPr/>
        </p:nvGrpSpPr>
        <p:grpSpPr bwMode="auto">
          <a:xfrm>
            <a:off x="3886200" y="4648200"/>
            <a:ext cx="2286000" cy="457200"/>
            <a:chOff x="1488" y="2976"/>
            <a:chExt cx="1440" cy="288"/>
          </a:xfrm>
        </p:grpSpPr>
        <p:graphicFrame>
          <p:nvGraphicFramePr>
            <p:cNvPr id="18458" name="Object 19"/>
            <p:cNvGraphicFramePr>
              <a:graphicFrameLocks noChangeAspect="1"/>
            </p:cNvGraphicFramePr>
            <p:nvPr/>
          </p:nvGraphicFramePr>
          <p:xfrm>
            <a:off x="1497" y="3008"/>
            <a:ext cx="1431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1560830" imgH="267970" progId="Equation.3">
                    <p:embed/>
                  </p:oleObj>
                </mc:Choice>
                <mc:Fallback>
                  <p:oleObj name="Equation" r:id="rId35" imgW="1560830" imgH="26797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" y="3008"/>
                          <a:ext cx="1431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9" name="Line 43"/>
            <p:cNvSpPr>
              <a:spLocks noChangeShapeType="1"/>
            </p:cNvSpPr>
            <p:nvPr/>
          </p:nvSpPr>
          <p:spPr bwMode="auto">
            <a:xfrm>
              <a:off x="1488" y="297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57" name="矩形 3"/>
          <p:cNvSpPr>
            <a:spLocks noChangeArrowheads="1"/>
          </p:cNvSpPr>
          <p:nvPr/>
        </p:nvSpPr>
        <p:spPr bwMode="auto">
          <a:xfrm>
            <a:off x="874712" y="813162"/>
            <a:ext cx="2517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与法平面方程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 </a:t>
            </a:r>
            <a:endParaRPr lang="zh-CN" altLang="en-US" sz="20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6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7" grpId="0" autoUpdateAnimBg="0"/>
      <p:bldP spid="66569" grpId="0" autoUpdateAnimBg="0"/>
      <p:bldP spid="66571" grpId="0" autoUpdateAnimBg="0"/>
      <p:bldP spid="66576" grpId="0" build="p" autoUpdateAnimBg="0"/>
      <p:bldP spid="6657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381000"/>
            <a:ext cx="2209800" cy="609600"/>
          </a:xfrm>
        </p:spPr>
        <p:txBody>
          <a:bodyPr/>
          <a:lstStyle/>
          <a:p>
            <a:pPr algn="l" eaLnBrk="1" hangingPunct="1"/>
            <a:r>
              <a:rPr lang="zh-CN" altLang="en-US" sz="2800">
                <a:solidFill>
                  <a:schemeClr val="tx1"/>
                </a:solidFill>
                <a:ea typeface="楷体_GB2312"/>
                <a:cs typeface="楷体_GB2312"/>
              </a:rPr>
              <a:t>法平面方程</a:t>
            </a:r>
          </a:p>
        </p:txBody>
      </p:sp>
      <p:graphicFrame>
        <p:nvGraphicFramePr>
          <p:cNvPr id="51213" name="Object 13"/>
          <p:cNvGraphicFramePr>
            <a:graphicFrameLocks noChangeAspect="1"/>
          </p:cNvGraphicFramePr>
          <p:nvPr/>
        </p:nvGraphicFramePr>
        <p:xfrm>
          <a:off x="4419600" y="533400"/>
          <a:ext cx="5383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19195" imgH="267970" progId="Equation.3">
                  <p:embed/>
                </p:oleObj>
              </mc:Choice>
              <mc:Fallback>
                <p:oleObj name="Equation" r:id="rId2" imgW="3719195" imgH="26797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33400"/>
                        <a:ext cx="53832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4" name="Text Box 14"/>
          <p:cNvSpPr txBox="1">
            <a:spLocks noChangeArrowheads="1"/>
          </p:cNvSpPr>
          <p:nvPr/>
        </p:nvSpPr>
        <p:spPr bwMode="auto">
          <a:xfrm>
            <a:off x="2895600" y="99060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即</a:t>
            </a:r>
          </a:p>
        </p:txBody>
      </p:sp>
      <p:graphicFrame>
        <p:nvGraphicFramePr>
          <p:cNvPr id="51215" name="Object 15"/>
          <p:cNvGraphicFramePr>
            <a:graphicFrameLocks noChangeAspect="1"/>
          </p:cNvGraphicFramePr>
          <p:nvPr/>
        </p:nvGraphicFramePr>
        <p:xfrm>
          <a:off x="4419600" y="1066800"/>
          <a:ext cx="1282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5030" imgH="210820" progId="Equation.3">
                  <p:embed/>
                </p:oleObj>
              </mc:Choice>
              <mc:Fallback>
                <p:oleObj name="Equation" r:id="rId4" imgW="875030" imgH="21082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066800"/>
                        <a:ext cx="1282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7" name="Object 47"/>
          <p:cNvGraphicFramePr>
            <a:graphicFrameLocks noChangeAspect="1"/>
          </p:cNvGraphicFramePr>
          <p:nvPr/>
        </p:nvGraphicFramePr>
        <p:xfrm>
          <a:off x="5610774" y="1300162"/>
          <a:ext cx="241935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9575" imgH="633095" progId="Equation.3">
                  <p:embed/>
                </p:oleObj>
              </mc:Choice>
              <mc:Fallback>
                <p:oleObj name="Equation" r:id="rId6" imgW="1679575" imgH="633095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774" y="1300162"/>
                        <a:ext cx="241935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8" name="Text Box 48"/>
          <p:cNvSpPr txBox="1">
            <a:spLocks noChangeArrowheads="1"/>
          </p:cNvSpPr>
          <p:nvPr/>
        </p:nvSpPr>
        <p:spPr bwMode="auto">
          <a:xfrm>
            <a:off x="57944" y="1676401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解法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2.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方程组两边对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求导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得</a:t>
            </a:r>
          </a:p>
        </p:txBody>
      </p:sp>
      <p:sp>
        <p:nvSpPr>
          <p:cNvPr id="51249" name="AutoShape 49"/>
          <p:cNvSpPr/>
          <p:nvPr/>
        </p:nvSpPr>
        <p:spPr bwMode="auto">
          <a:xfrm>
            <a:off x="5382174" y="1487487"/>
            <a:ext cx="228600" cy="1447800"/>
          </a:xfrm>
          <a:prstGeom prst="leftBrace">
            <a:avLst>
              <a:gd name="adj1" fmla="val 52778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51250" name="Object 50"/>
          <p:cNvGraphicFramePr>
            <a:graphicFrameLocks noChangeAspect="1"/>
          </p:cNvGraphicFramePr>
          <p:nvPr/>
        </p:nvGraphicFramePr>
        <p:xfrm>
          <a:off x="5869537" y="2173287"/>
          <a:ext cx="21796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08125" imgH="633095" progId="Equation.3">
                  <p:embed/>
                </p:oleObj>
              </mc:Choice>
              <mc:Fallback>
                <p:oleObj name="Equation" r:id="rId8" imgW="1508125" imgH="633095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9537" y="2173287"/>
                        <a:ext cx="21796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1" name="Object 51"/>
          <p:cNvGraphicFramePr>
            <a:graphicFrameLocks noChangeAspect="1"/>
          </p:cNvGraphicFramePr>
          <p:nvPr/>
        </p:nvGraphicFramePr>
        <p:xfrm>
          <a:off x="6312024" y="3124201"/>
          <a:ext cx="2054225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24305" imgH="1296670" progId="Equation.3">
                  <p:embed/>
                </p:oleObj>
              </mc:Choice>
              <mc:Fallback>
                <p:oleObj name="Equation" r:id="rId10" imgW="1424305" imgH="129667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2024" y="3124201"/>
                        <a:ext cx="2054225" cy="187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2" name="Object 52"/>
          <p:cNvGraphicFramePr>
            <a:graphicFrameLocks noChangeAspect="1"/>
          </p:cNvGraphicFramePr>
          <p:nvPr/>
        </p:nvGraphicFramePr>
        <p:xfrm>
          <a:off x="2694112" y="3656014"/>
          <a:ext cx="2066925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28750" imgH="949325" progId="Equation.3">
                  <p:embed/>
                </p:oleObj>
              </mc:Choice>
              <mc:Fallback>
                <p:oleObj name="Equation" r:id="rId12" imgW="1428750" imgH="949325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4112" y="3656014"/>
                        <a:ext cx="2066925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3" name="Text Box 53"/>
          <p:cNvSpPr txBox="1">
            <a:spLocks noChangeArrowheads="1"/>
          </p:cNvSpPr>
          <p:nvPr/>
        </p:nvSpPr>
        <p:spPr bwMode="auto">
          <a:xfrm>
            <a:off x="2121024" y="5043489"/>
            <a:ext cx="449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曲线在点 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(1,–2, 1) 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处有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</a:p>
        </p:txBody>
      </p:sp>
      <p:sp>
        <p:nvSpPr>
          <p:cNvPr id="51254" name="Text Box 54"/>
          <p:cNvSpPr txBox="1">
            <a:spLocks noChangeArrowheads="1"/>
          </p:cNvSpPr>
          <p:nvPr/>
        </p:nvSpPr>
        <p:spPr bwMode="auto">
          <a:xfrm>
            <a:off x="2121024" y="5729289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切向量</a:t>
            </a:r>
          </a:p>
        </p:txBody>
      </p:sp>
      <p:sp>
        <p:nvSpPr>
          <p:cNvPr id="51255" name="Text Box 55"/>
          <p:cNvSpPr txBox="1">
            <a:spLocks noChangeArrowheads="1"/>
          </p:cNvSpPr>
          <p:nvPr/>
        </p:nvSpPr>
        <p:spPr bwMode="auto">
          <a:xfrm>
            <a:off x="1816224" y="381000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解得</a:t>
            </a:r>
          </a:p>
        </p:txBody>
      </p:sp>
      <p:graphicFrame>
        <p:nvGraphicFramePr>
          <p:cNvPr id="51256" name="Object 56"/>
          <p:cNvGraphicFramePr>
            <a:graphicFrameLocks noChangeAspect="1"/>
          </p:cNvGraphicFramePr>
          <p:nvPr/>
        </p:nvGraphicFramePr>
        <p:xfrm>
          <a:off x="3568824" y="3124201"/>
          <a:ext cx="10953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56285" imgH="637540" progId="Equation.3">
                  <p:embed/>
                </p:oleObj>
              </mc:Choice>
              <mc:Fallback>
                <p:oleObj name="Equation" r:id="rId14" imgW="756285" imgH="63754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824" y="3124201"/>
                        <a:ext cx="109537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7" name="Object 57"/>
          <p:cNvGraphicFramePr>
            <a:graphicFrameLocks noChangeAspect="1"/>
          </p:cNvGraphicFramePr>
          <p:nvPr/>
        </p:nvGraphicFramePr>
        <p:xfrm>
          <a:off x="4788024" y="3641726"/>
          <a:ext cx="1182688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7880" imgH="633095" progId="Equation.3">
                  <p:embed/>
                </p:oleObj>
              </mc:Choice>
              <mc:Fallback>
                <p:oleObj name="Equation" r:id="rId16" imgW="817880" imgH="633095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3641726"/>
                        <a:ext cx="1182688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8" name="Object 58"/>
          <p:cNvGraphicFramePr>
            <a:graphicFrameLocks noChangeAspect="1"/>
          </p:cNvGraphicFramePr>
          <p:nvPr/>
        </p:nvGraphicFramePr>
        <p:xfrm>
          <a:off x="8445624" y="3654426"/>
          <a:ext cx="114458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91210" imgH="633095" progId="Equation.3">
                  <p:embed/>
                </p:oleObj>
              </mc:Choice>
              <mc:Fallback>
                <p:oleObj name="Equation" r:id="rId18" imgW="791210" imgH="633095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624" y="3654426"/>
                        <a:ext cx="114458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9" name="Object 59"/>
          <p:cNvGraphicFramePr>
            <a:graphicFrameLocks noChangeAspect="1"/>
          </p:cNvGraphicFramePr>
          <p:nvPr/>
        </p:nvGraphicFramePr>
        <p:xfrm>
          <a:off x="7521699" y="5913439"/>
          <a:ext cx="16859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65225" imgH="267970" progId="Equation.3">
                  <p:embed/>
                </p:oleObj>
              </mc:Choice>
              <mc:Fallback>
                <p:oleObj name="Equation" r:id="rId20" imgW="1165225" imgH="26797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1699" y="5913439"/>
                        <a:ext cx="16859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60"/>
          <p:cNvGrpSpPr/>
          <p:nvPr/>
        </p:nvGrpSpPr>
        <p:grpSpPr bwMode="auto">
          <a:xfrm>
            <a:off x="3711699" y="5638801"/>
            <a:ext cx="3708400" cy="942975"/>
            <a:chOff x="1337" y="3442"/>
            <a:chExt cx="2336" cy="594"/>
          </a:xfrm>
        </p:grpSpPr>
        <p:graphicFrame>
          <p:nvGraphicFramePr>
            <p:cNvPr id="19476" name="Object 61"/>
            <p:cNvGraphicFramePr>
              <a:graphicFrameLocks noChangeAspect="1"/>
            </p:cNvGraphicFramePr>
            <p:nvPr/>
          </p:nvGraphicFramePr>
          <p:xfrm>
            <a:off x="1344" y="3442"/>
            <a:ext cx="2329" cy="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576195" imgH="650875" progId="Equation.3">
                    <p:embed/>
                  </p:oleObj>
                </mc:Choice>
                <mc:Fallback>
                  <p:oleObj name="Equation" r:id="rId22" imgW="2576195" imgH="650875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442"/>
                          <a:ext cx="2329" cy="5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7" name="Line 62"/>
            <p:cNvSpPr>
              <a:spLocks noChangeShapeType="1"/>
            </p:cNvSpPr>
            <p:nvPr/>
          </p:nvSpPr>
          <p:spPr bwMode="auto">
            <a:xfrm>
              <a:off x="1337" y="3581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4" grpId="0" autoUpdateAnimBg="0"/>
      <p:bldP spid="51248" grpId="0" autoUpdateAnimBg="0"/>
      <p:bldP spid="51249" grpId="0" animBg="1"/>
      <p:bldP spid="51253" grpId="0" autoUpdateAnimBg="0"/>
      <p:bldP spid="51254" grpId="0" autoUpdateAnimBg="0"/>
      <p:bldP spid="51255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4" name="Rectangle 25"/>
          <p:cNvSpPr>
            <a:spLocks noChangeArrowheads="1"/>
          </p:cNvSpPr>
          <p:nvPr/>
        </p:nvSpPr>
        <p:spPr bwMode="auto">
          <a:xfrm>
            <a:off x="3733800" y="457200"/>
            <a:ext cx="4343400" cy="1371600"/>
          </a:xfrm>
          <a:prstGeom prst="rect">
            <a:avLst/>
          </a:prstGeom>
          <a:solidFill>
            <a:schemeClr val="accent5">
              <a:lumMod val="90000"/>
            </a:schemeClr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2133600" y="2236788"/>
            <a:ext cx="1954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切线方程</a:t>
            </a:r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4495800" y="2135188"/>
          <a:ext cx="28432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6435" imgH="633095" progId="Equation.3">
                  <p:embed/>
                </p:oleObj>
              </mc:Choice>
              <mc:Fallback>
                <p:oleObj name="Equation" r:id="rId2" imgW="1956435" imgH="6330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135188"/>
                        <a:ext cx="28432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3200400" y="3394075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即</a:t>
            </a:r>
          </a:p>
        </p:txBody>
      </p:sp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4495800" y="3151188"/>
          <a:ext cx="2197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08125" imgH="610870" progId="Equation.3">
                  <p:embed/>
                </p:oleObj>
              </mc:Choice>
              <mc:Fallback>
                <p:oleObj name="Equation" r:id="rId4" imgW="1508125" imgH="61087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151188"/>
                        <a:ext cx="21971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2133600" y="412908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法平面方程</a:t>
            </a:r>
          </a:p>
        </p:txBody>
      </p:sp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4343400" y="4267200"/>
          <a:ext cx="54848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89680" imgH="267970" progId="Equation.3">
                  <p:embed/>
                </p:oleObj>
              </mc:Choice>
              <mc:Fallback>
                <p:oleObj name="Equation" r:id="rId6" imgW="3789680" imgH="26797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267200"/>
                        <a:ext cx="54848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3200400" y="47386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即</a:t>
            </a:r>
          </a:p>
        </p:txBody>
      </p:sp>
      <p:graphicFrame>
        <p:nvGraphicFramePr>
          <p:cNvPr id="53257" name="Object 9"/>
          <p:cNvGraphicFramePr>
            <a:graphicFrameLocks noChangeAspect="1"/>
          </p:cNvGraphicFramePr>
          <p:nvPr/>
        </p:nvGraphicFramePr>
        <p:xfrm>
          <a:off x="4800600" y="4883150"/>
          <a:ext cx="1282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5030" imgH="210820" progId="Equation.3">
                  <p:embed/>
                </p:oleObj>
              </mc:Choice>
              <mc:Fallback>
                <p:oleObj name="Equation" r:id="rId8" imgW="875030" imgH="2108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83150"/>
                        <a:ext cx="1282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Text Box 10"/>
          <p:cNvSpPr txBox="1">
            <a:spLocks noChangeArrowheads="1"/>
          </p:cNvSpPr>
          <p:nvPr/>
        </p:nvSpPr>
        <p:spPr bwMode="auto">
          <a:xfrm>
            <a:off x="3810000" y="5334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点 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 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(1,–2, 1) 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处的切向量</a:t>
            </a:r>
          </a:p>
        </p:txBody>
      </p:sp>
      <p:graphicFrame>
        <p:nvGraphicFramePr>
          <p:cNvPr id="53261" name="Object 13"/>
          <p:cNvGraphicFramePr>
            <a:graphicFrameLocks noChangeAspect="1"/>
          </p:cNvGraphicFramePr>
          <p:nvPr/>
        </p:nvGraphicFramePr>
        <p:xfrm>
          <a:off x="5791200" y="2655888"/>
          <a:ext cx="215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6525" imgH="210820" progId="Equation.3">
                  <p:embed/>
                </p:oleObj>
              </mc:Choice>
              <mc:Fallback>
                <p:oleObj name="Equation" r:id="rId10" imgW="136525" imgH="2108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655888"/>
                        <a:ext cx="215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2" name="Object 14"/>
          <p:cNvGraphicFramePr>
            <a:graphicFrameLocks noChangeAspect="1"/>
          </p:cNvGraphicFramePr>
          <p:nvPr/>
        </p:nvGraphicFramePr>
        <p:xfrm>
          <a:off x="6781800" y="2655888"/>
          <a:ext cx="419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1305" imgH="201930" progId="Equation.3">
                  <p:embed/>
                </p:oleObj>
              </mc:Choice>
              <mc:Fallback>
                <p:oleObj name="Equation" r:id="rId12" imgW="281305" imgH="2019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655888"/>
                        <a:ext cx="419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3" name="Object 15"/>
          <p:cNvGraphicFramePr>
            <a:graphicFrameLocks noChangeAspect="1"/>
          </p:cNvGraphicFramePr>
          <p:nvPr/>
        </p:nvGraphicFramePr>
        <p:xfrm>
          <a:off x="4724400" y="2655888"/>
          <a:ext cx="152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6520" imgH="201930" progId="Equation.3">
                  <p:embed/>
                </p:oleObj>
              </mc:Choice>
              <mc:Fallback>
                <p:oleObj name="Equation" r:id="rId14" imgW="96520" imgH="2019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655888"/>
                        <a:ext cx="152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95" name="Group 26"/>
          <p:cNvGrpSpPr/>
          <p:nvPr/>
        </p:nvGrpSpPr>
        <p:grpSpPr bwMode="auto">
          <a:xfrm>
            <a:off x="4783138" y="1222375"/>
            <a:ext cx="2074862" cy="441325"/>
            <a:chOff x="2448" y="770"/>
            <a:chExt cx="1307" cy="278"/>
          </a:xfrm>
        </p:grpSpPr>
        <p:graphicFrame>
          <p:nvGraphicFramePr>
            <p:cNvPr id="20496" name="Object 12"/>
            <p:cNvGraphicFramePr>
              <a:graphicFrameLocks noChangeAspect="1"/>
            </p:cNvGraphicFramePr>
            <p:nvPr/>
          </p:nvGraphicFramePr>
          <p:xfrm>
            <a:off x="2459" y="792"/>
            <a:ext cx="129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415415" imgH="267970" progId="Equation.3">
                    <p:embed/>
                  </p:oleObj>
                </mc:Choice>
                <mc:Fallback>
                  <p:oleObj name="Equation" r:id="rId16" imgW="1415415" imgH="26797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9" y="792"/>
                          <a:ext cx="129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7" name="Line 23"/>
            <p:cNvSpPr>
              <a:spLocks noChangeShapeType="1"/>
            </p:cNvSpPr>
            <p:nvPr/>
          </p:nvSpPr>
          <p:spPr bwMode="auto">
            <a:xfrm>
              <a:off x="2448" y="770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utoUpdateAnimBg="0"/>
      <p:bldP spid="53252" grpId="0" autoUpdateAnimBg="0"/>
      <p:bldP spid="53254" grpId="0" autoUpdateAnimBg="0"/>
      <p:bldP spid="5325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20650" y="103188"/>
            <a:ext cx="5111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二、曲面的切平面与法线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847850" y="836613"/>
            <a:ext cx="8351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1508" name="Picture 4" descr="足球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1976438"/>
            <a:ext cx="5105400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334963" y="4508500"/>
            <a:ext cx="46085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80808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实际中这种现象是比较常见的，下面来一般地研究所谓曲面的切平面问题</a:t>
            </a:r>
            <a:r>
              <a:rPr kumimoji="1" lang="zh-CN" altLang="en-US" sz="2400" b="1">
                <a:solidFill>
                  <a:srgbClr val="808080"/>
                </a:solidFill>
                <a:latin typeface="Times New Roman" panose="02020603050405020304" pitchFamily="18" charset="0"/>
              </a:rPr>
              <a:t>．</a:t>
            </a:r>
          </a:p>
        </p:txBody>
      </p:sp>
      <p:grpSp>
        <p:nvGrpSpPr>
          <p:cNvPr id="2" name="Group 6"/>
          <p:cNvGrpSpPr/>
          <p:nvPr/>
        </p:nvGrpSpPr>
        <p:grpSpPr bwMode="auto">
          <a:xfrm>
            <a:off x="2063750" y="2349500"/>
            <a:ext cx="2665413" cy="1584325"/>
            <a:chOff x="340" y="1706"/>
            <a:chExt cx="1679" cy="998"/>
          </a:xfrm>
        </p:grpSpPr>
        <p:sp>
          <p:nvSpPr>
            <p:cNvPr id="21512" name="AutoShape 7"/>
            <p:cNvSpPr>
              <a:spLocks noChangeArrowheads="1"/>
            </p:cNvSpPr>
            <p:nvPr/>
          </p:nvSpPr>
          <p:spPr bwMode="auto">
            <a:xfrm>
              <a:off x="340" y="1888"/>
              <a:ext cx="1679" cy="816"/>
            </a:xfrm>
            <a:prstGeom prst="parallelogram">
              <a:avLst>
                <a:gd name="adj" fmla="val 51440"/>
              </a:avLst>
            </a:prstGeom>
            <a:solidFill>
              <a:schemeClr val="tx2">
                <a:alpha val="50195"/>
              </a:schemeClr>
            </a:solidFill>
            <a:ln w="9525" algn="ctr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13" name="Oval 8"/>
            <p:cNvSpPr>
              <a:spLocks noChangeArrowheads="1"/>
            </p:cNvSpPr>
            <p:nvPr/>
          </p:nvSpPr>
          <p:spPr bwMode="auto">
            <a:xfrm>
              <a:off x="839" y="1706"/>
              <a:ext cx="680" cy="680"/>
            </a:xfrm>
            <a:prstGeom prst="ellipse">
              <a:avLst/>
            </a:prstGeom>
            <a:solidFill>
              <a:schemeClr val="accent2">
                <a:alpha val="70195"/>
              </a:schemeClr>
            </a:solidFill>
            <a:ln w="9525" algn="ctr">
              <a:solidFill>
                <a:schemeClr val="bg2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514" name="Oval 9"/>
            <p:cNvSpPr>
              <a:spLocks noChangeArrowheads="1"/>
            </p:cNvSpPr>
            <p:nvPr/>
          </p:nvSpPr>
          <p:spPr bwMode="auto">
            <a:xfrm>
              <a:off x="839" y="1988"/>
              <a:ext cx="680" cy="136"/>
            </a:xfrm>
            <a:prstGeom prst="ellipse">
              <a:avLst/>
            </a:prstGeom>
            <a:solidFill>
              <a:schemeClr val="accent2">
                <a:alpha val="70195"/>
              </a:schemeClr>
            </a:solidFill>
            <a:ln w="9525" algn="ctr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</p:grpSp>
      <p:sp>
        <p:nvSpPr>
          <p:cNvPr id="21511" name="矩形 2"/>
          <p:cNvSpPr>
            <a:spLocks noChangeArrowheads="1"/>
          </p:cNvSpPr>
          <p:nvPr/>
        </p:nvSpPr>
        <p:spPr bwMode="auto">
          <a:xfrm>
            <a:off x="334963" y="971550"/>
            <a:ext cx="1116171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将一个足球放在平整的地面上，我们可以说地平面是足球表面（球面）的切平面．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38125" y="757238"/>
            <a:ext cx="8351838" cy="1573212"/>
            <a:chOff x="204" y="1478"/>
            <a:chExt cx="5261" cy="991"/>
          </a:xfrm>
        </p:grpSpPr>
        <p:sp>
          <p:nvSpPr>
            <p:cNvPr id="22563" name="Text Box 3"/>
            <p:cNvSpPr txBox="1">
              <a:spLocks noChangeArrowheads="1"/>
            </p:cNvSpPr>
            <p:nvPr/>
          </p:nvSpPr>
          <p:spPr bwMode="auto">
            <a:xfrm>
              <a:off x="204" y="1480"/>
              <a:ext cx="5261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808080"/>
                  </a:solidFill>
                  <a:latin typeface="Times New Roman" panose="02020603050405020304" pitchFamily="18" charset="0"/>
                </a:rPr>
                <a:t>       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设有曲面                              ，                     为曲面上的一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点，假定函数                  在    点的各个偏导数存在且连续，并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且三个偏导数不同时为零．</a:t>
              </a:r>
            </a:p>
          </p:txBody>
        </p:sp>
        <p:graphicFrame>
          <p:nvGraphicFramePr>
            <p:cNvPr id="22564" name="Object 4"/>
            <p:cNvGraphicFramePr>
              <a:graphicFrameLocks noChangeAspect="1"/>
            </p:cNvGraphicFramePr>
            <p:nvPr/>
          </p:nvGraphicFramePr>
          <p:xfrm>
            <a:off x="2933" y="1478"/>
            <a:ext cx="1116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421600" imgH="5486400" progId="Equation.DSMT4">
                    <p:embed/>
                  </p:oleObj>
                </mc:Choice>
                <mc:Fallback>
                  <p:oleObj name="Equation" r:id="rId2" imgW="20421600" imgH="54864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3" y="1478"/>
                          <a:ext cx="1116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5" name="Object 5"/>
            <p:cNvGraphicFramePr>
              <a:graphicFrameLocks noChangeAspect="1"/>
            </p:cNvGraphicFramePr>
            <p:nvPr/>
          </p:nvGraphicFramePr>
          <p:xfrm>
            <a:off x="1377" y="1500"/>
            <a:ext cx="143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6212800" imgH="4876800" progId="Equation.DSMT4">
                    <p:embed/>
                  </p:oleObj>
                </mc:Choice>
                <mc:Fallback>
                  <p:oleObj name="Equation" r:id="rId4" imgW="26212800" imgH="48768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7" y="1500"/>
                          <a:ext cx="1437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6" name="Object 6"/>
            <p:cNvGraphicFramePr>
              <a:graphicFrameLocks noChangeAspect="1"/>
            </p:cNvGraphicFramePr>
            <p:nvPr/>
          </p:nvGraphicFramePr>
          <p:xfrm>
            <a:off x="2463" y="1858"/>
            <a:ext cx="271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876800" imgH="3962400" progId="Equation.DSMT4">
                    <p:embed/>
                  </p:oleObj>
                </mc:Choice>
                <mc:Fallback>
                  <p:oleObj name="Equation" r:id="rId6" imgW="4876800" imgH="39624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3" y="1858"/>
                          <a:ext cx="271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7" name="Object 7"/>
            <p:cNvGraphicFramePr>
              <a:graphicFrameLocks noChangeAspect="1"/>
            </p:cNvGraphicFramePr>
            <p:nvPr/>
          </p:nvGraphicFramePr>
          <p:xfrm>
            <a:off x="1440" y="1855"/>
            <a:ext cx="856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544800" imgH="4876800" progId="Equation.DSMT4">
                    <p:embed/>
                  </p:oleObj>
                </mc:Choice>
                <mc:Fallback>
                  <p:oleObj name="Equation" r:id="rId8" imgW="15544800" imgH="48768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855"/>
                          <a:ext cx="856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8"/>
          <p:cNvGrpSpPr/>
          <p:nvPr/>
        </p:nvGrpSpPr>
        <p:grpSpPr bwMode="auto">
          <a:xfrm>
            <a:off x="346075" y="2473325"/>
            <a:ext cx="5472113" cy="1016000"/>
            <a:chOff x="204" y="2387"/>
            <a:chExt cx="3447" cy="640"/>
          </a:xfrm>
        </p:grpSpPr>
        <p:sp>
          <p:nvSpPr>
            <p:cNvPr id="22561" name="Text Box 9"/>
            <p:cNvSpPr txBox="1">
              <a:spLocks noChangeArrowheads="1"/>
            </p:cNvSpPr>
            <p:nvPr/>
          </p:nvSpPr>
          <p:spPr bwMode="auto">
            <a:xfrm>
              <a:off x="204" y="2387"/>
              <a:ext cx="344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808080"/>
                  </a:solidFill>
                  <a:latin typeface="宋体" panose="02010600030101010101" pitchFamily="2" charset="-122"/>
                </a:rPr>
                <a:t>   </a:t>
              </a: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下面来研究曲面在点          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处的切平面问题．</a:t>
              </a:r>
            </a:p>
          </p:txBody>
        </p:sp>
        <p:graphicFrame>
          <p:nvGraphicFramePr>
            <p:cNvPr id="22562" name="Object 10"/>
            <p:cNvGraphicFramePr>
              <a:graphicFrameLocks noChangeAspect="1"/>
            </p:cNvGraphicFramePr>
            <p:nvPr/>
          </p:nvGraphicFramePr>
          <p:xfrm>
            <a:off x="2287" y="2409"/>
            <a:ext cx="1116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421600" imgH="5486400" progId="Equation.DSMT4">
                    <p:embed/>
                  </p:oleObj>
                </mc:Choice>
                <mc:Fallback>
                  <p:oleObj name="Equation" r:id="rId10" imgW="20421600" imgH="54864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7" y="2409"/>
                          <a:ext cx="1116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195" name="Text Box 11"/>
          <p:cNvSpPr txBox="1">
            <a:spLocks noChangeArrowheads="1"/>
          </p:cNvSpPr>
          <p:nvPr/>
        </p:nvSpPr>
        <p:spPr bwMode="auto">
          <a:xfrm>
            <a:off x="844550" y="3732213"/>
            <a:ext cx="467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99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已知：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空间曲线的切线</a:t>
            </a:r>
          </a:p>
        </p:txBody>
      </p:sp>
      <p:sp>
        <p:nvSpPr>
          <p:cNvPr id="93196" name="Text Box 12"/>
          <p:cNvSpPr txBox="1">
            <a:spLocks noChangeArrowheads="1"/>
          </p:cNvSpPr>
          <p:nvPr/>
        </p:nvSpPr>
        <p:spPr bwMode="auto">
          <a:xfrm>
            <a:off x="844550" y="4260850"/>
            <a:ext cx="467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99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未知：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曲面在一点处的切平面</a:t>
            </a:r>
          </a:p>
        </p:txBody>
      </p:sp>
      <p:sp>
        <p:nvSpPr>
          <p:cNvPr id="93203" name="Text Box 19"/>
          <p:cNvSpPr txBox="1">
            <a:spLocks noChangeArrowheads="1"/>
          </p:cNvSpPr>
          <p:nvPr/>
        </p:nvSpPr>
        <p:spPr bwMode="auto">
          <a:xfrm>
            <a:off x="509588" y="5314950"/>
            <a:ext cx="74152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99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这提示我们：需要证明这些切线都在同一个平面上。</a:t>
            </a:r>
          </a:p>
        </p:txBody>
      </p:sp>
      <p:grpSp>
        <p:nvGrpSpPr>
          <p:cNvPr id="9" name="Group 20"/>
          <p:cNvGrpSpPr/>
          <p:nvPr/>
        </p:nvGrpSpPr>
        <p:grpSpPr bwMode="auto">
          <a:xfrm>
            <a:off x="7292975" y="2016125"/>
            <a:ext cx="3671888" cy="3432175"/>
            <a:chOff x="3107" y="1162"/>
            <a:chExt cx="2313" cy="2162"/>
          </a:xfrm>
        </p:grpSpPr>
        <p:grpSp>
          <p:nvGrpSpPr>
            <p:cNvPr id="22550" name="Group 21"/>
            <p:cNvGrpSpPr/>
            <p:nvPr/>
          </p:nvGrpSpPr>
          <p:grpSpPr bwMode="auto">
            <a:xfrm>
              <a:off x="3107" y="1162"/>
              <a:ext cx="2313" cy="2162"/>
              <a:chOff x="4024" y="2456"/>
              <a:chExt cx="1624" cy="1518"/>
            </a:xfrm>
          </p:grpSpPr>
          <p:graphicFrame>
            <p:nvGraphicFramePr>
              <p:cNvPr id="22554" name="Object 22"/>
              <p:cNvGraphicFramePr>
                <a:graphicFrameLocks noChangeAspect="1"/>
              </p:cNvGraphicFramePr>
              <p:nvPr/>
            </p:nvGraphicFramePr>
            <p:xfrm>
              <a:off x="5511" y="3339"/>
              <a:ext cx="137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77800" imgH="215900" progId="Equation.DSMT4">
                      <p:embed/>
                    </p:oleObj>
                  </mc:Choice>
                  <mc:Fallback>
                    <p:oleObj name="Equation" r:id="rId12" imgW="177800" imgH="215900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11" y="3339"/>
                            <a:ext cx="137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55" name="Object 23"/>
              <p:cNvGraphicFramePr>
                <a:graphicFrameLocks noChangeAspect="1"/>
              </p:cNvGraphicFramePr>
              <p:nvPr/>
            </p:nvGraphicFramePr>
            <p:xfrm>
              <a:off x="4024" y="3793"/>
              <a:ext cx="156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65100" imgH="177800" progId="Equation.DSMT4">
                      <p:embed/>
                    </p:oleObj>
                  </mc:Choice>
                  <mc:Fallback>
                    <p:oleObj name="Equation" r:id="rId14" imgW="165100" imgH="177800" progId="Equation.DSMT4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4" y="3793"/>
                            <a:ext cx="156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56" name="Object 24"/>
              <p:cNvGraphicFramePr>
                <a:graphicFrameLocks noChangeAspect="1"/>
              </p:cNvGraphicFramePr>
              <p:nvPr/>
            </p:nvGraphicFramePr>
            <p:xfrm>
              <a:off x="4353" y="2456"/>
              <a:ext cx="115" cy="1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52400" imgH="190500" progId="Equation.DSMT4">
                      <p:embed/>
                    </p:oleObj>
                  </mc:Choice>
                  <mc:Fallback>
                    <p:oleObj name="Equation" r:id="rId16" imgW="152400" imgH="190500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3" y="2456"/>
                            <a:ext cx="115" cy="1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57" name="Object 25"/>
              <p:cNvGraphicFramePr>
                <a:graphicFrameLocks noChangeAspect="1"/>
              </p:cNvGraphicFramePr>
              <p:nvPr/>
            </p:nvGraphicFramePr>
            <p:xfrm>
              <a:off x="4332" y="3203"/>
              <a:ext cx="116" cy="1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52400" imgH="177800" progId="Equation.DSMT4">
                      <p:embed/>
                    </p:oleObj>
                  </mc:Choice>
                  <mc:Fallback>
                    <p:oleObj name="Equation" r:id="rId18" imgW="152400" imgH="177800" progId="Equation.DSMT4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2" y="3203"/>
                            <a:ext cx="116" cy="1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58" name="Line 26"/>
              <p:cNvSpPr>
                <a:spLocks noChangeShapeType="1"/>
              </p:cNvSpPr>
              <p:nvPr/>
            </p:nvSpPr>
            <p:spPr bwMode="auto">
              <a:xfrm flipH="1">
                <a:off x="4105" y="3294"/>
                <a:ext cx="408" cy="49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9" name="Line 27"/>
              <p:cNvSpPr>
                <a:spLocks noChangeShapeType="1"/>
              </p:cNvSpPr>
              <p:nvPr/>
            </p:nvSpPr>
            <p:spPr bwMode="auto">
              <a:xfrm>
                <a:off x="4513" y="3294"/>
                <a:ext cx="99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0" name="Line 28"/>
              <p:cNvSpPr>
                <a:spLocks noChangeShapeType="1"/>
              </p:cNvSpPr>
              <p:nvPr/>
            </p:nvSpPr>
            <p:spPr bwMode="auto">
              <a:xfrm flipV="1">
                <a:off x="4513" y="2478"/>
                <a:ext cx="0" cy="81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51" name="Group 29"/>
            <p:cNvGrpSpPr/>
            <p:nvPr/>
          </p:nvGrpSpPr>
          <p:grpSpPr bwMode="auto">
            <a:xfrm>
              <a:off x="3470" y="1525"/>
              <a:ext cx="1623" cy="1201"/>
              <a:chOff x="3696" y="1842"/>
              <a:chExt cx="1623" cy="1201"/>
            </a:xfrm>
          </p:grpSpPr>
          <p:sp>
            <p:nvSpPr>
              <p:cNvPr id="22552" name="Freeform 30"/>
              <p:cNvSpPr/>
              <p:nvPr/>
            </p:nvSpPr>
            <p:spPr bwMode="auto">
              <a:xfrm rot="-871110">
                <a:off x="3696" y="1842"/>
                <a:ext cx="1623" cy="1201"/>
              </a:xfrm>
              <a:custGeom>
                <a:avLst/>
                <a:gdLst>
                  <a:gd name="T0" fmla="*/ 0 w 1623"/>
                  <a:gd name="T1" fmla="*/ 658 h 1201"/>
                  <a:gd name="T2" fmla="*/ 304 w 1623"/>
                  <a:gd name="T3" fmla="*/ 148 h 1201"/>
                  <a:gd name="T4" fmla="*/ 452 w 1623"/>
                  <a:gd name="T5" fmla="*/ 0 h 1201"/>
                  <a:gd name="T6" fmla="*/ 617 w 1623"/>
                  <a:gd name="T7" fmla="*/ 16 h 1201"/>
                  <a:gd name="T8" fmla="*/ 1242 w 1623"/>
                  <a:gd name="T9" fmla="*/ 214 h 1201"/>
                  <a:gd name="T10" fmla="*/ 1563 w 1623"/>
                  <a:gd name="T11" fmla="*/ 543 h 1201"/>
                  <a:gd name="T12" fmla="*/ 1604 w 1623"/>
                  <a:gd name="T13" fmla="*/ 765 h 1201"/>
                  <a:gd name="T14" fmla="*/ 1465 w 1623"/>
                  <a:gd name="T15" fmla="*/ 897 h 1201"/>
                  <a:gd name="T16" fmla="*/ 1028 w 1623"/>
                  <a:gd name="T17" fmla="*/ 1201 h 1201"/>
                  <a:gd name="T18" fmla="*/ 963 w 1623"/>
                  <a:gd name="T19" fmla="*/ 1119 h 1201"/>
                  <a:gd name="T20" fmla="*/ 518 w 1623"/>
                  <a:gd name="T21" fmla="*/ 814 h 1201"/>
                  <a:gd name="T22" fmla="*/ 123 w 1623"/>
                  <a:gd name="T23" fmla="*/ 716 h 1201"/>
                  <a:gd name="T24" fmla="*/ 0 w 1623"/>
                  <a:gd name="T25" fmla="*/ 658 h 120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623"/>
                  <a:gd name="T40" fmla="*/ 0 h 1201"/>
                  <a:gd name="T41" fmla="*/ 1623 w 1623"/>
                  <a:gd name="T42" fmla="*/ 1201 h 120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623" h="1201">
                    <a:moveTo>
                      <a:pt x="0" y="658"/>
                    </a:moveTo>
                    <a:cubicBezTo>
                      <a:pt x="31" y="559"/>
                      <a:pt x="229" y="258"/>
                      <a:pt x="304" y="148"/>
                    </a:cubicBezTo>
                    <a:lnTo>
                      <a:pt x="452" y="0"/>
                    </a:lnTo>
                    <a:lnTo>
                      <a:pt x="617" y="16"/>
                    </a:lnTo>
                    <a:cubicBezTo>
                      <a:pt x="749" y="52"/>
                      <a:pt x="1084" y="126"/>
                      <a:pt x="1242" y="214"/>
                    </a:cubicBezTo>
                    <a:cubicBezTo>
                      <a:pt x="1400" y="302"/>
                      <a:pt x="1503" y="451"/>
                      <a:pt x="1563" y="543"/>
                    </a:cubicBezTo>
                    <a:cubicBezTo>
                      <a:pt x="1623" y="635"/>
                      <a:pt x="1620" y="706"/>
                      <a:pt x="1604" y="765"/>
                    </a:cubicBezTo>
                    <a:cubicBezTo>
                      <a:pt x="1588" y="824"/>
                      <a:pt x="1561" y="824"/>
                      <a:pt x="1465" y="897"/>
                    </a:cubicBezTo>
                    <a:cubicBezTo>
                      <a:pt x="1369" y="970"/>
                      <a:pt x="1111" y="1164"/>
                      <a:pt x="1028" y="1201"/>
                    </a:cubicBezTo>
                    <a:lnTo>
                      <a:pt x="963" y="1119"/>
                    </a:lnTo>
                    <a:cubicBezTo>
                      <a:pt x="878" y="1054"/>
                      <a:pt x="658" y="881"/>
                      <a:pt x="518" y="814"/>
                    </a:cubicBezTo>
                    <a:cubicBezTo>
                      <a:pt x="378" y="747"/>
                      <a:pt x="209" y="742"/>
                      <a:pt x="123" y="716"/>
                    </a:cubicBezTo>
                    <a:lnTo>
                      <a:pt x="0" y="658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w="9525" cap="flat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2553" name="Object 31"/>
              <p:cNvGraphicFramePr>
                <a:graphicFrameLocks noChangeAspect="1"/>
              </p:cNvGraphicFramePr>
              <p:nvPr/>
            </p:nvGraphicFramePr>
            <p:xfrm>
              <a:off x="4740" y="2659"/>
              <a:ext cx="184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77800" imgH="203200" progId="Equation.DSMT4">
                      <p:embed/>
                    </p:oleObj>
                  </mc:Choice>
                  <mc:Fallback>
                    <p:oleObj name="Equation" r:id="rId20" imgW="177800" imgH="203200" progId="Equation.DSMT4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0" y="2659"/>
                            <a:ext cx="184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3216" name="Freeform 32"/>
          <p:cNvSpPr/>
          <p:nvPr/>
        </p:nvSpPr>
        <p:spPr bwMode="auto">
          <a:xfrm>
            <a:off x="8159750" y="3143250"/>
            <a:ext cx="2065338" cy="633413"/>
          </a:xfrm>
          <a:custGeom>
            <a:avLst/>
            <a:gdLst>
              <a:gd name="T0" fmla="*/ 0 w 1301"/>
              <a:gd name="T1" fmla="*/ 2147483646 h 399"/>
              <a:gd name="T2" fmla="*/ 2147483646 w 1301"/>
              <a:gd name="T3" fmla="*/ 2147483646 h 399"/>
              <a:gd name="T4" fmla="*/ 2147483646 w 1301"/>
              <a:gd name="T5" fmla="*/ 2147483646 h 399"/>
              <a:gd name="T6" fmla="*/ 2147483646 w 1301"/>
              <a:gd name="T7" fmla="*/ 2147483646 h 399"/>
              <a:gd name="T8" fmla="*/ 2147483646 w 1301"/>
              <a:gd name="T9" fmla="*/ 2147483646 h 3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01"/>
              <a:gd name="T16" fmla="*/ 0 h 399"/>
              <a:gd name="T17" fmla="*/ 1301 w 1301"/>
              <a:gd name="T18" fmla="*/ 399 h 3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01" h="399">
                <a:moveTo>
                  <a:pt x="0" y="86"/>
                </a:moveTo>
                <a:cubicBezTo>
                  <a:pt x="26" y="75"/>
                  <a:pt x="87" y="33"/>
                  <a:pt x="157" y="21"/>
                </a:cubicBezTo>
                <a:cubicBezTo>
                  <a:pt x="227" y="9"/>
                  <a:pt x="324" y="0"/>
                  <a:pt x="420" y="12"/>
                </a:cubicBezTo>
                <a:cubicBezTo>
                  <a:pt x="516" y="24"/>
                  <a:pt x="586" y="31"/>
                  <a:pt x="733" y="95"/>
                </a:cubicBezTo>
                <a:cubicBezTo>
                  <a:pt x="880" y="159"/>
                  <a:pt x="1183" y="336"/>
                  <a:pt x="1301" y="399"/>
                </a:cubicBezTo>
              </a:path>
            </a:pathLst>
          </a:custGeom>
          <a:noFill/>
          <a:ln w="28575" cap="flat" cmpd="sng">
            <a:solidFill>
              <a:schemeClr val="bg2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17" name="Line 33"/>
          <p:cNvSpPr>
            <a:spLocks noChangeShapeType="1"/>
          </p:cNvSpPr>
          <p:nvPr/>
        </p:nvSpPr>
        <p:spPr bwMode="auto">
          <a:xfrm flipV="1">
            <a:off x="8012113" y="3214688"/>
            <a:ext cx="2519362" cy="144462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18" name="AutoShape 34"/>
          <p:cNvSpPr>
            <a:spLocks noChangeArrowheads="1"/>
          </p:cNvSpPr>
          <p:nvPr/>
        </p:nvSpPr>
        <p:spPr bwMode="auto">
          <a:xfrm rot="-4409769">
            <a:off x="8573294" y="2102644"/>
            <a:ext cx="1468437" cy="2447925"/>
          </a:xfrm>
          <a:prstGeom prst="parallelogram">
            <a:avLst>
              <a:gd name="adj" fmla="val 0"/>
            </a:avLst>
          </a:prstGeom>
          <a:solidFill>
            <a:srgbClr val="DFE7B7">
              <a:alpha val="39999"/>
            </a:srgbClr>
          </a:solidFill>
          <a:ln w="9525" algn="ctr">
            <a:solidFill>
              <a:schemeClr val="hlink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93219" name="Freeform 35"/>
          <p:cNvSpPr/>
          <p:nvPr/>
        </p:nvSpPr>
        <p:spPr bwMode="auto">
          <a:xfrm>
            <a:off x="8081963" y="3268663"/>
            <a:ext cx="2208212" cy="547687"/>
          </a:xfrm>
          <a:custGeom>
            <a:avLst/>
            <a:gdLst>
              <a:gd name="T0" fmla="*/ 0 w 1391"/>
              <a:gd name="T1" fmla="*/ 2147483646 h 345"/>
              <a:gd name="T2" fmla="*/ 2147483646 w 1391"/>
              <a:gd name="T3" fmla="*/ 2147483646 h 345"/>
              <a:gd name="T4" fmla="*/ 2147483646 w 1391"/>
              <a:gd name="T5" fmla="*/ 2147483646 h 345"/>
              <a:gd name="T6" fmla="*/ 2147483646 w 1391"/>
              <a:gd name="T7" fmla="*/ 2147483646 h 345"/>
              <a:gd name="T8" fmla="*/ 2147483646 w 1391"/>
              <a:gd name="T9" fmla="*/ 2147483646 h 345"/>
              <a:gd name="T10" fmla="*/ 2147483646 w 1391"/>
              <a:gd name="T11" fmla="*/ 2147483646 h 34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91"/>
              <a:gd name="T19" fmla="*/ 0 h 345"/>
              <a:gd name="T20" fmla="*/ 1391 w 1391"/>
              <a:gd name="T21" fmla="*/ 345 h 34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91" h="345">
                <a:moveTo>
                  <a:pt x="0" y="345"/>
                </a:moveTo>
                <a:cubicBezTo>
                  <a:pt x="34" y="320"/>
                  <a:pt x="122" y="242"/>
                  <a:pt x="206" y="197"/>
                </a:cubicBezTo>
                <a:cubicBezTo>
                  <a:pt x="290" y="152"/>
                  <a:pt x="402" y="103"/>
                  <a:pt x="502" y="73"/>
                </a:cubicBezTo>
                <a:cubicBezTo>
                  <a:pt x="602" y="43"/>
                  <a:pt x="705" y="25"/>
                  <a:pt x="809" y="14"/>
                </a:cubicBezTo>
                <a:cubicBezTo>
                  <a:pt x="913" y="3"/>
                  <a:pt x="1030" y="0"/>
                  <a:pt x="1127" y="7"/>
                </a:cubicBezTo>
                <a:cubicBezTo>
                  <a:pt x="1224" y="14"/>
                  <a:pt x="1336" y="47"/>
                  <a:pt x="1391" y="57"/>
                </a:cubicBezTo>
              </a:path>
            </a:pathLst>
          </a:custGeom>
          <a:noFill/>
          <a:ln w="28575" cap="flat" cmpd="sng">
            <a:solidFill>
              <a:schemeClr val="hlink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20" name="Freeform 36"/>
          <p:cNvSpPr/>
          <p:nvPr/>
        </p:nvSpPr>
        <p:spPr bwMode="auto">
          <a:xfrm>
            <a:off x="8736013" y="2936875"/>
            <a:ext cx="1139825" cy="996950"/>
          </a:xfrm>
          <a:custGeom>
            <a:avLst/>
            <a:gdLst>
              <a:gd name="T0" fmla="*/ 0 w 718"/>
              <a:gd name="T1" fmla="*/ 2147483646 h 628"/>
              <a:gd name="T2" fmla="*/ 2147483646 w 718"/>
              <a:gd name="T3" fmla="*/ 2147483646 h 628"/>
              <a:gd name="T4" fmla="*/ 2147483646 w 718"/>
              <a:gd name="T5" fmla="*/ 2147483646 h 628"/>
              <a:gd name="T6" fmla="*/ 2147483646 w 718"/>
              <a:gd name="T7" fmla="*/ 2147483646 h 628"/>
              <a:gd name="T8" fmla="*/ 2147483646 w 718"/>
              <a:gd name="T9" fmla="*/ 0 h 6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18"/>
              <a:gd name="T16" fmla="*/ 0 h 628"/>
              <a:gd name="T17" fmla="*/ 718 w 718"/>
              <a:gd name="T18" fmla="*/ 628 h 6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18" h="628">
                <a:moveTo>
                  <a:pt x="0" y="628"/>
                </a:moveTo>
                <a:cubicBezTo>
                  <a:pt x="16" y="602"/>
                  <a:pt x="60" y="522"/>
                  <a:pt x="98" y="471"/>
                </a:cubicBezTo>
                <a:cubicBezTo>
                  <a:pt x="136" y="420"/>
                  <a:pt x="168" y="381"/>
                  <a:pt x="231" y="323"/>
                </a:cubicBezTo>
                <a:cubicBezTo>
                  <a:pt x="294" y="265"/>
                  <a:pt x="397" y="176"/>
                  <a:pt x="478" y="122"/>
                </a:cubicBezTo>
                <a:cubicBezTo>
                  <a:pt x="559" y="68"/>
                  <a:pt x="668" y="26"/>
                  <a:pt x="718" y="0"/>
                </a:cubicBezTo>
              </a:path>
            </a:pathLst>
          </a:custGeom>
          <a:noFill/>
          <a:ln w="28575" cap="flat" cmpd="sng">
            <a:solidFill>
              <a:schemeClr val="bg2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21" name="Freeform 37"/>
          <p:cNvSpPr/>
          <p:nvPr/>
        </p:nvSpPr>
        <p:spPr bwMode="auto">
          <a:xfrm>
            <a:off x="8399463" y="2794000"/>
            <a:ext cx="1393825" cy="1047750"/>
          </a:xfrm>
          <a:custGeom>
            <a:avLst/>
            <a:gdLst>
              <a:gd name="T0" fmla="*/ 0 w 878"/>
              <a:gd name="T1" fmla="*/ 2147483646 h 660"/>
              <a:gd name="T2" fmla="*/ 2147483646 w 878"/>
              <a:gd name="T3" fmla="*/ 2147483646 h 660"/>
              <a:gd name="T4" fmla="*/ 2147483646 w 878"/>
              <a:gd name="T5" fmla="*/ 2147483646 h 660"/>
              <a:gd name="T6" fmla="*/ 2147483646 w 878"/>
              <a:gd name="T7" fmla="*/ 2147483646 h 660"/>
              <a:gd name="T8" fmla="*/ 2147483646 w 878"/>
              <a:gd name="T9" fmla="*/ 2147483646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78"/>
              <a:gd name="T16" fmla="*/ 0 h 660"/>
              <a:gd name="T17" fmla="*/ 878 w 878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78" h="660">
                <a:moveTo>
                  <a:pt x="0" y="1"/>
                </a:moveTo>
                <a:cubicBezTo>
                  <a:pt x="28" y="5"/>
                  <a:pt x="102" y="0"/>
                  <a:pt x="168" y="26"/>
                </a:cubicBezTo>
                <a:cubicBezTo>
                  <a:pt x="234" y="52"/>
                  <a:pt x="321" y="95"/>
                  <a:pt x="397" y="155"/>
                </a:cubicBezTo>
                <a:cubicBezTo>
                  <a:pt x="473" y="215"/>
                  <a:pt x="542" y="304"/>
                  <a:pt x="622" y="388"/>
                </a:cubicBezTo>
                <a:cubicBezTo>
                  <a:pt x="702" y="472"/>
                  <a:pt x="825" y="603"/>
                  <a:pt x="878" y="660"/>
                </a:cubicBezTo>
              </a:path>
            </a:pathLst>
          </a:custGeom>
          <a:noFill/>
          <a:ln w="28575" cap="flat" cmpd="sng">
            <a:solidFill>
              <a:schemeClr val="bg2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Group 38"/>
          <p:cNvGrpSpPr/>
          <p:nvPr/>
        </p:nvGrpSpPr>
        <p:grpSpPr bwMode="auto">
          <a:xfrm>
            <a:off x="9237663" y="2808288"/>
            <a:ext cx="506412" cy="522287"/>
            <a:chOff x="5197" y="2777"/>
            <a:chExt cx="224" cy="231"/>
          </a:xfrm>
        </p:grpSpPr>
        <p:graphicFrame>
          <p:nvGraphicFramePr>
            <p:cNvPr id="22548" name="Object 39"/>
            <p:cNvGraphicFramePr>
              <a:graphicFrameLocks noChangeAspect="1"/>
            </p:cNvGraphicFramePr>
            <p:nvPr/>
          </p:nvGraphicFramePr>
          <p:xfrm>
            <a:off x="5239" y="2777"/>
            <a:ext cx="182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79400" imgH="215900" progId="Equation.DSMT4">
                    <p:embed/>
                  </p:oleObj>
                </mc:Choice>
                <mc:Fallback>
                  <p:oleObj name="Equation" r:id="rId22" imgW="279400" imgH="21590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2777"/>
                          <a:ext cx="182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9" name="Oval 40"/>
            <p:cNvSpPr>
              <a:spLocks noChangeAspect="1" noChangeArrowheads="1"/>
            </p:cNvSpPr>
            <p:nvPr/>
          </p:nvSpPr>
          <p:spPr bwMode="auto">
            <a:xfrm>
              <a:off x="5197" y="2967"/>
              <a:ext cx="41" cy="41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hlink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</p:grpSp>
      <p:sp>
        <p:nvSpPr>
          <p:cNvPr id="93225" name="Line 41"/>
          <p:cNvSpPr>
            <a:spLocks noChangeShapeType="1"/>
          </p:cNvSpPr>
          <p:nvPr/>
        </p:nvSpPr>
        <p:spPr bwMode="auto">
          <a:xfrm>
            <a:off x="8229600" y="2927350"/>
            <a:ext cx="2159000" cy="719138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26" name="Line 42"/>
          <p:cNvSpPr>
            <a:spLocks noChangeShapeType="1"/>
          </p:cNvSpPr>
          <p:nvPr/>
        </p:nvSpPr>
        <p:spPr bwMode="auto">
          <a:xfrm>
            <a:off x="8661400" y="2592388"/>
            <a:ext cx="1295400" cy="1393825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27" name="Line 43"/>
          <p:cNvSpPr>
            <a:spLocks noChangeShapeType="1"/>
          </p:cNvSpPr>
          <p:nvPr/>
        </p:nvSpPr>
        <p:spPr bwMode="auto">
          <a:xfrm flipH="1">
            <a:off x="8528050" y="2808288"/>
            <a:ext cx="1296988" cy="1079500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28" name="AutoShape 44"/>
          <p:cNvSpPr>
            <a:spLocks noChangeArrowheads="1"/>
          </p:cNvSpPr>
          <p:nvPr/>
        </p:nvSpPr>
        <p:spPr bwMode="auto">
          <a:xfrm>
            <a:off x="8804275" y="4895850"/>
            <a:ext cx="1657350" cy="649288"/>
          </a:xfrm>
          <a:prstGeom prst="wedgeRoundRectCallout">
            <a:avLst>
              <a:gd name="adj1" fmla="val 29694"/>
              <a:gd name="adj2" fmla="val -147556"/>
              <a:gd name="adj3" fmla="val 16667"/>
            </a:avLst>
          </a:prstGeom>
          <a:solidFill>
            <a:srgbClr val="FFFFFF"/>
          </a:solidFill>
          <a:ln w="9525" algn="ctr">
            <a:solidFill>
              <a:srgbClr val="0000FF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600" b="1">
                <a:solidFill>
                  <a:srgbClr val="0099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切平面</a:t>
            </a:r>
          </a:p>
        </p:txBody>
      </p:sp>
      <p:sp>
        <p:nvSpPr>
          <p:cNvPr id="22547" name="Rectangle 45"/>
          <p:cNvSpPr>
            <a:spLocks noChangeArrowheads="1"/>
          </p:cNvSpPr>
          <p:nvPr/>
        </p:nvSpPr>
        <p:spPr bwMode="auto">
          <a:xfrm>
            <a:off x="114300" y="60325"/>
            <a:ext cx="5867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333399"/>
                </a:solidFill>
                <a:ea typeface="楷体_GB2312"/>
                <a:cs typeface="楷体_GB2312"/>
              </a:rPr>
              <a:t>1.  </a:t>
            </a:r>
            <a:r>
              <a:rPr lang="zh-CN" altLang="en-US" sz="2800" b="1">
                <a:solidFill>
                  <a:srgbClr val="333399"/>
                </a:solidFill>
                <a:ea typeface="楷体_GB2312"/>
                <a:cs typeface="楷体_GB2312"/>
              </a:rPr>
              <a:t>以隐式表示的曲面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3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3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93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93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93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93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9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9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5" grpId="0"/>
      <p:bldP spid="93196" grpId="0"/>
      <p:bldP spid="93203" grpId="0"/>
      <p:bldP spid="93218" grpId="0" animBg="1"/>
      <p:bldP spid="932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/>
          <p:nvPr/>
        </p:nvGrpSpPr>
        <p:grpSpPr bwMode="auto">
          <a:xfrm>
            <a:off x="1892300" y="476250"/>
            <a:ext cx="8524874" cy="1470026"/>
            <a:chOff x="232" y="255"/>
            <a:chExt cx="5370" cy="926"/>
          </a:xfrm>
        </p:grpSpPr>
        <p:grpSp>
          <p:nvGrpSpPr>
            <p:cNvPr id="23580" name="Group 3"/>
            <p:cNvGrpSpPr/>
            <p:nvPr/>
          </p:nvGrpSpPr>
          <p:grpSpPr bwMode="auto">
            <a:xfrm>
              <a:off x="567" y="255"/>
              <a:ext cx="4762" cy="288"/>
              <a:chOff x="295" y="255"/>
              <a:chExt cx="4762" cy="288"/>
            </a:xfrm>
          </p:grpSpPr>
          <p:sp>
            <p:nvSpPr>
              <p:cNvPr id="23588" name="Text Box 4"/>
              <p:cNvSpPr txBox="1">
                <a:spLocks noChangeArrowheads="1"/>
              </p:cNvSpPr>
              <p:nvPr/>
            </p:nvSpPr>
            <p:spPr bwMode="auto">
              <a:xfrm>
                <a:off x="295" y="255"/>
                <a:ext cx="476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假设  是在曲面  上过  的一条曲线，设其参数方程为</a:t>
                </a:r>
                <a:r>
                  <a:rPr kumimoji="1" lang="zh-CN" altLang="en-US" sz="24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</a:t>
                </a:r>
              </a:p>
            </p:txBody>
          </p:sp>
          <p:graphicFrame>
            <p:nvGraphicFramePr>
              <p:cNvPr id="23589" name="Object 5"/>
              <p:cNvGraphicFramePr>
                <a:graphicFrameLocks noChangeAspect="1"/>
              </p:cNvGraphicFramePr>
              <p:nvPr/>
            </p:nvGraphicFramePr>
            <p:xfrm>
              <a:off x="735" y="297"/>
              <a:ext cx="209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352800" imgH="3657600" progId="Equation.DSMT4">
                      <p:embed/>
                    </p:oleObj>
                  </mc:Choice>
                  <mc:Fallback>
                    <p:oleObj name="Equation" r:id="rId2" imgW="3352800" imgH="3657600" progId="Equation.DSMT4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35" y="297"/>
                            <a:ext cx="209" cy="2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90" name="Object 6"/>
              <p:cNvGraphicFramePr>
                <a:graphicFrameLocks noChangeAspect="1"/>
              </p:cNvGraphicFramePr>
              <p:nvPr/>
            </p:nvGraphicFramePr>
            <p:xfrm>
              <a:off x="1717" y="311"/>
              <a:ext cx="209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3352800" imgH="3657600" progId="Equation.DSMT4">
                      <p:embed/>
                    </p:oleObj>
                  </mc:Choice>
                  <mc:Fallback>
                    <p:oleObj name="Equation" r:id="rId4" imgW="3352800" imgH="3657600" progId="Equation.DSMT4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7" y="311"/>
                            <a:ext cx="209" cy="2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91" name="Object 7"/>
              <p:cNvGraphicFramePr>
                <a:graphicFrameLocks noChangeAspect="1"/>
              </p:cNvGraphicFramePr>
              <p:nvPr/>
            </p:nvGraphicFramePr>
            <p:xfrm>
              <a:off x="2252" y="291"/>
              <a:ext cx="284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4876800" imgH="3962400" progId="Equation.DSMT4">
                      <p:embed/>
                    </p:oleObj>
                  </mc:Choice>
                  <mc:Fallback>
                    <p:oleObj name="Equation" r:id="rId6" imgW="4876800" imgH="396240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2" y="291"/>
                            <a:ext cx="284" cy="2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3581" name="Object 8"/>
            <p:cNvGraphicFramePr>
              <a:graphicFrameLocks noChangeAspect="1"/>
            </p:cNvGraphicFramePr>
            <p:nvPr/>
          </p:nvGraphicFramePr>
          <p:xfrm>
            <a:off x="1022" y="563"/>
            <a:ext cx="3185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8216800" imgH="4876800" progId="Equation.DSMT4">
                    <p:embed/>
                  </p:oleObj>
                </mc:Choice>
                <mc:Fallback>
                  <p:oleObj name="Equation" r:id="rId8" imgW="58216800" imgH="48768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2" y="563"/>
                          <a:ext cx="3185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82" name="Group 9"/>
            <p:cNvGrpSpPr/>
            <p:nvPr/>
          </p:nvGrpSpPr>
          <p:grpSpPr bwMode="auto">
            <a:xfrm>
              <a:off x="232" y="845"/>
              <a:ext cx="5370" cy="336"/>
              <a:chOff x="232" y="845"/>
              <a:chExt cx="5370" cy="336"/>
            </a:xfrm>
          </p:grpSpPr>
          <p:sp>
            <p:nvSpPr>
              <p:cNvPr id="23583" name="Text Box 10"/>
              <p:cNvSpPr txBox="1">
                <a:spLocks noChangeArrowheads="1"/>
              </p:cNvSpPr>
              <p:nvPr/>
            </p:nvSpPr>
            <p:spPr bwMode="auto">
              <a:xfrm>
                <a:off x="295" y="845"/>
                <a:ext cx="53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点对应参数  并设                在  连续并不全为零．</a:t>
                </a:r>
              </a:p>
            </p:txBody>
          </p:sp>
          <p:graphicFrame>
            <p:nvGraphicFramePr>
              <p:cNvPr id="23584" name="Object 11"/>
              <p:cNvGraphicFramePr>
                <a:graphicFrameLocks noChangeAspect="1"/>
              </p:cNvGraphicFramePr>
              <p:nvPr/>
            </p:nvGraphicFramePr>
            <p:xfrm>
              <a:off x="1422" y="850"/>
              <a:ext cx="209" cy="3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3352800" imgH="5486400" progId="Equation.DSMT4">
                      <p:embed/>
                    </p:oleObj>
                  </mc:Choice>
                  <mc:Fallback>
                    <p:oleObj name="Equation" r:id="rId10" imgW="3352800" imgH="5486400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22" y="850"/>
                            <a:ext cx="209" cy="3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85" name="Object 12"/>
              <p:cNvGraphicFramePr>
                <a:graphicFrameLocks noChangeAspect="1"/>
              </p:cNvGraphicFramePr>
              <p:nvPr/>
            </p:nvGraphicFramePr>
            <p:xfrm>
              <a:off x="1980" y="858"/>
              <a:ext cx="1566" cy="3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28346400" imgH="5486400" progId="Equation.DSMT4">
                      <p:embed/>
                    </p:oleObj>
                  </mc:Choice>
                  <mc:Fallback>
                    <p:oleObj name="Equation" r:id="rId12" imgW="28346400" imgH="5486400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80" y="858"/>
                            <a:ext cx="1566" cy="3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86" name="Object 13"/>
              <p:cNvGraphicFramePr>
                <a:graphicFrameLocks noChangeAspect="1"/>
              </p:cNvGraphicFramePr>
              <p:nvPr/>
            </p:nvGraphicFramePr>
            <p:xfrm>
              <a:off x="232" y="889"/>
              <a:ext cx="284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4876800" imgH="3962400" progId="Equation.DSMT4">
                      <p:embed/>
                    </p:oleObj>
                  </mc:Choice>
                  <mc:Fallback>
                    <p:oleObj name="Equation" r:id="rId14" imgW="4876800" imgH="3962400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2" y="889"/>
                            <a:ext cx="284" cy="2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87" name="Object 14"/>
              <p:cNvGraphicFramePr>
                <a:graphicFrameLocks noChangeAspect="1"/>
              </p:cNvGraphicFramePr>
              <p:nvPr/>
            </p:nvGraphicFramePr>
            <p:xfrm>
              <a:off x="3745" y="850"/>
              <a:ext cx="209" cy="3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3352800" imgH="5486400" progId="Equation.DSMT4">
                      <p:embed/>
                    </p:oleObj>
                  </mc:Choice>
                  <mc:Fallback>
                    <p:oleObj name="Equation" r:id="rId16" imgW="3352800" imgH="5486400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5" y="850"/>
                            <a:ext cx="209" cy="3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0" name="Group 15"/>
          <p:cNvGrpSpPr/>
          <p:nvPr/>
        </p:nvGrpSpPr>
        <p:grpSpPr bwMode="auto">
          <a:xfrm>
            <a:off x="1847850" y="2000251"/>
            <a:ext cx="6553200" cy="1077913"/>
            <a:chOff x="204" y="1170"/>
            <a:chExt cx="4128" cy="679"/>
          </a:xfrm>
        </p:grpSpPr>
        <p:sp>
          <p:nvSpPr>
            <p:cNvPr id="23576" name="Text Box 16"/>
            <p:cNvSpPr txBox="1">
              <a:spLocks noChangeArrowheads="1"/>
            </p:cNvSpPr>
            <p:nvPr/>
          </p:nvSpPr>
          <p:spPr bwMode="auto">
            <a:xfrm>
              <a:off x="204" y="1170"/>
              <a:ext cx="41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由上边的讨论， 在  存在切线，其切向量为</a:t>
              </a:r>
            </a:p>
          </p:txBody>
        </p:sp>
        <p:graphicFrame>
          <p:nvGraphicFramePr>
            <p:cNvPr id="23577" name="Object 17"/>
            <p:cNvGraphicFramePr>
              <a:graphicFrameLocks noChangeAspect="1"/>
            </p:cNvGraphicFramePr>
            <p:nvPr/>
          </p:nvGraphicFramePr>
          <p:xfrm>
            <a:off x="1478" y="1477"/>
            <a:ext cx="2130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8709600" imgH="6400800" progId="Equation.DSMT4">
                    <p:embed/>
                  </p:oleObj>
                </mc:Choice>
                <mc:Fallback>
                  <p:oleObj name="Equation" r:id="rId18" imgW="38709600" imgH="64008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8" y="1477"/>
                          <a:ext cx="2130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8" name="Object 18"/>
            <p:cNvGraphicFramePr>
              <a:graphicFrameLocks noChangeAspect="1"/>
            </p:cNvGraphicFramePr>
            <p:nvPr/>
          </p:nvGraphicFramePr>
          <p:xfrm>
            <a:off x="1873" y="1206"/>
            <a:ext cx="28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876800" imgH="3962400" progId="Equation.DSMT4">
                    <p:embed/>
                  </p:oleObj>
                </mc:Choice>
                <mc:Fallback>
                  <p:oleObj name="Equation" r:id="rId20" imgW="4876800" imgH="39624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3" y="1206"/>
                          <a:ext cx="284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9" name="Object 19"/>
            <p:cNvGraphicFramePr>
              <a:graphicFrameLocks noChangeAspect="1"/>
            </p:cNvGraphicFramePr>
            <p:nvPr/>
          </p:nvGraphicFramePr>
          <p:xfrm>
            <a:off x="1530" y="1209"/>
            <a:ext cx="209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352800" imgH="3657600" progId="Equation.DSMT4">
                    <p:embed/>
                  </p:oleObj>
                </mc:Choice>
                <mc:Fallback>
                  <p:oleObj name="Equation" r:id="rId22" imgW="3352800" imgH="36576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0" y="1209"/>
                          <a:ext cx="209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20"/>
          <p:cNvGrpSpPr/>
          <p:nvPr/>
        </p:nvGrpSpPr>
        <p:grpSpPr bwMode="auto">
          <a:xfrm>
            <a:off x="1919288" y="3278188"/>
            <a:ext cx="8299450" cy="830262"/>
            <a:chOff x="249" y="1888"/>
            <a:chExt cx="5228" cy="523"/>
          </a:xfrm>
        </p:grpSpPr>
        <p:sp>
          <p:nvSpPr>
            <p:cNvPr id="23571" name="Text Box 21"/>
            <p:cNvSpPr txBox="1">
              <a:spLocks noChangeArrowheads="1"/>
            </p:cNvSpPr>
            <p:nvPr/>
          </p:nvSpPr>
          <p:spPr bwMode="auto">
            <a:xfrm>
              <a:off x="249" y="1888"/>
              <a:ext cx="522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为了说明，曲面上过  点的任意曲线  ，它在  处的切线都在过  的同一平面上，首先证明</a:t>
              </a:r>
            </a:p>
          </p:txBody>
        </p:sp>
        <p:graphicFrame>
          <p:nvGraphicFramePr>
            <p:cNvPr id="23572" name="Object 22"/>
            <p:cNvGraphicFramePr>
              <a:graphicFrameLocks noChangeAspect="1"/>
            </p:cNvGraphicFramePr>
            <p:nvPr/>
          </p:nvGraphicFramePr>
          <p:xfrm>
            <a:off x="3366" y="1921"/>
            <a:ext cx="209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352800" imgH="3657600" progId="Equation.DSMT4">
                    <p:embed/>
                  </p:oleObj>
                </mc:Choice>
                <mc:Fallback>
                  <p:oleObj name="Equation" r:id="rId24" imgW="3352800" imgH="36576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1921"/>
                          <a:ext cx="209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3" name="Object 23"/>
            <p:cNvGraphicFramePr>
              <a:graphicFrameLocks noChangeAspect="1"/>
            </p:cNvGraphicFramePr>
            <p:nvPr/>
          </p:nvGraphicFramePr>
          <p:xfrm>
            <a:off x="2022" y="1924"/>
            <a:ext cx="28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4876800" imgH="3962400" progId="Equation.DSMT4">
                    <p:embed/>
                  </p:oleObj>
                </mc:Choice>
                <mc:Fallback>
                  <p:oleObj name="Equation" r:id="rId26" imgW="4876800" imgH="39624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2" y="1924"/>
                          <a:ext cx="28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4" name="Object 24"/>
            <p:cNvGraphicFramePr>
              <a:graphicFrameLocks noChangeAspect="1"/>
            </p:cNvGraphicFramePr>
            <p:nvPr/>
          </p:nvGraphicFramePr>
          <p:xfrm>
            <a:off x="4142" y="1911"/>
            <a:ext cx="28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4876800" imgH="3962400" progId="Equation.DSMT4">
                    <p:embed/>
                  </p:oleObj>
                </mc:Choice>
                <mc:Fallback>
                  <p:oleObj name="Equation" r:id="rId28" imgW="4876800" imgH="39624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2" y="1911"/>
                          <a:ext cx="284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5" name="Object 25"/>
            <p:cNvGraphicFramePr>
              <a:graphicFrameLocks noChangeAspect="1"/>
            </p:cNvGraphicFramePr>
            <p:nvPr/>
          </p:nvGraphicFramePr>
          <p:xfrm>
            <a:off x="648" y="2151"/>
            <a:ext cx="28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4876800" imgH="3962400" progId="Equation.DSMT4">
                    <p:embed/>
                  </p:oleObj>
                </mc:Choice>
                <mc:Fallback>
                  <p:oleObj name="Equation" r:id="rId30" imgW="4876800" imgH="39624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8" y="2151"/>
                          <a:ext cx="28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26"/>
          <p:cNvGrpSpPr/>
          <p:nvPr/>
        </p:nvGrpSpPr>
        <p:grpSpPr bwMode="auto">
          <a:xfrm>
            <a:off x="1992313" y="4240213"/>
            <a:ext cx="8064500" cy="1938337"/>
            <a:chOff x="295" y="2478"/>
            <a:chExt cx="5080" cy="1221"/>
          </a:xfrm>
        </p:grpSpPr>
        <p:sp>
          <p:nvSpPr>
            <p:cNvPr id="23566" name="Text Box 27"/>
            <p:cNvSpPr txBox="1">
              <a:spLocks noChangeArrowheads="1"/>
            </p:cNvSpPr>
            <p:nvPr/>
          </p:nvSpPr>
          <p:spPr bwMode="auto">
            <a:xfrm>
              <a:off x="295" y="2478"/>
              <a:ext cx="5080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dirty="0">
                  <a:solidFill>
                    <a:srgbClr val="009999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      </a:t>
              </a:r>
              <a:r>
                <a:rPr kumimoji="1" lang="zh-CN" altLang="en-US" sz="2400" b="1" dirty="0">
                  <a:solidFill>
                    <a:srgbClr val="009999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曲面上过    且满足上述假设的任意曲线   ，在    点处的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9999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切线都与一确定的向量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endParaRPr kumimoji="1" lang="zh-CN" altLang="en-US" sz="2400" b="1" dirty="0">
                <a:solidFill>
                  <a:srgbClr val="009999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9999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垂直．</a:t>
              </a:r>
            </a:p>
          </p:txBody>
        </p:sp>
        <p:graphicFrame>
          <p:nvGraphicFramePr>
            <p:cNvPr id="23567" name="Object 28"/>
            <p:cNvGraphicFramePr>
              <a:graphicFrameLocks noChangeAspect="1"/>
            </p:cNvGraphicFramePr>
            <p:nvPr/>
          </p:nvGraphicFramePr>
          <p:xfrm>
            <a:off x="830" y="3145"/>
            <a:ext cx="3860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030730" imgH="158115" progId="Equation.DSMT4">
                    <p:embed/>
                  </p:oleObj>
                </mc:Choice>
                <mc:Fallback>
                  <p:oleObj name="Equation" r:id="rId32" imgW="2030730" imgH="158115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0" y="3145"/>
                          <a:ext cx="3860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8" name="Object 29"/>
            <p:cNvGraphicFramePr>
              <a:graphicFrameLocks noChangeAspect="1"/>
            </p:cNvGraphicFramePr>
            <p:nvPr/>
          </p:nvGraphicFramePr>
          <p:xfrm>
            <a:off x="3955" y="2531"/>
            <a:ext cx="183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83820" imgH="96520" progId="Equation.DSMT4">
                    <p:embed/>
                  </p:oleObj>
                </mc:Choice>
                <mc:Fallback>
                  <p:oleObj name="Equation" r:id="rId34" imgW="83820" imgH="9652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" y="2531"/>
                          <a:ext cx="183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9" name="Object 30"/>
            <p:cNvGraphicFramePr>
              <a:graphicFrameLocks noChangeAspect="1"/>
            </p:cNvGraphicFramePr>
            <p:nvPr/>
          </p:nvGraphicFramePr>
          <p:xfrm>
            <a:off x="1445" y="2507"/>
            <a:ext cx="266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32080" imgH="105410" progId="Equation.DSMT4">
                    <p:embed/>
                  </p:oleObj>
                </mc:Choice>
                <mc:Fallback>
                  <p:oleObj name="Equation" r:id="rId36" imgW="132080" imgH="10541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5" y="2507"/>
                          <a:ext cx="266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0" name="Object 31"/>
            <p:cNvGraphicFramePr>
              <a:graphicFrameLocks noChangeAspect="1"/>
            </p:cNvGraphicFramePr>
            <p:nvPr/>
          </p:nvGraphicFramePr>
          <p:xfrm>
            <a:off x="4468" y="2499"/>
            <a:ext cx="266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32080" imgH="105410" progId="Equation.DSMT4">
                    <p:embed/>
                  </p:oleObj>
                </mc:Choice>
                <mc:Fallback>
                  <p:oleObj name="Equation" r:id="rId38" imgW="132080" imgH="10541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8" y="2499"/>
                          <a:ext cx="266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32"/>
          <p:cNvGrpSpPr/>
          <p:nvPr/>
        </p:nvGrpSpPr>
        <p:grpSpPr bwMode="auto">
          <a:xfrm>
            <a:off x="2711450" y="2492375"/>
            <a:ext cx="7777163" cy="3384550"/>
            <a:chOff x="748" y="1570"/>
            <a:chExt cx="4899" cy="2132"/>
          </a:xfrm>
        </p:grpSpPr>
        <p:sp>
          <p:nvSpPr>
            <p:cNvPr id="23562" name="AutoShape 33"/>
            <p:cNvSpPr>
              <a:spLocks noChangeArrowheads="1"/>
            </p:cNvSpPr>
            <p:nvPr/>
          </p:nvSpPr>
          <p:spPr bwMode="auto">
            <a:xfrm>
              <a:off x="5056" y="2930"/>
              <a:ext cx="591" cy="772"/>
            </a:xfrm>
            <a:prstGeom prst="wedgeRectCallout">
              <a:avLst>
                <a:gd name="adj1" fmla="val -287056"/>
                <a:gd name="adj2" fmla="val -201167"/>
              </a:avLst>
            </a:prstGeom>
            <a:noFill/>
            <a:ln w="9525" algn="ctr">
              <a:solidFill>
                <a:srgbClr val="00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18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如何证明两个向量垂直呢？    </a:t>
              </a:r>
            </a:p>
          </p:txBody>
        </p:sp>
        <p:sp>
          <p:nvSpPr>
            <p:cNvPr id="23563" name="Rectangle 34"/>
            <p:cNvSpPr>
              <a:spLocks noChangeArrowheads="1"/>
            </p:cNvSpPr>
            <p:nvPr/>
          </p:nvSpPr>
          <p:spPr bwMode="auto">
            <a:xfrm>
              <a:off x="1383" y="1570"/>
              <a:ext cx="2268" cy="363"/>
            </a:xfrm>
            <a:prstGeom prst="rect">
              <a:avLst/>
            </a:prstGeom>
            <a:noFill/>
            <a:ln w="28575" algn="ctr">
              <a:solidFill>
                <a:srgbClr val="00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3564" name="Rectangle 35"/>
            <p:cNvSpPr>
              <a:spLocks noChangeArrowheads="1"/>
            </p:cNvSpPr>
            <p:nvPr/>
          </p:nvSpPr>
          <p:spPr bwMode="auto">
            <a:xfrm>
              <a:off x="748" y="3294"/>
              <a:ext cx="3946" cy="363"/>
            </a:xfrm>
            <a:prstGeom prst="rect">
              <a:avLst/>
            </a:prstGeom>
            <a:noFill/>
            <a:ln w="28575" algn="ctr">
              <a:solidFill>
                <a:srgbClr val="00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3565" name="AutoShape 36"/>
            <p:cNvSpPr>
              <a:spLocks noChangeArrowheads="1"/>
            </p:cNvSpPr>
            <p:nvPr/>
          </p:nvSpPr>
          <p:spPr bwMode="auto">
            <a:xfrm>
              <a:off x="5056" y="2930"/>
              <a:ext cx="590" cy="771"/>
            </a:xfrm>
            <a:prstGeom prst="wedgeRectCallout">
              <a:avLst>
                <a:gd name="adj1" fmla="val -112880"/>
                <a:gd name="adj2" fmla="val 24319"/>
              </a:avLst>
            </a:prstGeom>
            <a:noFill/>
            <a:ln w="9525" algn="ctr">
              <a:solidFill>
                <a:srgbClr val="00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kumimoji="1"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25" name="Group 37"/>
          <p:cNvGrpSpPr/>
          <p:nvPr/>
        </p:nvGrpSpPr>
        <p:grpSpPr bwMode="auto">
          <a:xfrm>
            <a:off x="9551988" y="4652963"/>
            <a:ext cx="936625" cy="1223962"/>
            <a:chOff x="5057" y="2931"/>
            <a:chExt cx="590" cy="771"/>
          </a:xfrm>
        </p:grpSpPr>
        <p:sp>
          <p:nvSpPr>
            <p:cNvPr id="23560" name="Rectangle 38"/>
            <p:cNvSpPr>
              <a:spLocks noChangeArrowheads="1"/>
            </p:cNvSpPr>
            <p:nvPr/>
          </p:nvSpPr>
          <p:spPr bwMode="auto">
            <a:xfrm>
              <a:off x="5057" y="2931"/>
              <a:ext cx="590" cy="771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FF"/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18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只需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8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证明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kumimoji="1" lang="en-US" altLang="zh-CN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graphicFrame>
          <p:nvGraphicFramePr>
            <p:cNvPr id="23561" name="Object 39"/>
            <p:cNvGraphicFramePr>
              <a:graphicFrameLocks noChangeAspect="1"/>
            </p:cNvGraphicFramePr>
            <p:nvPr/>
          </p:nvGraphicFramePr>
          <p:xfrm>
            <a:off x="5073" y="3385"/>
            <a:ext cx="551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369570" imgH="136525" progId="Equation.DSMT4">
                    <p:embed/>
                  </p:oleObj>
                </mc:Choice>
                <mc:Fallback>
                  <p:oleObj name="Equation" r:id="rId40" imgW="369570" imgH="136525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3" y="3385"/>
                          <a:ext cx="551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/>
          <p:nvPr/>
        </p:nvGrpSpPr>
        <p:grpSpPr bwMode="auto">
          <a:xfrm>
            <a:off x="1847850" y="557213"/>
            <a:ext cx="8208963" cy="1301749"/>
            <a:chOff x="204" y="255"/>
            <a:chExt cx="5171" cy="820"/>
          </a:xfrm>
        </p:grpSpPr>
        <p:sp>
          <p:nvSpPr>
            <p:cNvPr id="24602" name="Text Box 3"/>
            <p:cNvSpPr txBox="1">
              <a:spLocks noChangeArrowheads="1"/>
            </p:cNvSpPr>
            <p:nvPr/>
          </p:nvSpPr>
          <p:spPr bwMode="auto">
            <a:xfrm>
              <a:off x="204" y="255"/>
              <a:ext cx="5171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    </a:t>
              </a: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对于曲面  上过  的任意一条曲线  ，由于  在曲面  上，因此有恒等式 </a:t>
              </a:r>
            </a:p>
          </p:txBody>
        </p:sp>
        <p:graphicFrame>
          <p:nvGraphicFramePr>
            <p:cNvPr id="24603" name="Object 4"/>
            <p:cNvGraphicFramePr>
              <a:graphicFrameLocks noChangeAspect="1"/>
            </p:cNvGraphicFramePr>
            <p:nvPr/>
          </p:nvGraphicFramePr>
          <p:xfrm>
            <a:off x="1957" y="291"/>
            <a:ext cx="28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876800" imgH="3962400" progId="Equation.DSMT4">
                    <p:embed/>
                  </p:oleObj>
                </mc:Choice>
                <mc:Fallback>
                  <p:oleObj name="Equation" r:id="rId2" imgW="4876800" imgH="39624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7" y="291"/>
                          <a:ext cx="284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4" name="Object 5"/>
            <p:cNvGraphicFramePr>
              <a:graphicFrameLocks noChangeAspect="1"/>
            </p:cNvGraphicFramePr>
            <p:nvPr/>
          </p:nvGraphicFramePr>
          <p:xfrm>
            <a:off x="3530" y="305"/>
            <a:ext cx="209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352800" imgH="3657600" progId="Equation.DSMT4">
                    <p:embed/>
                  </p:oleObj>
                </mc:Choice>
                <mc:Fallback>
                  <p:oleObj name="Equation" r:id="rId4" imgW="3352800" imgH="3657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0" y="305"/>
                          <a:ext cx="209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5" name="Object 6"/>
            <p:cNvGraphicFramePr>
              <a:graphicFrameLocks noChangeAspect="1"/>
            </p:cNvGraphicFramePr>
            <p:nvPr/>
          </p:nvGraphicFramePr>
          <p:xfrm>
            <a:off x="1012" y="791"/>
            <a:ext cx="292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3340000" imgH="4876800" progId="Equation.DSMT4">
                    <p:embed/>
                  </p:oleObj>
                </mc:Choice>
                <mc:Fallback>
                  <p:oleObj name="Equation" r:id="rId6" imgW="53340000" imgH="48768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" y="791"/>
                          <a:ext cx="2928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6" name="Object 7"/>
            <p:cNvGraphicFramePr>
              <a:graphicFrameLocks noChangeAspect="1"/>
            </p:cNvGraphicFramePr>
            <p:nvPr/>
          </p:nvGraphicFramePr>
          <p:xfrm>
            <a:off x="1438" y="305"/>
            <a:ext cx="210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352800" imgH="3657600" progId="Equation.DSMT4">
                    <p:embed/>
                  </p:oleObj>
                </mc:Choice>
                <mc:Fallback>
                  <p:oleObj name="Equation" r:id="rId8" imgW="3352800" imgH="3657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8" y="305"/>
                          <a:ext cx="210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7" name="Object 8"/>
            <p:cNvGraphicFramePr>
              <a:graphicFrameLocks noChangeAspect="1"/>
            </p:cNvGraphicFramePr>
            <p:nvPr/>
          </p:nvGraphicFramePr>
          <p:xfrm>
            <a:off x="4317" y="305"/>
            <a:ext cx="209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52800" imgH="3657600" progId="Equation.DSMT4">
                    <p:embed/>
                  </p:oleObj>
                </mc:Choice>
                <mc:Fallback>
                  <p:oleObj name="Equation" r:id="rId10" imgW="3352800" imgH="3657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7" y="305"/>
                          <a:ext cx="209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8" name="Object 9"/>
            <p:cNvGraphicFramePr>
              <a:graphicFrameLocks noChangeAspect="1"/>
            </p:cNvGraphicFramePr>
            <p:nvPr/>
          </p:nvGraphicFramePr>
          <p:xfrm>
            <a:off x="5088" y="311"/>
            <a:ext cx="209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352800" imgH="3657600" progId="Equation.DSMT4">
                    <p:embed/>
                  </p:oleObj>
                </mc:Choice>
                <mc:Fallback>
                  <p:oleObj name="Equation" r:id="rId12" imgW="3352800" imgH="36576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11"/>
                          <a:ext cx="209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5242" name="Object 10"/>
          <p:cNvGraphicFramePr>
            <a:graphicFrameLocks noChangeAspect="1"/>
          </p:cNvGraphicFramePr>
          <p:nvPr/>
        </p:nvGraphicFramePr>
        <p:xfrm>
          <a:off x="1985963" y="2524125"/>
          <a:ext cx="83724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6316800" imgH="5791200" progId="Equation.DSMT4">
                  <p:embed/>
                </p:oleObj>
              </mc:Choice>
              <mc:Fallback>
                <p:oleObj name="Equation" r:id="rId14" imgW="96316800" imgH="579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2524125"/>
                        <a:ext cx="83724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1"/>
          <p:cNvGrpSpPr/>
          <p:nvPr/>
        </p:nvGrpSpPr>
        <p:grpSpPr bwMode="auto">
          <a:xfrm>
            <a:off x="1919288" y="1989140"/>
            <a:ext cx="8208962" cy="519113"/>
            <a:chOff x="249" y="1162"/>
            <a:chExt cx="5171" cy="327"/>
          </a:xfrm>
        </p:grpSpPr>
        <p:sp>
          <p:nvSpPr>
            <p:cNvPr id="24599" name="Text Box 12"/>
            <p:cNvSpPr txBox="1">
              <a:spLocks noChangeArrowheads="1"/>
            </p:cNvSpPr>
            <p:nvPr/>
          </p:nvSpPr>
          <p:spPr bwMode="auto">
            <a:xfrm>
              <a:off x="249" y="1162"/>
              <a:ext cx="51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将该恒等式两边在  处对 求导数，由复合函数微分法得</a:t>
              </a:r>
            </a:p>
          </p:txBody>
        </p:sp>
        <p:graphicFrame>
          <p:nvGraphicFramePr>
            <p:cNvPr id="24600" name="Object 13"/>
            <p:cNvGraphicFramePr>
              <a:graphicFrameLocks noChangeAspect="1"/>
            </p:cNvGraphicFramePr>
            <p:nvPr/>
          </p:nvGraphicFramePr>
          <p:xfrm>
            <a:off x="1869" y="1167"/>
            <a:ext cx="209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352800" imgH="5486400" progId="Equation.DSMT4">
                    <p:embed/>
                  </p:oleObj>
                </mc:Choice>
                <mc:Fallback>
                  <p:oleObj name="Equation" r:id="rId16" imgW="3352800" imgH="54864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9" y="1167"/>
                          <a:ext cx="209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1" name="Object 14"/>
            <p:cNvGraphicFramePr>
              <a:graphicFrameLocks noChangeAspect="1"/>
            </p:cNvGraphicFramePr>
            <p:nvPr/>
          </p:nvGraphicFramePr>
          <p:xfrm>
            <a:off x="2413" y="1206"/>
            <a:ext cx="160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438400" imgH="3962400" progId="Equation.DSMT4">
                    <p:embed/>
                  </p:oleObj>
                </mc:Choice>
                <mc:Fallback>
                  <p:oleObj name="Equation" r:id="rId18" imgW="2438400" imgH="39624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3" y="1206"/>
                          <a:ext cx="160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5"/>
          <p:cNvGrpSpPr/>
          <p:nvPr/>
        </p:nvGrpSpPr>
        <p:grpSpPr bwMode="auto">
          <a:xfrm>
            <a:off x="1690688" y="3068637"/>
            <a:ext cx="8848724" cy="1022349"/>
            <a:chOff x="105" y="1933"/>
            <a:chExt cx="5574" cy="644"/>
          </a:xfrm>
        </p:grpSpPr>
        <p:sp>
          <p:nvSpPr>
            <p:cNvPr id="24597" name="Text Box 16"/>
            <p:cNvSpPr txBox="1">
              <a:spLocks noChangeArrowheads="1"/>
            </p:cNvSpPr>
            <p:nvPr/>
          </p:nvSpPr>
          <p:spPr bwMode="auto">
            <a:xfrm>
              <a:off x="249" y="1933"/>
              <a:ext cx="11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它等价于 </a:t>
              </a:r>
            </a:p>
          </p:txBody>
        </p:sp>
        <p:graphicFrame>
          <p:nvGraphicFramePr>
            <p:cNvPr id="24598" name="Object 17"/>
            <p:cNvGraphicFramePr>
              <a:graphicFrameLocks noChangeAspect="1"/>
            </p:cNvGraphicFramePr>
            <p:nvPr/>
          </p:nvGraphicFramePr>
          <p:xfrm>
            <a:off x="105" y="2242"/>
            <a:ext cx="557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01803200" imgH="5791200" progId="Equation.DSMT4">
                    <p:embed/>
                  </p:oleObj>
                </mc:Choice>
                <mc:Fallback>
                  <p:oleObj name="Equation" r:id="rId20" imgW="101803200" imgH="57912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" y="2242"/>
                          <a:ext cx="5574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18"/>
          <p:cNvGrpSpPr/>
          <p:nvPr/>
        </p:nvGrpSpPr>
        <p:grpSpPr bwMode="auto">
          <a:xfrm>
            <a:off x="1954213" y="4230688"/>
            <a:ext cx="4745038" cy="493712"/>
            <a:chOff x="271" y="2455"/>
            <a:chExt cx="2989" cy="311"/>
          </a:xfrm>
        </p:grpSpPr>
        <p:sp>
          <p:nvSpPr>
            <p:cNvPr id="24595" name="Text Box 19"/>
            <p:cNvSpPr txBox="1">
              <a:spLocks noChangeArrowheads="1"/>
            </p:cNvSpPr>
            <p:nvPr/>
          </p:nvSpPr>
          <p:spPr bwMode="auto">
            <a:xfrm>
              <a:off x="271" y="2478"/>
              <a:ext cx="5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即 </a:t>
              </a:r>
            </a:p>
          </p:txBody>
        </p:sp>
        <p:graphicFrame>
          <p:nvGraphicFramePr>
            <p:cNvPr id="24596" name="Object 20"/>
            <p:cNvGraphicFramePr>
              <a:graphicFrameLocks noChangeAspect="1"/>
            </p:cNvGraphicFramePr>
            <p:nvPr/>
          </p:nvGraphicFramePr>
          <p:xfrm>
            <a:off x="2477" y="2455"/>
            <a:ext cx="783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4020800" imgH="5181600" progId="Equation.DSMT4">
                    <p:embed/>
                  </p:oleObj>
                </mc:Choice>
                <mc:Fallback>
                  <p:oleObj name="Equation" r:id="rId22" imgW="14020800" imgH="51816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7" y="2455"/>
                          <a:ext cx="783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21"/>
          <p:cNvGrpSpPr/>
          <p:nvPr/>
        </p:nvGrpSpPr>
        <p:grpSpPr bwMode="auto">
          <a:xfrm>
            <a:off x="1931988" y="4783139"/>
            <a:ext cx="8208962" cy="1587501"/>
            <a:chOff x="257" y="2829"/>
            <a:chExt cx="5171" cy="1000"/>
          </a:xfrm>
        </p:grpSpPr>
        <p:sp>
          <p:nvSpPr>
            <p:cNvPr id="24584" name="Text Box 22"/>
            <p:cNvSpPr txBox="1">
              <a:spLocks noChangeArrowheads="1"/>
            </p:cNvSpPr>
            <p:nvPr/>
          </p:nvSpPr>
          <p:spPr bwMode="auto">
            <a:xfrm>
              <a:off x="257" y="2840"/>
              <a:ext cx="5171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即向量  与向量  垂直．这说明曲线  在  点处的切线与向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量  垂直．由  的任意性，这就证明了曲面  上任意过点 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的曲线，在点  处的切线都与向量  垂直．</a:t>
              </a:r>
            </a:p>
          </p:txBody>
        </p:sp>
        <p:graphicFrame>
          <p:nvGraphicFramePr>
            <p:cNvPr id="24585" name="Object 23"/>
            <p:cNvGraphicFramePr>
              <a:graphicFrameLocks noChangeAspect="1"/>
            </p:cNvGraphicFramePr>
            <p:nvPr/>
          </p:nvGraphicFramePr>
          <p:xfrm>
            <a:off x="911" y="2829"/>
            <a:ext cx="22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657600" imgH="4876800" progId="Equation.DSMT4">
                    <p:embed/>
                  </p:oleObj>
                </mc:Choice>
                <mc:Fallback>
                  <p:oleObj name="Equation" r:id="rId24" imgW="3657600" imgH="48768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1" y="2829"/>
                          <a:ext cx="22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6" name="Object 24"/>
            <p:cNvGraphicFramePr>
              <a:graphicFrameLocks noChangeAspect="1"/>
            </p:cNvGraphicFramePr>
            <p:nvPr/>
          </p:nvGraphicFramePr>
          <p:xfrm>
            <a:off x="4001" y="3246"/>
            <a:ext cx="209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352800" imgH="3657600" progId="Equation.DSMT4">
                    <p:embed/>
                  </p:oleObj>
                </mc:Choice>
                <mc:Fallback>
                  <p:oleObj name="Equation" r:id="rId26" imgW="3352800" imgH="36576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1" y="3246"/>
                          <a:ext cx="209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7" name="Object 25"/>
            <p:cNvGraphicFramePr>
              <a:graphicFrameLocks noChangeAspect="1"/>
            </p:cNvGraphicFramePr>
            <p:nvPr/>
          </p:nvGraphicFramePr>
          <p:xfrm>
            <a:off x="1666" y="2865"/>
            <a:ext cx="20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3352800" imgH="4267200" progId="Equation.DSMT4">
                    <p:embed/>
                  </p:oleObj>
                </mc:Choice>
                <mc:Fallback>
                  <p:oleObj name="Equation" r:id="rId28" imgW="3352800" imgH="42672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6" y="2865"/>
                          <a:ext cx="20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8" name="Object 26"/>
            <p:cNvGraphicFramePr>
              <a:graphicFrameLocks noChangeAspect="1"/>
            </p:cNvGraphicFramePr>
            <p:nvPr/>
          </p:nvGraphicFramePr>
          <p:xfrm>
            <a:off x="3762" y="2869"/>
            <a:ext cx="28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4876800" imgH="3962400" progId="Equation.DSMT4">
                    <p:embed/>
                  </p:oleObj>
                </mc:Choice>
                <mc:Fallback>
                  <p:oleObj name="Equation" r:id="rId30" imgW="4876800" imgH="39624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2" y="2869"/>
                          <a:ext cx="284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9" name="Object 27"/>
            <p:cNvGraphicFramePr>
              <a:graphicFrameLocks noChangeAspect="1"/>
            </p:cNvGraphicFramePr>
            <p:nvPr/>
          </p:nvGraphicFramePr>
          <p:xfrm>
            <a:off x="3411" y="2895"/>
            <a:ext cx="20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3352800" imgH="3657600" progId="Equation.DSMT4">
                    <p:embed/>
                  </p:oleObj>
                </mc:Choice>
                <mc:Fallback>
                  <p:oleObj name="Equation" r:id="rId32" imgW="3352800" imgH="36576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1" y="2895"/>
                          <a:ext cx="20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0" name="Object 28"/>
            <p:cNvGraphicFramePr>
              <a:graphicFrameLocks noChangeAspect="1"/>
            </p:cNvGraphicFramePr>
            <p:nvPr/>
          </p:nvGraphicFramePr>
          <p:xfrm>
            <a:off x="508" y="3229"/>
            <a:ext cx="209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3352800" imgH="4267200" progId="Equation.DSMT4">
                    <p:embed/>
                  </p:oleObj>
                </mc:Choice>
                <mc:Fallback>
                  <p:oleObj name="Equation" r:id="rId34" imgW="3352800" imgH="42672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" y="3229"/>
                          <a:ext cx="209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1" name="Object 29"/>
            <p:cNvGraphicFramePr>
              <a:graphicFrameLocks noChangeAspect="1"/>
            </p:cNvGraphicFramePr>
            <p:nvPr/>
          </p:nvGraphicFramePr>
          <p:xfrm>
            <a:off x="1461" y="3246"/>
            <a:ext cx="208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3352800" imgH="3657600" progId="Equation.DSMT4">
                    <p:embed/>
                  </p:oleObj>
                </mc:Choice>
                <mc:Fallback>
                  <p:oleObj name="Equation" r:id="rId36" imgW="3352800" imgH="36576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1" y="3246"/>
                          <a:ext cx="208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2" name="Object 30"/>
            <p:cNvGraphicFramePr>
              <a:graphicFrameLocks noChangeAspect="1"/>
            </p:cNvGraphicFramePr>
            <p:nvPr/>
          </p:nvGraphicFramePr>
          <p:xfrm>
            <a:off x="5139" y="3232"/>
            <a:ext cx="284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4876800" imgH="3962400" progId="Equation.DSMT4">
                    <p:embed/>
                  </p:oleObj>
                </mc:Choice>
                <mc:Fallback>
                  <p:oleObj name="Equation" r:id="rId38" imgW="4876800" imgH="39624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9" y="3232"/>
                          <a:ext cx="284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3" name="Object 31"/>
            <p:cNvGraphicFramePr>
              <a:graphicFrameLocks noChangeAspect="1"/>
            </p:cNvGraphicFramePr>
            <p:nvPr/>
          </p:nvGraphicFramePr>
          <p:xfrm>
            <a:off x="1449" y="3565"/>
            <a:ext cx="28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4876800" imgH="3962400" progId="Equation.DSMT4">
                    <p:embed/>
                  </p:oleObj>
                </mc:Choice>
                <mc:Fallback>
                  <p:oleObj name="Equation" r:id="rId40" imgW="4876800" imgH="39624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9" y="3565"/>
                          <a:ext cx="284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4" name="Object 32"/>
            <p:cNvGraphicFramePr>
              <a:graphicFrameLocks noChangeAspect="1"/>
            </p:cNvGraphicFramePr>
            <p:nvPr/>
          </p:nvGraphicFramePr>
          <p:xfrm>
            <a:off x="3222" y="3561"/>
            <a:ext cx="20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3352800" imgH="4267200" progId="Equation.DSMT4">
                    <p:embed/>
                  </p:oleObj>
                </mc:Choice>
                <mc:Fallback>
                  <p:oleObj name="Equation" r:id="rId42" imgW="3352800" imgH="42672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2" y="3561"/>
                          <a:ext cx="20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/>
          <p:nvPr/>
        </p:nvGrpSpPr>
        <p:grpSpPr bwMode="auto">
          <a:xfrm>
            <a:off x="1919288" y="476250"/>
            <a:ext cx="8208962" cy="1570038"/>
            <a:chOff x="249" y="300"/>
            <a:chExt cx="5171" cy="989"/>
          </a:xfrm>
        </p:grpSpPr>
        <p:sp>
          <p:nvSpPr>
            <p:cNvPr id="25617" name="Text Box 3"/>
            <p:cNvSpPr txBox="1">
              <a:spLocks noChangeArrowheads="1"/>
            </p:cNvSpPr>
            <p:nvPr/>
          </p:nvSpPr>
          <p:spPr bwMode="auto">
            <a:xfrm>
              <a:off x="249" y="300"/>
              <a:ext cx="5171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dirty="0">
                  <a:solidFill>
                    <a:srgbClr val="808080"/>
                  </a:solidFill>
                  <a:latin typeface="宋体" panose="02010600030101010101" pitchFamily="2" charset="-122"/>
                </a:rPr>
                <a:t>   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这些切线都过同一点  ，而过一点  且与向量  垂直的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平面是唯一的．因此这些切线都在过  的同一平面内．我们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称这个平面为曲面  的过  点的</a:t>
              </a:r>
              <a:r>
                <a:rPr kumimoji="1" lang="zh-CN" altLang="en-US" sz="2400" b="1" dirty="0">
                  <a:solidFill>
                    <a:srgbClr val="0099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切平面</a:t>
              </a:r>
              <a:r>
                <a:rPr kumimoji="1" lang="zh-CN" altLang="en-US" sz="2400" b="1" dirty="0">
                  <a:solidFill>
                    <a:srgbClr val="808080"/>
                  </a:solidFill>
                  <a:latin typeface="宋体" panose="02010600030101010101" pitchFamily="2" charset="-122"/>
                </a:rPr>
                <a:t>．</a:t>
              </a:r>
            </a:p>
          </p:txBody>
        </p:sp>
        <p:graphicFrame>
          <p:nvGraphicFramePr>
            <p:cNvPr id="25618" name="Object 4"/>
            <p:cNvGraphicFramePr>
              <a:graphicFrameLocks noChangeAspect="1"/>
            </p:cNvGraphicFramePr>
            <p:nvPr/>
          </p:nvGraphicFramePr>
          <p:xfrm>
            <a:off x="2417" y="337"/>
            <a:ext cx="28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876800" imgH="3962400" progId="Equation.DSMT4">
                    <p:embed/>
                  </p:oleObj>
                </mc:Choice>
                <mc:Fallback>
                  <p:oleObj name="Equation" r:id="rId2" imgW="4876800" imgH="39624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7" y="337"/>
                          <a:ext cx="28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9" name="Object 5"/>
            <p:cNvGraphicFramePr>
              <a:graphicFrameLocks noChangeAspect="1"/>
            </p:cNvGraphicFramePr>
            <p:nvPr/>
          </p:nvGraphicFramePr>
          <p:xfrm>
            <a:off x="1852" y="1044"/>
            <a:ext cx="209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352800" imgH="3657600" progId="Equation.DSMT4">
                    <p:embed/>
                  </p:oleObj>
                </mc:Choice>
                <mc:Fallback>
                  <p:oleObj name="Equation" r:id="rId4" imgW="3352800" imgH="3657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2" y="1044"/>
                          <a:ext cx="209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0" name="Object 6"/>
            <p:cNvGraphicFramePr>
              <a:graphicFrameLocks noChangeAspect="1"/>
            </p:cNvGraphicFramePr>
            <p:nvPr/>
          </p:nvGraphicFramePr>
          <p:xfrm>
            <a:off x="4553" y="334"/>
            <a:ext cx="210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352800" imgH="4267200" progId="Equation.DSMT4">
                    <p:embed/>
                  </p:oleObj>
                </mc:Choice>
                <mc:Fallback>
                  <p:oleObj name="Equation" r:id="rId6" imgW="3352800" imgH="4267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3" y="334"/>
                          <a:ext cx="210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1" name="Object 7"/>
            <p:cNvGraphicFramePr>
              <a:graphicFrameLocks noChangeAspect="1"/>
            </p:cNvGraphicFramePr>
            <p:nvPr/>
          </p:nvGraphicFramePr>
          <p:xfrm>
            <a:off x="3567" y="337"/>
            <a:ext cx="28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876800" imgH="3962400" progId="Equation.DSMT4">
                    <p:embed/>
                  </p:oleObj>
                </mc:Choice>
                <mc:Fallback>
                  <p:oleObj name="Equation" r:id="rId8" imgW="4876800" imgH="39624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7" y="337"/>
                          <a:ext cx="28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2" name="Object 8"/>
            <p:cNvGraphicFramePr>
              <a:graphicFrameLocks noChangeAspect="1"/>
            </p:cNvGraphicFramePr>
            <p:nvPr/>
          </p:nvGraphicFramePr>
          <p:xfrm>
            <a:off x="3354" y="684"/>
            <a:ext cx="28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876800" imgH="3962400" progId="Equation.DSMT4">
                    <p:embed/>
                  </p:oleObj>
                </mc:Choice>
                <mc:Fallback>
                  <p:oleObj name="Equation" r:id="rId10" imgW="4876800" imgH="39624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4" y="684"/>
                          <a:ext cx="28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3" name="Object 9"/>
            <p:cNvGraphicFramePr>
              <a:graphicFrameLocks noChangeAspect="1"/>
            </p:cNvGraphicFramePr>
            <p:nvPr/>
          </p:nvGraphicFramePr>
          <p:xfrm>
            <a:off x="2417" y="1025"/>
            <a:ext cx="28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876800" imgH="3962400" progId="Equation.DSMT4">
                    <p:embed/>
                  </p:oleObj>
                </mc:Choice>
                <mc:Fallback>
                  <p:oleObj name="Equation" r:id="rId12" imgW="4876800" imgH="39624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7" y="1025"/>
                          <a:ext cx="28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6266" name="Text Box 10"/>
          <p:cNvSpPr txBox="1">
            <a:spLocks noChangeArrowheads="1"/>
          </p:cNvSpPr>
          <p:nvPr/>
        </p:nvSpPr>
        <p:spPr bwMode="auto">
          <a:xfrm>
            <a:off x="1847850" y="2108200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808080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利用平面的点法式方程，则</a:t>
            </a:r>
            <a:r>
              <a:rPr kumimoji="1" lang="zh-CN" altLang="en-US" sz="2400" b="1">
                <a:solidFill>
                  <a:srgbClr val="0099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切平面方程</a:t>
            </a:r>
            <a:r>
              <a:rPr kumimoji="1" lang="zh-CN" altLang="en-US" sz="2400" b="1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endParaRPr kumimoji="1" lang="zh-CN" altLang="en-US" sz="2400" b="1">
              <a:solidFill>
                <a:srgbClr val="80808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6267" name="Object 11"/>
          <p:cNvGraphicFramePr>
            <a:graphicFrameLocks noChangeAspect="1"/>
          </p:cNvGraphicFramePr>
          <p:nvPr/>
        </p:nvGraphicFramePr>
        <p:xfrm>
          <a:off x="1471613" y="2622550"/>
          <a:ext cx="92519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6070400" imgH="5791200" progId="Equation.DSMT4">
                  <p:embed/>
                </p:oleObj>
              </mc:Choice>
              <mc:Fallback>
                <p:oleObj name="Equation" r:id="rId14" imgW="106070400" imgH="579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3" y="2622550"/>
                        <a:ext cx="925195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18"/>
          <p:cNvGraphicFramePr>
            <a:graphicFrameLocks noChangeAspect="1"/>
          </p:cNvGraphicFramePr>
          <p:nvPr/>
        </p:nvGraphicFramePr>
        <p:xfrm>
          <a:off x="3125788" y="5627687"/>
          <a:ext cx="6107113" cy="987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0104000" imgH="10972800" progId="Equation.DSMT4">
                  <p:embed/>
                </p:oleObj>
              </mc:Choice>
              <mc:Fallback>
                <p:oleObj name="Equation" r:id="rId16" imgW="70104000" imgH="109728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5627687"/>
                        <a:ext cx="6107113" cy="987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8" name="Group 19"/>
          <p:cNvGrpSpPr/>
          <p:nvPr/>
        </p:nvGrpSpPr>
        <p:grpSpPr bwMode="auto">
          <a:xfrm>
            <a:off x="1919288" y="4610099"/>
            <a:ext cx="8280400" cy="1015998"/>
            <a:chOff x="249" y="2472"/>
            <a:chExt cx="5216" cy="640"/>
          </a:xfrm>
        </p:grpSpPr>
        <p:graphicFrame>
          <p:nvGraphicFramePr>
            <p:cNvPr id="25609" name="Object 20"/>
            <p:cNvGraphicFramePr>
              <a:graphicFrameLocks noChangeAspect="1"/>
            </p:cNvGraphicFramePr>
            <p:nvPr/>
          </p:nvGraphicFramePr>
          <p:xfrm>
            <a:off x="758" y="2507"/>
            <a:ext cx="28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876800" imgH="3962400" progId="Equation.DSMT4">
                    <p:embed/>
                  </p:oleObj>
                </mc:Choice>
                <mc:Fallback>
                  <p:oleObj name="Equation" r:id="rId18" imgW="4876800" imgH="39624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8" y="2507"/>
                          <a:ext cx="28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0" name="Text Box 21"/>
            <p:cNvSpPr txBox="1">
              <a:spLocks noChangeArrowheads="1"/>
            </p:cNvSpPr>
            <p:nvPr/>
          </p:nvSpPr>
          <p:spPr bwMode="auto">
            <a:xfrm>
              <a:off x="249" y="2472"/>
              <a:ext cx="521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dirty="0">
                  <a:solidFill>
                    <a:srgbClr val="808080"/>
                  </a:solidFill>
                  <a:latin typeface="宋体" panose="02010600030101010101" pitchFamily="2" charset="-122"/>
                </a:rPr>
                <a:t>  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过  点且与曲面在  点的切平面垂直的直线为曲面在</a:t>
              </a:r>
              <a:r>
                <a:rPr kumimoji="1" lang="zh-CN" altLang="en-US" sz="2400" b="1" dirty="0">
                  <a:solidFill>
                    <a:srgbClr val="808080"/>
                  </a:solidFill>
                  <a:latin typeface="宋体" panose="02010600030101010101" pitchFamily="2" charset="-122"/>
                </a:rPr>
                <a:t>  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点处的</a:t>
              </a:r>
              <a:r>
                <a:rPr kumimoji="1" lang="zh-CN" altLang="en-US" sz="2400" b="1" dirty="0">
                  <a:solidFill>
                    <a:srgbClr val="0099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法线</a:t>
              </a:r>
              <a:r>
                <a:rPr kumimoji="1" lang="zh-CN" altLang="en-US" sz="2400" b="1" dirty="0">
                  <a:solidFill>
                    <a:srgbClr val="808080"/>
                  </a:solidFill>
                  <a:latin typeface="宋体" panose="02010600030101010101" pitchFamily="2" charset="-122"/>
                </a:rPr>
                <a:t>．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由直线的点向式方程，易得该</a:t>
              </a:r>
              <a:r>
                <a:rPr kumimoji="1" lang="zh-CN" altLang="en-US" sz="2400" b="1" dirty="0">
                  <a:solidFill>
                    <a:srgbClr val="0099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法线方程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为</a:t>
              </a:r>
            </a:p>
          </p:txBody>
        </p:sp>
        <p:graphicFrame>
          <p:nvGraphicFramePr>
            <p:cNvPr id="25611" name="Object 22"/>
            <p:cNvGraphicFramePr>
              <a:graphicFrameLocks noChangeAspect="1"/>
            </p:cNvGraphicFramePr>
            <p:nvPr/>
          </p:nvGraphicFramePr>
          <p:xfrm>
            <a:off x="2090" y="2490"/>
            <a:ext cx="28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876800" imgH="3962400" progId="Equation.DSMT4">
                    <p:embed/>
                  </p:oleObj>
                </mc:Choice>
                <mc:Fallback>
                  <p:oleObj name="Equation" r:id="rId20" imgW="4876800" imgH="39624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0" y="2490"/>
                          <a:ext cx="28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2" name="Object 23"/>
            <p:cNvGraphicFramePr>
              <a:graphicFrameLocks noChangeAspect="1"/>
            </p:cNvGraphicFramePr>
            <p:nvPr/>
          </p:nvGraphicFramePr>
          <p:xfrm>
            <a:off x="5049" y="2507"/>
            <a:ext cx="28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876800" imgH="3962400" progId="Equation.DSMT4">
                    <p:embed/>
                  </p:oleObj>
                </mc:Choice>
                <mc:Fallback>
                  <p:oleObj name="Equation" r:id="rId22" imgW="4876800" imgH="39624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9" y="2507"/>
                          <a:ext cx="28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1883568" y="3262312"/>
            <a:ext cx="8424863" cy="1347788"/>
            <a:chOff x="1883568" y="3262312"/>
            <a:chExt cx="8424863" cy="1347788"/>
          </a:xfrm>
        </p:grpSpPr>
        <p:sp>
          <p:nvSpPr>
            <p:cNvPr id="25616" name="Text Box 16"/>
            <p:cNvSpPr txBox="1">
              <a:spLocks noChangeArrowheads="1"/>
            </p:cNvSpPr>
            <p:nvPr/>
          </p:nvSpPr>
          <p:spPr bwMode="auto">
            <a:xfrm>
              <a:off x="1883568" y="3262312"/>
              <a:ext cx="8424863" cy="1347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dirty="0">
                  <a:solidFill>
                    <a:srgbClr val="808080"/>
                  </a:solidFill>
                  <a:latin typeface="宋体" panose="02010600030101010101" pitchFamily="2" charset="-122"/>
                </a:rPr>
                <a:t>   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称向量</a:t>
              </a:r>
              <a:r>
                <a:rPr kumimoji="1" lang="zh-CN" altLang="en-US" sz="2400" b="1" dirty="0">
                  <a:solidFill>
                    <a:srgbClr val="808080"/>
                  </a:solidFill>
                  <a:latin typeface="宋体" panose="02010600030101010101" pitchFamily="2" charset="-122"/>
                </a:rPr>
                <a:t>           </a:t>
              </a:r>
            </a:p>
            <a:p>
              <a:pPr eaLnBrk="1" hangingPunct="1">
                <a:spcBef>
                  <a:spcPct val="14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为曲面  在  点处的</a:t>
              </a:r>
              <a:r>
                <a:rPr kumimoji="1" lang="zh-CN" altLang="en-US" sz="2400" b="1" dirty="0">
                  <a:solidFill>
                    <a:srgbClr val="0099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法向量</a:t>
              </a:r>
              <a:r>
                <a:rPr kumimoji="1" lang="en-US" altLang="zh-CN" sz="2400" b="1" dirty="0">
                  <a:solidFill>
                    <a:srgbClr val="808080"/>
                  </a:solidFill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24" name="Object 13"/>
            <p:cNvGraphicFramePr>
              <a:graphicFrameLocks noChangeAspect="1"/>
            </p:cNvGraphicFramePr>
            <p:nvPr/>
          </p:nvGraphicFramePr>
          <p:xfrm>
            <a:off x="3076575" y="3586163"/>
            <a:ext cx="6129338" cy="593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70408800" imgH="6400800" progId="Equation.DSMT4">
                    <p:embed/>
                  </p:oleObj>
                </mc:Choice>
                <mc:Fallback>
                  <p:oleObj name="Equation" r:id="rId24" imgW="70408800" imgH="64008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6575" y="3586163"/>
                          <a:ext cx="6129338" cy="593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14"/>
            <p:cNvGraphicFramePr>
              <a:graphicFrameLocks noChangeAspect="1"/>
            </p:cNvGraphicFramePr>
            <p:nvPr/>
          </p:nvGraphicFramePr>
          <p:xfrm>
            <a:off x="2847975" y="4184650"/>
            <a:ext cx="331788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352800" imgH="3657600" progId="Equation.DSMT4">
                    <p:embed/>
                  </p:oleObj>
                </mc:Choice>
                <mc:Fallback>
                  <p:oleObj name="Equation" r:id="rId26" imgW="3352800" imgH="36576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7975" y="4184650"/>
                          <a:ext cx="331788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15"/>
            <p:cNvGraphicFramePr>
              <a:graphicFrameLocks noChangeAspect="1"/>
            </p:cNvGraphicFramePr>
            <p:nvPr/>
          </p:nvGraphicFramePr>
          <p:xfrm>
            <a:off x="3432175" y="4168775"/>
            <a:ext cx="450850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4876800" imgH="3962400" progId="Equation.DSMT4">
                    <p:embed/>
                  </p:oleObj>
                </mc:Choice>
                <mc:Fallback>
                  <p:oleObj name="Equation" r:id="rId28" imgW="4876800" imgH="39624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2175" y="4168775"/>
                          <a:ext cx="450850" cy="373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617291" y="185234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531619" y="185234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86295" y="324490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590094" y="318509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6631" name="Group 2"/>
          <p:cNvGrpSpPr/>
          <p:nvPr/>
        </p:nvGrpSpPr>
        <p:grpSpPr bwMode="auto">
          <a:xfrm>
            <a:off x="839416" y="172765"/>
            <a:ext cx="8893175" cy="901700"/>
            <a:chOff x="162" y="154"/>
            <a:chExt cx="5271" cy="568"/>
          </a:xfrm>
        </p:grpSpPr>
        <p:sp>
          <p:nvSpPr>
            <p:cNvPr id="26643" name="Text Box 3"/>
            <p:cNvSpPr txBox="1">
              <a:spLocks noChangeArrowheads="1"/>
            </p:cNvSpPr>
            <p:nvPr/>
          </p:nvSpPr>
          <p:spPr bwMode="auto">
            <a:xfrm>
              <a:off x="162" y="300"/>
              <a:ext cx="4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9999"/>
                  </a:solidFill>
                  <a:latin typeface="楷体_GB2312"/>
                  <a:ea typeface="楷体_GB2312"/>
                  <a:cs typeface="楷体_GB2312"/>
                </a:rPr>
                <a:t>例</a:t>
              </a:r>
              <a:r>
                <a:rPr kumimoji="1" lang="en-US" altLang="zh-CN" sz="2400" b="1">
                  <a:solidFill>
                    <a:srgbClr val="009999"/>
                  </a:solidFill>
                  <a:latin typeface="楷体_GB2312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26644" name="Text Box 4"/>
            <p:cNvSpPr txBox="1">
              <a:spLocks noChangeArrowheads="1"/>
            </p:cNvSpPr>
            <p:nvPr/>
          </p:nvSpPr>
          <p:spPr bwMode="auto">
            <a:xfrm>
              <a:off x="596" y="346"/>
              <a:ext cx="483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求椭球面                               在点</a:t>
              </a:r>
              <a:r>
                <a: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M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(1,2,3)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处的法向量（   ）．</a:t>
              </a:r>
            </a:p>
          </p:txBody>
        </p:sp>
        <p:graphicFrame>
          <p:nvGraphicFramePr>
            <p:cNvPr id="26645" name="Object 5"/>
            <p:cNvGraphicFramePr>
              <a:graphicFrameLocks noChangeAspect="1"/>
            </p:cNvGraphicFramePr>
            <p:nvPr/>
          </p:nvGraphicFramePr>
          <p:xfrm>
            <a:off x="1348" y="154"/>
            <a:ext cx="1446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6212800" imgH="10058400" progId="Equation.DSMT4">
                    <p:embed/>
                  </p:oleObj>
                </mc:Choice>
                <mc:Fallback>
                  <p:oleObj name="Equation" r:id="rId7" imgW="26212800" imgH="10058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8" y="154"/>
                          <a:ext cx="1446" cy="5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17"/>
          <p:cNvGraphicFramePr>
            <a:graphicFrameLocks noChangeAspect="1"/>
          </p:cNvGraphicFramePr>
          <p:nvPr/>
        </p:nvGraphicFramePr>
        <p:xfrm>
          <a:off x="2338388" y="1676400"/>
          <a:ext cx="24447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041600" imgH="9753600" progId="Equation.DSMT4">
                  <p:embed/>
                </p:oleObj>
              </mc:Choice>
              <mc:Fallback>
                <p:oleObj name="Equation" r:id="rId9" imgW="28041600" imgH="9753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1676400"/>
                        <a:ext cx="244475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7"/>
          <p:cNvGraphicFramePr>
            <a:graphicFrameLocks noChangeAspect="1"/>
          </p:cNvGraphicFramePr>
          <p:nvPr/>
        </p:nvGraphicFramePr>
        <p:xfrm>
          <a:off x="6240016" y="1676400"/>
          <a:ext cx="24701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346400" imgH="9753600" progId="Equation.DSMT4">
                  <p:embed/>
                </p:oleObj>
              </mc:Choice>
              <mc:Fallback>
                <p:oleObj name="Equation" r:id="rId11" imgW="28346400" imgH="9753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1676400"/>
                        <a:ext cx="247015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7"/>
          <p:cNvGraphicFramePr>
            <a:graphicFrameLocks noChangeAspect="1"/>
          </p:cNvGraphicFramePr>
          <p:nvPr/>
        </p:nvGraphicFramePr>
        <p:xfrm>
          <a:off x="2294692" y="3068960"/>
          <a:ext cx="24701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8346400" imgH="9753600" progId="Equation.DSMT4">
                  <p:embed/>
                </p:oleObj>
              </mc:Choice>
              <mc:Fallback>
                <p:oleObj name="Equation" r:id="rId13" imgW="28346400" imgH="9753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4692" y="3068960"/>
                        <a:ext cx="247015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7"/>
          <p:cNvGraphicFramePr>
            <a:graphicFrameLocks noChangeAspect="1"/>
          </p:cNvGraphicFramePr>
          <p:nvPr/>
        </p:nvGraphicFramePr>
        <p:xfrm>
          <a:off x="6281028" y="3080593"/>
          <a:ext cx="250507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651200" imgH="9753600" progId="Equation.DSMT4">
                  <p:embed/>
                </p:oleObj>
              </mc:Choice>
              <mc:Fallback>
                <p:oleObj name="Equation" r:id="rId15" imgW="28651200" imgH="9753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028" y="3080593"/>
                        <a:ext cx="2505075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/>
          <p:nvPr/>
        </p:nvGrpSpPr>
        <p:grpSpPr bwMode="auto">
          <a:xfrm>
            <a:off x="1055440" y="364285"/>
            <a:ext cx="10298027" cy="901700"/>
            <a:chOff x="226" y="168"/>
            <a:chExt cx="5204" cy="568"/>
          </a:xfrm>
        </p:grpSpPr>
        <p:sp>
          <p:nvSpPr>
            <p:cNvPr id="27663" name="Text Box 3"/>
            <p:cNvSpPr txBox="1">
              <a:spLocks noChangeArrowheads="1"/>
            </p:cNvSpPr>
            <p:nvPr/>
          </p:nvSpPr>
          <p:spPr bwMode="auto">
            <a:xfrm>
              <a:off x="226" y="285"/>
              <a:ext cx="4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9999"/>
                  </a:solidFill>
                  <a:latin typeface="楷体_GB2312"/>
                  <a:ea typeface="楷体_GB2312"/>
                  <a:cs typeface="楷体_GB2312"/>
                </a:rPr>
                <a:t>例</a:t>
              </a:r>
              <a:r>
                <a:rPr kumimoji="1" lang="en-US" altLang="zh-CN" sz="2400" b="1">
                  <a:solidFill>
                    <a:srgbClr val="009999"/>
                  </a:solidFill>
                  <a:latin typeface="楷体_GB2312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27664" name="Text Box 4"/>
            <p:cNvSpPr txBox="1">
              <a:spLocks noChangeArrowheads="1"/>
            </p:cNvSpPr>
            <p:nvPr/>
          </p:nvSpPr>
          <p:spPr bwMode="auto">
            <a:xfrm>
              <a:off x="596" y="314"/>
              <a:ext cx="48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求椭球面                             在点</a:t>
              </a:r>
              <a:r>
                <a: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M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(1,2,3)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处的切平面和法线方程．</a:t>
              </a:r>
            </a:p>
          </p:txBody>
        </p:sp>
        <p:graphicFrame>
          <p:nvGraphicFramePr>
            <p:cNvPr id="27665" name="Object 5"/>
            <p:cNvGraphicFramePr>
              <a:graphicFrameLocks noChangeAspect="1"/>
            </p:cNvGraphicFramePr>
            <p:nvPr/>
          </p:nvGraphicFramePr>
          <p:xfrm>
            <a:off x="1272" y="168"/>
            <a:ext cx="1065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6212800" imgH="10058400" progId="Equation.DSMT4">
                    <p:embed/>
                  </p:oleObj>
                </mc:Choice>
                <mc:Fallback>
                  <p:oleObj name="Equation" r:id="rId2" imgW="26212800" imgH="10058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2" y="168"/>
                          <a:ext cx="1065" cy="5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7286" name="Object 6"/>
          <p:cNvGraphicFramePr>
            <a:graphicFrameLocks noChangeAspect="1"/>
          </p:cNvGraphicFramePr>
          <p:nvPr/>
        </p:nvGraphicFramePr>
        <p:xfrm>
          <a:off x="1982788" y="1504950"/>
          <a:ext cx="3836987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891200" imgH="10058400" progId="Equation.DSMT4">
                  <p:embed/>
                </p:oleObj>
              </mc:Choice>
              <mc:Fallback>
                <p:oleObj name="Equation" r:id="rId4" imgW="43891200" imgH="10058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788" y="1504950"/>
                        <a:ext cx="3836987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1170685" y="1710319"/>
            <a:ext cx="973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9999"/>
                </a:solidFill>
                <a:latin typeface="楷体_GB2312"/>
                <a:ea typeface="楷体_GB2312"/>
                <a:cs typeface="楷体_GB2312"/>
              </a:rPr>
              <a:t>解：</a:t>
            </a:r>
          </a:p>
        </p:txBody>
      </p:sp>
      <p:sp>
        <p:nvSpPr>
          <p:cNvPr id="97288" name="Text Box 8"/>
          <p:cNvSpPr txBox="1">
            <a:spLocks noChangeArrowheads="1"/>
          </p:cNvSpPr>
          <p:nvPr/>
        </p:nvSpPr>
        <p:spPr bwMode="auto">
          <a:xfrm>
            <a:off x="1854898" y="2518357"/>
            <a:ext cx="273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因此，求偏导得</a:t>
            </a:r>
          </a:p>
        </p:txBody>
      </p:sp>
      <p:graphicFrame>
        <p:nvGraphicFramePr>
          <p:cNvPr id="97289" name="Object 9"/>
          <p:cNvGraphicFramePr>
            <a:graphicFrameLocks noChangeAspect="1"/>
          </p:cNvGraphicFramePr>
          <p:nvPr/>
        </p:nvGraphicFramePr>
        <p:xfrm>
          <a:off x="1909763" y="2987675"/>
          <a:ext cx="65516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5590400" imgH="9753600" progId="Equation.DSMT4">
                  <p:embed/>
                </p:oleObj>
              </mc:Choice>
              <mc:Fallback>
                <p:oleObj name="Equation" r:id="rId6" imgW="75590400" imgH="9753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763" y="2987675"/>
                        <a:ext cx="6551612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4"/>
          <p:cNvGrpSpPr/>
          <p:nvPr/>
        </p:nvGrpSpPr>
        <p:grpSpPr bwMode="auto">
          <a:xfrm>
            <a:off x="1854898" y="3896312"/>
            <a:ext cx="6264275" cy="506413"/>
            <a:chOff x="748" y="2961"/>
            <a:chExt cx="3946" cy="319"/>
          </a:xfrm>
        </p:grpSpPr>
        <p:sp>
          <p:nvSpPr>
            <p:cNvPr id="27658" name="Text Box 15"/>
            <p:cNvSpPr txBox="1">
              <a:spLocks noChangeArrowheads="1"/>
            </p:cNvSpPr>
            <p:nvPr/>
          </p:nvSpPr>
          <p:spPr bwMode="auto">
            <a:xfrm>
              <a:off x="748" y="2961"/>
              <a:ext cx="39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于是，该曲面在点        处的法向量为</a:t>
              </a:r>
            </a:p>
          </p:txBody>
        </p:sp>
        <p:graphicFrame>
          <p:nvGraphicFramePr>
            <p:cNvPr id="27659" name="Object 16"/>
            <p:cNvGraphicFramePr>
              <a:graphicFrameLocks noChangeAspect="1"/>
            </p:cNvGraphicFramePr>
            <p:nvPr/>
          </p:nvGraphicFramePr>
          <p:xfrm>
            <a:off x="2347" y="2998"/>
            <a:ext cx="815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630400" imgH="4876800" progId="Equation.DSMT4">
                    <p:embed/>
                  </p:oleObj>
                </mc:Choice>
                <mc:Fallback>
                  <p:oleObj name="Equation" r:id="rId8" imgW="14630400" imgH="48768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7" y="2998"/>
                          <a:ext cx="815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7297" name="Object 17"/>
          <p:cNvGraphicFramePr>
            <a:graphicFrameLocks noChangeAspect="1"/>
          </p:cNvGraphicFramePr>
          <p:nvPr/>
        </p:nvGraphicFramePr>
        <p:xfrm>
          <a:off x="3160713" y="4473575"/>
          <a:ext cx="4132262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7548800" imgH="13411200" progId="Equation.DSMT4">
                  <p:embed/>
                </p:oleObj>
              </mc:Choice>
              <mc:Fallback>
                <p:oleObj name="Equation" r:id="rId10" imgW="47548800" imgH="13411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713" y="4473575"/>
                        <a:ext cx="4132262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7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3302000" y="889000"/>
          <a:ext cx="4525963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816000" imgH="9753600" progId="Equation.DSMT4">
                  <p:embed/>
                </p:oleObj>
              </mc:Choice>
              <mc:Fallback>
                <p:oleObj name="Equation" r:id="rId2" imgW="51816000" imgH="9753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889000"/>
                        <a:ext cx="4525963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5" name="Group 3"/>
          <p:cNvGrpSpPr/>
          <p:nvPr/>
        </p:nvGrpSpPr>
        <p:grpSpPr bwMode="auto">
          <a:xfrm>
            <a:off x="2012950" y="1857377"/>
            <a:ext cx="4710113" cy="498476"/>
            <a:chOff x="340" y="1207"/>
            <a:chExt cx="2967" cy="314"/>
          </a:xfrm>
        </p:grpSpPr>
        <p:graphicFrame>
          <p:nvGraphicFramePr>
            <p:cNvPr id="28684" name="Object 4"/>
            <p:cNvGraphicFramePr>
              <a:graphicFrameLocks noChangeAspect="1"/>
            </p:cNvGraphicFramePr>
            <p:nvPr/>
          </p:nvGraphicFramePr>
          <p:xfrm>
            <a:off x="1539" y="1237"/>
            <a:ext cx="176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2004000" imgH="4876800" progId="Equation.DSMT4">
                    <p:embed/>
                  </p:oleObj>
                </mc:Choice>
                <mc:Fallback>
                  <p:oleObj name="Equation" r:id="rId4" imgW="32004000" imgH="48768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9" y="1237"/>
                          <a:ext cx="1768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5" name="Text Box 5"/>
            <p:cNvSpPr txBox="1">
              <a:spLocks noChangeArrowheads="1"/>
            </p:cNvSpPr>
            <p:nvPr/>
          </p:nvSpPr>
          <p:spPr bwMode="auto">
            <a:xfrm>
              <a:off x="340" y="1207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即</a:t>
              </a:r>
            </a:p>
          </p:txBody>
        </p:sp>
      </p:grpSp>
      <p:grpSp>
        <p:nvGrpSpPr>
          <p:cNvPr id="28676" name="Group 6"/>
          <p:cNvGrpSpPr/>
          <p:nvPr/>
        </p:nvGrpSpPr>
        <p:grpSpPr bwMode="auto">
          <a:xfrm>
            <a:off x="1992313" y="333375"/>
            <a:ext cx="5399087" cy="504826"/>
            <a:chOff x="295" y="210"/>
            <a:chExt cx="3401" cy="318"/>
          </a:xfrm>
        </p:grpSpPr>
        <p:sp>
          <p:nvSpPr>
            <p:cNvPr id="28682" name="Text Box 7"/>
            <p:cNvSpPr txBox="1">
              <a:spLocks noChangeArrowheads="1"/>
            </p:cNvSpPr>
            <p:nvPr/>
          </p:nvSpPr>
          <p:spPr bwMode="auto">
            <a:xfrm>
              <a:off x="295" y="210"/>
              <a:ext cx="34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曲面过点         的切平面方程为</a:t>
              </a:r>
            </a:p>
          </p:txBody>
        </p:sp>
        <p:graphicFrame>
          <p:nvGraphicFramePr>
            <p:cNvPr id="28683" name="Object 8"/>
            <p:cNvGraphicFramePr>
              <a:graphicFrameLocks noChangeAspect="1"/>
            </p:cNvGraphicFramePr>
            <p:nvPr/>
          </p:nvGraphicFramePr>
          <p:xfrm>
            <a:off x="1162" y="245"/>
            <a:ext cx="815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630400" imgH="4876800" progId="Equation.DSMT4">
                    <p:embed/>
                  </p:oleObj>
                </mc:Choice>
                <mc:Fallback>
                  <p:oleObj name="Equation" r:id="rId6" imgW="14630400" imgH="48768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2" y="245"/>
                          <a:ext cx="815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9"/>
          <p:cNvGrpSpPr/>
          <p:nvPr/>
        </p:nvGrpSpPr>
        <p:grpSpPr bwMode="auto">
          <a:xfrm>
            <a:off x="2017713" y="2527300"/>
            <a:ext cx="7046912" cy="1806575"/>
            <a:chOff x="311" y="1592"/>
            <a:chExt cx="4439" cy="1138"/>
          </a:xfrm>
        </p:grpSpPr>
        <p:graphicFrame>
          <p:nvGraphicFramePr>
            <p:cNvPr id="28678" name="Object 10"/>
            <p:cNvGraphicFramePr>
              <a:graphicFrameLocks noChangeAspect="1"/>
            </p:cNvGraphicFramePr>
            <p:nvPr/>
          </p:nvGraphicFramePr>
          <p:xfrm>
            <a:off x="770" y="1921"/>
            <a:ext cx="1754" cy="8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1699200" imgH="14325600" progId="Equation.DSMT4">
                    <p:embed/>
                  </p:oleObj>
                </mc:Choice>
                <mc:Fallback>
                  <p:oleObj name="Equation" r:id="rId8" imgW="31699200" imgH="143256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" y="1921"/>
                          <a:ext cx="1754" cy="8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79" name="Text Box 11"/>
            <p:cNvSpPr txBox="1">
              <a:spLocks noChangeArrowheads="1"/>
            </p:cNvSpPr>
            <p:nvPr/>
          </p:nvSpPr>
          <p:spPr bwMode="auto">
            <a:xfrm>
              <a:off x="311" y="1592"/>
              <a:ext cx="14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而法线方程为</a:t>
              </a:r>
            </a:p>
          </p:txBody>
        </p:sp>
        <p:sp>
          <p:nvSpPr>
            <p:cNvPr id="28680" name="Text Box 12"/>
            <p:cNvSpPr txBox="1">
              <a:spLocks noChangeArrowheads="1"/>
            </p:cNvSpPr>
            <p:nvPr/>
          </p:nvSpPr>
          <p:spPr bwMode="auto">
            <a:xfrm>
              <a:off x="2567" y="2082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或</a:t>
              </a:r>
            </a:p>
          </p:txBody>
        </p:sp>
        <p:graphicFrame>
          <p:nvGraphicFramePr>
            <p:cNvPr id="28681" name="Object 13"/>
            <p:cNvGraphicFramePr>
              <a:graphicFrameLocks noChangeAspect="1"/>
            </p:cNvGraphicFramePr>
            <p:nvPr/>
          </p:nvGraphicFramePr>
          <p:xfrm>
            <a:off x="2934" y="1934"/>
            <a:ext cx="1816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2918400" imgH="9753600" progId="Equation.DSMT4">
                    <p:embed/>
                  </p:oleObj>
                </mc:Choice>
                <mc:Fallback>
                  <p:oleObj name="Equation" r:id="rId10" imgW="32918400" imgH="97536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4" y="1934"/>
                          <a:ext cx="1816" cy="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/>
          <p:nvPr/>
        </p:nvGrpSpPr>
        <p:grpSpPr bwMode="auto">
          <a:xfrm>
            <a:off x="2352675" y="417513"/>
            <a:ext cx="6335713" cy="460375"/>
            <a:chOff x="386" y="263"/>
            <a:chExt cx="3991" cy="290"/>
          </a:xfrm>
        </p:grpSpPr>
        <p:sp>
          <p:nvSpPr>
            <p:cNvPr id="29724" name="Text Box 3"/>
            <p:cNvSpPr txBox="1">
              <a:spLocks noChangeArrowheads="1"/>
            </p:cNvSpPr>
            <p:nvPr/>
          </p:nvSpPr>
          <p:spPr bwMode="auto">
            <a:xfrm>
              <a:off x="386" y="263"/>
              <a:ext cx="39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如果曲面方程是由          的形式给出的，</a:t>
              </a:r>
            </a:p>
          </p:txBody>
        </p:sp>
        <p:graphicFrame>
          <p:nvGraphicFramePr>
            <p:cNvPr id="29725" name="Object 4"/>
            <p:cNvGraphicFramePr>
              <a:graphicFrameLocks noChangeAspect="1"/>
            </p:cNvGraphicFramePr>
            <p:nvPr/>
          </p:nvGraphicFramePr>
          <p:xfrm>
            <a:off x="1961" y="271"/>
            <a:ext cx="1000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983200" imgH="4876800" progId="Equation.DSMT4">
                    <p:embed/>
                  </p:oleObj>
                </mc:Choice>
                <mc:Fallback>
                  <p:oleObj name="Equation" r:id="rId2" imgW="17983200" imgH="48768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1" y="271"/>
                          <a:ext cx="1000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/>
          <p:cNvGrpSpPr/>
          <p:nvPr/>
        </p:nvGrpSpPr>
        <p:grpSpPr bwMode="auto">
          <a:xfrm>
            <a:off x="8686800" y="260350"/>
            <a:ext cx="1657350" cy="792163"/>
            <a:chOff x="4376" y="164"/>
            <a:chExt cx="1044" cy="499"/>
          </a:xfrm>
        </p:grpSpPr>
        <p:sp>
          <p:nvSpPr>
            <p:cNvPr id="29722" name="AutoShape 6"/>
            <p:cNvSpPr>
              <a:spLocks noChangeArrowheads="1"/>
            </p:cNvSpPr>
            <p:nvPr/>
          </p:nvSpPr>
          <p:spPr bwMode="auto">
            <a:xfrm>
              <a:off x="4376" y="164"/>
              <a:ext cx="1044" cy="499"/>
            </a:xfrm>
            <a:prstGeom prst="wedgeRectCallout">
              <a:avLst>
                <a:gd name="adj1" fmla="val -70787"/>
                <a:gd name="adj2" fmla="val -4106"/>
              </a:avLst>
            </a:prstGeom>
            <a:solidFill>
              <a:srgbClr val="FFFFFF"/>
            </a:solidFill>
            <a:ln w="9525" algn="ctr">
              <a:solidFill>
                <a:srgbClr val="0000FF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18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能否把它化为</a:t>
              </a:r>
            </a:p>
          </p:txBody>
        </p:sp>
        <p:graphicFrame>
          <p:nvGraphicFramePr>
            <p:cNvPr id="29723" name="Object 7"/>
            <p:cNvGraphicFramePr>
              <a:graphicFrameLocks noChangeAspect="1"/>
            </p:cNvGraphicFramePr>
            <p:nvPr/>
          </p:nvGraphicFramePr>
          <p:xfrm>
            <a:off x="4427" y="391"/>
            <a:ext cx="89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6425" imgH="132080" progId="Equation.DSMT4">
                    <p:embed/>
                  </p:oleObj>
                </mc:Choice>
                <mc:Fallback>
                  <p:oleObj name="Equation" r:id="rId4" imgW="606425" imgH="13208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7" y="391"/>
                          <a:ext cx="89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8"/>
          <p:cNvGrpSpPr/>
          <p:nvPr/>
        </p:nvGrpSpPr>
        <p:grpSpPr bwMode="auto">
          <a:xfrm>
            <a:off x="1847850" y="1052513"/>
            <a:ext cx="4846638" cy="460375"/>
            <a:chOff x="204" y="663"/>
            <a:chExt cx="3053" cy="290"/>
          </a:xfrm>
        </p:grpSpPr>
        <p:sp>
          <p:nvSpPr>
            <p:cNvPr id="29720" name="Text Box 9"/>
            <p:cNvSpPr txBox="1">
              <a:spLocks noChangeArrowheads="1"/>
            </p:cNvSpPr>
            <p:nvPr/>
          </p:nvSpPr>
          <p:spPr bwMode="auto">
            <a:xfrm>
              <a:off x="204" y="663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则</a:t>
              </a:r>
            </a:p>
          </p:txBody>
        </p:sp>
        <p:graphicFrame>
          <p:nvGraphicFramePr>
            <p:cNvPr id="29721" name="Object 10"/>
            <p:cNvGraphicFramePr>
              <a:graphicFrameLocks noChangeAspect="1"/>
            </p:cNvGraphicFramePr>
            <p:nvPr/>
          </p:nvGraphicFramePr>
          <p:xfrm>
            <a:off x="1302" y="670"/>
            <a:ext cx="1955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5661600" imgH="4876800" progId="Equation.DSMT4">
                    <p:embed/>
                  </p:oleObj>
                </mc:Choice>
                <mc:Fallback>
                  <p:oleObj name="Equation" r:id="rId6" imgW="35661600" imgH="48768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2" y="670"/>
                          <a:ext cx="1955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11"/>
          <p:cNvGrpSpPr/>
          <p:nvPr/>
        </p:nvGrpSpPr>
        <p:grpSpPr bwMode="auto">
          <a:xfrm>
            <a:off x="1847850" y="1628776"/>
            <a:ext cx="6815138" cy="557213"/>
            <a:chOff x="204" y="1026"/>
            <a:chExt cx="4293" cy="351"/>
          </a:xfrm>
        </p:grpSpPr>
        <p:sp>
          <p:nvSpPr>
            <p:cNvPr id="29718" name="Text Box 12"/>
            <p:cNvSpPr txBox="1">
              <a:spLocks noChangeArrowheads="1"/>
            </p:cNvSpPr>
            <p:nvPr/>
          </p:nvSpPr>
          <p:spPr bwMode="auto">
            <a:xfrm>
              <a:off x="204" y="1026"/>
              <a:ext cx="39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因此，曲面的法向量为</a:t>
              </a:r>
            </a:p>
          </p:txBody>
        </p:sp>
        <p:graphicFrame>
          <p:nvGraphicFramePr>
            <p:cNvPr id="29719" name="Object 13"/>
            <p:cNvGraphicFramePr>
              <a:graphicFrameLocks noChangeAspect="1"/>
            </p:cNvGraphicFramePr>
            <p:nvPr/>
          </p:nvGraphicFramePr>
          <p:xfrm>
            <a:off x="2232" y="1045"/>
            <a:ext cx="2265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1452800" imgH="5791200" progId="Equation.DSMT4">
                    <p:embed/>
                  </p:oleObj>
                </mc:Choice>
                <mc:Fallback>
                  <p:oleObj name="Equation" r:id="rId8" imgW="41452800" imgH="57912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2" y="1045"/>
                          <a:ext cx="2265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14"/>
          <p:cNvGrpSpPr/>
          <p:nvPr/>
        </p:nvGrpSpPr>
        <p:grpSpPr bwMode="auto">
          <a:xfrm>
            <a:off x="1847850" y="2200278"/>
            <a:ext cx="7481888" cy="1057276"/>
            <a:chOff x="204" y="1386"/>
            <a:chExt cx="4713" cy="666"/>
          </a:xfrm>
        </p:grpSpPr>
        <p:sp>
          <p:nvSpPr>
            <p:cNvPr id="29715" name="Text Box 15"/>
            <p:cNvSpPr txBox="1">
              <a:spLocks noChangeArrowheads="1"/>
            </p:cNvSpPr>
            <p:nvPr/>
          </p:nvSpPr>
          <p:spPr bwMode="auto">
            <a:xfrm>
              <a:off x="204" y="1389"/>
              <a:ext cx="39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曲面上对应点       处的</a:t>
              </a:r>
              <a:r>
                <a:rPr kumimoji="1" lang="zh-CN" altLang="en-US" sz="2400" b="1" dirty="0">
                  <a:solidFill>
                    <a:srgbClr val="0099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切平面方程</a:t>
              </a:r>
              <a:r>
                <a:rPr kumimoji="1" lang="zh-CN" altLang="en-US" sz="2400" b="1" dirty="0">
                  <a:solidFill>
                    <a:srgbClr val="808080"/>
                  </a:solidFill>
                  <a:latin typeface="宋体" panose="02010600030101010101" pitchFamily="2" charset="-122"/>
                </a:rPr>
                <a:t>为</a:t>
              </a:r>
            </a:p>
          </p:txBody>
        </p:sp>
        <p:graphicFrame>
          <p:nvGraphicFramePr>
            <p:cNvPr id="29716" name="Object 16"/>
            <p:cNvGraphicFramePr>
              <a:graphicFrameLocks noChangeAspect="1"/>
            </p:cNvGraphicFramePr>
            <p:nvPr/>
          </p:nvGraphicFramePr>
          <p:xfrm>
            <a:off x="644" y="1719"/>
            <a:ext cx="4273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8333600" imgH="5791200" progId="Equation.DSMT4">
                    <p:embed/>
                  </p:oleObj>
                </mc:Choice>
                <mc:Fallback>
                  <p:oleObj name="Equation" r:id="rId10" imgW="78333600" imgH="57912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" y="1719"/>
                          <a:ext cx="4273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7" name="Object 17"/>
            <p:cNvGraphicFramePr>
              <a:graphicFrameLocks noChangeAspect="1"/>
            </p:cNvGraphicFramePr>
            <p:nvPr/>
          </p:nvGraphicFramePr>
          <p:xfrm>
            <a:off x="1421" y="1386"/>
            <a:ext cx="67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192000" imgH="5486400" progId="Equation.DSMT4">
                    <p:embed/>
                  </p:oleObj>
                </mc:Choice>
                <mc:Fallback>
                  <p:oleObj name="Equation" r:id="rId12" imgW="12192000" imgH="54864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1" y="1386"/>
                          <a:ext cx="67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8"/>
          <p:cNvGrpSpPr/>
          <p:nvPr/>
        </p:nvGrpSpPr>
        <p:grpSpPr bwMode="auto">
          <a:xfrm>
            <a:off x="1814967" y="3429000"/>
            <a:ext cx="5989638" cy="1252538"/>
            <a:chOff x="204" y="2069"/>
            <a:chExt cx="3773" cy="789"/>
          </a:xfrm>
        </p:grpSpPr>
        <p:sp>
          <p:nvSpPr>
            <p:cNvPr id="29713" name="Text Box 19"/>
            <p:cNvSpPr txBox="1">
              <a:spLocks noChangeArrowheads="1"/>
            </p:cNvSpPr>
            <p:nvPr/>
          </p:nvSpPr>
          <p:spPr bwMode="auto">
            <a:xfrm>
              <a:off x="204" y="2069"/>
              <a:ext cx="11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99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法线方程</a:t>
              </a:r>
              <a:r>
                <a:rPr kumimoji="1" lang="zh-CN" altLang="en-US" sz="2400" b="1" dirty="0">
                  <a:solidFill>
                    <a:srgbClr val="009999"/>
                  </a:solidFill>
                  <a:latin typeface="宋体" panose="02010600030101010101" pitchFamily="2" charset="-122"/>
                </a:rPr>
                <a:t>为</a:t>
              </a:r>
            </a:p>
          </p:txBody>
        </p:sp>
        <p:graphicFrame>
          <p:nvGraphicFramePr>
            <p:cNvPr id="29714" name="Object 20"/>
            <p:cNvGraphicFramePr>
              <a:graphicFrameLocks noChangeAspect="1"/>
            </p:cNvGraphicFramePr>
            <p:nvPr/>
          </p:nvGraphicFramePr>
          <p:xfrm>
            <a:off x="1265" y="2241"/>
            <a:ext cx="2712" cy="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9682400" imgH="10972800" progId="Equation.DSMT4">
                    <p:embed/>
                  </p:oleObj>
                </mc:Choice>
                <mc:Fallback>
                  <p:oleObj name="Equation" r:id="rId14" imgW="49682400" imgH="109728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5" y="2241"/>
                          <a:ext cx="2712" cy="6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06" name="Rectangle 29"/>
          <p:cNvSpPr>
            <a:spLocks noChangeArrowheads="1"/>
          </p:cNvSpPr>
          <p:nvPr/>
        </p:nvSpPr>
        <p:spPr bwMode="auto">
          <a:xfrm>
            <a:off x="69850" y="-71438"/>
            <a:ext cx="5867400" cy="60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333399"/>
                </a:solidFill>
                <a:ea typeface="楷体_GB2312"/>
                <a:cs typeface="楷体_GB2312"/>
              </a:rPr>
              <a:t>2.  </a:t>
            </a:r>
            <a:r>
              <a:rPr lang="zh-CN" altLang="en-US" sz="2800" b="1">
                <a:solidFill>
                  <a:srgbClr val="333399"/>
                </a:solidFill>
                <a:ea typeface="楷体_GB2312"/>
                <a:cs typeface="楷体_GB2312"/>
              </a:rPr>
              <a:t>以显式表示的曲面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1918537" y="2134518"/>
          <a:ext cx="7466012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200900" imgH="508000" progId="Equation.3">
                  <p:embed/>
                </p:oleObj>
              </mc:Choice>
              <mc:Fallback>
                <p:oleObj name="公式" r:id="rId2" imgW="7200900" imgH="508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537" y="2134518"/>
                        <a:ext cx="7466012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"/>
          <p:cNvGrpSpPr/>
          <p:nvPr/>
        </p:nvGrpSpPr>
        <p:grpSpPr bwMode="auto">
          <a:xfrm>
            <a:off x="1840749" y="2166268"/>
            <a:ext cx="1066800" cy="1066800"/>
            <a:chOff x="624" y="1104"/>
            <a:chExt cx="672" cy="864"/>
          </a:xfrm>
        </p:grpSpPr>
        <p:sp>
          <p:nvSpPr>
            <p:cNvPr id="30733" name="Rectangle 4"/>
            <p:cNvSpPr>
              <a:spLocks noChangeArrowheads="1"/>
            </p:cNvSpPr>
            <p:nvPr/>
          </p:nvSpPr>
          <p:spPr bwMode="auto">
            <a:xfrm>
              <a:off x="624" y="1104"/>
              <a:ext cx="672" cy="384"/>
            </a:xfrm>
            <a:prstGeom prst="rect">
              <a:avLst/>
            </a:prstGeom>
            <a:noFill/>
            <a:ln w="38100">
              <a:solidFill>
                <a:srgbClr val="FF0066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30734" name="Line 5"/>
            <p:cNvSpPr>
              <a:spLocks noChangeShapeType="1"/>
            </p:cNvSpPr>
            <p:nvPr/>
          </p:nvSpPr>
          <p:spPr bwMode="auto">
            <a:xfrm>
              <a:off x="960" y="1488"/>
              <a:ext cx="0" cy="48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1612149" y="3106068"/>
            <a:ext cx="16002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切平面上点的竖坐标的增量</a:t>
            </a:r>
          </a:p>
        </p:txBody>
      </p:sp>
      <p:grpSp>
        <p:nvGrpSpPr>
          <p:cNvPr id="4" name="Group 7"/>
          <p:cNvGrpSpPr/>
          <p:nvPr/>
        </p:nvGrpSpPr>
        <p:grpSpPr bwMode="auto">
          <a:xfrm>
            <a:off x="3212349" y="2026568"/>
            <a:ext cx="6172200" cy="1371600"/>
            <a:chOff x="1488" y="1056"/>
            <a:chExt cx="3888" cy="864"/>
          </a:xfrm>
        </p:grpSpPr>
        <p:sp>
          <p:nvSpPr>
            <p:cNvPr id="30731" name="Rectangle 8"/>
            <p:cNvSpPr>
              <a:spLocks noChangeArrowheads="1"/>
            </p:cNvSpPr>
            <p:nvPr/>
          </p:nvSpPr>
          <p:spPr bwMode="auto">
            <a:xfrm>
              <a:off x="1488" y="1056"/>
              <a:ext cx="3888" cy="419"/>
            </a:xfrm>
            <a:prstGeom prst="rect">
              <a:avLst/>
            </a:prstGeom>
            <a:noFill/>
            <a:ln w="38100">
              <a:solidFill>
                <a:srgbClr val="66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30732" name="Line 9"/>
            <p:cNvSpPr>
              <a:spLocks noChangeShapeType="1"/>
            </p:cNvSpPr>
            <p:nvPr/>
          </p:nvSpPr>
          <p:spPr bwMode="auto">
            <a:xfrm>
              <a:off x="4032" y="1475"/>
              <a:ext cx="0" cy="445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42346" name="Object 10"/>
          <p:cNvGraphicFramePr>
            <a:graphicFrameLocks noChangeAspect="1"/>
          </p:cNvGraphicFramePr>
          <p:nvPr/>
        </p:nvGraphicFramePr>
        <p:xfrm>
          <a:off x="3821949" y="3321968"/>
          <a:ext cx="534511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905500" imgH="469900" progId="Equation.3">
                  <p:embed/>
                </p:oleObj>
              </mc:Choice>
              <mc:Fallback>
                <p:oleObj name="公式" r:id="rId4" imgW="5905500" imgH="469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1949" y="3321968"/>
                        <a:ext cx="534511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Text Box 11"/>
          <p:cNvSpPr txBox="1">
            <a:spLocks noChangeArrowheads="1"/>
          </p:cNvSpPr>
          <p:nvPr/>
        </p:nvSpPr>
        <p:spPr bwMode="auto">
          <a:xfrm>
            <a:off x="1764549" y="1340768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因为曲面在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处的切平面方程为</a:t>
            </a:r>
          </a:p>
        </p:txBody>
      </p:sp>
      <p:graphicFrame>
        <p:nvGraphicFramePr>
          <p:cNvPr id="30728" name="Object 12"/>
          <p:cNvGraphicFramePr>
            <a:graphicFrameLocks noChangeAspect="1"/>
          </p:cNvGraphicFramePr>
          <p:nvPr/>
        </p:nvGraphicFramePr>
        <p:xfrm>
          <a:off x="1631504" y="462757"/>
          <a:ext cx="52578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262880" imgH="594360" progId="Word.Document.8">
                  <p:embed/>
                </p:oleObj>
              </mc:Choice>
              <mc:Fallback>
                <p:oleObj name="文档" r:id="rId6" imgW="5262880" imgH="59436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462757"/>
                        <a:ext cx="52578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9" name="Object 13"/>
          <p:cNvGraphicFramePr>
            <a:graphicFrameLocks noChangeAspect="1"/>
          </p:cNvGraphicFramePr>
          <p:nvPr/>
        </p:nvGraphicFramePr>
        <p:xfrm>
          <a:off x="3174249" y="4160168"/>
          <a:ext cx="60579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5598160" imgH="1554480" progId="Word.Document.8">
                  <p:embed/>
                </p:oleObj>
              </mc:Choice>
              <mc:Fallback>
                <p:oleObj name="文档" r:id="rId8" imgW="5598160" imgH="155448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4249" y="4160168"/>
                        <a:ext cx="60579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" name="Rectangle 29"/>
          <p:cNvSpPr>
            <a:spLocks noChangeArrowheads="1"/>
          </p:cNvSpPr>
          <p:nvPr/>
        </p:nvSpPr>
        <p:spPr bwMode="auto">
          <a:xfrm>
            <a:off x="191344" y="404664"/>
            <a:ext cx="9366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333399"/>
                </a:solidFill>
                <a:ea typeface="楷体_GB2312"/>
                <a:cs typeface="楷体_GB2312"/>
              </a:rPr>
              <a:t>注</a:t>
            </a:r>
            <a:r>
              <a:rPr lang="en-US" altLang="zh-CN" sz="2800" b="1" dirty="0">
                <a:solidFill>
                  <a:srgbClr val="333399"/>
                </a:solidFill>
                <a:ea typeface="楷体_GB2312"/>
                <a:cs typeface="楷体_GB2312"/>
              </a:rPr>
              <a:t>1</a:t>
            </a:r>
            <a:endParaRPr lang="zh-CN" altLang="en-US" sz="2800" b="1" dirty="0">
              <a:solidFill>
                <a:srgbClr val="333399"/>
              </a:solidFill>
              <a:ea typeface="楷体_GB2312"/>
              <a:cs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5146675" y="2443163"/>
            <a:ext cx="4502150" cy="1038225"/>
            <a:chOff x="2282" y="1282"/>
            <a:chExt cx="2836" cy="654"/>
          </a:xfrm>
        </p:grpSpPr>
        <p:sp>
          <p:nvSpPr>
            <p:cNvPr id="31792" name="Freeform 3"/>
            <p:cNvSpPr/>
            <p:nvPr/>
          </p:nvSpPr>
          <p:spPr bwMode="auto">
            <a:xfrm>
              <a:off x="2282" y="1282"/>
              <a:ext cx="2836" cy="654"/>
            </a:xfrm>
            <a:custGeom>
              <a:avLst/>
              <a:gdLst>
                <a:gd name="T0" fmla="*/ 863 w 2836"/>
                <a:gd name="T1" fmla="*/ 0 h 654"/>
                <a:gd name="T2" fmla="*/ 0 w 2836"/>
                <a:gd name="T3" fmla="*/ 654 h 654"/>
                <a:gd name="T4" fmla="*/ 2018 w 2836"/>
                <a:gd name="T5" fmla="*/ 654 h 654"/>
                <a:gd name="T6" fmla="*/ 2836 w 2836"/>
                <a:gd name="T7" fmla="*/ 0 h 654"/>
                <a:gd name="T8" fmla="*/ 863 w 2836"/>
                <a:gd name="T9" fmla="*/ 0 h 6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36"/>
                <a:gd name="T16" fmla="*/ 0 h 654"/>
                <a:gd name="T17" fmla="*/ 2836 w 2836"/>
                <a:gd name="T18" fmla="*/ 654 h 6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36" h="654">
                  <a:moveTo>
                    <a:pt x="863" y="0"/>
                  </a:moveTo>
                  <a:lnTo>
                    <a:pt x="0" y="654"/>
                  </a:lnTo>
                  <a:lnTo>
                    <a:pt x="2018" y="654"/>
                  </a:lnTo>
                  <a:lnTo>
                    <a:pt x="2836" y="0"/>
                  </a:lnTo>
                  <a:lnTo>
                    <a:pt x="863" y="0"/>
                  </a:lnTo>
                  <a:close/>
                </a:path>
              </a:pathLst>
            </a:custGeom>
            <a:solidFill>
              <a:schemeClr val="accent2"/>
            </a:solidFill>
            <a:ln w="9525" cmpd="sng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93" name="Object 5"/>
            <p:cNvGraphicFramePr>
              <a:graphicFrameLocks noChangeAspect="1"/>
            </p:cNvGraphicFramePr>
            <p:nvPr/>
          </p:nvGraphicFramePr>
          <p:xfrm>
            <a:off x="3470" y="1679"/>
            <a:ext cx="38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06400" imgH="228600" progId="Equation.3">
                    <p:embed/>
                  </p:oleObj>
                </mc:Choice>
                <mc:Fallback>
                  <p:oleObj name="公式" r:id="rId2" imgW="4064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0" y="1679"/>
                          <a:ext cx="383" cy="216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 w="952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5"/>
          <p:cNvGrpSpPr/>
          <p:nvPr/>
        </p:nvGrpSpPr>
        <p:grpSpPr bwMode="auto">
          <a:xfrm>
            <a:off x="4044950" y="830263"/>
            <a:ext cx="6359525" cy="5354637"/>
            <a:chOff x="1588" y="266"/>
            <a:chExt cx="4006" cy="3373"/>
          </a:xfrm>
        </p:grpSpPr>
        <p:sp>
          <p:nvSpPr>
            <p:cNvPr id="31785" name="Line 6"/>
            <p:cNvSpPr>
              <a:spLocks noChangeShapeType="1"/>
            </p:cNvSpPr>
            <p:nvPr/>
          </p:nvSpPr>
          <p:spPr bwMode="auto">
            <a:xfrm>
              <a:off x="2717" y="2859"/>
              <a:ext cx="27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6" name="Line 7"/>
            <p:cNvSpPr>
              <a:spLocks noChangeShapeType="1"/>
            </p:cNvSpPr>
            <p:nvPr/>
          </p:nvSpPr>
          <p:spPr bwMode="auto">
            <a:xfrm flipV="1">
              <a:off x="2717" y="364"/>
              <a:ext cx="0" cy="2495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7" name="Text Box 8"/>
            <p:cNvSpPr txBox="1">
              <a:spLocks noChangeArrowheads="1"/>
            </p:cNvSpPr>
            <p:nvPr/>
          </p:nvSpPr>
          <p:spPr bwMode="auto">
            <a:xfrm>
              <a:off x="1588" y="3408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ea typeface="楷体_GB2312"/>
                  <a:cs typeface="楷体_GB2312"/>
                </a:rPr>
                <a:t>x</a:t>
              </a:r>
              <a:endParaRPr lang="en-US" altLang="zh-CN" sz="1800" b="1">
                <a:ea typeface="楷体_GB2312"/>
                <a:cs typeface="楷体_GB2312"/>
              </a:endParaRPr>
            </a:p>
          </p:txBody>
        </p:sp>
        <p:sp>
          <p:nvSpPr>
            <p:cNvPr id="31788" name="Text Box 9"/>
            <p:cNvSpPr txBox="1">
              <a:spLocks noChangeArrowheads="1"/>
            </p:cNvSpPr>
            <p:nvPr/>
          </p:nvSpPr>
          <p:spPr bwMode="auto">
            <a:xfrm>
              <a:off x="2680" y="266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ea typeface="楷体_GB2312"/>
                  <a:cs typeface="楷体_GB2312"/>
                </a:rPr>
                <a:t>z</a:t>
              </a:r>
              <a:r>
                <a:rPr lang="en-US" altLang="zh-CN" sz="1800" b="1" i="1">
                  <a:ea typeface="楷体_GB2312"/>
                  <a:cs typeface="楷体_GB2312"/>
                </a:rPr>
                <a:t> </a:t>
              </a:r>
              <a:endParaRPr lang="en-US" altLang="zh-CN" sz="1800" b="1">
                <a:ea typeface="楷体_GB2312"/>
                <a:cs typeface="楷体_GB2312"/>
              </a:endParaRPr>
            </a:p>
          </p:txBody>
        </p:sp>
        <p:sp>
          <p:nvSpPr>
            <p:cNvPr id="31789" name="Text Box 10"/>
            <p:cNvSpPr txBox="1">
              <a:spLocks noChangeArrowheads="1"/>
            </p:cNvSpPr>
            <p:nvPr/>
          </p:nvSpPr>
          <p:spPr bwMode="auto">
            <a:xfrm>
              <a:off x="5371" y="2855"/>
              <a:ext cx="2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ea typeface="楷体_GB2312"/>
                  <a:cs typeface="楷体_GB2312"/>
                </a:rPr>
                <a:t>y</a:t>
              </a:r>
              <a:endParaRPr lang="en-US" altLang="zh-CN" sz="1800" b="1">
                <a:ea typeface="楷体_GB2312"/>
                <a:cs typeface="楷体_GB2312"/>
              </a:endParaRPr>
            </a:p>
          </p:txBody>
        </p:sp>
        <p:sp>
          <p:nvSpPr>
            <p:cNvPr id="31790" name="Text Box 11"/>
            <p:cNvSpPr txBox="1">
              <a:spLocks noChangeArrowheads="1"/>
            </p:cNvSpPr>
            <p:nvPr/>
          </p:nvSpPr>
          <p:spPr bwMode="auto">
            <a:xfrm>
              <a:off x="2428" y="2712"/>
              <a:ext cx="4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ea typeface="楷体_GB2312"/>
                  <a:cs typeface="楷体_GB2312"/>
                </a:rPr>
                <a:t>0</a:t>
              </a:r>
              <a:endParaRPr lang="en-US" altLang="zh-CN" sz="1800" b="1">
                <a:ea typeface="楷体_GB2312"/>
                <a:cs typeface="楷体_GB2312"/>
              </a:endParaRPr>
            </a:p>
          </p:txBody>
        </p:sp>
        <p:sp>
          <p:nvSpPr>
            <p:cNvPr id="31791" name="Line 12"/>
            <p:cNvSpPr>
              <a:spLocks noChangeShapeType="1"/>
            </p:cNvSpPr>
            <p:nvPr/>
          </p:nvSpPr>
          <p:spPr bwMode="auto">
            <a:xfrm flipH="1">
              <a:off x="1845" y="2855"/>
              <a:ext cx="864" cy="6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1" name="Freeform 13"/>
          <p:cNvSpPr/>
          <p:nvPr/>
        </p:nvSpPr>
        <p:spPr bwMode="auto">
          <a:xfrm>
            <a:off x="5130800" y="739775"/>
            <a:ext cx="4502150" cy="1687513"/>
          </a:xfrm>
          <a:custGeom>
            <a:avLst/>
            <a:gdLst>
              <a:gd name="T0" fmla="*/ 2147483646 w 2836"/>
              <a:gd name="T1" fmla="*/ 2147483646 h 1063"/>
              <a:gd name="T2" fmla="*/ 2147483646 w 2836"/>
              <a:gd name="T3" fmla="*/ 2147483646 h 1063"/>
              <a:gd name="T4" fmla="*/ 0 w 2836"/>
              <a:gd name="T5" fmla="*/ 2147483646 h 1063"/>
              <a:gd name="T6" fmla="*/ 2147483646 w 2836"/>
              <a:gd name="T7" fmla="*/ 2147483646 h 1063"/>
              <a:gd name="T8" fmla="*/ 2147483646 w 2836"/>
              <a:gd name="T9" fmla="*/ 2147483646 h 1063"/>
              <a:gd name="T10" fmla="*/ 2147483646 w 2836"/>
              <a:gd name="T11" fmla="*/ 2147483646 h 1063"/>
              <a:gd name="T12" fmla="*/ 2147483646 w 2836"/>
              <a:gd name="T13" fmla="*/ 2147483646 h 1063"/>
              <a:gd name="T14" fmla="*/ 2147483646 w 2836"/>
              <a:gd name="T15" fmla="*/ 0 h 1063"/>
              <a:gd name="T16" fmla="*/ 2147483646 w 2836"/>
              <a:gd name="T17" fmla="*/ 2147483646 h 1063"/>
              <a:gd name="T18" fmla="*/ 2147483646 w 2836"/>
              <a:gd name="T19" fmla="*/ 2147483646 h 1063"/>
              <a:gd name="T20" fmla="*/ 2147483646 w 2836"/>
              <a:gd name="T21" fmla="*/ 2147483646 h 1063"/>
              <a:gd name="T22" fmla="*/ 2147483646 w 2836"/>
              <a:gd name="T23" fmla="*/ 2147483646 h 1063"/>
              <a:gd name="T24" fmla="*/ 2147483646 w 2836"/>
              <a:gd name="T25" fmla="*/ 2147483646 h 1063"/>
              <a:gd name="T26" fmla="*/ 2147483646 w 2836"/>
              <a:gd name="T27" fmla="*/ 2147483646 h 1063"/>
              <a:gd name="T28" fmla="*/ 2147483646 w 2836"/>
              <a:gd name="T29" fmla="*/ 2147483646 h 1063"/>
              <a:gd name="T30" fmla="*/ 2147483646 w 2836"/>
              <a:gd name="T31" fmla="*/ 2147483646 h 1063"/>
              <a:gd name="T32" fmla="*/ 2147483646 w 2836"/>
              <a:gd name="T33" fmla="*/ 2147483646 h 1063"/>
              <a:gd name="T34" fmla="*/ 2147483646 w 2836"/>
              <a:gd name="T35" fmla="*/ 2147483646 h 1063"/>
              <a:gd name="T36" fmla="*/ 2147483646 w 2836"/>
              <a:gd name="T37" fmla="*/ 2147483646 h 1063"/>
              <a:gd name="T38" fmla="*/ 2147483646 w 2836"/>
              <a:gd name="T39" fmla="*/ 2147483646 h 1063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2836"/>
              <a:gd name="T61" fmla="*/ 0 h 1063"/>
              <a:gd name="T62" fmla="*/ 2836 w 2836"/>
              <a:gd name="T63" fmla="*/ 1063 h 1063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2836" h="1063">
                <a:moveTo>
                  <a:pt x="282" y="755"/>
                </a:moveTo>
                <a:lnTo>
                  <a:pt x="119" y="555"/>
                </a:lnTo>
                <a:lnTo>
                  <a:pt x="0" y="336"/>
                </a:lnTo>
                <a:lnTo>
                  <a:pt x="573" y="336"/>
                </a:lnTo>
                <a:lnTo>
                  <a:pt x="1037" y="291"/>
                </a:lnTo>
                <a:lnTo>
                  <a:pt x="1264" y="264"/>
                </a:lnTo>
                <a:lnTo>
                  <a:pt x="1528" y="200"/>
                </a:lnTo>
                <a:lnTo>
                  <a:pt x="2027" y="0"/>
                </a:lnTo>
                <a:lnTo>
                  <a:pt x="2163" y="336"/>
                </a:lnTo>
                <a:lnTo>
                  <a:pt x="2336" y="555"/>
                </a:lnTo>
                <a:lnTo>
                  <a:pt x="2604" y="750"/>
                </a:lnTo>
                <a:lnTo>
                  <a:pt x="2836" y="875"/>
                </a:lnTo>
                <a:lnTo>
                  <a:pt x="2309" y="964"/>
                </a:lnTo>
                <a:lnTo>
                  <a:pt x="1755" y="1009"/>
                </a:lnTo>
                <a:lnTo>
                  <a:pt x="1328" y="1046"/>
                </a:lnTo>
                <a:lnTo>
                  <a:pt x="855" y="1063"/>
                </a:lnTo>
                <a:lnTo>
                  <a:pt x="700" y="1027"/>
                </a:lnTo>
                <a:lnTo>
                  <a:pt x="573" y="973"/>
                </a:lnTo>
                <a:lnTo>
                  <a:pt x="419" y="864"/>
                </a:lnTo>
                <a:lnTo>
                  <a:pt x="282" y="755"/>
                </a:lnTo>
                <a:close/>
              </a:path>
            </a:pathLst>
          </a:custGeom>
          <a:solidFill>
            <a:srgbClr val="00CCFF"/>
          </a:solidFill>
          <a:ln w="12700" cmpd="sng">
            <a:solidFill>
              <a:srgbClr val="00CCFF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2" name="Line 14"/>
          <p:cNvSpPr>
            <a:spLocks noChangeShapeType="1"/>
          </p:cNvSpPr>
          <p:nvPr/>
        </p:nvSpPr>
        <p:spPr bwMode="auto">
          <a:xfrm>
            <a:off x="8355013" y="727075"/>
            <a:ext cx="0" cy="5434013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 flipH="1">
            <a:off x="6519863" y="2419350"/>
            <a:ext cx="1587" cy="2706688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5" name="Line 17"/>
          <p:cNvSpPr>
            <a:spLocks noChangeShapeType="1"/>
          </p:cNvSpPr>
          <p:nvPr/>
        </p:nvSpPr>
        <p:spPr bwMode="auto">
          <a:xfrm>
            <a:off x="5116513" y="1265238"/>
            <a:ext cx="0" cy="4876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>
            <a:off x="9631363" y="2122488"/>
            <a:ext cx="0" cy="30099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>
            <a:off x="5116513" y="6142038"/>
            <a:ext cx="3238500" cy="0"/>
          </a:xfrm>
          <a:prstGeom prst="line">
            <a:avLst/>
          </a:prstGeom>
          <a:noFill/>
          <a:ln w="28575" cap="rnd">
            <a:solidFill>
              <a:schemeClr val="accent2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" name="Freeform 20"/>
          <p:cNvSpPr/>
          <p:nvPr/>
        </p:nvSpPr>
        <p:spPr bwMode="auto">
          <a:xfrm>
            <a:off x="8353425" y="5113338"/>
            <a:ext cx="1296988" cy="1035050"/>
          </a:xfrm>
          <a:custGeom>
            <a:avLst/>
            <a:gdLst>
              <a:gd name="T0" fmla="*/ 0 w 817"/>
              <a:gd name="T1" fmla="*/ 2147483646 h 652"/>
              <a:gd name="T2" fmla="*/ 2147483646 w 817"/>
              <a:gd name="T3" fmla="*/ 0 h 652"/>
              <a:gd name="T4" fmla="*/ 0 60000 65536"/>
              <a:gd name="T5" fmla="*/ 0 60000 65536"/>
              <a:gd name="T6" fmla="*/ 0 w 817"/>
              <a:gd name="T7" fmla="*/ 0 h 652"/>
              <a:gd name="T8" fmla="*/ 817 w 817"/>
              <a:gd name="T9" fmla="*/ 652 h 6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7" h="652">
                <a:moveTo>
                  <a:pt x="0" y="652"/>
                </a:moveTo>
                <a:lnTo>
                  <a:pt x="817" y="0"/>
                </a:lnTo>
              </a:path>
            </a:pathLst>
          </a:custGeom>
          <a:noFill/>
          <a:ln w="28575" cap="rnd" cmpd="sng">
            <a:solidFill>
              <a:schemeClr val="accent2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6526213" y="5119688"/>
            <a:ext cx="3111500" cy="0"/>
          </a:xfrm>
          <a:prstGeom prst="line">
            <a:avLst/>
          </a:prstGeom>
          <a:noFill/>
          <a:ln w="28575" cap="rnd">
            <a:solidFill>
              <a:schemeClr val="accent2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 flipV="1">
            <a:off x="5116513" y="5119688"/>
            <a:ext cx="1397000" cy="1016000"/>
          </a:xfrm>
          <a:prstGeom prst="line">
            <a:avLst/>
          </a:prstGeom>
          <a:noFill/>
          <a:ln w="28575" cap="rnd">
            <a:solidFill>
              <a:schemeClr val="accent2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1" name="Freeform 23"/>
          <p:cNvSpPr/>
          <p:nvPr/>
        </p:nvSpPr>
        <p:spPr bwMode="auto">
          <a:xfrm>
            <a:off x="5116513" y="2443163"/>
            <a:ext cx="4522787" cy="346075"/>
          </a:xfrm>
          <a:custGeom>
            <a:avLst/>
            <a:gdLst>
              <a:gd name="T0" fmla="*/ 2147483646 w 2849"/>
              <a:gd name="T1" fmla="*/ 0 h 218"/>
              <a:gd name="T2" fmla="*/ 0 w 2849"/>
              <a:gd name="T3" fmla="*/ 2147483646 h 218"/>
              <a:gd name="T4" fmla="*/ 2147483646 w 2849"/>
              <a:gd name="T5" fmla="*/ 2147483646 h 218"/>
              <a:gd name="T6" fmla="*/ 2147483646 w 2849"/>
              <a:gd name="T7" fmla="*/ 0 h 218"/>
              <a:gd name="T8" fmla="*/ 2147483646 w 2849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9"/>
              <a:gd name="T16" fmla="*/ 0 h 218"/>
              <a:gd name="T17" fmla="*/ 2849 w 2849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9" h="218">
                <a:moveTo>
                  <a:pt x="882" y="0"/>
                </a:moveTo>
                <a:lnTo>
                  <a:pt x="0" y="218"/>
                </a:lnTo>
                <a:lnTo>
                  <a:pt x="2064" y="218"/>
                </a:lnTo>
                <a:lnTo>
                  <a:pt x="2849" y="0"/>
                </a:lnTo>
                <a:lnTo>
                  <a:pt x="882" y="0"/>
                </a:lnTo>
                <a:close/>
              </a:path>
            </a:pathLst>
          </a:custGeom>
          <a:solidFill>
            <a:srgbClr val="FF0000"/>
          </a:solidFill>
          <a:ln w="19050" cmpd="sng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6381750" y="5091113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ea typeface="楷体_GB2312"/>
                <a:cs typeface="楷体_GB2312"/>
              </a:rPr>
              <a:t>P</a:t>
            </a:r>
            <a:endParaRPr lang="en-US" altLang="zh-CN" sz="2000" b="1" i="1">
              <a:ea typeface="楷体_GB2312"/>
              <a:cs typeface="楷体_GB2312"/>
            </a:endParaRPr>
          </a:p>
        </p:txBody>
      </p:sp>
      <p:sp>
        <p:nvSpPr>
          <p:cNvPr id="2073" name="Text Box 25"/>
          <p:cNvSpPr txBox="1">
            <a:spLocks noChangeArrowheads="1"/>
          </p:cNvSpPr>
          <p:nvPr/>
        </p:nvSpPr>
        <p:spPr bwMode="auto">
          <a:xfrm>
            <a:off x="8199438" y="6121400"/>
            <a:ext cx="3444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 i="1">
                <a:ea typeface="楷体_GB2312"/>
                <a:cs typeface="楷体_GB2312"/>
              </a:rPr>
              <a:t>Q</a:t>
            </a:r>
          </a:p>
        </p:txBody>
      </p:sp>
      <p:sp>
        <p:nvSpPr>
          <p:cNvPr id="2074" name="Oval 26"/>
          <p:cNvSpPr>
            <a:spLocks noChangeArrowheads="1"/>
          </p:cNvSpPr>
          <p:nvPr/>
        </p:nvSpPr>
        <p:spPr bwMode="auto">
          <a:xfrm>
            <a:off x="6488113" y="5084763"/>
            <a:ext cx="74612" cy="7461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2075" name="Oval 27"/>
          <p:cNvSpPr>
            <a:spLocks noChangeArrowheads="1"/>
          </p:cNvSpPr>
          <p:nvPr/>
        </p:nvSpPr>
        <p:spPr bwMode="auto">
          <a:xfrm>
            <a:off x="6473825" y="2384425"/>
            <a:ext cx="74613" cy="746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2076" name="Text Box 28"/>
          <p:cNvSpPr txBox="1">
            <a:spLocks noChangeArrowheads="1"/>
          </p:cNvSpPr>
          <p:nvPr/>
        </p:nvSpPr>
        <p:spPr bwMode="auto">
          <a:xfrm>
            <a:off x="5976938" y="2128838"/>
            <a:ext cx="620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 b="1" i="1">
                <a:solidFill>
                  <a:srgbClr val="FF0000"/>
                </a:solidFill>
                <a:ea typeface="楷体_GB2312"/>
                <a:cs typeface="楷体_GB2312"/>
              </a:rPr>
              <a:t>M</a:t>
            </a:r>
          </a:p>
        </p:txBody>
      </p:sp>
      <p:sp>
        <p:nvSpPr>
          <p:cNvPr id="2077" name="Text Box 29"/>
          <p:cNvSpPr txBox="1">
            <a:spLocks noChangeArrowheads="1"/>
          </p:cNvSpPr>
          <p:nvPr/>
        </p:nvSpPr>
        <p:spPr bwMode="auto">
          <a:xfrm>
            <a:off x="8382000" y="582613"/>
            <a:ext cx="393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chemeClr val="accent2"/>
                </a:solidFill>
                <a:ea typeface="楷体_GB2312"/>
                <a:cs typeface="楷体_GB2312"/>
              </a:rPr>
              <a:t>N</a:t>
            </a:r>
            <a:endParaRPr lang="en-US" altLang="zh-CN" sz="2000" i="1">
              <a:solidFill>
                <a:schemeClr val="accent2"/>
              </a:solidFill>
              <a:ea typeface="楷体_GB2312"/>
              <a:cs typeface="楷体_GB2312"/>
            </a:endParaRPr>
          </a:p>
        </p:txBody>
      </p:sp>
      <p:sp>
        <p:nvSpPr>
          <p:cNvPr id="2078" name="Text Box 30"/>
          <p:cNvSpPr txBox="1">
            <a:spLocks noChangeArrowheads="1"/>
          </p:cNvSpPr>
          <p:nvPr/>
        </p:nvSpPr>
        <p:spPr bwMode="auto">
          <a:xfrm rot="-1987713">
            <a:off x="5594350" y="5243513"/>
            <a:ext cx="644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accent2"/>
                </a:solidFill>
                <a:ea typeface="楷体_GB2312"/>
                <a:cs typeface="楷体_GB2312"/>
                <a:sym typeface="Symbol" panose="05050102010706020507" pitchFamily="18" charset="2"/>
              </a:rPr>
              <a:t></a:t>
            </a:r>
            <a:r>
              <a:rPr lang="en-US" altLang="zh-CN" sz="1800" b="1" i="1">
                <a:solidFill>
                  <a:schemeClr val="accent2"/>
                </a:solidFill>
                <a:ea typeface="楷体_GB2312"/>
                <a:cs typeface="楷体_GB2312"/>
                <a:sym typeface="Symbol" panose="05050102010706020507" pitchFamily="18" charset="2"/>
              </a:rPr>
              <a:t>x</a:t>
            </a:r>
            <a:endParaRPr lang="en-US" altLang="zh-CN" sz="1800">
              <a:ea typeface="楷体_GB2312"/>
              <a:cs typeface="楷体_GB2312"/>
            </a:endParaRPr>
          </a:p>
        </p:txBody>
      </p:sp>
      <p:sp>
        <p:nvSpPr>
          <p:cNvPr id="2079" name="Text Box 31"/>
          <p:cNvSpPr txBox="1">
            <a:spLocks noChangeArrowheads="1"/>
          </p:cNvSpPr>
          <p:nvPr/>
        </p:nvSpPr>
        <p:spPr bwMode="auto">
          <a:xfrm>
            <a:off x="7693025" y="5043488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accent2"/>
                </a:solidFill>
                <a:ea typeface="楷体_GB2312"/>
                <a:cs typeface="楷体_GB2312"/>
                <a:sym typeface="Symbol" panose="05050102010706020507" pitchFamily="18" charset="2"/>
              </a:rPr>
              <a:t> </a:t>
            </a:r>
            <a:r>
              <a:rPr lang="en-US" altLang="zh-CN" sz="1800" b="1" i="1">
                <a:solidFill>
                  <a:schemeClr val="accent2"/>
                </a:solidFill>
                <a:ea typeface="楷体_GB2312"/>
                <a:cs typeface="楷体_GB2312"/>
                <a:sym typeface="Symbol" panose="05050102010706020507" pitchFamily="18" charset="2"/>
              </a:rPr>
              <a:t>y</a:t>
            </a:r>
            <a:endParaRPr lang="en-US" altLang="zh-CN" sz="1800">
              <a:ea typeface="楷体_GB2312"/>
              <a:cs typeface="楷体_GB2312"/>
            </a:endParaRPr>
          </a:p>
        </p:txBody>
      </p:sp>
      <p:sp>
        <p:nvSpPr>
          <p:cNvPr id="2080" name="Text Box 32"/>
          <p:cNvSpPr txBox="1">
            <a:spLocks noChangeArrowheads="1"/>
          </p:cNvSpPr>
          <p:nvPr/>
        </p:nvSpPr>
        <p:spPr bwMode="auto">
          <a:xfrm>
            <a:off x="8343900" y="3359150"/>
            <a:ext cx="465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rgbClr val="FF0000"/>
                </a:solidFill>
                <a:ea typeface="楷体_GB2312"/>
                <a:cs typeface="楷体_GB2312"/>
              </a:rPr>
              <a:t>A</a:t>
            </a:r>
            <a:endParaRPr lang="en-US" altLang="zh-CN" sz="1800" b="1" i="1">
              <a:ea typeface="楷体_GB2312"/>
              <a:cs typeface="楷体_GB2312"/>
            </a:endParaRPr>
          </a:p>
        </p:txBody>
      </p:sp>
      <p:sp>
        <p:nvSpPr>
          <p:cNvPr id="2081" name="Text Box 33"/>
          <p:cNvSpPr txBox="1">
            <a:spLocks noChangeArrowheads="1"/>
          </p:cNvSpPr>
          <p:nvPr/>
        </p:nvSpPr>
        <p:spPr bwMode="auto">
          <a:xfrm>
            <a:off x="8315325" y="2667000"/>
            <a:ext cx="407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rgbClr val="FF0000"/>
                </a:solidFill>
                <a:ea typeface="楷体_GB2312"/>
                <a:cs typeface="楷体_GB2312"/>
              </a:rPr>
              <a:t>B</a:t>
            </a:r>
            <a:endParaRPr lang="en-US" altLang="zh-CN" sz="1800">
              <a:ea typeface="楷体_GB2312"/>
              <a:cs typeface="楷体_GB2312"/>
            </a:endParaRPr>
          </a:p>
        </p:txBody>
      </p:sp>
      <p:sp>
        <p:nvSpPr>
          <p:cNvPr id="2084" name="Text Box 36"/>
          <p:cNvSpPr txBox="1">
            <a:spLocks noChangeArrowheads="1"/>
          </p:cNvSpPr>
          <p:nvPr/>
        </p:nvSpPr>
        <p:spPr bwMode="auto">
          <a:xfrm>
            <a:off x="1774825" y="2781300"/>
            <a:ext cx="3140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ea typeface="楷体_GB2312"/>
                <a:cs typeface="楷体_GB2312"/>
              </a:rPr>
              <a:t>d</a:t>
            </a:r>
            <a:r>
              <a:rPr lang="en-US" altLang="zh-CN" sz="2000" b="1" i="1">
                <a:solidFill>
                  <a:srgbClr val="FF0000"/>
                </a:solidFill>
                <a:ea typeface="楷体_GB2312"/>
                <a:cs typeface="楷体_GB2312"/>
              </a:rPr>
              <a:t>z=AB </a:t>
            </a:r>
            <a:r>
              <a:rPr lang="en-US" altLang="zh-CN" sz="2000" b="1">
                <a:solidFill>
                  <a:srgbClr val="FF0000"/>
                </a:solidFill>
                <a:ea typeface="楷体_GB2312"/>
                <a:cs typeface="楷体_GB2312"/>
              </a:rPr>
              <a:t>:</a:t>
            </a:r>
            <a:r>
              <a:rPr lang="en-US" altLang="zh-CN" sz="1800" b="1">
                <a:solidFill>
                  <a:srgbClr val="FF0000"/>
                </a:solidFill>
                <a:ea typeface="楷体_GB2312"/>
                <a:cs typeface="楷体_GB2312"/>
              </a:rPr>
              <a:t>  </a:t>
            </a:r>
            <a:r>
              <a:rPr lang="zh-CN" altLang="en-US" sz="2000" b="1">
                <a:solidFill>
                  <a:srgbClr val="FF0000"/>
                </a:solidFill>
                <a:ea typeface="楷体_GB2312"/>
                <a:cs typeface="楷体_GB2312"/>
              </a:rPr>
              <a:t>切面竖标的增量</a:t>
            </a:r>
            <a:endParaRPr lang="zh-CN" altLang="en-US" sz="2000" b="1">
              <a:solidFill>
                <a:schemeClr val="accent2"/>
              </a:solidFill>
              <a:ea typeface="楷体_GB2312"/>
              <a:cs typeface="楷体_GB2312"/>
            </a:endParaRPr>
          </a:p>
        </p:txBody>
      </p:sp>
      <p:sp>
        <p:nvSpPr>
          <p:cNvPr id="2085" name="Text Box 37"/>
          <p:cNvSpPr txBox="1">
            <a:spLocks noChangeArrowheads="1"/>
          </p:cNvSpPr>
          <p:nvPr/>
        </p:nvSpPr>
        <p:spPr bwMode="auto">
          <a:xfrm>
            <a:off x="8809038" y="1227138"/>
            <a:ext cx="1177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rgbClr val="336600"/>
                </a:solidFill>
                <a:ea typeface="楷体_GB2312"/>
                <a:cs typeface="楷体_GB2312"/>
              </a:rPr>
              <a:t>z= f </a:t>
            </a:r>
            <a:r>
              <a:rPr lang="en-US" altLang="zh-CN" sz="1800" b="1">
                <a:solidFill>
                  <a:srgbClr val="336600"/>
                </a:solidFill>
                <a:ea typeface="楷体_GB2312"/>
                <a:cs typeface="楷体_GB2312"/>
              </a:rPr>
              <a:t>(</a:t>
            </a:r>
            <a:r>
              <a:rPr lang="en-US" altLang="zh-CN" sz="1800" b="1" i="1">
                <a:solidFill>
                  <a:srgbClr val="336600"/>
                </a:solidFill>
                <a:ea typeface="楷体_GB2312"/>
                <a:cs typeface="楷体_GB2312"/>
              </a:rPr>
              <a:t>x ,y</a:t>
            </a:r>
            <a:r>
              <a:rPr lang="en-US" altLang="zh-CN" sz="1800" b="1">
                <a:solidFill>
                  <a:srgbClr val="336600"/>
                </a:solidFill>
                <a:ea typeface="楷体_GB2312"/>
                <a:cs typeface="楷体_GB2312"/>
              </a:rPr>
              <a:t>)</a:t>
            </a:r>
            <a:endParaRPr lang="en-US" altLang="zh-CN" sz="1800" b="1" i="1">
              <a:solidFill>
                <a:schemeClr val="accent1"/>
              </a:solidFill>
              <a:ea typeface="楷体_GB2312"/>
              <a:cs typeface="楷体_GB2312"/>
            </a:endParaRPr>
          </a:p>
        </p:txBody>
      </p:sp>
      <p:sp>
        <p:nvSpPr>
          <p:cNvPr id="2087" name="Text Box 39"/>
          <p:cNvSpPr txBox="1">
            <a:spLocks noChangeArrowheads="1"/>
          </p:cNvSpPr>
          <p:nvPr/>
        </p:nvSpPr>
        <p:spPr bwMode="auto">
          <a:xfrm>
            <a:off x="1736725" y="2128838"/>
            <a:ext cx="3268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accent2"/>
                </a:solidFill>
                <a:ea typeface="楷体_GB2312"/>
                <a:cs typeface="楷体_GB2312"/>
                <a:sym typeface="Symbol" panose="05050102010706020507" pitchFamily="18" charset="2"/>
              </a:rPr>
              <a:t></a:t>
            </a:r>
            <a:r>
              <a:rPr lang="en-US" altLang="zh-CN" sz="2000" b="1" i="1">
                <a:solidFill>
                  <a:schemeClr val="accent2"/>
                </a:solidFill>
                <a:ea typeface="楷体_GB2312"/>
                <a:cs typeface="楷体_GB2312"/>
                <a:sym typeface="Symbol" panose="05050102010706020507" pitchFamily="18" charset="2"/>
              </a:rPr>
              <a:t> z =AN</a:t>
            </a:r>
            <a:r>
              <a:rPr lang="en-US" altLang="zh-CN" sz="1800" b="1">
                <a:solidFill>
                  <a:schemeClr val="accent2"/>
                </a:solidFill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  <a:r>
              <a:rPr lang="zh-CN" altLang="en-US" sz="1800" b="1">
                <a:solidFill>
                  <a:schemeClr val="accent2"/>
                </a:solidFill>
                <a:ea typeface="楷体_GB2312"/>
                <a:cs typeface="楷体_GB2312"/>
                <a:sym typeface="Symbol" panose="05050102010706020507" pitchFamily="18" charset="2"/>
              </a:rPr>
              <a:t>：</a:t>
            </a:r>
            <a:r>
              <a:rPr lang="zh-CN" altLang="en-US" sz="2000" b="1">
                <a:solidFill>
                  <a:schemeClr val="accent2"/>
                </a:solidFill>
                <a:ea typeface="楷体_GB2312"/>
                <a:cs typeface="楷体_GB2312"/>
              </a:rPr>
              <a:t>曲面竖标的增量</a:t>
            </a:r>
          </a:p>
        </p:txBody>
      </p:sp>
      <p:sp>
        <p:nvSpPr>
          <p:cNvPr id="2091" name="Text Box 43"/>
          <p:cNvSpPr txBox="1">
            <a:spLocks noChangeArrowheads="1"/>
          </p:cNvSpPr>
          <p:nvPr/>
        </p:nvSpPr>
        <p:spPr bwMode="auto">
          <a:xfrm>
            <a:off x="7881938" y="2933700"/>
            <a:ext cx="48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3300"/>
                </a:solidFill>
                <a:ea typeface="楷体_GB2312"/>
                <a:cs typeface="楷体_GB2312"/>
              </a:rPr>
              <a:t>d</a:t>
            </a:r>
            <a:r>
              <a:rPr lang="en-US" altLang="zh-CN" sz="2000" b="1" i="1">
                <a:solidFill>
                  <a:srgbClr val="FF3300"/>
                </a:solidFill>
                <a:ea typeface="楷体_GB2312"/>
                <a:cs typeface="楷体_GB2312"/>
              </a:rPr>
              <a:t>z</a:t>
            </a:r>
            <a:endParaRPr lang="en-US" altLang="zh-CN" sz="2000">
              <a:solidFill>
                <a:srgbClr val="FF3300"/>
              </a:solidFill>
              <a:ea typeface="楷体_GB2312"/>
              <a:cs typeface="楷体_GB2312"/>
            </a:endParaRPr>
          </a:p>
        </p:txBody>
      </p:sp>
      <p:sp>
        <p:nvSpPr>
          <p:cNvPr id="2092" name="Text Box 44"/>
          <p:cNvSpPr txBox="1">
            <a:spLocks noChangeArrowheads="1"/>
          </p:cNvSpPr>
          <p:nvPr/>
        </p:nvSpPr>
        <p:spPr bwMode="auto">
          <a:xfrm>
            <a:off x="8315325" y="1900238"/>
            <a:ext cx="627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accent2"/>
                </a:solidFill>
                <a:ea typeface="楷体_GB2312"/>
                <a:cs typeface="楷体_GB2312"/>
                <a:sym typeface="Symbol" panose="05050102010706020507" pitchFamily="18" charset="2"/>
              </a:rPr>
              <a:t></a:t>
            </a:r>
            <a:r>
              <a:rPr lang="en-US" altLang="zh-CN" sz="2000" b="1" i="1">
                <a:solidFill>
                  <a:schemeClr val="accent2"/>
                </a:solidFill>
                <a:ea typeface="楷体_GB2312"/>
                <a:cs typeface="楷体_GB2312"/>
                <a:sym typeface="Symbol" panose="05050102010706020507" pitchFamily="18" charset="2"/>
              </a:rPr>
              <a:t>z</a:t>
            </a:r>
            <a:endParaRPr lang="en-US" altLang="zh-CN" sz="2000" b="1">
              <a:solidFill>
                <a:schemeClr val="accent2"/>
              </a:solidFill>
              <a:ea typeface="楷体_GB2312"/>
              <a:cs typeface="楷体_GB2312"/>
              <a:sym typeface="Symbol" panose="05050102010706020507" pitchFamily="18" charset="2"/>
            </a:endParaRPr>
          </a:p>
        </p:txBody>
      </p:sp>
      <p:sp>
        <p:nvSpPr>
          <p:cNvPr id="2093" name="Line 45"/>
          <p:cNvSpPr>
            <a:spLocks noChangeShapeType="1"/>
          </p:cNvSpPr>
          <p:nvPr/>
        </p:nvSpPr>
        <p:spPr bwMode="auto">
          <a:xfrm>
            <a:off x="8356600" y="754063"/>
            <a:ext cx="0" cy="27273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4" name="Oval 46"/>
          <p:cNvSpPr>
            <a:spLocks noChangeArrowheads="1"/>
          </p:cNvSpPr>
          <p:nvPr/>
        </p:nvSpPr>
        <p:spPr bwMode="auto">
          <a:xfrm>
            <a:off x="8321675" y="711200"/>
            <a:ext cx="77788" cy="74613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2095" name="Freeform 47"/>
          <p:cNvSpPr/>
          <p:nvPr/>
        </p:nvSpPr>
        <p:spPr bwMode="auto">
          <a:xfrm>
            <a:off x="8358188" y="2790825"/>
            <a:ext cx="1587" cy="706438"/>
          </a:xfrm>
          <a:custGeom>
            <a:avLst/>
            <a:gdLst>
              <a:gd name="T0" fmla="*/ 0 w 1"/>
              <a:gd name="T1" fmla="*/ 0 h 445"/>
              <a:gd name="T2" fmla="*/ 0 w 1"/>
              <a:gd name="T3" fmla="*/ 2147483646 h 445"/>
              <a:gd name="T4" fmla="*/ 0 60000 65536"/>
              <a:gd name="T5" fmla="*/ 0 60000 65536"/>
              <a:gd name="T6" fmla="*/ 0 w 1"/>
              <a:gd name="T7" fmla="*/ 0 h 445"/>
              <a:gd name="T8" fmla="*/ 1 w 1"/>
              <a:gd name="T9" fmla="*/ 445 h 4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45">
                <a:moveTo>
                  <a:pt x="0" y="0"/>
                </a:moveTo>
                <a:lnTo>
                  <a:pt x="0" y="445"/>
                </a:lnTo>
              </a:path>
            </a:pathLst>
          </a:cu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6" name="Freeform 48"/>
          <p:cNvSpPr/>
          <p:nvPr/>
        </p:nvSpPr>
        <p:spPr bwMode="auto">
          <a:xfrm>
            <a:off x="8358188" y="2805113"/>
            <a:ext cx="1587" cy="676275"/>
          </a:xfrm>
          <a:custGeom>
            <a:avLst/>
            <a:gdLst>
              <a:gd name="T0" fmla="*/ 0 w 1"/>
              <a:gd name="T1" fmla="*/ 0 h 426"/>
              <a:gd name="T2" fmla="*/ 0 w 1"/>
              <a:gd name="T3" fmla="*/ 2147483646 h 426"/>
              <a:gd name="T4" fmla="*/ 0 60000 65536"/>
              <a:gd name="T5" fmla="*/ 0 60000 65536"/>
              <a:gd name="T6" fmla="*/ 0 w 1"/>
              <a:gd name="T7" fmla="*/ 0 h 426"/>
              <a:gd name="T8" fmla="*/ 1 w 1"/>
              <a:gd name="T9" fmla="*/ 426 h 4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26">
                <a:moveTo>
                  <a:pt x="0" y="0"/>
                </a:moveTo>
                <a:lnTo>
                  <a:pt x="0" y="426"/>
                </a:lnTo>
              </a:path>
            </a:pathLst>
          </a:cu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04" name="Object 2"/>
          <p:cNvGraphicFramePr>
            <a:graphicFrameLocks noChangeAspect="1"/>
          </p:cNvGraphicFramePr>
          <p:nvPr/>
        </p:nvGraphicFramePr>
        <p:xfrm>
          <a:off x="8399463" y="1593850"/>
          <a:ext cx="500062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42900" imgH="203200" progId="Equation.3">
                  <p:embed/>
                </p:oleObj>
              </mc:Choice>
              <mc:Fallback>
                <p:oleObj name="公式" r:id="rId4" imgW="342900" imgH="203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9463" y="1593850"/>
                        <a:ext cx="500062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2" name="Text Box 54"/>
          <p:cNvSpPr txBox="1">
            <a:spLocks noChangeArrowheads="1"/>
          </p:cNvSpPr>
          <p:nvPr/>
        </p:nvSpPr>
        <p:spPr bwMode="auto">
          <a:xfrm>
            <a:off x="9829800" y="3876675"/>
            <a:ext cx="2127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800" b="1">
                <a:solidFill>
                  <a:schemeClr val="bg1"/>
                </a:solidFill>
                <a:ea typeface="楷体_GB2312"/>
                <a:cs typeface="楷体_GB2312"/>
              </a:rPr>
              <a:t>.</a:t>
            </a:r>
            <a:endParaRPr lang="en-US" altLang="zh-CN" sz="2000" b="1">
              <a:solidFill>
                <a:srgbClr val="FF00FF"/>
              </a:solidFill>
              <a:ea typeface="楷体_GB2312"/>
              <a:cs typeface="楷体_GB2312"/>
            </a:endParaRPr>
          </a:p>
        </p:txBody>
      </p:sp>
      <p:sp>
        <p:nvSpPr>
          <p:cNvPr id="2105" name="Text Box 57"/>
          <p:cNvSpPr txBox="1">
            <a:spLocks noChangeArrowheads="1"/>
          </p:cNvSpPr>
          <p:nvPr/>
        </p:nvSpPr>
        <p:spPr bwMode="auto">
          <a:xfrm>
            <a:off x="1524000" y="4652963"/>
            <a:ext cx="4135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</a:rPr>
              <a:t>用切面竖标的增量近似曲面竖标的增量</a:t>
            </a:r>
          </a:p>
        </p:txBody>
      </p:sp>
      <p:graphicFrame>
        <p:nvGraphicFramePr>
          <p:cNvPr id="4105" name="Object 3"/>
          <p:cNvGraphicFramePr>
            <a:graphicFrameLocks noChangeAspect="1"/>
          </p:cNvGraphicFramePr>
          <p:nvPr/>
        </p:nvGraphicFramePr>
        <p:xfrm>
          <a:off x="1847850" y="3573463"/>
          <a:ext cx="2181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55065" imgH="215900" progId="Equation.3">
                  <p:embed/>
                </p:oleObj>
              </mc:Choice>
              <mc:Fallback>
                <p:oleObj name="公式" r:id="rId6" imgW="1155065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3573463"/>
                        <a:ext cx="2181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4"/>
          <p:cNvGraphicFramePr>
            <a:graphicFrameLocks noChangeAspect="1"/>
          </p:cNvGraphicFramePr>
          <p:nvPr/>
        </p:nvGraphicFramePr>
        <p:xfrm>
          <a:off x="2451100" y="3979863"/>
          <a:ext cx="76835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0200" imgH="177800" progId="Equation.3">
                  <p:embed/>
                </p:oleObj>
              </mc:Choice>
              <mc:Fallback>
                <p:oleObj name="公式" r:id="rId8" imgW="330200" imgH="177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979863"/>
                        <a:ext cx="76835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8" name="Text Box 60"/>
          <p:cNvSpPr txBox="1">
            <a:spLocks noChangeArrowheads="1"/>
          </p:cNvSpPr>
          <p:nvPr/>
        </p:nvSpPr>
        <p:spPr bwMode="auto">
          <a:xfrm>
            <a:off x="3187700" y="3913188"/>
            <a:ext cx="584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楷体_GB2312"/>
                <a:cs typeface="楷体_GB2312"/>
              </a:rPr>
              <a:t>d</a:t>
            </a:r>
            <a:r>
              <a:rPr lang="en-US" altLang="zh-CN" sz="2800" b="1" i="1">
                <a:solidFill>
                  <a:srgbClr val="FF0000"/>
                </a:solidFill>
                <a:ea typeface="楷体_GB2312"/>
                <a:cs typeface="楷体_GB2312"/>
              </a:rPr>
              <a:t>z</a:t>
            </a:r>
            <a:endParaRPr lang="en-US" altLang="zh-CN" sz="2000">
              <a:solidFill>
                <a:srgbClr val="FF0000"/>
              </a:solidFill>
              <a:ea typeface="楷体_GB2312"/>
              <a:cs typeface="楷体_GB2312"/>
            </a:endParaRPr>
          </a:p>
        </p:txBody>
      </p:sp>
      <p:sp>
        <p:nvSpPr>
          <p:cNvPr id="31783" name="Rectangle 61"/>
          <p:cNvSpPr>
            <a:spLocks noChangeArrowheads="1"/>
          </p:cNvSpPr>
          <p:nvPr/>
        </p:nvSpPr>
        <p:spPr bwMode="auto">
          <a:xfrm>
            <a:off x="1524000" y="1196975"/>
            <a:ext cx="316865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楷体_GB2312"/>
                <a:cs typeface="楷体_GB2312"/>
              </a:rPr>
              <a:t>全微分的几何意义</a:t>
            </a:r>
          </a:p>
        </p:txBody>
      </p:sp>
      <p:graphicFrame>
        <p:nvGraphicFramePr>
          <p:cNvPr id="31784" name="Object 2"/>
          <p:cNvGraphicFramePr>
            <a:graphicFrameLocks noChangeAspect="1"/>
          </p:cNvGraphicFramePr>
          <p:nvPr/>
        </p:nvGraphicFramePr>
        <p:xfrm>
          <a:off x="2424113" y="0"/>
          <a:ext cx="7466012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200900" imgH="508000" progId="Equation.3">
                  <p:embed/>
                </p:oleObj>
              </mc:Choice>
              <mc:Fallback>
                <p:oleObj name="公式" r:id="rId10" imgW="7200900" imgH="508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0"/>
                        <a:ext cx="7466012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2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6" dur="500"/>
                                        <p:tgtEl>
                                          <p:spTgt spid="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0"/>
                            </p:stCondLst>
                            <p:childTnLst>
                              <p:par>
                                <p:cTn id="9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8" dur="5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7" dur="500"/>
                                        <p:tgtEl>
                                          <p:spTgt spid="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1" dur="500"/>
                                        <p:tgtEl>
                                          <p:spTgt spid="2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3" dur="500"/>
                                        <p:tgtEl>
                                          <p:spTgt spid="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2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0" fill="hold"/>
                                        <p:tgtEl>
                                          <p:spTgt spid="2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0" fill="hold"/>
                                        <p:tgtEl>
                                          <p:spTgt spid="2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2" grpId="0" autoUpdateAnimBg="0"/>
      <p:bldP spid="2073" grpId="0" autoUpdateAnimBg="0"/>
      <p:bldP spid="2074" grpId="0" animBg="1"/>
      <p:bldP spid="2075" grpId="0" animBg="1"/>
      <p:bldP spid="2076" grpId="0" autoUpdateAnimBg="0"/>
      <p:bldP spid="2077" grpId="0" autoUpdateAnimBg="0"/>
      <p:bldP spid="2078" grpId="0" autoUpdateAnimBg="0"/>
      <p:bldP spid="2079" grpId="0" autoUpdateAnimBg="0"/>
      <p:bldP spid="2080" grpId="0" autoUpdateAnimBg="0"/>
      <p:bldP spid="2081" grpId="0" autoUpdateAnimBg="0"/>
      <p:bldP spid="2084" grpId="0" autoUpdateAnimBg="0"/>
      <p:bldP spid="2085" grpId="0" autoUpdateAnimBg="0"/>
      <p:bldP spid="2087" grpId="0" autoUpdateAnimBg="0"/>
      <p:bldP spid="2091" grpId="0" autoUpdateAnimBg="0"/>
      <p:bldP spid="2092" grpId="0" autoUpdateAnimBg="0"/>
      <p:bldP spid="2094" grpId="0" animBg="1"/>
      <p:bldP spid="2102" grpId="0" autoUpdateAnimBg="0"/>
      <p:bldP spid="2105" grpId="0" autoUpdateAnimBg="0"/>
      <p:bldP spid="210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1015628" y="834055"/>
          <a:ext cx="115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1210" imgH="263525" progId="Equation.3">
                  <p:embed/>
                </p:oleObj>
              </mc:Choice>
              <mc:Fallback>
                <p:oleObj name="Equation" r:id="rId2" imgW="791210" imgH="26352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628" y="834055"/>
                        <a:ext cx="1155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1142628" y="1723108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法向量</a:t>
            </a:r>
            <a:endParaRPr kumimoji="1" lang="zh-CN" altLang="en-US" sz="2800" dirty="0">
              <a:solidFill>
                <a:srgbClr val="CC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4586" name="Text Box 4"/>
          <p:cNvSpPr txBox="1">
            <a:spLocks noChangeArrowheads="1"/>
          </p:cNvSpPr>
          <p:nvPr/>
        </p:nvSpPr>
        <p:spPr bwMode="auto">
          <a:xfrm>
            <a:off x="494928" y="757855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用</a:t>
            </a:r>
          </a:p>
        </p:txBody>
      </p:sp>
      <p:graphicFrame>
        <p:nvGraphicFramePr>
          <p:cNvPr id="138245" name="Object 5"/>
          <p:cNvGraphicFramePr>
            <a:graphicFrameLocks noChangeAspect="1"/>
          </p:cNvGraphicFramePr>
          <p:nvPr/>
        </p:nvGraphicFramePr>
        <p:xfrm>
          <a:off x="2527300" y="5080000"/>
          <a:ext cx="34925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4745" imgH="742950" progId="Equation.3">
                  <p:embed/>
                </p:oleObj>
              </mc:Choice>
              <mc:Fallback>
                <p:oleObj name="Equation" r:id="rId4" imgW="2404745" imgH="74295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5080000"/>
                        <a:ext cx="34925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6" name="Text Box 6"/>
          <p:cNvSpPr txBox="1">
            <a:spLocks noChangeArrowheads="1"/>
          </p:cNvSpPr>
          <p:nvPr/>
        </p:nvSpPr>
        <p:spPr bwMode="auto">
          <a:xfrm>
            <a:off x="2133600" y="250825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将</a:t>
            </a:r>
          </a:p>
        </p:txBody>
      </p:sp>
      <p:graphicFrame>
        <p:nvGraphicFramePr>
          <p:cNvPr id="138247" name="Object 7"/>
          <p:cNvGraphicFramePr>
            <a:graphicFrameLocks noChangeAspect="1"/>
          </p:cNvGraphicFramePr>
          <p:nvPr/>
        </p:nvGraphicFramePr>
        <p:xfrm>
          <a:off x="2590800" y="2552700"/>
          <a:ext cx="3263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46630" imgH="334010" progId="Equation.3">
                  <p:embed/>
                </p:oleObj>
              </mc:Choice>
              <mc:Fallback>
                <p:oleObj name="Equation" r:id="rId6" imgW="2246630" imgH="3340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552700"/>
                        <a:ext cx="3263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8" name="Object 8"/>
          <p:cNvGraphicFramePr>
            <a:graphicFrameLocks noChangeAspect="1"/>
          </p:cNvGraphicFramePr>
          <p:nvPr/>
        </p:nvGraphicFramePr>
        <p:xfrm>
          <a:off x="7353300" y="2562225"/>
          <a:ext cx="11080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9620" imgH="334010" progId="Equation.3">
                  <p:embed/>
                </p:oleObj>
              </mc:Choice>
              <mc:Fallback>
                <p:oleObj name="Equation" r:id="rId8" imgW="769620" imgH="3340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2562225"/>
                        <a:ext cx="11080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9" name="Rectangle 9"/>
          <p:cNvSpPr>
            <a:spLocks noGrp="1" noChangeArrowheads="1"/>
          </p:cNvSpPr>
          <p:nvPr>
            <p:ph type="title"/>
          </p:nvPr>
        </p:nvSpPr>
        <p:spPr>
          <a:xfrm>
            <a:off x="1180728" y="3164150"/>
            <a:ext cx="34290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CC0000"/>
                </a:solidFill>
                <a:ea typeface="楷体_GB2312"/>
                <a:cs typeface="楷体_GB2312"/>
              </a:rPr>
              <a:t>法向量的方向余弦：</a:t>
            </a:r>
            <a:endParaRPr lang="zh-CN" altLang="en-US" sz="2800" b="1" dirty="0">
              <a:solidFill>
                <a:srgbClr val="CC0000"/>
              </a:solidFill>
              <a:ea typeface="仿宋_GB2312" pitchFamily="49" charset="-122"/>
            </a:endParaRPr>
          </a:p>
        </p:txBody>
      </p:sp>
      <p:sp>
        <p:nvSpPr>
          <p:cNvPr id="24589" name="Text Box 10"/>
          <p:cNvSpPr txBox="1">
            <a:spLocks noChangeArrowheads="1"/>
          </p:cNvSpPr>
          <p:nvPr/>
        </p:nvSpPr>
        <p:spPr bwMode="auto">
          <a:xfrm>
            <a:off x="2018928" y="757855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表示法向量的方向角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</a:p>
        </p:txBody>
      </p:sp>
      <p:sp>
        <p:nvSpPr>
          <p:cNvPr id="138251" name="Text Box 11"/>
          <p:cNvSpPr txBox="1">
            <a:spLocks noChangeArrowheads="1"/>
          </p:cNvSpPr>
          <p:nvPr/>
        </p:nvSpPr>
        <p:spPr bwMode="auto">
          <a:xfrm>
            <a:off x="5447928" y="757855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并假定法向量方向</a:t>
            </a:r>
          </a:p>
        </p:txBody>
      </p:sp>
      <p:graphicFrame>
        <p:nvGraphicFramePr>
          <p:cNvPr id="138252" name="Object 12"/>
          <p:cNvGraphicFramePr>
            <a:graphicFrameLocks noChangeAspect="1"/>
          </p:cNvGraphicFramePr>
          <p:nvPr/>
        </p:nvGraphicFramePr>
        <p:xfrm>
          <a:off x="9340056" y="816363"/>
          <a:ext cx="18938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18895" imgH="294640" progId="Equation.3">
                  <p:embed/>
                </p:oleObj>
              </mc:Choice>
              <mc:Fallback>
                <p:oleObj name="Equation" r:id="rId10" imgW="1318895" imgH="294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0056" y="816363"/>
                        <a:ext cx="189388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53" name="Text Box 13"/>
          <p:cNvSpPr txBox="1">
            <a:spLocks noChangeArrowheads="1"/>
          </p:cNvSpPr>
          <p:nvPr/>
        </p:nvSpPr>
        <p:spPr bwMode="auto">
          <a:xfrm>
            <a:off x="5791200" y="250825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分别记为</a:t>
            </a:r>
          </a:p>
        </p:txBody>
      </p:sp>
      <p:sp>
        <p:nvSpPr>
          <p:cNvPr id="138254" name="Text Box 14"/>
          <p:cNvSpPr txBox="1">
            <a:spLocks noChangeArrowheads="1"/>
          </p:cNvSpPr>
          <p:nvPr/>
        </p:nvSpPr>
        <p:spPr bwMode="auto">
          <a:xfrm>
            <a:off x="8458200" y="250825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则</a:t>
            </a:r>
          </a:p>
        </p:txBody>
      </p:sp>
      <p:graphicFrame>
        <p:nvGraphicFramePr>
          <p:cNvPr id="138255" name="Object 15"/>
          <p:cNvGraphicFramePr>
            <a:graphicFrameLocks noChangeAspect="1"/>
          </p:cNvGraphicFramePr>
          <p:nvPr/>
        </p:nvGraphicFramePr>
        <p:xfrm>
          <a:off x="2416175" y="3810000"/>
          <a:ext cx="787082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438140" imgH="791210" progId="Equation.3">
                  <p:embed/>
                </p:oleObj>
              </mc:Choice>
              <mc:Fallback>
                <p:oleObj name="Equation" r:id="rId12" imgW="5438140" imgH="79121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3810000"/>
                        <a:ext cx="7870825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56" name="Text Box 16"/>
          <p:cNvSpPr txBox="1">
            <a:spLocks noChangeArrowheads="1"/>
          </p:cNvSpPr>
          <p:nvPr/>
        </p:nvSpPr>
        <p:spPr bwMode="auto">
          <a:xfrm>
            <a:off x="8349456" y="740163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向上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</a:p>
        </p:txBody>
      </p:sp>
      <p:grpSp>
        <p:nvGrpSpPr>
          <p:cNvPr id="8" name="Group 17"/>
          <p:cNvGrpSpPr/>
          <p:nvPr/>
        </p:nvGrpSpPr>
        <p:grpSpPr bwMode="auto">
          <a:xfrm>
            <a:off x="2710284" y="1793507"/>
            <a:ext cx="5475287" cy="495300"/>
            <a:chOff x="1255" y="1152"/>
            <a:chExt cx="3449" cy="312"/>
          </a:xfrm>
        </p:grpSpPr>
        <p:graphicFrame>
          <p:nvGraphicFramePr>
            <p:cNvPr id="32788" name="Object 18"/>
            <p:cNvGraphicFramePr>
              <a:graphicFrameLocks noChangeAspect="1"/>
            </p:cNvGraphicFramePr>
            <p:nvPr/>
          </p:nvGraphicFramePr>
          <p:xfrm>
            <a:off x="1274" y="1152"/>
            <a:ext cx="343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763010" imgH="334010" progId="Equation.3">
                    <p:embed/>
                  </p:oleObj>
                </mc:Choice>
                <mc:Fallback>
                  <p:oleObj name="Equation" r:id="rId14" imgW="3763010" imgH="33401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4" y="1152"/>
                          <a:ext cx="343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9" name="Line 19"/>
            <p:cNvSpPr>
              <a:spLocks noChangeShapeType="1"/>
            </p:cNvSpPr>
            <p:nvPr/>
          </p:nvSpPr>
          <p:spPr bwMode="auto">
            <a:xfrm>
              <a:off x="1255" y="117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786" name="Rectangle 29"/>
          <p:cNvSpPr>
            <a:spLocks noChangeArrowheads="1"/>
          </p:cNvSpPr>
          <p:nvPr/>
        </p:nvSpPr>
        <p:spPr bwMode="auto">
          <a:xfrm>
            <a:off x="32431" y="26194"/>
            <a:ext cx="9366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333399"/>
                </a:solidFill>
                <a:ea typeface="楷体_GB2312"/>
                <a:cs typeface="楷体_GB2312"/>
              </a:rPr>
              <a:t>注</a:t>
            </a:r>
            <a:r>
              <a:rPr lang="en-US" altLang="zh-CN" sz="2800" b="1" dirty="0">
                <a:solidFill>
                  <a:srgbClr val="333399"/>
                </a:solidFill>
                <a:ea typeface="楷体_GB2312"/>
                <a:cs typeface="楷体_GB2312"/>
              </a:rPr>
              <a:t>2</a:t>
            </a:r>
            <a:endParaRPr lang="zh-CN" altLang="en-US" sz="2800" b="1" dirty="0">
              <a:solidFill>
                <a:srgbClr val="333399"/>
              </a:solidFill>
              <a:ea typeface="楷体_GB2312"/>
              <a:cs typeface="楷体_GB2312"/>
            </a:endParaRPr>
          </a:p>
        </p:txBody>
      </p:sp>
      <p:graphicFrame>
        <p:nvGraphicFramePr>
          <p:cNvPr id="32787" name="Object 2"/>
          <p:cNvGraphicFramePr>
            <a:graphicFrameLocks noChangeAspect="1"/>
          </p:cNvGraphicFramePr>
          <p:nvPr/>
        </p:nvGraphicFramePr>
        <p:xfrm>
          <a:off x="969056" y="66675"/>
          <a:ext cx="7466012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200900" imgH="508000" progId="Equation.3">
                  <p:embed/>
                </p:oleObj>
              </mc:Choice>
              <mc:Fallback>
                <p:oleObj name="公式" r:id="rId16" imgW="7200900" imgH="508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056" y="66675"/>
                        <a:ext cx="7466012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autoUpdateAnimBg="0"/>
      <p:bldP spid="24586" grpId="0"/>
      <p:bldP spid="138246" grpId="0" autoUpdateAnimBg="0"/>
      <p:bldP spid="138249" grpId="0" autoUpdateAnimBg="0"/>
      <p:bldP spid="24589" grpId="0"/>
      <p:bldP spid="138251" grpId="0" autoUpdateAnimBg="0"/>
      <p:bldP spid="138253" grpId="0" autoUpdateAnimBg="0"/>
      <p:bldP spid="138254" grpId="0" autoUpdateAnimBg="0"/>
      <p:bldP spid="13825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25547" y="230868"/>
            <a:ext cx="1728192" cy="4379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808080"/>
                </a:solidFill>
                <a:latin typeface="Symbol" panose="05050102010706020507" pitchFamily="18" charset="2"/>
              </a:rPr>
              <a:t>        </a:t>
            </a:r>
            <a:r>
              <a:rPr kumimoji="1" lang="zh-CN" altLang="en-US" sz="2600" b="1" dirty="0">
                <a:solidFill>
                  <a:srgbClr val="009999"/>
                </a:solidFill>
                <a:latin typeface="楷体_GB2312" pitchFamily="49" charset="-122"/>
                <a:ea typeface="楷体_GB2312" pitchFamily="49" charset="-122"/>
              </a:rPr>
              <a:t>思考：</a:t>
            </a:r>
            <a:endParaRPr kumimoji="1" lang="en-US" altLang="zh-CN" sz="2600" b="1" dirty="0">
              <a:latin typeface="Symbol" panose="05050102010706020507" pitchFamily="18" charset="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96762" y="2208611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796762" y="3003378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椭圆 18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796762" y="3769745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" name="椭圆 3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758639" y="5035163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1736813" y="2151523"/>
          <a:ext cx="203835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603200" imgH="6705600" progId="Equation.DSMT4">
                  <p:embed/>
                </p:oleObj>
              </mc:Choice>
              <mc:Fallback>
                <p:oleObj name="Equation" r:id="rId6" imgW="25603200" imgH="6705600" progId="Equation.DSMT4">
                  <p:embed/>
                  <p:pic>
                    <p:nvPicPr>
                      <p:cNvPr id="0" name="对象 4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36813" y="2151523"/>
                        <a:ext cx="2038350" cy="531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554480" y="2885577"/>
            <a:ext cx="8421280" cy="540181"/>
            <a:chOff x="1554480" y="2885577"/>
            <a:chExt cx="8421280" cy="540181"/>
          </a:xfrm>
        </p:grpSpPr>
        <p:graphicFrame>
          <p:nvGraphicFramePr>
            <p:cNvPr id="38" name="对象 37"/>
            <p:cNvGraphicFramePr>
              <a:graphicFrameLocks noChangeAspect="1"/>
            </p:cNvGraphicFramePr>
            <p:nvPr/>
          </p:nvGraphicFramePr>
          <p:xfrm>
            <a:off x="7752184" y="2944252"/>
            <a:ext cx="801687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058400" imgH="4876800" progId="Equation.DSMT4">
                    <p:embed/>
                  </p:oleObj>
                </mc:Choice>
                <mc:Fallback>
                  <p:oleObj name="Equation" r:id="rId8" imgW="10058400" imgH="4876800" progId="Equation.DSMT4">
                    <p:embed/>
                    <p:pic>
                      <p:nvPicPr>
                        <p:cNvPr id="0" name="对象 37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752184" y="2944252"/>
                          <a:ext cx="801687" cy="387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Text Box 9"/>
            <p:cNvSpPr txBox="1">
              <a:spLocks noChangeArrowheads="1"/>
            </p:cNvSpPr>
            <p:nvPr/>
          </p:nvSpPr>
          <p:spPr bwMode="auto">
            <a:xfrm>
              <a:off x="1554480" y="2885577"/>
              <a:ext cx="842128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曲面              在点               的法向量为</a:t>
              </a:r>
            </a:p>
          </p:txBody>
        </p:sp>
        <p:graphicFrame>
          <p:nvGraphicFramePr>
            <p:cNvPr id="44" name="对象 43"/>
            <p:cNvGraphicFramePr>
              <a:graphicFrameLocks noChangeAspect="1"/>
            </p:cNvGraphicFramePr>
            <p:nvPr/>
          </p:nvGraphicFramePr>
          <p:xfrm>
            <a:off x="2415242" y="2949508"/>
            <a:ext cx="127635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068800" imgH="4876800" progId="Equation.DSMT4">
                    <p:embed/>
                  </p:oleObj>
                </mc:Choice>
                <mc:Fallback>
                  <p:oleObj name="Equation" r:id="rId10" imgW="17068800" imgH="4876800" progId="Equation.DSMT4">
                    <p:embed/>
                    <p:pic>
                      <p:nvPicPr>
                        <p:cNvPr id="0" name="对象 43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415242" y="2949508"/>
                          <a:ext cx="1276350" cy="4762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/>
            <p:cNvGraphicFramePr>
              <a:graphicFrameLocks noChangeAspect="1"/>
            </p:cNvGraphicFramePr>
            <p:nvPr/>
          </p:nvGraphicFramePr>
          <p:xfrm>
            <a:off x="4476840" y="2982401"/>
            <a:ext cx="1392238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812000" imgH="4876800" progId="Equation.DSMT4">
                    <p:embed/>
                  </p:oleObj>
                </mc:Choice>
                <mc:Fallback>
                  <p:oleObj name="Equation" r:id="rId12" imgW="19812000" imgH="4876800" progId="Equation.DSMT4">
                    <p:embed/>
                    <p:pic>
                      <p:nvPicPr>
                        <p:cNvPr id="0" name="对象 44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476840" y="2982401"/>
                          <a:ext cx="1392238" cy="4413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479376" y="854800"/>
            <a:ext cx="11712624" cy="524384"/>
            <a:chOff x="479376" y="854800"/>
            <a:chExt cx="11712624" cy="524384"/>
          </a:xfrm>
        </p:grpSpPr>
        <p:sp>
          <p:nvSpPr>
            <p:cNvPr id="8" name="Text Box 2"/>
            <p:cNvSpPr txBox="1">
              <a:spLocks noChangeArrowheads="1"/>
            </p:cNvSpPr>
            <p:nvPr/>
          </p:nvSpPr>
          <p:spPr bwMode="auto">
            <a:xfrm>
              <a:off x="479376" y="854800"/>
              <a:ext cx="11712624" cy="45300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>
              <a:spAutoFit/>
            </a:bodyPr>
            <a:lstStyle/>
            <a:p>
              <a:pPr algn="just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600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设函数                 在点          的邻域内有定义 ，且                 ，                ，则（   ）</a:t>
              </a:r>
              <a:endParaRPr kumimoji="1" lang="en-US" altLang="zh-CN" sz="2600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1558875" y="908632"/>
            <a:ext cx="1362075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068800" imgH="4876800" progId="Equation.DSMT4">
                    <p:embed/>
                  </p:oleObj>
                </mc:Choice>
                <mc:Fallback>
                  <p:oleObj name="Equation" r:id="rId14" imgW="17068800" imgH="4876800" progId="Equation.DSMT4">
                    <p:embed/>
                    <p:pic>
                      <p:nvPicPr>
                        <p:cNvPr id="0" name="对象 1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558875" y="908632"/>
                          <a:ext cx="1362075" cy="387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对象 39"/>
            <p:cNvGraphicFramePr>
              <a:graphicFrameLocks noChangeAspect="1"/>
            </p:cNvGraphicFramePr>
            <p:nvPr/>
          </p:nvGraphicFramePr>
          <p:xfrm>
            <a:off x="7372990" y="907696"/>
            <a:ext cx="1431925" cy="458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068800" imgH="5486400" progId="Equation.DSMT4">
                    <p:embed/>
                  </p:oleObj>
                </mc:Choice>
                <mc:Fallback>
                  <p:oleObj name="Equation" r:id="rId16" imgW="17068800" imgH="5486400" progId="Equation.DSMT4">
                    <p:embed/>
                    <p:pic>
                      <p:nvPicPr>
                        <p:cNvPr id="0" name="对象 3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7372990" y="907696"/>
                          <a:ext cx="1431925" cy="4587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/>
            <p:cNvGraphicFramePr>
              <a:graphicFrameLocks noChangeAspect="1"/>
            </p:cNvGraphicFramePr>
            <p:nvPr/>
          </p:nvGraphicFramePr>
          <p:xfrm>
            <a:off x="3614988" y="923536"/>
            <a:ext cx="715962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8534400" imgH="4876800" progId="Equation.DSMT4">
                    <p:embed/>
                  </p:oleObj>
                </mc:Choice>
                <mc:Fallback>
                  <p:oleObj name="Equation" r:id="rId18" imgW="8534400" imgH="4876800" progId="Equation.DSMT4">
                    <p:embed/>
                    <p:pic>
                      <p:nvPicPr>
                        <p:cNvPr id="0" name="对象 1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614988" y="923536"/>
                          <a:ext cx="715962" cy="4079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/>
            <p:cNvGraphicFramePr>
              <a:graphicFrameLocks noChangeAspect="1"/>
            </p:cNvGraphicFramePr>
            <p:nvPr/>
          </p:nvGraphicFramePr>
          <p:xfrm>
            <a:off x="8976320" y="894996"/>
            <a:ext cx="1406525" cy="484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6764000" imgH="5791200" progId="Equation.DSMT4">
                    <p:embed/>
                  </p:oleObj>
                </mc:Choice>
                <mc:Fallback>
                  <p:oleObj name="Equation" r:id="rId20" imgW="16764000" imgH="5791200" progId="Equation.DSMT4">
                    <p:embed/>
                    <p:pic>
                      <p:nvPicPr>
                        <p:cNvPr id="0" name="对象 39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976320" y="894996"/>
                          <a:ext cx="1406525" cy="4841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1476504" y="3558777"/>
            <a:ext cx="8421280" cy="1071562"/>
            <a:chOff x="1476504" y="3558777"/>
            <a:chExt cx="8421280" cy="1071562"/>
          </a:xfrm>
        </p:grpSpPr>
        <p:sp>
          <p:nvSpPr>
            <p:cNvPr id="37" name="Text Box 9"/>
            <p:cNvSpPr txBox="1">
              <a:spLocks noChangeArrowheads="1"/>
            </p:cNvSpPr>
            <p:nvPr/>
          </p:nvSpPr>
          <p:spPr bwMode="auto">
            <a:xfrm>
              <a:off x="1476504" y="3832948"/>
              <a:ext cx="842128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曲线              在点               的切向量为</a:t>
              </a:r>
            </a:p>
          </p:txBody>
        </p:sp>
        <p:graphicFrame>
          <p:nvGraphicFramePr>
            <p:cNvPr id="54" name="对象 53"/>
            <p:cNvGraphicFramePr>
              <a:graphicFrameLocks noChangeAspect="1"/>
            </p:cNvGraphicFramePr>
            <p:nvPr/>
          </p:nvGraphicFramePr>
          <p:xfrm>
            <a:off x="2294216" y="3558777"/>
            <a:ext cx="1414463" cy="1071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8897600" imgH="10972800" progId="Equation.DSMT4">
                    <p:embed/>
                  </p:oleObj>
                </mc:Choice>
                <mc:Fallback>
                  <p:oleObj name="Equation" r:id="rId22" imgW="18897600" imgH="10972800" progId="Equation.DSMT4">
                    <p:embed/>
                    <p:pic>
                      <p:nvPicPr>
                        <p:cNvPr id="0" name="对象 43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294216" y="3558777"/>
                          <a:ext cx="1414463" cy="1071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对象 54"/>
            <p:cNvGraphicFramePr>
              <a:graphicFrameLocks noChangeAspect="1"/>
            </p:cNvGraphicFramePr>
            <p:nvPr/>
          </p:nvGraphicFramePr>
          <p:xfrm>
            <a:off x="4372882" y="3873895"/>
            <a:ext cx="1392238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9812000" imgH="4876800" progId="Equation.DSMT4">
                    <p:embed/>
                  </p:oleObj>
                </mc:Choice>
                <mc:Fallback>
                  <p:oleObj name="Equation" r:id="rId24" imgW="19812000" imgH="4876800" progId="Equation.DSMT4">
                    <p:embed/>
                    <p:pic>
                      <p:nvPicPr>
                        <p:cNvPr id="0" name="对象 4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372882" y="3873895"/>
                          <a:ext cx="1392238" cy="4413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" name="对象 55"/>
          <p:cNvGraphicFramePr>
            <a:graphicFrameLocks noChangeAspect="1"/>
          </p:cNvGraphicFramePr>
          <p:nvPr/>
        </p:nvGraphicFramePr>
        <p:xfrm>
          <a:off x="7752184" y="3897828"/>
          <a:ext cx="8509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668000" imgH="4876800" progId="Equation.DSMT4">
                  <p:embed/>
                </p:oleObj>
              </mc:Choice>
              <mc:Fallback>
                <p:oleObj name="Equation" r:id="rId26" imgW="10668000" imgH="4876800" progId="Equation.DSMT4">
                  <p:embed/>
                  <p:pic>
                    <p:nvPicPr>
                      <p:cNvPr id="0" name="对象 3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752184" y="3897828"/>
                        <a:ext cx="850900" cy="3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" name="组合 56"/>
          <p:cNvGrpSpPr/>
          <p:nvPr/>
        </p:nvGrpSpPr>
        <p:grpSpPr>
          <a:xfrm>
            <a:off x="1476504" y="4664482"/>
            <a:ext cx="8421280" cy="1071562"/>
            <a:chOff x="1476504" y="3558777"/>
            <a:chExt cx="8421280" cy="1071562"/>
          </a:xfrm>
        </p:grpSpPr>
        <p:sp>
          <p:nvSpPr>
            <p:cNvPr id="58" name="Text Box 9"/>
            <p:cNvSpPr txBox="1">
              <a:spLocks noChangeArrowheads="1"/>
            </p:cNvSpPr>
            <p:nvPr/>
          </p:nvSpPr>
          <p:spPr bwMode="auto">
            <a:xfrm>
              <a:off x="1476504" y="3832948"/>
              <a:ext cx="842128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曲线              在点               的切向量为</a:t>
              </a:r>
            </a:p>
          </p:txBody>
        </p:sp>
        <p:graphicFrame>
          <p:nvGraphicFramePr>
            <p:cNvPr id="59" name="对象 58"/>
            <p:cNvGraphicFramePr>
              <a:graphicFrameLocks noChangeAspect="1"/>
            </p:cNvGraphicFramePr>
            <p:nvPr/>
          </p:nvGraphicFramePr>
          <p:xfrm>
            <a:off x="2294216" y="3558777"/>
            <a:ext cx="1414463" cy="1071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8897600" imgH="10972800" progId="Equation.DSMT4">
                    <p:embed/>
                  </p:oleObj>
                </mc:Choice>
                <mc:Fallback>
                  <p:oleObj name="Equation" r:id="rId28" imgW="18897600" imgH="10972800" progId="Equation.DSMT4">
                    <p:embed/>
                    <p:pic>
                      <p:nvPicPr>
                        <p:cNvPr id="0" name="对象 53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2294216" y="3558777"/>
                          <a:ext cx="1414463" cy="1071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对象 59"/>
            <p:cNvGraphicFramePr>
              <a:graphicFrameLocks noChangeAspect="1"/>
            </p:cNvGraphicFramePr>
            <p:nvPr/>
          </p:nvGraphicFramePr>
          <p:xfrm>
            <a:off x="4372882" y="3873895"/>
            <a:ext cx="1392238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9812000" imgH="4876800" progId="Equation.DSMT4">
                    <p:embed/>
                  </p:oleObj>
                </mc:Choice>
                <mc:Fallback>
                  <p:oleObj name="Equation" r:id="rId30" imgW="19812000" imgH="4876800" progId="Equation.DSMT4">
                    <p:embed/>
                    <p:pic>
                      <p:nvPicPr>
                        <p:cNvPr id="0" name="对象 5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372882" y="3873895"/>
                          <a:ext cx="1392238" cy="4413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932152"/>
              </p:ext>
            </p:extLst>
          </p:nvPr>
        </p:nvGraphicFramePr>
        <p:xfrm>
          <a:off x="7692752" y="4979600"/>
          <a:ext cx="878622" cy="418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31640" imgH="203040" progId="Equation.DSMT4">
                  <p:embed/>
                </p:oleObj>
              </mc:Choice>
              <mc:Fallback>
                <p:oleObj name="Equation" r:id="rId31" imgW="431640" imgH="203040" progId="Equation.DSMT4">
                  <p:embed/>
                  <p:pic>
                    <p:nvPicPr>
                      <p:cNvPr id="0" name="对象 55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692752" y="4979600"/>
                        <a:ext cx="878622" cy="418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"/>
          <p:cNvGrpSpPr/>
          <p:nvPr/>
        </p:nvGrpSpPr>
        <p:grpSpPr bwMode="auto">
          <a:xfrm>
            <a:off x="479376" y="430213"/>
            <a:ext cx="11089232" cy="876300"/>
            <a:chOff x="226" y="271"/>
            <a:chExt cx="5058" cy="552"/>
          </a:xfrm>
        </p:grpSpPr>
        <p:sp>
          <p:nvSpPr>
            <p:cNvPr id="33818" name="Text Box 3"/>
            <p:cNvSpPr txBox="1">
              <a:spLocks noChangeArrowheads="1"/>
            </p:cNvSpPr>
            <p:nvPr/>
          </p:nvSpPr>
          <p:spPr bwMode="auto">
            <a:xfrm>
              <a:off x="226" y="271"/>
              <a:ext cx="47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9999"/>
                  </a:solidFill>
                  <a:latin typeface="楷体_GB2312"/>
                  <a:ea typeface="楷体_GB2312"/>
                  <a:cs typeface="楷体_GB2312"/>
                </a:rPr>
                <a:t>例</a:t>
              </a:r>
              <a:r>
                <a:rPr kumimoji="1" lang="en-US" altLang="zh-CN" sz="2400" b="1">
                  <a:solidFill>
                    <a:srgbClr val="009999"/>
                  </a:solidFill>
                  <a:latin typeface="楷体_GB2312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33819" name="Text Box 4"/>
            <p:cNvSpPr txBox="1">
              <a:spLocks noChangeArrowheads="1"/>
            </p:cNvSpPr>
            <p:nvPr/>
          </p:nvSpPr>
          <p:spPr bwMode="auto">
            <a:xfrm>
              <a:off x="596" y="300"/>
              <a:ext cx="468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求抛物面                        在点                  处的切平面、法线方程．</a:t>
              </a:r>
            </a:p>
          </p:txBody>
        </p:sp>
        <p:graphicFrame>
          <p:nvGraphicFramePr>
            <p:cNvPr id="33820" name="Object 5"/>
            <p:cNvGraphicFramePr>
              <a:graphicFrameLocks noChangeAspect="1"/>
            </p:cNvGraphicFramePr>
            <p:nvPr/>
          </p:nvGraphicFramePr>
          <p:xfrm>
            <a:off x="1223" y="277"/>
            <a:ext cx="711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1945600" imgH="5486400" progId="Equation.DSMT4">
                    <p:embed/>
                  </p:oleObj>
                </mc:Choice>
                <mc:Fallback>
                  <p:oleObj name="Equation" r:id="rId2" imgW="21945600" imgH="5486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3" y="277"/>
                          <a:ext cx="711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1" name="Object 6"/>
            <p:cNvGraphicFramePr>
              <a:graphicFrameLocks noChangeAspect="1"/>
            </p:cNvGraphicFramePr>
            <p:nvPr/>
          </p:nvGraphicFramePr>
          <p:xfrm>
            <a:off x="2304" y="306"/>
            <a:ext cx="621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068800" imgH="4876800" progId="Equation.DSMT4">
                    <p:embed/>
                  </p:oleObj>
                </mc:Choice>
                <mc:Fallback>
                  <p:oleObj name="Equation" r:id="rId4" imgW="17068800" imgH="48768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06"/>
                          <a:ext cx="621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"/>
          <p:cNvGrpSpPr/>
          <p:nvPr/>
        </p:nvGrpSpPr>
        <p:grpSpPr bwMode="auto">
          <a:xfrm>
            <a:off x="479376" y="430213"/>
            <a:ext cx="11089232" cy="876300"/>
            <a:chOff x="226" y="271"/>
            <a:chExt cx="5058" cy="552"/>
          </a:xfrm>
        </p:grpSpPr>
        <p:sp>
          <p:nvSpPr>
            <p:cNvPr id="33818" name="Text Box 3"/>
            <p:cNvSpPr txBox="1">
              <a:spLocks noChangeArrowheads="1"/>
            </p:cNvSpPr>
            <p:nvPr/>
          </p:nvSpPr>
          <p:spPr bwMode="auto">
            <a:xfrm>
              <a:off x="226" y="271"/>
              <a:ext cx="47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9999"/>
                  </a:solidFill>
                  <a:latin typeface="楷体_GB2312"/>
                  <a:ea typeface="楷体_GB2312"/>
                  <a:cs typeface="楷体_GB2312"/>
                </a:rPr>
                <a:t>例</a:t>
              </a:r>
              <a:r>
                <a:rPr kumimoji="1" lang="en-US" altLang="zh-CN" sz="2400" b="1" dirty="0">
                  <a:solidFill>
                    <a:srgbClr val="009999"/>
                  </a:solidFill>
                  <a:latin typeface="楷体_GB2312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33819" name="Text Box 4"/>
            <p:cNvSpPr txBox="1">
              <a:spLocks noChangeArrowheads="1"/>
            </p:cNvSpPr>
            <p:nvPr/>
          </p:nvSpPr>
          <p:spPr bwMode="auto">
            <a:xfrm>
              <a:off x="596" y="300"/>
              <a:ext cx="468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求抛物面                        在点                  处的切平面、法线方程．</a:t>
              </a:r>
            </a:p>
          </p:txBody>
        </p:sp>
        <p:graphicFrame>
          <p:nvGraphicFramePr>
            <p:cNvPr id="33820" name="Object 5"/>
            <p:cNvGraphicFramePr>
              <a:graphicFrameLocks noChangeAspect="1"/>
            </p:cNvGraphicFramePr>
            <p:nvPr/>
          </p:nvGraphicFramePr>
          <p:xfrm>
            <a:off x="1223" y="277"/>
            <a:ext cx="711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1945600" imgH="5486400" progId="Equation.DSMT4">
                    <p:embed/>
                  </p:oleObj>
                </mc:Choice>
                <mc:Fallback>
                  <p:oleObj name="Equation" r:id="rId2" imgW="21945600" imgH="5486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3" y="277"/>
                          <a:ext cx="711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1" name="Object 6"/>
            <p:cNvGraphicFramePr>
              <a:graphicFrameLocks noChangeAspect="1"/>
            </p:cNvGraphicFramePr>
            <p:nvPr/>
          </p:nvGraphicFramePr>
          <p:xfrm>
            <a:off x="2304" y="306"/>
            <a:ext cx="621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068800" imgH="4876800" progId="Equation.DSMT4">
                    <p:embed/>
                  </p:oleObj>
                </mc:Choice>
                <mc:Fallback>
                  <p:oleObj name="Equation" r:id="rId4" imgW="17068800" imgH="48768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06"/>
                          <a:ext cx="621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0359" name="Text Box 7"/>
          <p:cNvSpPr txBox="1">
            <a:spLocks noChangeArrowheads="1"/>
          </p:cNvSpPr>
          <p:nvPr/>
        </p:nvSpPr>
        <p:spPr bwMode="auto">
          <a:xfrm>
            <a:off x="795020" y="1628800"/>
            <a:ext cx="1189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9999"/>
                </a:solidFill>
                <a:latin typeface="楷体_GB2312"/>
                <a:ea typeface="楷体_GB2312"/>
                <a:cs typeface="楷体_GB2312"/>
              </a:rPr>
              <a:t>解：</a:t>
            </a:r>
          </a:p>
        </p:txBody>
      </p:sp>
      <p:graphicFrame>
        <p:nvGraphicFramePr>
          <p:cNvPr id="100365" name="Object 13"/>
          <p:cNvGraphicFramePr>
            <a:graphicFrameLocks noChangeAspect="1"/>
          </p:cNvGraphicFramePr>
          <p:nvPr/>
        </p:nvGraphicFramePr>
        <p:xfrm>
          <a:off x="1460500" y="1611313"/>
          <a:ext cx="278288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699200" imgH="5486400" progId="Equation.DSMT4">
                  <p:embed/>
                </p:oleObj>
              </mc:Choice>
              <mc:Fallback>
                <p:oleObj name="Equation" r:id="rId6" imgW="31699200" imgH="5486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1611313"/>
                        <a:ext cx="2782888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4"/>
          <p:cNvGrpSpPr/>
          <p:nvPr/>
        </p:nvGrpSpPr>
        <p:grpSpPr bwMode="auto">
          <a:xfrm>
            <a:off x="1479233" y="2132041"/>
            <a:ext cx="6569075" cy="547688"/>
            <a:chOff x="657" y="1797"/>
            <a:chExt cx="4138" cy="345"/>
          </a:xfrm>
        </p:grpSpPr>
        <p:sp>
          <p:nvSpPr>
            <p:cNvPr id="33812" name="Text Box 15"/>
            <p:cNvSpPr txBox="1">
              <a:spLocks noChangeArrowheads="1"/>
            </p:cNvSpPr>
            <p:nvPr/>
          </p:nvSpPr>
          <p:spPr bwMode="auto">
            <a:xfrm>
              <a:off x="657" y="1797"/>
              <a:ext cx="7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因此，</a:t>
              </a:r>
            </a:p>
          </p:txBody>
        </p:sp>
        <p:graphicFrame>
          <p:nvGraphicFramePr>
            <p:cNvPr id="33813" name="Object 16"/>
            <p:cNvGraphicFramePr>
              <a:graphicFrameLocks noChangeAspect="1"/>
            </p:cNvGraphicFramePr>
            <p:nvPr/>
          </p:nvGraphicFramePr>
          <p:xfrm>
            <a:off x="1200" y="1810"/>
            <a:ext cx="3595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5836800" imgH="5791200" progId="Equation.DSMT4">
                    <p:embed/>
                  </p:oleObj>
                </mc:Choice>
                <mc:Fallback>
                  <p:oleObj name="Equation" r:id="rId8" imgW="65836800" imgH="57912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810"/>
                          <a:ext cx="3595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7"/>
          <p:cNvGrpSpPr/>
          <p:nvPr/>
        </p:nvGrpSpPr>
        <p:grpSpPr bwMode="auto">
          <a:xfrm>
            <a:off x="1479233" y="2708306"/>
            <a:ext cx="6654799" cy="504826"/>
            <a:chOff x="657" y="2160"/>
            <a:chExt cx="4192" cy="318"/>
          </a:xfrm>
        </p:grpSpPr>
        <p:sp>
          <p:nvSpPr>
            <p:cNvPr id="33809" name="Text Box 18"/>
            <p:cNvSpPr txBox="1">
              <a:spLocks noChangeArrowheads="1"/>
            </p:cNvSpPr>
            <p:nvPr/>
          </p:nvSpPr>
          <p:spPr bwMode="auto">
            <a:xfrm>
              <a:off x="657" y="2160"/>
              <a:ext cx="29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曲面在点         处的法向量为</a:t>
              </a:r>
            </a:p>
          </p:txBody>
        </p:sp>
        <p:graphicFrame>
          <p:nvGraphicFramePr>
            <p:cNvPr id="33810" name="Object 19"/>
            <p:cNvGraphicFramePr>
              <a:graphicFrameLocks noChangeAspect="1"/>
            </p:cNvGraphicFramePr>
            <p:nvPr/>
          </p:nvGraphicFramePr>
          <p:xfrm>
            <a:off x="1461" y="2195"/>
            <a:ext cx="832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678400" imgH="4876800" progId="Equation.DSMT4">
                    <p:embed/>
                  </p:oleObj>
                </mc:Choice>
                <mc:Fallback>
                  <p:oleObj name="Equation" r:id="rId10" imgW="17678400" imgH="48768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1" y="2195"/>
                          <a:ext cx="832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20"/>
            <p:cNvGraphicFramePr>
              <a:graphicFrameLocks noChangeAspect="1"/>
            </p:cNvGraphicFramePr>
            <p:nvPr/>
          </p:nvGraphicFramePr>
          <p:xfrm>
            <a:off x="3489" y="2188"/>
            <a:ext cx="1360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4688800" imgH="4876800" progId="Equation.DSMT4">
                    <p:embed/>
                  </p:oleObj>
                </mc:Choice>
                <mc:Fallback>
                  <p:oleObj name="Equation" r:id="rId12" imgW="24688800" imgH="48768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9" y="2188"/>
                          <a:ext cx="1360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21"/>
          <p:cNvGrpSpPr/>
          <p:nvPr/>
        </p:nvGrpSpPr>
        <p:grpSpPr bwMode="auto">
          <a:xfrm>
            <a:off x="1480820" y="3213127"/>
            <a:ext cx="7446963" cy="1012826"/>
            <a:chOff x="658" y="2478"/>
            <a:chExt cx="4691" cy="638"/>
          </a:xfrm>
        </p:grpSpPr>
        <p:graphicFrame>
          <p:nvGraphicFramePr>
            <p:cNvPr id="33806" name="Object 22"/>
            <p:cNvGraphicFramePr>
              <a:graphicFrameLocks noChangeAspect="1"/>
            </p:cNvGraphicFramePr>
            <p:nvPr/>
          </p:nvGraphicFramePr>
          <p:xfrm>
            <a:off x="950" y="2831"/>
            <a:ext cx="4399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80162400" imgH="4876800" progId="Equation.DSMT4">
                    <p:embed/>
                  </p:oleObj>
                </mc:Choice>
                <mc:Fallback>
                  <p:oleObj name="Equation" r:id="rId14" imgW="80162400" imgH="48768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0" y="2831"/>
                          <a:ext cx="4399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7" name="Text Box 23"/>
            <p:cNvSpPr txBox="1">
              <a:spLocks noChangeArrowheads="1"/>
            </p:cNvSpPr>
            <p:nvPr/>
          </p:nvSpPr>
          <p:spPr bwMode="auto">
            <a:xfrm>
              <a:off x="658" y="2478"/>
              <a:ext cx="39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于是，抛物面在点         的切平面方程为</a:t>
              </a:r>
            </a:p>
          </p:txBody>
        </p:sp>
        <p:graphicFrame>
          <p:nvGraphicFramePr>
            <p:cNvPr id="33808" name="Object 24"/>
            <p:cNvGraphicFramePr>
              <a:graphicFrameLocks noChangeAspect="1"/>
            </p:cNvGraphicFramePr>
            <p:nvPr/>
          </p:nvGraphicFramePr>
          <p:xfrm>
            <a:off x="2231" y="2513"/>
            <a:ext cx="832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678400" imgH="4876800" progId="Equation.DSMT4">
                    <p:embed/>
                  </p:oleObj>
                </mc:Choice>
                <mc:Fallback>
                  <p:oleObj name="Equation" r:id="rId16" imgW="17678400" imgH="48768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1" y="2513"/>
                          <a:ext cx="832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25"/>
          <p:cNvGrpSpPr/>
          <p:nvPr/>
        </p:nvGrpSpPr>
        <p:grpSpPr bwMode="auto">
          <a:xfrm>
            <a:off x="1552258" y="4221188"/>
            <a:ext cx="6677024" cy="1314450"/>
            <a:chOff x="703" y="3113"/>
            <a:chExt cx="4206" cy="828"/>
          </a:xfrm>
        </p:grpSpPr>
        <p:graphicFrame>
          <p:nvGraphicFramePr>
            <p:cNvPr id="33802" name="Object 26"/>
            <p:cNvGraphicFramePr>
              <a:graphicFrameLocks noChangeAspect="1"/>
            </p:cNvGraphicFramePr>
            <p:nvPr/>
          </p:nvGraphicFramePr>
          <p:xfrm>
            <a:off x="1056" y="3383"/>
            <a:ext cx="1718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1089600" imgH="9753600" progId="Equation.DSMT4">
                    <p:embed/>
                  </p:oleObj>
                </mc:Choice>
                <mc:Fallback>
                  <p:oleObj name="Equation" r:id="rId18" imgW="31089600" imgH="97536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383"/>
                          <a:ext cx="1718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3" name="Text Box 27"/>
            <p:cNvSpPr txBox="1">
              <a:spLocks noChangeArrowheads="1"/>
            </p:cNvSpPr>
            <p:nvPr/>
          </p:nvSpPr>
          <p:spPr bwMode="auto">
            <a:xfrm>
              <a:off x="703" y="3113"/>
              <a:ext cx="14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而法线方程为</a:t>
              </a:r>
            </a:p>
          </p:txBody>
        </p:sp>
        <p:sp>
          <p:nvSpPr>
            <p:cNvPr id="33804" name="Text Box 28"/>
            <p:cNvSpPr txBox="1">
              <a:spLocks noChangeArrowheads="1"/>
            </p:cNvSpPr>
            <p:nvPr/>
          </p:nvSpPr>
          <p:spPr bwMode="auto">
            <a:xfrm>
              <a:off x="2801" y="3521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或</a:t>
              </a:r>
            </a:p>
          </p:txBody>
        </p:sp>
        <p:graphicFrame>
          <p:nvGraphicFramePr>
            <p:cNvPr id="33805" name="Object 29"/>
            <p:cNvGraphicFramePr>
              <a:graphicFrameLocks noChangeAspect="1"/>
            </p:cNvGraphicFramePr>
            <p:nvPr/>
          </p:nvGraphicFramePr>
          <p:xfrm>
            <a:off x="3191" y="3382"/>
            <a:ext cx="1718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1089600" imgH="9753600" progId="Equation.DSMT4">
                    <p:embed/>
                  </p:oleObj>
                </mc:Choice>
                <mc:Fallback>
                  <p:oleObj name="Equation" r:id="rId20" imgW="31089600" imgH="97536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1" y="3382"/>
                          <a:ext cx="1718" cy="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783383" y="179174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863258" y="162029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783383" y="318397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833096" y="3199854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4823" name="组合 18"/>
          <p:cNvGrpSpPr/>
          <p:nvPr/>
        </p:nvGrpSpPr>
        <p:grpSpPr bwMode="auto">
          <a:xfrm>
            <a:off x="25630" y="260648"/>
            <a:ext cx="12007850" cy="551903"/>
            <a:chOff x="2057400" y="224385"/>
            <a:chExt cx="12007850" cy="551903"/>
          </a:xfrm>
        </p:grpSpPr>
        <p:sp>
          <p:nvSpPr>
            <p:cNvPr id="34835" name="Rectangle 2"/>
            <p:cNvSpPr>
              <a:spLocks noChangeArrowheads="1"/>
            </p:cNvSpPr>
            <p:nvPr/>
          </p:nvSpPr>
          <p:spPr bwMode="auto">
            <a:xfrm>
              <a:off x="2057400" y="228600"/>
              <a:ext cx="4038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ea typeface="楷体_GB2312"/>
                  <a:cs typeface="楷体_GB2312"/>
                </a:rPr>
                <a:t>例</a:t>
              </a:r>
              <a:r>
                <a:rPr lang="en-US" altLang="zh-CN" sz="2800" b="1" dirty="0">
                  <a:solidFill>
                    <a:srgbClr val="000000"/>
                  </a:solidFill>
                  <a:ea typeface="楷体_GB2312"/>
                  <a:cs typeface="楷体_GB2312"/>
                </a:rPr>
                <a:t>3. </a:t>
              </a:r>
              <a:r>
                <a:rPr lang="zh-CN" altLang="en-US" sz="2800" dirty="0">
                  <a:solidFill>
                    <a:srgbClr val="000000"/>
                  </a:solidFill>
                  <a:ea typeface="楷体_GB2312"/>
                  <a:cs typeface="楷体_GB2312"/>
                </a:rPr>
                <a:t>确定正数</a:t>
              </a:r>
              <a:r>
                <a:rPr lang="zh-CN" altLang="en-US" sz="2800" i="1" dirty="0">
                  <a:solidFill>
                    <a:srgbClr val="000000"/>
                  </a:solidFill>
                  <a:ea typeface="楷体_GB2312"/>
                  <a:cs typeface="楷体_GB2312"/>
                  <a:sym typeface="Symbol" panose="05050102010706020507" pitchFamily="18" charset="2"/>
                </a:rPr>
                <a:t></a:t>
              </a:r>
              <a:r>
                <a:rPr lang="zh-CN" altLang="en-US" sz="2800" dirty="0">
                  <a:solidFill>
                    <a:srgbClr val="000000"/>
                  </a:solidFill>
                  <a:ea typeface="楷体_GB2312"/>
                  <a:cs typeface="楷体_GB2312"/>
                  <a:sym typeface="Symbol" panose="05050102010706020507" pitchFamily="18" charset="2"/>
                </a:rPr>
                <a:t> </a:t>
              </a:r>
              <a:r>
                <a:rPr lang="zh-CN" altLang="en-US" sz="2800" dirty="0">
                  <a:solidFill>
                    <a:srgbClr val="000000"/>
                  </a:solidFill>
                  <a:ea typeface="楷体_GB2312"/>
                  <a:cs typeface="楷体_GB2312"/>
                </a:rPr>
                <a:t>使曲面</a:t>
              </a:r>
            </a:p>
          </p:txBody>
        </p:sp>
        <p:graphicFrame>
          <p:nvGraphicFramePr>
            <p:cNvPr id="34836" name="Object 3"/>
            <p:cNvGraphicFramePr>
              <a:graphicFrameLocks noChangeAspect="1"/>
            </p:cNvGraphicFramePr>
            <p:nvPr/>
          </p:nvGraphicFramePr>
          <p:xfrm>
            <a:off x="5791200" y="444500"/>
            <a:ext cx="13335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914400" imgH="210820" progId="Equation.3">
                    <p:embed/>
                  </p:oleObj>
                </mc:Choice>
                <mc:Fallback>
                  <p:oleObj name="Equation" r:id="rId7" imgW="914400" imgH="21082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1200" y="444500"/>
                          <a:ext cx="133350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7" name="Object 4"/>
            <p:cNvGraphicFramePr>
              <a:graphicFrameLocks noChangeAspect="1"/>
            </p:cNvGraphicFramePr>
            <p:nvPr/>
          </p:nvGraphicFramePr>
          <p:xfrm>
            <a:off x="8314928" y="242889"/>
            <a:ext cx="2016025" cy="533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4993600" imgH="5486400" progId="Equation.DSMT4">
                    <p:embed/>
                  </p:oleObj>
                </mc:Choice>
                <mc:Fallback>
                  <p:oleObj name="Equation" r:id="rId9" imgW="24993600" imgH="54864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biLevel thresh="50000"/>
                          <a:grayscl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14928" y="242889"/>
                          <a:ext cx="2016025" cy="533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8" name="Text Box 5"/>
            <p:cNvSpPr txBox="1">
              <a:spLocks noChangeArrowheads="1"/>
            </p:cNvSpPr>
            <p:nvPr/>
          </p:nvSpPr>
          <p:spPr bwMode="auto">
            <a:xfrm>
              <a:off x="10287000" y="228600"/>
              <a:ext cx="11430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在点</a:t>
              </a:r>
            </a:p>
          </p:txBody>
        </p:sp>
        <p:graphicFrame>
          <p:nvGraphicFramePr>
            <p:cNvPr id="34839" name="Object 6"/>
            <p:cNvGraphicFramePr>
              <a:graphicFrameLocks noChangeAspect="1"/>
            </p:cNvGraphicFramePr>
            <p:nvPr/>
          </p:nvGraphicFramePr>
          <p:xfrm>
            <a:off x="11123041" y="298998"/>
            <a:ext cx="1614488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89380" imgH="294640" progId="Equation.3">
                    <p:embed/>
                  </p:oleObj>
                </mc:Choice>
                <mc:Fallback>
                  <p:oleObj name="Equation" r:id="rId11" imgW="1389380" imgH="2946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23041" y="298998"/>
                          <a:ext cx="1614488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1" name="Text Box 8"/>
            <p:cNvSpPr txBox="1">
              <a:spLocks noChangeArrowheads="1"/>
            </p:cNvSpPr>
            <p:nvPr/>
          </p:nvSpPr>
          <p:spPr bwMode="auto">
            <a:xfrm>
              <a:off x="12693650" y="224385"/>
              <a:ext cx="13716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相切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.</a:t>
              </a:r>
            </a:p>
          </p:txBody>
        </p:sp>
        <p:sp>
          <p:nvSpPr>
            <p:cNvPr id="34842" name="Text Box 9"/>
            <p:cNvSpPr txBox="1">
              <a:spLocks noChangeArrowheads="1"/>
            </p:cNvSpPr>
            <p:nvPr/>
          </p:nvSpPr>
          <p:spPr bwMode="auto">
            <a:xfrm>
              <a:off x="7086600" y="228600"/>
              <a:ext cx="12509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与球面</a:t>
              </a:r>
            </a:p>
          </p:txBody>
        </p:sp>
      </p:grpSp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2567608" y="1556792"/>
          <a:ext cx="2014538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35025" imgH="400050" progId="Equation.DSMT4">
                  <p:embed/>
                </p:oleObj>
              </mc:Choice>
              <mc:Fallback>
                <p:oleObj name="Equation" r:id="rId13" imgW="835025" imgH="40005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1556792"/>
                        <a:ext cx="2014538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1"/>
          <p:cNvGraphicFramePr>
            <a:graphicFrameLocks noChangeAspect="1"/>
          </p:cNvGraphicFramePr>
          <p:nvPr/>
        </p:nvGraphicFramePr>
        <p:xfrm>
          <a:off x="6884021" y="1405979"/>
          <a:ext cx="153352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33095" imgH="386715" progId="Equation.DSMT4">
                  <p:embed/>
                </p:oleObj>
              </mc:Choice>
              <mc:Fallback>
                <p:oleObj name="Equation" r:id="rId15" imgW="633095" imgH="38671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4021" y="1405979"/>
                        <a:ext cx="1533525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2"/>
          <p:cNvGraphicFramePr>
            <a:graphicFrameLocks noChangeAspect="1"/>
          </p:cNvGraphicFramePr>
          <p:nvPr/>
        </p:nvGraphicFramePr>
        <p:xfrm>
          <a:off x="2567608" y="2937917"/>
          <a:ext cx="1614488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63575" imgH="386715" progId="Equation.DSMT4">
                  <p:embed/>
                </p:oleObj>
              </mc:Choice>
              <mc:Fallback>
                <p:oleObj name="Equation" r:id="rId17" imgW="663575" imgH="38671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2937917"/>
                        <a:ext cx="1614488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3"/>
          <p:cNvGraphicFramePr>
            <a:graphicFrameLocks noChangeAspect="1"/>
          </p:cNvGraphicFramePr>
          <p:nvPr/>
        </p:nvGraphicFramePr>
        <p:xfrm>
          <a:off x="6920533" y="2968079"/>
          <a:ext cx="174466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16280" imgH="386715" progId="Equation.DSMT4">
                  <p:embed/>
                </p:oleObj>
              </mc:Choice>
              <mc:Fallback>
                <p:oleObj name="Equation" r:id="rId19" imgW="716280" imgH="38671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0533" y="2968079"/>
                        <a:ext cx="1744663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9" name="Text Box 7"/>
          <p:cNvSpPr txBox="1">
            <a:spLocks noChangeArrowheads="1"/>
          </p:cNvSpPr>
          <p:nvPr/>
        </p:nvSpPr>
        <p:spPr bwMode="auto">
          <a:xfrm>
            <a:off x="228600" y="1202609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二曲面在</a:t>
            </a:r>
            <a:r>
              <a:rPr kumimoji="1"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点的法向量分别为</a:t>
            </a:r>
          </a:p>
        </p:txBody>
      </p:sp>
      <p:sp>
        <p:nvSpPr>
          <p:cNvPr id="141320" name="Text Box 8"/>
          <p:cNvSpPr txBox="1">
            <a:spLocks noChangeArrowheads="1"/>
          </p:cNvSpPr>
          <p:nvPr/>
        </p:nvSpPr>
        <p:spPr bwMode="auto">
          <a:xfrm>
            <a:off x="2133600" y="2571750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二曲面在点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相切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故</a:t>
            </a:r>
          </a:p>
        </p:txBody>
      </p:sp>
      <p:graphicFrame>
        <p:nvGraphicFramePr>
          <p:cNvPr id="141321" name="Object 9"/>
          <p:cNvGraphicFramePr>
            <a:graphicFrameLocks noChangeAspect="1"/>
          </p:cNvGraphicFramePr>
          <p:nvPr/>
        </p:nvGraphicFramePr>
        <p:xfrm>
          <a:off x="3505200" y="3124200"/>
          <a:ext cx="4343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98470" imgH="650875" progId="Equation.3">
                  <p:embed/>
                </p:oleObj>
              </mc:Choice>
              <mc:Fallback>
                <p:oleObj name="Equation" r:id="rId2" imgW="2998470" imgH="65087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124200"/>
                        <a:ext cx="4343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2" name="Object 10"/>
          <p:cNvGraphicFramePr>
            <a:graphicFrameLocks noChangeAspect="1"/>
          </p:cNvGraphicFramePr>
          <p:nvPr/>
        </p:nvGraphicFramePr>
        <p:xfrm>
          <a:off x="3619500" y="3136900"/>
          <a:ext cx="34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294640" progId="Equation.3">
                  <p:embed/>
                </p:oleObj>
              </mc:Choice>
              <mc:Fallback>
                <p:oleObj name="Equation" r:id="rId4" imgW="228600" imgH="294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3136900"/>
                        <a:ext cx="342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3" name="Object 11"/>
          <p:cNvGraphicFramePr>
            <a:graphicFrameLocks noChangeAspect="1"/>
          </p:cNvGraphicFramePr>
          <p:nvPr/>
        </p:nvGraphicFramePr>
        <p:xfrm>
          <a:off x="2667000" y="4178300"/>
          <a:ext cx="3213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15515" imgH="369570" progId="Equation.3">
                  <p:embed/>
                </p:oleObj>
              </mc:Choice>
              <mc:Fallback>
                <p:oleObj name="Equation" r:id="rId6" imgW="2215515" imgH="36957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178300"/>
                        <a:ext cx="3213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24" name="Text Box 12"/>
          <p:cNvSpPr txBox="1">
            <a:spLocks noChangeArrowheads="1"/>
          </p:cNvSpPr>
          <p:nvPr/>
        </p:nvSpPr>
        <p:spPr bwMode="auto">
          <a:xfrm>
            <a:off x="2133600" y="4852988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又点 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在球面上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</a:p>
        </p:txBody>
      </p:sp>
      <p:graphicFrame>
        <p:nvGraphicFramePr>
          <p:cNvPr id="141325" name="Object 13"/>
          <p:cNvGraphicFramePr>
            <a:graphicFrameLocks noChangeAspect="1"/>
          </p:cNvGraphicFramePr>
          <p:nvPr/>
        </p:nvGraphicFramePr>
        <p:xfrm>
          <a:off x="5029200" y="4648200"/>
          <a:ext cx="3517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26970" imgH="637540" progId="Equation.3">
                  <p:embed/>
                </p:oleObj>
              </mc:Choice>
              <mc:Fallback>
                <p:oleObj name="Equation" r:id="rId8" imgW="2426970" imgH="6375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648200"/>
                        <a:ext cx="3517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26" name="Text Box 14"/>
          <p:cNvSpPr txBox="1">
            <a:spLocks noChangeArrowheads="1"/>
          </p:cNvSpPr>
          <p:nvPr/>
        </p:nvSpPr>
        <p:spPr bwMode="auto">
          <a:xfrm>
            <a:off x="2133600" y="56388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于是有</a:t>
            </a:r>
          </a:p>
        </p:txBody>
      </p:sp>
      <p:graphicFrame>
        <p:nvGraphicFramePr>
          <p:cNvPr id="141327" name="Object 15"/>
          <p:cNvGraphicFramePr>
            <a:graphicFrameLocks noChangeAspect="1"/>
          </p:cNvGraphicFramePr>
          <p:nvPr/>
        </p:nvGraphicFramePr>
        <p:xfrm>
          <a:off x="3657600" y="5715000"/>
          <a:ext cx="2006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6045" imgH="294640" progId="Equation.3">
                  <p:embed/>
                </p:oleObj>
              </mc:Choice>
              <mc:Fallback>
                <p:oleObj name="Equation" r:id="rId10" imgW="1376045" imgH="294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715000"/>
                        <a:ext cx="2006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30" name="Object 18"/>
          <p:cNvGraphicFramePr>
            <a:graphicFrameLocks noChangeAspect="1"/>
          </p:cNvGraphicFramePr>
          <p:nvPr/>
        </p:nvGraphicFramePr>
        <p:xfrm>
          <a:off x="5562600" y="5410200"/>
          <a:ext cx="1041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12470" imgH="650875" progId="Equation.3">
                  <p:embed/>
                </p:oleObj>
              </mc:Choice>
              <mc:Fallback>
                <p:oleObj name="Equation" r:id="rId12" imgW="712470" imgH="65087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5410200"/>
                        <a:ext cx="1041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7"/>
          <p:cNvGrpSpPr/>
          <p:nvPr/>
        </p:nvGrpSpPr>
        <p:grpSpPr bwMode="auto">
          <a:xfrm>
            <a:off x="3175000" y="2017713"/>
            <a:ext cx="3606800" cy="444500"/>
            <a:chOff x="720" y="1304"/>
            <a:chExt cx="2272" cy="280"/>
          </a:xfrm>
        </p:grpSpPr>
        <p:graphicFrame>
          <p:nvGraphicFramePr>
            <p:cNvPr id="35874" name="Object 28"/>
            <p:cNvGraphicFramePr>
              <a:graphicFrameLocks noChangeAspect="1"/>
            </p:cNvGraphicFramePr>
            <p:nvPr/>
          </p:nvGraphicFramePr>
          <p:xfrm>
            <a:off x="720" y="1304"/>
            <a:ext cx="227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484120" imgH="294640" progId="Equation.3">
                    <p:embed/>
                  </p:oleObj>
                </mc:Choice>
                <mc:Fallback>
                  <p:oleObj name="Equation" r:id="rId14" imgW="2484120" imgH="29464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biLevel thresh="50000"/>
                          <a:grayscl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304"/>
                          <a:ext cx="227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5" name="Line 29"/>
            <p:cNvSpPr>
              <a:spLocks noChangeShapeType="1"/>
            </p:cNvSpPr>
            <p:nvPr/>
          </p:nvSpPr>
          <p:spPr bwMode="auto">
            <a:xfrm>
              <a:off x="720" y="1319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30"/>
          <p:cNvGrpSpPr/>
          <p:nvPr/>
        </p:nvGrpSpPr>
        <p:grpSpPr bwMode="auto">
          <a:xfrm>
            <a:off x="7086600" y="2057400"/>
            <a:ext cx="2514600" cy="444500"/>
            <a:chOff x="3216" y="1337"/>
            <a:chExt cx="1584" cy="280"/>
          </a:xfrm>
        </p:grpSpPr>
        <p:graphicFrame>
          <p:nvGraphicFramePr>
            <p:cNvPr id="35872" name="Object 31"/>
            <p:cNvGraphicFramePr>
              <a:graphicFrameLocks noChangeAspect="1"/>
            </p:cNvGraphicFramePr>
            <p:nvPr/>
          </p:nvGraphicFramePr>
          <p:xfrm>
            <a:off x="3232" y="1337"/>
            <a:ext cx="156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14500" imgH="294640" progId="Equation.3">
                    <p:embed/>
                  </p:oleObj>
                </mc:Choice>
                <mc:Fallback>
                  <p:oleObj name="Equation" r:id="rId16" imgW="1714500" imgH="29464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2" y="1337"/>
                          <a:ext cx="1568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3" name="Line 32"/>
            <p:cNvSpPr>
              <a:spLocks noChangeShapeType="1"/>
            </p:cNvSpPr>
            <p:nvPr/>
          </p:nvSpPr>
          <p:spPr bwMode="auto">
            <a:xfrm>
              <a:off x="3216" y="1344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33"/>
          <p:cNvGrpSpPr/>
          <p:nvPr/>
        </p:nvGrpSpPr>
        <p:grpSpPr bwMode="auto">
          <a:xfrm>
            <a:off x="5791200" y="2679700"/>
            <a:ext cx="990600" cy="444500"/>
            <a:chOff x="3840" y="1668"/>
            <a:chExt cx="624" cy="280"/>
          </a:xfrm>
        </p:grpSpPr>
        <p:graphicFrame>
          <p:nvGraphicFramePr>
            <p:cNvPr id="35869" name="Object 34"/>
            <p:cNvGraphicFramePr>
              <a:graphicFrameLocks noChangeAspect="1"/>
            </p:cNvGraphicFramePr>
            <p:nvPr/>
          </p:nvGraphicFramePr>
          <p:xfrm>
            <a:off x="3844" y="1668"/>
            <a:ext cx="62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63575" imgH="294640" progId="Equation.3">
                    <p:embed/>
                  </p:oleObj>
                </mc:Choice>
                <mc:Fallback>
                  <p:oleObj name="Equation" r:id="rId18" imgW="663575" imgH="29464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4" y="1668"/>
                          <a:ext cx="620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0" name="Line 35"/>
            <p:cNvSpPr>
              <a:spLocks noChangeShapeType="1"/>
            </p:cNvSpPr>
            <p:nvPr/>
          </p:nvSpPr>
          <p:spPr bwMode="auto">
            <a:xfrm>
              <a:off x="3840" y="1680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1" name="Line 36"/>
            <p:cNvSpPr>
              <a:spLocks noChangeShapeType="1"/>
            </p:cNvSpPr>
            <p:nvPr/>
          </p:nvSpPr>
          <p:spPr bwMode="auto">
            <a:xfrm>
              <a:off x="4246" y="1680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1349" name="Text Box 37"/>
          <p:cNvSpPr txBox="1">
            <a:spLocks noChangeArrowheads="1"/>
          </p:cNvSpPr>
          <p:nvPr/>
        </p:nvSpPr>
        <p:spPr bwMode="auto">
          <a:xfrm>
            <a:off x="6724650" y="2608263"/>
            <a:ext cx="1428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因此有</a:t>
            </a:r>
          </a:p>
        </p:txBody>
      </p:sp>
      <p:graphicFrame>
        <p:nvGraphicFramePr>
          <p:cNvPr id="141350" name="Object 38"/>
          <p:cNvGraphicFramePr>
            <a:graphicFrameLocks noChangeAspect="1"/>
          </p:cNvGraphicFramePr>
          <p:nvPr/>
        </p:nvGraphicFramePr>
        <p:xfrm>
          <a:off x="4254500" y="3581400"/>
          <a:ext cx="1936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6525" imgH="201930" progId="Equation.3">
                  <p:embed/>
                </p:oleObj>
              </mc:Choice>
              <mc:Fallback>
                <p:oleObj name="Equation" r:id="rId20" imgW="136525" imgH="20193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3581400"/>
                        <a:ext cx="1936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51" name="Object 39"/>
          <p:cNvGraphicFramePr>
            <a:graphicFrameLocks noChangeAspect="1"/>
          </p:cNvGraphicFramePr>
          <p:nvPr/>
        </p:nvGraphicFramePr>
        <p:xfrm>
          <a:off x="5473700" y="3136900"/>
          <a:ext cx="368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1935" imgH="294640" progId="Equation.3">
                  <p:embed/>
                </p:oleObj>
              </mc:Choice>
              <mc:Fallback>
                <p:oleObj name="Equation" r:id="rId22" imgW="241935" imgH="29464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3136900"/>
                        <a:ext cx="368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52" name="Object 40"/>
          <p:cNvGraphicFramePr>
            <a:graphicFrameLocks noChangeAspect="1"/>
          </p:cNvGraphicFramePr>
          <p:nvPr/>
        </p:nvGraphicFramePr>
        <p:xfrm>
          <a:off x="5749925" y="3613150"/>
          <a:ext cx="1936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6525" imgH="201930" progId="Equation.3">
                  <p:embed/>
                </p:oleObj>
              </mc:Choice>
              <mc:Fallback>
                <p:oleObj name="Equation" r:id="rId24" imgW="136525" imgH="20193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925" y="3613150"/>
                        <a:ext cx="1936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53" name="Object 41"/>
          <p:cNvGraphicFramePr>
            <a:graphicFrameLocks noChangeAspect="1"/>
          </p:cNvGraphicFramePr>
          <p:nvPr/>
        </p:nvGraphicFramePr>
        <p:xfrm>
          <a:off x="7353300" y="3136900"/>
          <a:ext cx="34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28600" imgH="294640" progId="Equation.3">
                  <p:embed/>
                </p:oleObj>
              </mc:Choice>
              <mc:Fallback>
                <p:oleObj name="Equation" r:id="rId26" imgW="228600" imgH="29464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36900"/>
                        <a:ext cx="342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54" name="Object 42"/>
          <p:cNvGraphicFramePr>
            <a:graphicFrameLocks noChangeAspect="1"/>
          </p:cNvGraphicFramePr>
          <p:nvPr/>
        </p:nvGraphicFramePr>
        <p:xfrm>
          <a:off x="7315200" y="3581400"/>
          <a:ext cx="1936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6525" imgH="201930" progId="Equation.3">
                  <p:embed/>
                </p:oleObj>
              </mc:Choice>
              <mc:Fallback>
                <p:oleObj name="Equation" r:id="rId28" imgW="136525" imgH="20193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581400"/>
                        <a:ext cx="1936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18"/>
          <p:cNvGrpSpPr/>
          <p:nvPr/>
        </p:nvGrpSpPr>
        <p:grpSpPr bwMode="auto">
          <a:xfrm>
            <a:off x="25630" y="260648"/>
            <a:ext cx="12007850" cy="551903"/>
            <a:chOff x="2057400" y="224385"/>
            <a:chExt cx="12007850" cy="551903"/>
          </a:xfrm>
        </p:grpSpPr>
        <p:sp>
          <p:nvSpPr>
            <p:cNvPr id="37" name="Rectangle 2"/>
            <p:cNvSpPr>
              <a:spLocks noChangeArrowheads="1"/>
            </p:cNvSpPr>
            <p:nvPr/>
          </p:nvSpPr>
          <p:spPr bwMode="auto">
            <a:xfrm>
              <a:off x="2057400" y="228600"/>
              <a:ext cx="4038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ea typeface="楷体_GB2312"/>
                  <a:cs typeface="楷体_GB2312"/>
                </a:rPr>
                <a:t>例</a:t>
              </a:r>
              <a:r>
                <a:rPr lang="en-US" altLang="zh-CN" sz="2800" b="1" dirty="0">
                  <a:solidFill>
                    <a:srgbClr val="000000"/>
                  </a:solidFill>
                  <a:ea typeface="楷体_GB2312"/>
                  <a:cs typeface="楷体_GB2312"/>
                </a:rPr>
                <a:t>3. </a:t>
              </a:r>
              <a:r>
                <a:rPr lang="zh-CN" altLang="en-US" sz="2800" dirty="0">
                  <a:solidFill>
                    <a:srgbClr val="000000"/>
                  </a:solidFill>
                  <a:ea typeface="楷体_GB2312"/>
                  <a:cs typeface="楷体_GB2312"/>
                </a:rPr>
                <a:t>确定正数</a:t>
              </a:r>
              <a:r>
                <a:rPr lang="zh-CN" altLang="en-US" sz="2800" i="1" dirty="0">
                  <a:solidFill>
                    <a:srgbClr val="000000"/>
                  </a:solidFill>
                  <a:ea typeface="楷体_GB2312"/>
                  <a:cs typeface="楷体_GB2312"/>
                  <a:sym typeface="Symbol" panose="05050102010706020507" pitchFamily="18" charset="2"/>
                </a:rPr>
                <a:t></a:t>
              </a:r>
              <a:r>
                <a:rPr lang="zh-CN" altLang="en-US" sz="2800" dirty="0">
                  <a:solidFill>
                    <a:srgbClr val="000000"/>
                  </a:solidFill>
                  <a:ea typeface="楷体_GB2312"/>
                  <a:cs typeface="楷体_GB2312"/>
                  <a:sym typeface="Symbol" panose="05050102010706020507" pitchFamily="18" charset="2"/>
                </a:rPr>
                <a:t> </a:t>
              </a:r>
              <a:r>
                <a:rPr lang="zh-CN" altLang="en-US" sz="2800" dirty="0">
                  <a:solidFill>
                    <a:srgbClr val="000000"/>
                  </a:solidFill>
                  <a:ea typeface="楷体_GB2312"/>
                  <a:cs typeface="楷体_GB2312"/>
                </a:rPr>
                <a:t>使曲面</a:t>
              </a:r>
            </a:p>
          </p:txBody>
        </p:sp>
        <p:graphicFrame>
          <p:nvGraphicFramePr>
            <p:cNvPr id="38" name="Object 3"/>
            <p:cNvGraphicFramePr>
              <a:graphicFrameLocks noChangeAspect="1"/>
            </p:cNvGraphicFramePr>
            <p:nvPr/>
          </p:nvGraphicFramePr>
          <p:xfrm>
            <a:off x="5791200" y="444500"/>
            <a:ext cx="13335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914400" imgH="210820" progId="Equation.3">
                    <p:embed/>
                  </p:oleObj>
                </mc:Choice>
                <mc:Fallback>
                  <p:oleObj name="Equation" r:id="rId28" imgW="914400" imgH="21082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1200" y="444500"/>
                          <a:ext cx="133350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4"/>
            <p:cNvGraphicFramePr>
              <a:graphicFrameLocks noChangeAspect="1"/>
            </p:cNvGraphicFramePr>
            <p:nvPr/>
          </p:nvGraphicFramePr>
          <p:xfrm>
            <a:off x="8314928" y="242889"/>
            <a:ext cx="2016025" cy="533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24993600" imgH="5486400" progId="Equation.DSMT4">
                    <p:embed/>
                  </p:oleObj>
                </mc:Choice>
                <mc:Fallback>
                  <p:oleObj name="Equation" r:id="rId31" imgW="24993600" imgH="54864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biLevel thresh="50000"/>
                          <a:grayscl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14928" y="242889"/>
                          <a:ext cx="2016025" cy="533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Text Box 5"/>
            <p:cNvSpPr txBox="1">
              <a:spLocks noChangeArrowheads="1"/>
            </p:cNvSpPr>
            <p:nvPr/>
          </p:nvSpPr>
          <p:spPr bwMode="auto">
            <a:xfrm>
              <a:off x="10287000" y="228600"/>
              <a:ext cx="11430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在点</a:t>
              </a:r>
            </a:p>
          </p:txBody>
        </p:sp>
        <p:graphicFrame>
          <p:nvGraphicFramePr>
            <p:cNvPr id="41" name="Object 6"/>
            <p:cNvGraphicFramePr>
              <a:graphicFrameLocks noChangeAspect="1"/>
            </p:cNvGraphicFramePr>
            <p:nvPr/>
          </p:nvGraphicFramePr>
          <p:xfrm>
            <a:off x="11123041" y="298998"/>
            <a:ext cx="1614488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389380" imgH="294640" progId="Equation.3">
                    <p:embed/>
                  </p:oleObj>
                </mc:Choice>
                <mc:Fallback>
                  <p:oleObj name="Equation" r:id="rId28" imgW="1389380" imgH="2946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23041" y="298998"/>
                          <a:ext cx="1614488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Text Box 8"/>
            <p:cNvSpPr txBox="1">
              <a:spLocks noChangeArrowheads="1"/>
            </p:cNvSpPr>
            <p:nvPr/>
          </p:nvSpPr>
          <p:spPr bwMode="auto">
            <a:xfrm>
              <a:off x="12693650" y="224385"/>
              <a:ext cx="13716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相切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.</a:t>
              </a:r>
            </a:p>
          </p:txBody>
        </p:sp>
        <p:sp>
          <p:nvSpPr>
            <p:cNvPr id="43" name="Text Box 9"/>
            <p:cNvSpPr txBox="1">
              <a:spLocks noChangeArrowheads="1"/>
            </p:cNvSpPr>
            <p:nvPr/>
          </p:nvSpPr>
          <p:spPr bwMode="auto">
            <a:xfrm>
              <a:off x="7086600" y="228600"/>
              <a:ext cx="12509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与球面</a:t>
              </a: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1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9" grpId="0" autoUpdateAnimBg="0"/>
      <p:bldP spid="141320" grpId="0" autoUpdateAnimBg="0"/>
      <p:bldP spid="141324" grpId="0" autoUpdateAnimBg="0"/>
      <p:bldP spid="141326" grpId="0" autoUpdateAnimBg="0"/>
      <p:bldP spid="141349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79376" y="430213"/>
            <a:ext cx="10457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9999"/>
                </a:solidFill>
                <a:latin typeface="楷体_GB2312"/>
                <a:ea typeface="楷体_GB2312"/>
                <a:cs typeface="楷体_GB2312"/>
              </a:rPr>
              <a:t>思考</a:t>
            </a:r>
            <a:endParaRPr kumimoji="1" lang="en-US" altLang="zh-CN" sz="2400" b="1" dirty="0">
              <a:solidFill>
                <a:srgbClr val="009999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5158" y="407691"/>
            <a:ext cx="89633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若曲面方程由参数方程形式给出，试推导其上一点的切平面的方程和法线方程</a:t>
            </a:r>
            <a:r>
              <a:rPr lang="en-US" altLang="zh-CN" sz="2800" dirty="0">
                <a:solidFill>
                  <a:srgbClr val="000000"/>
                </a:solidFill>
                <a:ea typeface="楷体_GB2312"/>
                <a:cs typeface="楷体_GB2312"/>
              </a:rPr>
              <a:t>.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271464" y="1916832"/>
          <a:ext cx="2088232" cy="1949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0" imgH="17068800" progId="Equation.DSMT4">
                  <p:embed/>
                </p:oleObj>
              </mc:Choice>
              <mc:Fallback>
                <p:oleObj name="Equation" r:id="rId2" imgW="18288000" imgH="170688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71464" y="1916832"/>
                        <a:ext cx="2088232" cy="1949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211388" y="685800"/>
            <a:ext cx="472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ea typeface="楷体_GB2312"/>
                <a:cs typeface="楷体_GB2312"/>
              </a:rPr>
              <a:t>1. </a:t>
            </a:r>
            <a:r>
              <a:rPr lang="zh-CN" altLang="en-US" sz="2800" b="1">
                <a:solidFill>
                  <a:srgbClr val="000000"/>
                </a:solidFill>
                <a:ea typeface="楷体_GB2312"/>
                <a:cs typeface="楷体_GB2312"/>
              </a:rPr>
              <a:t>空间曲线的切线与法平面</a:t>
            </a:r>
            <a:r>
              <a:rPr lang="zh-CN" altLang="en-US" sz="2800">
                <a:solidFill>
                  <a:srgbClr val="000000"/>
                </a:solidFill>
                <a:ea typeface="楷体_GB2312"/>
                <a:cs typeface="楷体_GB2312"/>
              </a:rPr>
              <a:t> 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971452" y="4067745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切线方程</a:t>
            </a:r>
          </a:p>
        </p:txBody>
      </p:sp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3805014" y="3839145"/>
          <a:ext cx="433863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0350" imgH="637540" progId="Equation.3">
                  <p:embed/>
                </p:oleObj>
              </mc:Choice>
              <mc:Fallback>
                <p:oleObj name="Equation" r:id="rId3" imgW="2800350" imgH="6375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014" y="3839145"/>
                        <a:ext cx="433863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1971452" y="4982145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法平面方程</a:t>
            </a:r>
          </a:p>
        </p:txBody>
      </p:sp>
      <p:graphicFrame>
        <p:nvGraphicFramePr>
          <p:cNvPr id="18443" name="Object 11"/>
          <p:cNvGraphicFramePr>
            <a:graphicFrameLocks noChangeAspect="1"/>
          </p:cNvGraphicFramePr>
          <p:nvPr/>
        </p:nvGraphicFramePr>
        <p:xfrm>
          <a:off x="2215927" y="5667945"/>
          <a:ext cx="213201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71600" imgH="294640" progId="Equation.3">
                  <p:embed/>
                </p:oleObj>
              </mc:Choice>
              <mc:Fallback>
                <p:oleObj name="Equation" r:id="rId5" imgW="1371600" imgH="294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5927" y="5667945"/>
                        <a:ext cx="2132012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191344" y="1696266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1) </a:t>
            </a:r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参数式情况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graphicFrame>
        <p:nvGraphicFramePr>
          <p:cNvPr id="18447" name="Object 15"/>
          <p:cNvGraphicFramePr>
            <a:graphicFrameLocks noChangeAspect="1"/>
          </p:cNvGraphicFramePr>
          <p:nvPr/>
        </p:nvGraphicFramePr>
        <p:xfrm>
          <a:off x="5159896" y="1335658"/>
          <a:ext cx="2112963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62710" imgH="901065" progId="Equation.3">
                  <p:embed/>
                </p:oleObj>
              </mc:Choice>
              <mc:Fallback>
                <p:oleObj name="Equation" r:id="rId7" imgW="1362710" imgH="90106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96" y="1335658"/>
                        <a:ext cx="2112963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2797696" y="1692845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空间光滑曲线</a:t>
            </a:r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2047652" y="3000945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切向量</a:t>
            </a:r>
          </a:p>
        </p:txBody>
      </p:sp>
      <p:sp>
        <p:nvSpPr>
          <p:cNvPr id="36875" name="Rectangle 29"/>
          <p:cNvSpPr>
            <a:spLocks noGrp="1" noChangeArrowheads="1"/>
          </p:cNvSpPr>
          <p:nvPr>
            <p:ph type="title"/>
          </p:nvPr>
        </p:nvSpPr>
        <p:spPr>
          <a:xfrm>
            <a:off x="118586" y="259557"/>
            <a:ext cx="2057400" cy="609600"/>
          </a:xfrm>
          <a:noFill/>
          <a:ln w="38100" cmpd="dbl"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sz="3200" b="1">
                <a:latin typeface="楷体_GB2312"/>
                <a:ea typeface="楷体_GB2312"/>
                <a:cs typeface="楷体_GB2312"/>
              </a:rPr>
              <a:t>内容小结</a:t>
            </a:r>
          </a:p>
        </p:txBody>
      </p:sp>
      <p:graphicFrame>
        <p:nvGraphicFramePr>
          <p:cNvPr id="18462" name="Object 30"/>
          <p:cNvGraphicFramePr>
            <a:graphicFrameLocks noChangeAspect="1"/>
          </p:cNvGraphicFramePr>
          <p:nvPr/>
        </p:nvGraphicFramePr>
        <p:xfrm>
          <a:off x="3938364" y="4421758"/>
          <a:ext cx="92392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84835" imgH="294640" progId="Equation.3">
                  <p:embed/>
                </p:oleObj>
              </mc:Choice>
              <mc:Fallback>
                <p:oleObj name="Equation" r:id="rId9" imgW="584835" imgH="29464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8364" y="4421758"/>
                        <a:ext cx="92392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3" name="Object 31"/>
          <p:cNvGraphicFramePr>
            <a:graphicFrameLocks noChangeAspect="1"/>
          </p:cNvGraphicFramePr>
          <p:nvPr/>
        </p:nvGraphicFramePr>
        <p:xfrm>
          <a:off x="5446489" y="4431283"/>
          <a:ext cx="1020763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50875" imgH="294640" progId="Equation.3">
                  <p:embed/>
                </p:oleObj>
              </mc:Choice>
              <mc:Fallback>
                <p:oleObj name="Equation" r:id="rId11" imgW="650875" imgH="29464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6489" y="4431283"/>
                        <a:ext cx="1020763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4" name="Object 32"/>
          <p:cNvGraphicFramePr>
            <a:graphicFrameLocks noChangeAspect="1"/>
          </p:cNvGraphicFramePr>
          <p:nvPr/>
        </p:nvGraphicFramePr>
        <p:xfrm>
          <a:off x="7046689" y="4429695"/>
          <a:ext cx="10207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50875" imgH="294640" progId="Equation.3">
                  <p:embed/>
                </p:oleObj>
              </mc:Choice>
              <mc:Fallback>
                <p:oleObj name="Equation" r:id="rId13" imgW="650875" imgH="2946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689" y="4429695"/>
                        <a:ext cx="102076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5" name="Object 33"/>
          <p:cNvGraphicFramePr>
            <a:graphicFrameLocks noChangeAspect="1"/>
          </p:cNvGraphicFramePr>
          <p:nvPr/>
        </p:nvGraphicFramePr>
        <p:xfrm>
          <a:off x="4349527" y="5667945"/>
          <a:ext cx="262731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87830" imgH="294640" progId="Equation.3">
                  <p:embed/>
                </p:oleObj>
              </mc:Choice>
              <mc:Fallback>
                <p:oleObj name="Equation" r:id="rId15" imgW="1687830" imgH="29464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527" y="5667945"/>
                        <a:ext cx="2627312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6" name="Object 34"/>
          <p:cNvGraphicFramePr>
            <a:graphicFrameLocks noChangeAspect="1"/>
          </p:cNvGraphicFramePr>
          <p:nvPr/>
        </p:nvGraphicFramePr>
        <p:xfrm>
          <a:off x="7038752" y="5667945"/>
          <a:ext cx="30861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82470" imgH="294640" progId="Equation.3">
                  <p:embed/>
                </p:oleObj>
              </mc:Choice>
              <mc:Fallback>
                <p:oleObj name="Equation" r:id="rId17" imgW="1982470" imgH="29464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752" y="5667945"/>
                        <a:ext cx="308610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45"/>
          <p:cNvGrpSpPr/>
          <p:nvPr/>
        </p:nvGrpSpPr>
        <p:grpSpPr bwMode="auto">
          <a:xfrm>
            <a:off x="3647752" y="3018408"/>
            <a:ext cx="3414713" cy="498475"/>
            <a:chOff x="1578" y="1824"/>
            <a:chExt cx="2151" cy="314"/>
          </a:xfrm>
        </p:grpSpPr>
        <p:graphicFrame>
          <p:nvGraphicFramePr>
            <p:cNvPr id="36882" name="Object 22"/>
            <p:cNvGraphicFramePr>
              <a:graphicFrameLocks noChangeAspect="1"/>
            </p:cNvGraphicFramePr>
            <p:nvPr/>
          </p:nvGraphicFramePr>
          <p:xfrm>
            <a:off x="1578" y="1826"/>
            <a:ext cx="215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9319200" imgH="5486400" progId="Equation.DSMT4">
                    <p:embed/>
                  </p:oleObj>
                </mc:Choice>
                <mc:Fallback>
                  <p:oleObj name="Equation" r:id="rId19" imgW="39319200" imgH="54864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8" y="1826"/>
                          <a:ext cx="215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3" name="Line 43"/>
            <p:cNvSpPr>
              <a:spLocks noChangeShapeType="1"/>
            </p:cNvSpPr>
            <p:nvPr/>
          </p:nvSpPr>
          <p:spPr bwMode="auto">
            <a:xfrm>
              <a:off x="1591" y="1824"/>
              <a:ext cx="18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utoUpdateAnimBg="0"/>
      <p:bldP spid="18436" grpId="0" autoUpdateAnimBg="0"/>
      <p:bldP spid="18440" grpId="0" autoUpdateAnimBg="0"/>
      <p:bldP spid="18444" grpId="0" autoUpdateAnimBg="0"/>
      <p:bldP spid="18448" grpId="0" autoUpdateAnimBg="0"/>
      <p:bldP spid="18449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159267" y="3014400"/>
            <a:ext cx="1814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切线方程</a:t>
            </a: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144979" y="4703500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法平面方程</a:t>
            </a:r>
          </a:p>
        </p:txBody>
      </p:sp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1875354" y="2817550"/>
          <a:ext cx="6499225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88180" imgH="1006475" progId="Equation.3">
                  <p:embed/>
                </p:oleObj>
              </mc:Choice>
              <mc:Fallback>
                <p:oleObj name="Equation" r:id="rId2" imgW="4488180" imgH="100647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354" y="2817550"/>
                        <a:ext cx="6499225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2797696" y="450850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空间光滑曲线</a:t>
            </a:r>
          </a:p>
        </p:txBody>
      </p:sp>
      <p:graphicFrame>
        <p:nvGraphicFramePr>
          <p:cNvPr id="25613" name="Object 13"/>
          <p:cNvGraphicFramePr>
            <a:graphicFrameLocks noChangeAspect="1"/>
          </p:cNvGraphicFramePr>
          <p:nvPr/>
        </p:nvGraphicFramePr>
        <p:xfrm>
          <a:off x="5159896" y="317500"/>
          <a:ext cx="2959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5175" imgH="637540" progId="Equation.3">
                  <p:embed/>
                </p:oleObj>
              </mc:Choice>
              <mc:Fallback>
                <p:oleObj name="Equation" r:id="rId4" imgW="2035175" imgH="6375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96" y="317500"/>
                        <a:ext cx="2959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16"/>
          <p:cNvGraphicFramePr>
            <a:graphicFrameLocks noChangeAspect="1"/>
          </p:cNvGraphicFramePr>
          <p:nvPr/>
        </p:nvGraphicFramePr>
        <p:xfrm>
          <a:off x="2126179" y="4474900"/>
          <a:ext cx="17399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1260" imgH="685800" progId="Equation.3">
                  <p:embed/>
                </p:oleObj>
              </mc:Choice>
              <mc:Fallback>
                <p:oleObj name="Equation" r:id="rId6" imgW="1191260" imgH="685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179" y="4474900"/>
                        <a:ext cx="17399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8" name="Text Box 18"/>
          <p:cNvSpPr txBox="1">
            <a:spLocks noChangeArrowheads="1"/>
          </p:cNvSpPr>
          <p:nvPr/>
        </p:nvSpPr>
        <p:spPr bwMode="auto">
          <a:xfrm>
            <a:off x="144979" y="17952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切向量</a:t>
            </a:r>
          </a:p>
        </p:txBody>
      </p:sp>
      <p:sp>
        <p:nvSpPr>
          <p:cNvPr id="38921" name="Rectangle 24"/>
          <p:cNvSpPr>
            <a:spLocks noGrp="1" noChangeArrowheads="1"/>
          </p:cNvSpPr>
          <p:nvPr>
            <p:ph type="title"/>
          </p:nvPr>
        </p:nvSpPr>
        <p:spPr>
          <a:xfrm>
            <a:off x="119336" y="474663"/>
            <a:ext cx="3124200" cy="533400"/>
          </a:xfrm>
        </p:spPr>
        <p:txBody>
          <a:bodyPr/>
          <a:lstStyle/>
          <a:p>
            <a:pPr algn="l" eaLnBrk="1" hangingPunct="1"/>
            <a:r>
              <a:rPr lang="en-US" altLang="zh-CN" sz="2800" dirty="0">
                <a:solidFill>
                  <a:schemeClr val="tx1"/>
                </a:solidFill>
                <a:ea typeface="楷体_GB2312"/>
                <a:cs typeface="楷体_GB2312"/>
              </a:rPr>
              <a:t>2) </a:t>
            </a:r>
            <a:r>
              <a:rPr lang="zh-CN" altLang="en-US" sz="2800" b="1" dirty="0">
                <a:solidFill>
                  <a:srgbClr val="0033CC"/>
                </a:solidFill>
                <a:ea typeface="楷体_GB2312"/>
                <a:cs typeface="楷体_GB2312"/>
              </a:rPr>
              <a:t>一般式情况</a:t>
            </a:r>
            <a:r>
              <a:rPr lang="en-US" altLang="zh-CN" sz="2800" dirty="0">
                <a:solidFill>
                  <a:schemeClr val="tx1"/>
                </a:solidFill>
                <a:ea typeface="楷体_GB2312"/>
                <a:cs typeface="楷体_GB2312"/>
              </a:rPr>
              <a:t>.</a:t>
            </a:r>
          </a:p>
        </p:txBody>
      </p:sp>
      <p:graphicFrame>
        <p:nvGraphicFramePr>
          <p:cNvPr id="25626" name="Object 26"/>
          <p:cNvGraphicFramePr>
            <a:graphicFrameLocks noChangeAspect="1"/>
          </p:cNvGraphicFramePr>
          <p:nvPr/>
        </p:nvGraphicFramePr>
        <p:xfrm>
          <a:off x="2678629" y="1642800"/>
          <a:ext cx="1765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13485" imgH="650875" progId="Equation.3">
                  <p:embed/>
                </p:oleObj>
              </mc:Choice>
              <mc:Fallback>
                <p:oleObj name="Equation" r:id="rId8" imgW="1213485" imgH="65087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629" y="1642800"/>
                        <a:ext cx="1765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7" name="Object 27"/>
          <p:cNvGraphicFramePr>
            <a:graphicFrameLocks noChangeAspect="1"/>
          </p:cNvGraphicFramePr>
          <p:nvPr/>
        </p:nvGraphicFramePr>
        <p:xfrm>
          <a:off x="4488379" y="1690425"/>
          <a:ext cx="1765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13485" imgH="650875" progId="Equation.3">
                  <p:embed/>
                </p:oleObj>
              </mc:Choice>
              <mc:Fallback>
                <p:oleObj name="Equation" r:id="rId10" imgW="1213485" imgH="65087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8379" y="1690425"/>
                        <a:ext cx="1765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8" name="Object 28"/>
          <p:cNvGraphicFramePr>
            <a:graphicFrameLocks noChangeAspect="1"/>
          </p:cNvGraphicFramePr>
          <p:nvPr/>
        </p:nvGraphicFramePr>
        <p:xfrm>
          <a:off x="6323529" y="1690425"/>
          <a:ext cx="1676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51890" imgH="650875" progId="Equation.3">
                  <p:embed/>
                </p:oleObj>
              </mc:Choice>
              <mc:Fallback>
                <p:oleObj name="Equation" r:id="rId12" imgW="1151890" imgH="650875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529" y="1690425"/>
                        <a:ext cx="1676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9" name="Object 29"/>
          <p:cNvGraphicFramePr>
            <a:graphicFrameLocks noChangeAspect="1"/>
          </p:cNvGraphicFramePr>
          <p:nvPr/>
        </p:nvGraphicFramePr>
        <p:xfrm>
          <a:off x="7764979" y="1703125"/>
          <a:ext cx="3159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0820" imgH="637540" progId="Equation.3">
                  <p:embed/>
                </p:oleObj>
              </mc:Choice>
              <mc:Fallback>
                <p:oleObj name="Equation" r:id="rId14" imgW="210820" imgH="6375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4979" y="1703125"/>
                        <a:ext cx="3159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0" name="Object 30"/>
          <p:cNvGraphicFramePr>
            <a:graphicFrameLocks noChangeAspect="1"/>
          </p:cNvGraphicFramePr>
          <p:nvPr/>
        </p:nvGraphicFramePr>
        <p:xfrm>
          <a:off x="3813692" y="4779700"/>
          <a:ext cx="1168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95655" imgH="294640" progId="Equation.3">
                  <p:embed/>
                </p:oleObj>
              </mc:Choice>
              <mc:Fallback>
                <p:oleObj name="Equation" r:id="rId16" imgW="795655" imgH="29464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692" y="4779700"/>
                        <a:ext cx="1168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1" name="Object 31"/>
          <p:cNvGraphicFramePr>
            <a:graphicFrameLocks noChangeAspect="1"/>
          </p:cNvGraphicFramePr>
          <p:nvPr/>
        </p:nvGraphicFramePr>
        <p:xfrm>
          <a:off x="4994792" y="4474900"/>
          <a:ext cx="1892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96670" imgH="685800" progId="Equation.3">
                  <p:embed/>
                </p:oleObj>
              </mc:Choice>
              <mc:Fallback>
                <p:oleObj name="Equation" r:id="rId18" imgW="1296670" imgH="6858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4792" y="4474900"/>
                        <a:ext cx="18923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2" name="Object 32"/>
          <p:cNvGraphicFramePr>
            <a:graphicFrameLocks noChangeAspect="1"/>
          </p:cNvGraphicFramePr>
          <p:nvPr/>
        </p:nvGraphicFramePr>
        <p:xfrm>
          <a:off x="6734692" y="4792400"/>
          <a:ext cx="1219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35025" imgH="294640" progId="Equation.3">
                  <p:embed/>
                </p:oleObj>
              </mc:Choice>
              <mc:Fallback>
                <p:oleObj name="Equation" r:id="rId20" imgW="835025" imgH="2946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4692" y="4792400"/>
                        <a:ext cx="1219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3" name="Object 33"/>
          <p:cNvGraphicFramePr>
            <a:graphicFrameLocks noChangeAspect="1"/>
          </p:cNvGraphicFramePr>
          <p:nvPr/>
        </p:nvGraphicFramePr>
        <p:xfrm>
          <a:off x="8040461" y="4534622"/>
          <a:ext cx="19177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18895" imgH="685800" progId="Equation.3">
                  <p:embed/>
                </p:oleObj>
              </mc:Choice>
              <mc:Fallback>
                <p:oleObj name="Equation" r:id="rId22" imgW="1318895" imgH="6858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461" y="4534622"/>
                        <a:ext cx="19177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4" name="Object 34"/>
          <p:cNvGraphicFramePr>
            <a:graphicFrameLocks noChangeAspect="1"/>
          </p:cNvGraphicFramePr>
          <p:nvPr/>
        </p:nvGraphicFramePr>
        <p:xfrm>
          <a:off x="9693792" y="4740806"/>
          <a:ext cx="1689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60780" imgH="294640" progId="Equation.3">
                  <p:embed/>
                </p:oleObj>
              </mc:Choice>
              <mc:Fallback>
                <p:oleObj name="Equation" r:id="rId24" imgW="1160780" imgH="29464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3792" y="4740806"/>
                        <a:ext cx="1689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44"/>
          <p:cNvGrpSpPr/>
          <p:nvPr/>
        </p:nvGrpSpPr>
        <p:grpSpPr bwMode="auto">
          <a:xfrm>
            <a:off x="1859479" y="1703125"/>
            <a:ext cx="876300" cy="939800"/>
            <a:chOff x="1488" y="941"/>
            <a:chExt cx="552" cy="592"/>
          </a:xfrm>
        </p:grpSpPr>
        <p:graphicFrame>
          <p:nvGraphicFramePr>
            <p:cNvPr id="38932" name="Object 21"/>
            <p:cNvGraphicFramePr>
              <a:graphicFrameLocks noChangeAspect="1"/>
            </p:cNvGraphicFramePr>
            <p:nvPr/>
          </p:nvGraphicFramePr>
          <p:xfrm>
            <a:off x="1488" y="941"/>
            <a:ext cx="552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598170" imgH="637540" progId="Equation.3">
                    <p:embed/>
                  </p:oleObj>
                </mc:Choice>
                <mc:Fallback>
                  <p:oleObj name="Equation" r:id="rId26" imgW="598170" imgH="63754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941"/>
                          <a:ext cx="552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3" name="Line 42"/>
            <p:cNvSpPr>
              <a:spLocks noChangeShapeType="1"/>
            </p:cNvSpPr>
            <p:nvPr/>
          </p:nvSpPr>
          <p:spPr bwMode="auto">
            <a:xfrm>
              <a:off x="1488" y="1056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 autoUpdateAnimBg="0"/>
      <p:bldP spid="25607" grpId="0" autoUpdateAnimBg="0"/>
      <p:bldP spid="25612" grpId="0" autoUpdateAnimBg="0"/>
      <p:bldP spid="25618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423592" y="977709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空间光滑曲面</a:t>
            </a:r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4792142" y="1090421"/>
          <a:ext cx="2400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2905" imgH="267970" progId="Equation.3">
                  <p:embed/>
                </p:oleObj>
              </mc:Choice>
              <mc:Fallback>
                <p:oleObj name="Equation" r:id="rId2" imgW="1652905" imgH="26797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142" y="1090421"/>
                        <a:ext cx="2400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8" name="Text Box 24"/>
          <p:cNvSpPr txBox="1">
            <a:spLocks noChangeArrowheads="1"/>
          </p:cNvSpPr>
          <p:nvPr/>
        </p:nvSpPr>
        <p:spPr bwMode="auto">
          <a:xfrm>
            <a:off x="7192442" y="971282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曲面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 在点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6650" name="Text Box 26"/>
          <p:cNvSpPr txBox="1">
            <a:spLocks noChangeArrowheads="1"/>
          </p:cNvSpPr>
          <p:nvPr/>
        </p:nvSpPr>
        <p:spPr bwMode="auto">
          <a:xfrm>
            <a:off x="38100" y="4337829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法线方程</a:t>
            </a:r>
          </a:p>
        </p:txBody>
      </p:sp>
      <p:graphicFrame>
        <p:nvGraphicFramePr>
          <p:cNvPr id="26653" name="Object 29"/>
          <p:cNvGraphicFramePr>
            <a:graphicFrameLocks noChangeAspect="1"/>
          </p:cNvGraphicFramePr>
          <p:nvPr/>
        </p:nvGraphicFramePr>
        <p:xfrm>
          <a:off x="1935163" y="4826681"/>
          <a:ext cx="2120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55420" imgH="650875" progId="Equation.3">
                  <p:embed/>
                </p:oleObj>
              </mc:Choice>
              <mc:Fallback>
                <p:oleObj name="Equation" r:id="rId4" imgW="1455420" imgH="650875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163" y="4826681"/>
                        <a:ext cx="2120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4" name="Object 30"/>
          <p:cNvGraphicFramePr>
            <a:graphicFrameLocks noChangeAspect="1"/>
          </p:cNvGraphicFramePr>
          <p:nvPr/>
        </p:nvGraphicFramePr>
        <p:xfrm>
          <a:off x="4151313" y="4826681"/>
          <a:ext cx="245586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9575" imgH="685800" progId="Equation.3">
                  <p:embed/>
                </p:oleObj>
              </mc:Choice>
              <mc:Fallback>
                <p:oleObj name="Equation" r:id="rId6" imgW="1679575" imgH="6858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4826681"/>
                        <a:ext cx="245586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5" name="Object 31"/>
          <p:cNvGraphicFramePr>
            <a:graphicFrameLocks noChangeAspect="1"/>
          </p:cNvGraphicFramePr>
          <p:nvPr/>
        </p:nvGraphicFramePr>
        <p:xfrm>
          <a:off x="6659563" y="4850494"/>
          <a:ext cx="2413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1795" imgH="650875" progId="Equation.3">
                  <p:embed/>
                </p:oleObj>
              </mc:Choice>
              <mc:Fallback>
                <p:oleObj name="Equation" r:id="rId8" imgW="1661795" imgH="650875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850494"/>
                        <a:ext cx="24130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6" name="Object 32"/>
          <p:cNvGraphicFramePr>
            <a:graphicFrameLocks noChangeAspect="1"/>
          </p:cNvGraphicFramePr>
          <p:nvPr/>
        </p:nvGraphicFramePr>
        <p:xfrm>
          <a:off x="407368" y="3490312"/>
          <a:ext cx="69056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773930" imgH="334010" progId="Equation.3">
                  <p:embed/>
                </p:oleObj>
              </mc:Choice>
              <mc:Fallback>
                <p:oleObj name="Equation" r:id="rId10" imgW="4773930" imgH="33401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68" y="3490312"/>
                        <a:ext cx="69056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7" name="Text Box 33"/>
          <p:cNvSpPr txBox="1">
            <a:spLocks noChangeArrowheads="1"/>
          </p:cNvSpPr>
          <p:nvPr/>
        </p:nvSpPr>
        <p:spPr bwMode="auto">
          <a:xfrm>
            <a:off x="249623" y="981076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1) </a:t>
            </a:r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隐式情况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sp>
        <p:nvSpPr>
          <p:cNvPr id="26660" name="Text Box 36"/>
          <p:cNvSpPr txBox="1">
            <a:spLocks noChangeArrowheads="1"/>
          </p:cNvSpPr>
          <p:nvPr/>
        </p:nvSpPr>
        <p:spPr bwMode="auto">
          <a:xfrm>
            <a:off x="867763" y="1891312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法向量</a:t>
            </a:r>
            <a:endParaRPr kumimoji="1"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26661" name="Object 37"/>
          <p:cNvGraphicFramePr>
            <a:graphicFrameLocks noChangeAspect="1"/>
          </p:cNvGraphicFramePr>
          <p:nvPr/>
        </p:nvGraphicFramePr>
        <p:xfrm>
          <a:off x="9264352" y="1015695"/>
          <a:ext cx="2019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89380" imgH="294640" progId="Equation.3">
                  <p:embed/>
                </p:oleObj>
              </mc:Choice>
              <mc:Fallback>
                <p:oleObj name="Equation" r:id="rId12" imgW="1389380" imgH="29464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4352" y="1015695"/>
                        <a:ext cx="2019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2" name="Object 38"/>
          <p:cNvGraphicFramePr>
            <a:graphicFrameLocks noChangeAspect="1"/>
          </p:cNvGraphicFramePr>
          <p:nvPr/>
        </p:nvGraphicFramePr>
        <p:xfrm>
          <a:off x="7408466" y="3515712"/>
          <a:ext cx="406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00350" imgH="294640" progId="Equation.3">
                  <p:embed/>
                </p:oleObj>
              </mc:Choice>
              <mc:Fallback>
                <p:oleObj name="Equation" r:id="rId14" imgW="2800350" imgH="29464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466" y="3515712"/>
                        <a:ext cx="4064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0" y="2831306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切平面方程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9951" name="Rectangle 40"/>
          <p:cNvSpPr>
            <a:spLocks noGrp="1" noChangeArrowheads="1"/>
          </p:cNvSpPr>
          <p:nvPr>
            <p:ph type="title"/>
          </p:nvPr>
        </p:nvSpPr>
        <p:spPr>
          <a:xfrm>
            <a:off x="228600" y="271463"/>
            <a:ext cx="4038600" cy="5334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ea typeface="楷体_GB2312"/>
                <a:cs typeface="楷体_GB2312"/>
              </a:rPr>
              <a:t>2. </a:t>
            </a:r>
            <a:r>
              <a:rPr lang="zh-CN" altLang="en-US" sz="2800" b="1" dirty="0">
                <a:ea typeface="楷体_GB2312"/>
                <a:cs typeface="楷体_GB2312"/>
              </a:rPr>
              <a:t>曲面的切平面与法线</a:t>
            </a:r>
          </a:p>
        </p:txBody>
      </p:sp>
      <p:grpSp>
        <p:nvGrpSpPr>
          <p:cNvPr id="9" name="Group 49"/>
          <p:cNvGrpSpPr/>
          <p:nvPr/>
        </p:nvGrpSpPr>
        <p:grpSpPr bwMode="auto">
          <a:xfrm>
            <a:off x="2840423" y="1887993"/>
            <a:ext cx="5620717" cy="596920"/>
            <a:chOff x="927" y="1432"/>
            <a:chExt cx="3351" cy="289"/>
          </a:xfrm>
        </p:grpSpPr>
        <p:graphicFrame>
          <p:nvGraphicFramePr>
            <p:cNvPr id="39953" name="Object 23"/>
            <p:cNvGraphicFramePr>
              <a:graphicFrameLocks noChangeAspect="1"/>
            </p:cNvGraphicFramePr>
            <p:nvPr/>
          </p:nvGraphicFramePr>
          <p:xfrm>
            <a:off x="944" y="1432"/>
            <a:ext cx="333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8884800" imgH="5791200" progId="Equation.DSMT4">
                    <p:embed/>
                  </p:oleObj>
                </mc:Choice>
                <mc:Fallback>
                  <p:oleObj name="Equation" r:id="rId16" imgW="68884800" imgH="57912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4" y="1432"/>
                          <a:ext cx="3334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4" name="Line 48"/>
            <p:cNvSpPr>
              <a:spLocks noChangeShapeType="1"/>
            </p:cNvSpPr>
            <p:nvPr/>
          </p:nvSpPr>
          <p:spPr bwMode="auto">
            <a:xfrm>
              <a:off x="927" y="1440"/>
              <a:ext cx="17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utoUpdateAnimBg="0"/>
      <p:bldP spid="26648" grpId="0" autoUpdateAnimBg="0"/>
      <p:bldP spid="26650" grpId="0" autoUpdateAnimBg="0"/>
      <p:bldP spid="26657" grpId="0" autoUpdateAnimBg="0"/>
      <p:bldP spid="26660" grpId="0" autoUpdateAnimBg="0"/>
      <p:bldP spid="2663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3"/>
          <p:cNvSpPr txBox="1">
            <a:spLocks noChangeArrowheads="1"/>
          </p:cNvSpPr>
          <p:nvPr/>
        </p:nvSpPr>
        <p:spPr bwMode="auto">
          <a:xfrm>
            <a:off x="2133600" y="297658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空间光滑曲面</a:t>
            </a:r>
          </a:p>
        </p:txBody>
      </p:sp>
      <p:graphicFrame>
        <p:nvGraphicFramePr>
          <p:cNvPr id="40963" name="Object 4"/>
          <p:cNvGraphicFramePr>
            <a:graphicFrameLocks noChangeAspect="1"/>
          </p:cNvGraphicFramePr>
          <p:nvPr/>
        </p:nvGraphicFramePr>
        <p:xfrm>
          <a:off x="4495800" y="426245"/>
          <a:ext cx="207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4305" imgH="267970" progId="Equation.3">
                  <p:embed/>
                </p:oleObj>
              </mc:Choice>
              <mc:Fallback>
                <p:oleObj name="Equation" r:id="rId2" imgW="1424305" imgH="26797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biLevel thresh="5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26245"/>
                        <a:ext cx="2070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/>
          <p:cNvGraphicFramePr>
            <a:graphicFrameLocks noChangeAspect="1"/>
          </p:cNvGraphicFramePr>
          <p:nvPr/>
        </p:nvGraphicFramePr>
        <p:xfrm>
          <a:off x="2469672" y="4275592"/>
          <a:ext cx="71596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49825" imgH="334010" progId="Equation.3">
                  <p:embed/>
                </p:oleObj>
              </mc:Choice>
              <mc:Fallback>
                <p:oleObj name="Equation" r:id="rId4" imgW="4949825" imgH="3340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672" y="4275592"/>
                        <a:ext cx="71596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44078" y="4251779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切平面方程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44078" y="5311858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法线方程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29712" name="Object 16"/>
          <p:cNvGraphicFramePr>
            <a:graphicFrameLocks noChangeAspect="1"/>
          </p:cNvGraphicFramePr>
          <p:nvPr/>
        </p:nvGraphicFramePr>
        <p:xfrm>
          <a:off x="2819030" y="5072177"/>
          <a:ext cx="48609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54070" imgH="685800" progId="Equation.3">
                  <p:embed/>
                </p:oleObj>
              </mc:Choice>
              <mc:Fallback>
                <p:oleObj name="Equation" r:id="rId6" imgW="3354070" imgH="685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030" y="5072177"/>
                        <a:ext cx="486092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8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5" name="Object 19"/>
          <p:cNvGraphicFramePr>
            <a:graphicFrameLocks noChangeAspect="1"/>
          </p:cNvGraphicFramePr>
          <p:nvPr/>
        </p:nvGraphicFramePr>
        <p:xfrm>
          <a:off x="2655530" y="1676400"/>
          <a:ext cx="750252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187315" imgH="791210" progId="Equation.3">
                  <p:embed/>
                </p:oleObj>
              </mc:Choice>
              <mc:Fallback>
                <p:oleObj name="Equation" r:id="rId8" imgW="5187315" imgH="79121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530" y="1676400"/>
                        <a:ext cx="7502525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Rectangle 21"/>
          <p:cNvSpPr>
            <a:spLocks noGrp="1" noChangeArrowheads="1"/>
          </p:cNvSpPr>
          <p:nvPr>
            <p:ph type="title"/>
          </p:nvPr>
        </p:nvSpPr>
        <p:spPr>
          <a:xfrm>
            <a:off x="152400" y="299245"/>
            <a:ext cx="2590800" cy="533400"/>
          </a:xfrm>
        </p:spPr>
        <p:txBody>
          <a:bodyPr/>
          <a:lstStyle/>
          <a:p>
            <a:pPr algn="l" eaLnBrk="1" hangingPunct="1"/>
            <a:r>
              <a:rPr lang="en-US" altLang="zh-CN" sz="2800">
                <a:solidFill>
                  <a:schemeClr val="tx1"/>
                </a:solidFill>
                <a:ea typeface="楷体_GB2312"/>
                <a:cs typeface="楷体_GB2312"/>
              </a:rPr>
              <a:t>2) </a:t>
            </a:r>
            <a:r>
              <a:rPr lang="zh-CN" altLang="en-US" sz="2800" b="1">
                <a:solidFill>
                  <a:srgbClr val="0033CC"/>
                </a:solidFill>
                <a:ea typeface="楷体_GB2312"/>
                <a:cs typeface="楷体_GB2312"/>
              </a:rPr>
              <a:t>显式情况</a:t>
            </a:r>
            <a:r>
              <a:rPr lang="en-US" altLang="zh-CN" sz="2800">
                <a:solidFill>
                  <a:schemeClr val="tx1"/>
                </a:solidFill>
                <a:ea typeface="楷体_GB2312"/>
                <a:cs typeface="楷体_GB2312"/>
              </a:rPr>
              <a:t>.</a:t>
            </a:r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>
            <a:off x="-76200" y="1806122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法线的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方向余弦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29720" name="Object 24"/>
          <p:cNvGraphicFramePr>
            <a:graphicFrameLocks noChangeAspect="1"/>
          </p:cNvGraphicFramePr>
          <p:nvPr/>
        </p:nvGraphicFramePr>
        <p:xfrm>
          <a:off x="4151784" y="2882107"/>
          <a:ext cx="34925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04745" imgH="742950" progId="Equation.3">
                  <p:embed/>
                </p:oleObj>
              </mc:Choice>
              <mc:Fallback>
                <p:oleObj name="Equation" r:id="rId10" imgW="2404745" imgH="74295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4" y="2882107"/>
                        <a:ext cx="34925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1" name="Text Box 25"/>
          <p:cNvSpPr txBox="1">
            <a:spLocks noChangeArrowheads="1"/>
          </p:cNvSpPr>
          <p:nvPr/>
        </p:nvSpPr>
        <p:spPr bwMode="auto">
          <a:xfrm>
            <a:off x="2133600" y="10048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法向量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7" name="Group 36"/>
          <p:cNvGrpSpPr/>
          <p:nvPr/>
        </p:nvGrpSpPr>
        <p:grpSpPr bwMode="auto">
          <a:xfrm>
            <a:off x="4267200" y="1066800"/>
            <a:ext cx="2540000" cy="495300"/>
            <a:chOff x="1728" y="672"/>
            <a:chExt cx="1600" cy="312"/>
          </a:xfrm>
        </p:grpSpPr>
        <p:graphicFrame>
          <p:nvGraphicFramePr>
            <p:cNvPr id="40974" name="Object 26"/>
            <p:cNvGraphicFramePr>
              <a:graphicFrameLocks noChangeAspect="1"/>
            </p:cNvGraphicFramePr>
            <p:nvPr/>
          </p:nvGraphicFramePr>
          <p:xfrm>
            <a:off x="1728" y="672"/>
            <a:ext cx="160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44980" imgH="334010" progId="Equation.3">
                    <p:embed/>
                  </p:oleObj>
                </mc:Choice>
                <mc:Fallback>
                  <p:oleObj name="Equation" r:id="rId12" imgW="1744980" imgH="33401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672"/>
                          <a:ext cx="160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5" name="Line 35"/>
            <p:cNvSpPr>
              <a:spLocks noChangeShapeType="1"/>
            </p:cNvSpPr>
            <p:nvPr/>
          </p:nvSpPr>
          <p:spPr bwMode="auto">
            <a:xfrm>
              <a:off x="1728" y="702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 autoUpdateAnimBg="0"/>
      <p:bldP spid="29705" grpId="0" autoUpdateAnimBg="0"/>
      <p:bldP spid="29719" grpId="0" autoUpdateAnimBg="0"/>
      <p:bldP spid="29721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60</TotalTime>
  <Words>1267</Words>
  <Application>Microsoft Office PowerPoint</Application>
  <PresentationFormat>宽屏</PresentationFormat>
  <Paragraphs>258</Paragraphs>
  <Slides>37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1" baseType="lpstr">
      <vt:lpstr>仿宋_GB2312</vt:lpstr>
      <vt:lpstr>黑体</vt:lpstr>
      <vt:lpstr>华文宋体</vt:lpstr>
      <vt:lpstr>楷体_GB2312</vt:lpstr>
      <vt:lpstr>宋体</vt:lpstr>
      <vt:lpstr>微软雅黑</vt:lpstr>
      <vt:lpstr>Arial</vt:lpstr>
      <vt:lpstr>Symbol</vt:lpstr>
      <vt:lpstr>Times New Roman</vt:lpstr>
      <vt:lpstr>1_默认设计模板</vt:lpstr>
      <vt:lpstr>Equation</vt:lpstr>
      <vt:lpstr>公式</vt:lpstr>
      <vt:lpstr>BMP 图像</vt:lpstr>
      <vt:lpstr>文档</vt:lpstr>
      <vt:lpstr>PowerPoint 演示文稿</vt:lpstr>
      <vt:lpstr>复习:  平面曲线的切线与法线</vt:lpstr>
      <vt:lpstr>一、空间曲线的切线与法平面</vt:lpstr>
      <vt:lpstr>1.  曲线方程为参数方程的情况</vt:lpstr>
      <vt:lpstr>PowerPoint 演示文稿</vt:lpstr>
      <vt:lpstr>PowerPoint 演示文稿</vt:lpstr>
      <vt:lpstr>PowerPoint 演示文稿</vt:lpstr>
      <vt:lpstr>例1.</vt:lpstr>
      <vt:lpstr>2. 曲线为一般式的情况</vt:lpstr>
      <vt:lpstr>PowerPoint 演示文稿</vt:lpstr>
      <vt:lpstr>法平面方程</vt:lpstr>
      <vt:lpstr>PowerPoint 演示文稿</vt:lpstr>
      <vt:lpstr>例2.  求曲线</vt:lpstr>
      <vt:lpstr>法平面方程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法向量的方向余弦：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内容小结</vt:lpstr>
      <vt:lpstr>2) 一般式情况.</vt:lpstr>
      <vt:lpstr>2. 曲面的切平面与法线</vt:lpstr>
      <vt:lpstr>2) 显式情况.</vt:lpstr>
    </vt:vector>
  </TitlesOfParts>
  <Company>北京邮电大学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公开课</dc:title>
  <dc:creator>石霞</dc:creator>
  <cp:lastModifiedBy>玥儿 小</cp:lastModifiedBy>
  <cp:revision>1957</cp:revision>
  <cp:lastPrinted>2113-01-01T00:00:00Z</cp:lastPrinted>
  <dcterms:created xsi:type="dcterms:W3CDTF">2006-04-01T03:27:00Z</dcterms:created>
  <dcterms:modified xsi:type="dcterms:W3CDTF">2025-03-19T01:28:46Z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  <property fmtid="{D5CDD505-2E9C-101B-9397-08002B2CF9AE}" pid="3" name="ICV">
    <vt:lpwstr>F5058B09F97C44FCAAABDD32F2B03B33_12</vt:lpwstr>
  </property>
  <property fmtid="{D5CDD505-2E9C-101B-9397-08002B2CF9AE}" pid="4" name="KSOProductBuildVer">
    <vt:lpwstr>2052-12.1.0.20305</vt:lpwstr>
  </property>
</Properties>
</file>