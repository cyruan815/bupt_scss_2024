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34"/>
  </p:notesMasterIdLst>
  <p:sldIdLst>
    <p:sldId id="376" r:id="rId2"/>
    <p:sldId id="281" r:id="rId3"/>
    <p:sldId id="282" r:id="rId4"/>
    <p:sldId id="393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394" r:id="rId14"/>
    <p:sldId id="291" r:id="rId15"/>
    <p:sldId id="395" r:id="rId16"/>
    <p:sldId id="292" r:id="rId17"/>
    <p:sldId id="379" r:id="rId18"/>
    <p:sldId id="380" r:id="rId19"/>
    <p:sldId id="381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91" r:id="rId28"/>
    <p:sldId id="386" r:id="rId29"/>
    <p:sldId id="388" r:id="rId30"/>
    <p:sldId id="392" r:id="rId31"/>
    <p:sldId id="389" r:id="rId32"/>
    <p:sldId id="390" r:id="rId3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08" autoAdjust="0"/>
  </p:normalViewPr>
  <p:slideViewPr>
    <p:cSldViewPr>
      <p:cViewPr varScale="1">
        <p:scale>
          <a:sx n="86" d="100"/>
          <a:sy n="86" d="100"/>
        </p:scale>
        <p:origin x="252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E5513B0-352F-4F2C-9043-9D39FE2155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7307C7-6FFA-410D-9135-6C59E5E6719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94CDB9E9-7E0E-4ECF-AEE0-6986E5EC8143}" type="datetimeFigureOut">
              <a:rPr lang="zh-CN" altLang="en-US"/>
              <a:pPr>
                <a:defRPr/>
              </a:pPr>
              <a:t>2025/2/26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F872F045-AA2F-48E6-99B8-CF5DC01AF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F63DC81-F0C6-4E6A-887B-CE90957076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741E66-C550-4D72-A128-0DB97D8622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547C48-C87E-46ED-942C-C7A3E03F9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87765AC0-84D3-46DA-B7DB-3474D9B2BD2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ED6DD97E-A13B-4BBF-87A2-C8E3F88972F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378ACE87-BE89-4AA7-A604-9869A620F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B1D1107C-7500-4E15-83C3-87E75BDF1B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DC5A8C-2E52-4943-8D5C-7AEB18E94BFB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幻灯片图像占位符 1">
            <a:extLst>
              <a:ext uri="{FF2B5EF4-FFF2-40B4-BE49-F238E27FC236}">
                <a16:creationId xmlns:a16="http://schemas.microsoft.com/office/drawing/2014/main" id="{D8A446D3-72EA-4AD3-A974-D3D1F9D7D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备注占位符 2">
            <a:extLst>
              <a:ext uri="{FF2B5EF4-FFF2-40B4-BE49-F238E27FC236}">
                <a16:creationId xmlns:a16="http://schemas.microsoft.com/office/drawing/2014/main" id="{40AC9D92-C888-4C82-893C-D43893E7AA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6868" name="灯片编号占位符 3">
            <a:extLst>
              <a:ext uri="{FF2B5EF4-FFF2-40B4-BE49-F238E27FC236}">
                <a16:creationId xmlns:a16="http://schemas.microsoft.com/office/drawing/2014/main" id="{546FEF86-00CB-4441-BB70-CBAB49D52B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1131855-663B-48FB-A35E-C0785D813668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F3A06058-2FD0-4F67-A211-928B089FD7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40881F43-1D28-4E42-9883-0C6C34BA91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EE6D111B-A49D-444D-B0E1-B6ECA1362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6DCC946-47D1-4C95-9389-3A351A56DB61}" type="slidenum">
              <a:rPr lang="zh-CN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074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49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70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789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569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95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71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7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7" y="1435104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73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373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51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51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4A7B9103-BE26-4BE9-908D-0CC6E240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31F05172-CFEC-4D7D-92FC-750269FE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38BEEA8-DE66-4508-8771-48B5C138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8B0CED76-913D-4C1C-8AC3-A665FC6B482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2447441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0F2275-76FD-4FD6-85F1-9719A2DD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1FD331-C99E-47CE-83F4-AFA7F9262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E04E37-9C2A-4663-92EB-2168E92C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fld id="{3D0CA578-682C-4A36-AC3F-8ACA8B4703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0984712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2025/2/26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1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10" Type="http://schemas.openxmlformats.org/officeDocument/2006/relationships/image" Target="../media/image1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1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0.wmf"/><Relationship Id="rId10" Type="http://schemas.openxmlformats.org/officeDocument/2006/relationships/image" Target="../media/image1.w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2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4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5" Type="http://schemas.openxmlformats.org/officeDocument/2006/relationships/image" Target="../media/image33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30.wmf"/><Relationship Id="rId14" Type="http://schemas.openxmlformats.org/officeDocument/2006/relationships/oleObject" Target="../embeddings/oleObject3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39.wmf"/><Relationship Id="rId18" Type="http://schemas.openxmlformats.org/officeDocument/2006/relationships/oleObject" Target="../embeddings/oleObject40.bin"/><Relationship Id="rId3" Type="http://schemas.openxmlformats.org/officeDocument/2006/relationships/image" Target="../media/image34.wmf"/><Relationship Id="rId21" Type="http://schemas.openxmlformats.org/officeDocument/2006/relationships/oleObject" Target="../embeddings/oleObject41.bin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7.bin"/><Relationship Id="rId17" Type="http://schemas.openxmlformats.org/officeDocument/2006/relationships/image" Target="../media/image41.emf"/><Relationship Id="rId25" Type="http://schemas.openxmlformats.org/officeDocument/2006/relationships/image" Target="../media/image1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9.bin"/><Relationship Id="rId20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8.wmf"/><Relationship Id="rId24" Type="http://schemas.openxmlformats.org/officeDocument/2006/relationships/image" Target="../media/image46.emf"/><Relationship Id="rId5" Type="http://schemas.openxmlformats.org/officeDocument/2006/relationships/image" Target="../media/image35.wmf"/><Relationship Id="rId15" Type="http://schemas.openxmlformats.org/officeDocument/2006/relationships/image" Target="../media/image40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36.bin"/><Relationship Id="rId19" Type="http://schemas.openxmlformats.org/officeDocument/2006/relationships/image" Target="../media/image42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7.wmf"/><Relationship Id="rId14" Type="http://schemas.openxmlformats.org/officeDocument/2006/relationships/oleObject" Target="../embeddings/oleObject38.bin"/><Relationship Id="rId22" Type="http://schemas.openxmlformats.org/officeDocument/2006/relationships/image" Target="../media/image44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47.wmf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oleObject" Target="../embeddings/oleObject42.bin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13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0.wmf"/><Relationship Id="rId12" Type="http://schemas.openxmlformats.org/officeDocument/2006/relationships/oleObject" Target="../embeddings/oleObject48.bin"/><Relationship Id="rId2" Type="http://schemas.openxmlformats.org/officeDocument/2006/relationships/oleObject" Target="../embeddings/oleObject43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2.wmf"/><Relationship Id="rId5" Type="http://schemas.openxmlformats.org/officeDocument/2006/relationships/image" Target="../media/image49.w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5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wmf"/><Relationship Id="rId7" Type="http://schemas.openxmlformats.org/officeDocument/2006/relationships/image" Target="../media/image57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1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wmf"/><Relationship Id="rId18" Type="http://schemas.openxmlformats.org/officeDocument/2006/relationships/oleObject" Target="../embeddings/oleObject61.bin"/><Relationship Id="rId26" Type="http://schemas.openxmlformats.org/officeDocument/2006/relationships/oleObject" Target="../embeddings/oleObject65.bin"/><Relationship Id="rId21" Type="http://schemas.openxmlformats.org/officeDocument/2006/relationships/image" Target="../media/image67.wmf"/><Relationship Id="rId34" Type="http://schemas.openxmlformats.org/officeDocument/2006/relationships/oleObject" Target="../embeddings/oleObject69.bin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65.wmf"/><Relationship Id="rId25" Type="http://schemas.openxmlformats.org/officeDocument/2006/relationships/image" Target="../media/image69.wmf"/><Relationship Id="rId33" Type="http://schemas.openxmlformats.org/officeDocument/2006/relationships/image" Target="../media/image73.wmf"/><Relationship Id="rId2" Type="http://schemas.openxmlformats.org/officeDocument/2006/relationships/oleObject" Target="../embeddings/oleObject53.bin"/><Relationship Id="rId16" Type="http://schemas.openxmlformats.org/officeDocument/2006/relationships/oleObject" Target="../embeddings/oleObject60.bin"/><Relationship Id="rId20" Type="http://schemas.openxmlformats.org/officeDocument/2006/relationships/oleObject" Target="../embeddings/oleObject62.bin"/><Relationship Id="rId29" Type="http://schemas.openxmlformats.org/officeDocument/2006/relationships/image" Target="../media/image7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62.wmf"/><Relationship Id="rId24" Type="http://schemas.openxmlformats.org/officeDocument/2006/relationships/oleObject" Target="../embeddings/oleObject64.bin"/><Relationship Id="rId32" Type="http://schemas.openxmlformats.org/officeDocument/2006/relationships/oleObject" Target="../embeddings/oleObject68.bin"/><Relationship Id="rId37" Type="http://schemas.openxmlformats.org/officeDocument/2006/relationships/image" Target="../media/image75.wmf"/><Relationship Id="rId5" Type="http://schemas.openxmlformats.org/officeDocument/2006/relationships/image" Target="../media/image59.wmf"/><Relationship Id="rId15" Type="http://schemas.openxmlformats.org/officeDocument/2006/relationships/image" Target="../media/image64.wmf"/><Relationship Id="rId23" Type="http://schemas.openxmlformats.org/officeDocument/2006/relationships/image" Target="../media/image68.wmf"/><Relationship Id="rId28" Type="http://schemas.openxmlformats.org/officeDocument/2006/relationships/oleObject" Target="../embeddings/oleObject66.bin"/><Relationship Id="rId36" Type="http://schemas.openxmlformats.org/officeDocument/2006/relationships/oleObject" Target="../embeddings/oleObject70.bin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66.wmf"/><Relationship Id="rId31" Type="http://schemas.openxmlformats.org/officeDocument/2006/relationships/image" Target="../media/image72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59.bin"/><Relationship Id="rId22" Type="http://schemas.openxmlformats.org/officeDocument/2006/relationships/oleObject" Target="../embeddings/oleObject63.bin"/><Relationship Id="rId27" Type="http://schemas.openxmlformats.org/officeDocument/2006/relationships/image" Target="../media/image70.wmf"/><Relationship Id="rId30" Type="http://schemas.openxmlformats.org/officeDocument/2006/relationships/oleObject" Target="../embeddings/oleObject67.bin"/><Relationship Id="rId35" Type="http://schemas.openxmlformats.org/officeDocument/2006/relationships/image" Target="../media/image74.wmf"/><Relationship Id="rId8" Type="http://schemas.openxmlformats.org/officeDocument/2006/relationships/oleObject" Target="../embeddings/oleObject56.bin"/><Relationship Id="rId3" Type="http://schemas.openxmlformats.org/officeDocument/2006/relationships/image" Target="../media/image58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13" Type="http://schemas.openxmlformats.org/officeDocument/2006/relationships/image" Target="../media/image81.emf"/><Relationship Id="rId18" Type="http://schemas.openxmlformats.org/officeDocument/2006/relationships/oleObject" Target="../embeddings/oleObject64.bin"/><Relationship Id="rId3" Type="http://schemas.openxmlformats.org/officeDocument/2006/relationships/image" Target="../media/image76.wmf"/><Relationship Id="rId21" Type="http://schemas.openxmlformats.org/officeDocument/2006/relationships/image" Target="../media/image70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76.bin"/><Relationship Id="rId17" Type="http://schemas.openxmlformats.org/officeDocument/2006/relationships/image" Target="../media/image66.wmf"/><Relationship Id="rId25" Type="http://schemas.openxmlformats.org/officeDocument/2006/relationships/image" Target="../media/image72.wmf"/><Relationship Id="rId2" Type="http://schemas.openxmlformats.org/officeDocument/2006/relationships/oleObject" Target="../embeddings/oleObject71.bin"/><Relationship Id="rId16" Type="http://schemas.openxmlformats.org/officeDocument/2006/relationships/oleObject" Target="../embeddings/oleObject61.bin"/><Relationship Id="rId20" Type="http://schemas.openxmlformats.org/officeDocument/2006/relationships/oleObject" Target="../embeddings/oleObject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80.wmf"/><Relationship Id="rId24" Type="http://schemas.openxmlformats.org/officeDocument/2006/relationships/oleObject" Target="../embeddings/oleObject67.bin"/><Relationship Id="rId5" Type="http://schemas.openxmlformats.org/officeDocument/2006/relationships/image" Target="../media/image77.emf"/><Relationship Id="rId15" Type="http://schemas.openxmlformats.org/officeDocument/2006/relationships/image" Target="../media/image82.wmf"/><Relationship Id="rId23" Type="http://schemas.openxmlformats.org/officeDocument/2006/relationships/image" Target="../media/image71.wmf"/><Relationship Id="rId10" Type="http://schemas.openxmlformats.org/officeDocument/2006/relationships/oleObject" Target="../embeddings/oleObject75.bin"/><Relationship Id="rId19" Type="http://schemas.openxmlformats.org/officeDocument/2006/relationships/image" Target="../media/image69.wmf"/><Relationship Id="rId4" Type="http://schemas.openxmlformats.org/officeDocument/2006/relationships/oleObject" Target="../embeddings/oleObject72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6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85.wmf"/><Relationship Id="rId2" Type="http://schemas.openxmlformats.org/officeDocument/2006/relationships/oleObject" Target="../embeddings/oleObject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5" Type="http://schemas.openxmlformats.org/officeDocument/2006/relationships/image" Target="../media/image84.wmf"/><Relationship Id="rId4" Type="http://schemas.openxmlformats.org/officeDocument/2006/relationships/oleObject" Target="../embeddings/oleObject7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86.bin"/><Relationship Id="rId2" Type="http://schemas.openxmlformats.org/officeDocument/2006/relationships/oleObject" Target="../embeddings/oleObject8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3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85.bin"/><Relationship Id="rId4" Type="http://schemas.openxmlformats.org/officeDocument/2006/relationships/oleObject" Target="../embeddings/oleObject82.bin"/><Relationship Id="rId9" Type="http://schemas.openxmlformats.org/officeDocument/2006/relationships/image" Target="../media/image8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0.bin"/><Relationship Id="rId13" Type="http://schemas.openxmlformats.org/officeDocument/2006/relationships/image" Target="../media/image96.wmf"/><Relationship Id="rId3" Type="http://schemas.openxmlformats.org/officeDocument/2006/relationships/image" Target="../media/image92.wmf"/><Relationship Id="rId7" Type="http://schemas.openxmlformats.org/officeDocument/2006/relationships/image" Target="../media/image89.wmf"/><Relationship Id="rId12" Type="http://schemas.openxmlformats.org/officeDocument/2006/relationships/oleObject" Target="../embeddings/oleObject92.bin"/><Relationship Id="rId17" Type="http://schemas.openxmlformats.org/officeDocument/2006/relationships/image" Target="../media/image98.wmf"/><Relationship Id="rId2" Type="http://schemas.openxmlformats.org/officeDocument/2006/relationships/oleObject" Target="../embeddings/oleObject87.bin"/><Relationship Id="rId16" Type="http://schemas.openxmlformats.org/officeDocument/2006/relationships/oleObject" Target="../embeddings/oleObject94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89.bin"/><Relationship Id="rId11" Type="http://schemas.openxmlformats.org/officeDocument/2006/relationships/image" Target="../media/image95.wmf"/><Relationship Id="rId5" Type="http://schemas.openxmlformats.org/officeDocument/2006/relationships/image" Target="../media/image93.wmf"/><Relationship Id="rId15" Type="http://schemas.openxmlformats.org/officeDocument/2006/relationships/image" Target="../media/image97.wmf"/><Relationship Id="rId10" Type="http://schemas.openxmlformats.org/officeDocument/2006/relationships/oleObject" Target="../embeddings/oleObject91.bin"/><Relationship Id="rId4" Type="http://schemas.openxmlformats.org/officeDocument/2006/relationships/oleObject" Target="../embeddings/oleObject88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9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9.wmf"/><Relationship Id="rId7" Type="http://schemas.openxmlformats.org/officeDocument/2006/relationships/image" Target="../media/image101.jpeg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wmf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9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7.bin"/><Relationship Id="rId13" Type="http://schemas.openxmlformats.org/officeDocument/2006/relationships/image" Target="../media/image38.wmf"/><Relationship Id="rId18" Type="http://schemas.openxmlformats.org/officeDocument/2006/relationships/oleObject" Target="../embeddings/oleObject39.bin"/><Relationship Id="rId26" Type="http://schemas.openxmlformats.org/officeDocument/2006/relationships/oleObject" Target="../embeddings/oleObject98.bin"/><Relationship Id="rId3" Type="http://schemas.openxmlformats.org/officeDocument/2006/relationships/image" Target="../media/image34.wmf"/><Relationship Id="rId21" Type="http://schemas.openxmlformats.org/officeDocument/2006/relationships/image" Target="../media/image42.e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40.wmf"/><Relationship Id="rId25" Type="http://schemas.openxmlformats.org/officeDocument/2006/relationships/image" Target="../media/image45.wmf"/><Relationship Id="rId2" Type="http://schemas.openxmlformats.org/officeDocument/2006/relationships/oleObject" Target="../embeddings/oleObject32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29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7.wmf"/><Relationship Id="rId24" Type="http://schemas.openxmlformats.org/officeDocument/2006/relationships/image" Target="../media/image44.wmf"/><Relationship Id="rId5" Type="http://schemas.openxmlformats.org/officeDocument/2006/relationships/image" Target="../media/image35.wmf"/><Relationship Id="rId15" Type="http://schemas.openxmlformats.org/officeDocument/2006/relationships/image" Target="../media/image39.wmf"/><Relationship Id="rId23" Type="http://schemas.openxmlformats.org/officeDocument/2006/relationships/oleObject" Target="../embeddings/oleObject41.bin"/><Relationship Id="rId28" Type="http://schemas.openxmlformats.org/officeDocument/2006/relationships/image" Target="../media/image105.e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41.e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103.emf"/><Relationship Id="rId14" Type="http://schemas.openxmlformats.org/officeDocument/2006/relationships/oleObject" Target="../embeddings/oleObject37.bin"/><Relationship Id="rId22" Type="http://schemas.openxmlformats.org/officeDocument/2006/relationships/image" Target="../media/image43.emf"/><Relationship Id="rId27" Type="http://schemas.openxmlformats.org/officeDocument/2006/relationships/image" Target="../media/image104.wmf"/><Relationship Id="rId30" Type="http://schemas.openxmlformats.org/officeDocument/2006/relationships/image" Target="../media/image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emf"/><Relationship Id="rId13" Type="http://schemas.openxmlformats.org/officeDocument/2006/relationships/oleObject" Target="../embeddings/oleObject104.bin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0.emf"/><Relationship Id="rId17" Type="http://schemas.openxmlformats.org/officeDocument/2006/relationships/oleObject" Target="../embeddings/oleObject106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2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e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109.emf"/><Relationship Id="rId4" Type="http://schemas.openxmlformats.org/officeDocument/2006/relationships/image" Target="../media/image106.e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1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oleObject" Target="../embeddings/oleObject11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image" Target="../media/image118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11.bin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19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6.bin"/><Relationship Id="rId3" Type="http://schemas.openxmlformats.org/officeDocument/2006/relationships/image" Target="../media/image120.wmf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119.bin"/><Relationship Id="rId2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5.bin"/><Relationship Id="rId11" Type="http://schemas.openxmlformats.org/officeDocument/2006/relationships/oleObject" Target="../embeddings/oleObject118.bin"/><Relationship Id="rId5" Type="http://schemas.openxmlformats.org/officeDocument/2006/relationships/image" Target="../media/image121.wmf"/><Relationship Id="rId10" Type="http://schemas.openxmlformats.org/officeDocument/2006/relationships/oleObject" Target="../embeddings/oleObject117.bin"/><Relationship Id="rId4" Type="http://schemas.openxmlformats.org/officeDocument/2006/relationships/oleObject" Target="../embeddings/oleObject114.bin"/><Relationship Id="rId9" Type="http://schemas.openxmlformats.org/officeDocument/2006/relationships/image" Target="../media/image12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29.wmf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25.bin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130.wmf"/><Relationship Id="rId7" Type="http://schemas.openxmlformats.org/officeDocument/2006/relationships/image" Target="../media/image132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134.wmf"/><Relationship Id="rId5" Type="http://schemas.openxmlformats.org/officeDocument/2006/relationships/image" Target="../media/image131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13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13" Type="http://schemas.openxmlformats.org/officeDocument/2006/relationships/image" Target="../media/image140.wmf"/><Relationship Id="rId18" Type="http://schemas.openxmlformats.org/officeDocument/2006/relationships/oleObject" Target="../embeddings/oleObject139.bin"/><Relationship Id="rId26" Type="http://schemas.openxmlformats.org/officeDocument/2006/relationships/oleObject" Target="../embeddings/oleObject143.bin"/><Relationship Id="rId3" Type="http://schemas.openxmlformats.org/officeDocument/2006/relationships/image" Target="../media/image135.wmf"/><Relationship Id="rId21" Type="http://schemas.openxmlformats.org/officeDocument/2006/relationships/image" Target="../media/image144.wmf"/><Relationship Id="rId7" Type="http://schemas.openxmlformats.org/officeDocument/2006/relationships/image" Target="../media/image137.wmf"/><Relationship Id="rId12" Type="http://schemas.openxmlformats.org/officeDocument/2006/relationships/oleObject" Target="../embeddings/oleObject136.bin"/><Relationship Id="rId17" Type="http://schemas.openxmlformats.org/officeDocument/2006/relationships/image" Target="../media/image142.wmf"/><Relationship Id="rId25" Type="http://schemas.openxmlformats.org/officeDocument/2006/relationships/image" Target="../media/image146.wmf"/><Relationship Id="rId2" Type="http://schemas.openxmlformats.org/officeDocument/2006/relationships/oleObject" Target="../embeddings/oleObject131.bin"/><Relationship Id="rId16" Type="http://schemas.openxmlformats.org/officeDocument/2006/relationships/oleObject" Target="../embeddings/oleObject138.bin"/><Relationship Id="rId20" Type="http://schemas.openxmlformats.org/officeDocument/2006/relationships/oleObject" Target="../embeddings/oleObject1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3.bin"/><Relationship Id="rId11" Type="http://schemas.openxmlformats.org/officeDocument/2006/relationships/image" Target="../media/image139.wmf"/><Relationship Id="rId24" Type="http://schemas.openxmlformats.org/officeDocument/2006/relationships/oleObject" Target="../embeddings/oleObject142.bin"/><Relationship Id="rId5" Type="http://schemas.openxmlformats.org/officeDocument/2006/relationships/image" Target="../media/image136.wmf"/><Relationship Id="rId15" Type="http://schemas.openxmlformats.org/officeDocument/2006/relationships/image" Target="../media/image141.emf"/><Relationship Id="rId23" Type="http://schemas.openxmlformats.org/officeDocument/2006/relationships/image" Target="../media/image145.wmf"/><Relationship Id="rId10" Type="http://schemas.openxmlformats.org/officeDocument/2006/relationships/oleObject" Target="../embeddings/oleObject135.bin"/><Relationship Id="rId19" Type="http://schemas.openxmlformats.org/officeDocument/2006/relationships/image" Target="../media/image143.wmf"/><Relationship Id="rId4" Type="http://schemas.openxmlformats.org/officeDocument/2006/relationships/oleObject" Target="../embeddings/oleObject132.bin"/><Relationship Id="rId9" Type="http://schemas.openxmlformats.org/officeDocument/2006/relationships/image" Target="../media/image138.wmf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1.bin"/><Relationship Id="rId27" Type="http://schemas.openxmlformats.org/officeDocument/2006/relationships/image" Target="../media/image147.wmf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3.wmf"/><Relationship Id="rId18" Type="http://schemas.openxmlformats.org/officeDocument/2006/relationships/oleObject" Target="../embeddings/oleObject152.bin"/><Relationship Id="rId26" Type="http://schemas.openxmlformats.org/officeDocument/2006/relationships/oleObject" Target="../embeddings/oleObject156.bin"/><Relationship Id="rId21" Type="http://schemas.openxmlformats.org/officeDocument/2006/relationships/image" Target="../media/image157.emf"/><Relationship Id="rId34" Type="http://schemas.openxmlformats.org/officeDocument/2006/relationships/oleObject" Target="../embeddings/oleObject160.bin"/><Relationship Id="rId7" Type="http://schemas.openxmlformats.org/officeDocument/2006/relationships/image" Target="../media/image150.wmf"/><Relationship Id="rId12" Type="http://schemas.openxmlformats.org/officeDocument/2006/relationships/oleObject" Target="../embeddings/oleObject149.bin"/><Relationship Id="rId17" Type="http://schemas.openxmlformats.org/officeDocument/2006/relationships/image" Target="../media/image155.wmf"/><Relationship Id="rId25" Type="http://schemas.openxmlformats.org/officeDocument/2006/relationships/image" Target="../media/image159.wmf"/><Relationship Id="rId33" Type="http://schemas.openxmlformats.org/officeDocument/2006/relationships/image" Target="../media/image163.emf"/><Relationship Id="rId2" Type="http://schemas.openxmlformats.org/officeDocument/2006/relationships/oleObject" Target="../embeddings/oleObject144.bin"/><Relationship Id="rId16" Type="http://schemas.openxmlformats.org/officeDocument/2006/relationships/oleObject" Target="../embeddings/oleObject151.bin"/><Relationship Id="rId20" Type="http://schemas.openxmlformats.org/officeDocument/2006/relationships/oleObject" Target="../embeddings/oleObject153.bin"/><Relationship Id="rId29" Type="http://schemas.openxmlformats.org/officeDocument/2006/relationships/image" Target="../media/image16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6.bin"/><Relationship Id="rId11" Type="http://schemas.openxmlformats.org/officeDocument/2006/relationships/image" Target="../media/image152.wmf"/><Relationship Id="rId24" Type="http://schemas.openxmlformats.org/officeDocument/2006/relationships/oleObject" Target="../embeddings/oleObject155.bin"/><Relationship Id="rId32" Type="http://schemas.openxmlformats.org/officeDocument/2006/relationships/oleObject" Target="../embeddings/oleObject159.bin"/><Relationship Id="rId37" Type="http://schemas.openxmlformats.org/officeDocument/2006/relationships/image" Target="../media/image165.emf"/><Relationship Id="rId5" Type="http://schemas.openxmlformats.org/officeDocument/2006/relationships/image" Target="../media/image149.wmf"/><Relationship Id="rId15" Type="http://schemas.openxmlformats.org/officeDocument/2006/relationships/image" Target="../media/image154.wmf"/><Relationship Id="rId23" Type="http://schemas.openxmlformats.org/officeDocument/2006/relationships/image" Target="../media/image158.emf"/><Relationship Id="rId28" Type="http://schemas.openxmlformats.org/officeDocument/2006/relationships/oleObject" Target="../embeddings/oleObject157.bin"/><Relationship Id="rId36" Type="http://schemas.openxmlformats.org/officeDocument/2006/relationships/oleObject" Target="../embeddings/oleObject161.bin"/><Relationship Id="rId10" Type="http://schemas.openxmlformats.org/officeDocument/2006/relationships/oleObject" Target="../embeddings/oleObject148.bin"/><Relationship Id="rId19" Type="http://schemas.openxmlformats.org/officeDocument/2006/relationships/image" Target="../media/image156.wmf"/><Relationship Id="rId31" Type="http://schemas.openxmlformats.org/officeDocument/2006/relationships/image" Target="../media/image162.emf"/><Relationship Id="rId4" Type="http://schemas.openxmlformats.org/officeDocument/2006/relationships/oleObject" Target="../embeddings/oleObject145.bin"/><Relationship Id="rId9" Type="http://schemas.openxmlformats.org/officeDocument/2006/relationships/image" Target="../media/image151.wmf"/><Relationship Id="rId14" Type="http://schemas.openxmlformats.org/officeDocument/2006/relationships/oleObject" Target="../embeddings/oleObject150.bin"/><Relationship Id="rId22" Type="http://schemas.openxmlformats.org/officeDocument/2006/relationships/oleObject" Target="../embeddings/oleObject154.bin"/><Relationship Id="rId27" Type="http://schemas.openxmlformats.org/officeDocument/2006/relationships/image" Target="../media/image160.wmf"/><Relationship Id="rId30" Type="http://schemas.openxmlformats.org/officeDocument/2006/relationships/oleObject" Target="../embeddings/oleObject158.bin"/><Relationship Id="rId35" Type="http://schemas.openxmlformats.org/officeDocument/2006/relationships/image" Target="../media/image164.emf"/><Relationship Id="rId8" Type="http://schemas.openxmlformats.org/officeDocument/2006/relationships/oleObject" Target="../embeddings/oleObject147.bin"/><Relationship Id="rId3" Type="http://schemas.openxmlformats.org/officeDocument/2006/relationships/image" Target="../media/image1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61D2BFF3-4211-4A18-9D83-C5FC38D53F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465" y="1412777"/>
            <a:ext cx="1344083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>
                <a:solidFill>
                  <a:srgbClr val="000000"/>
                </a:solidFill>
              </a:rPr>
              <a:t>集合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28012042-4684-4D56-BB24-0E27CCA87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649" y="1412777"/>
            <a:ext cx="1344084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</a:rPr>
              <a:t>函数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3F957C3F-F973-4728-A631-88A8E9F5F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882" y="331161"/>
            <a:ext cx="1344084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>
                <a:solidFill>
                  <a:srgbClr val="000000"/>
                </a:solidFill>
              </a:rPr>
              <a:t>连续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543721B-63B3-48D8-B844-396E046625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882" y="1556710"/>
            <a:ext cx="1344084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>
                <a:solidFill>
                  <a:srgbClr val="000000"/>
                </a:solidFill>
              </a:rPr>
              <a:t>偏导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666AE8E-DAEF-4D3C-9150-207858214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882" y="2924077"/>
            <a:ext cx="1344084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</a:rPr>
              <a:t>可微</a:t>
            </a:r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FDB21341-ECB2-47C7-8FF8-2C5A6D115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915" y="1556710"/>
            <a:ext cx="287867" cy="35771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kern="0">
              <a:solidFill>
                <a:srgbClr val="000000"/>
              </a:solidFill>
            </a:endParaRPr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6B471660-2128-49F8-BE92-D1DBB9F34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7466" y="1484743"/>
            <a:ext cx="1301749" cy="484717"/>
          </a:xfrm>
          <a:prstGeom prst="rightArrow">
            <a:avLst>
              <a:gd name="adj1" fmla="val 50000"/>
              <a:gd name="adj2" fmla="val 50355"/>
            </a:avLst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kern="0">
              <a:solidFill>
                <a:srgbClr val="000000"/>
              </a:solidFill>
            </a:endParaRP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708586C7-8612-4235-B3CF-60E39C049FEB}"/>
              </a:ext>
            </a:extLst>
          </p:cNvPr>
          <p:cNvSpPr>
            <a:spLocks/>
          </p:cNvSpPr>
          <p:nvPr/>
        </p:nvSpPr>
        <p:spPr bwMode="auto">
          <a:xfrm>
            <a:off x="6767283" y="621143"/>
            <a:ext cx="192517" cy="4583311"/>
          </a:xfrm>
          <a:prstGeom prst="leftBrace">
            <a:avLst>
              <a:gd name="adj1" fmla="val 153601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zh-CN" sz="2400" kern="0">
              <a:solidFill>
                <a:srgbClr val="000000"/>
              </a:solidFill>
            </a:endParaRPr>
          </a:p>
        </p:txBody>
      </p:sp>
      <p:sp>
        <p:nvSpPr>
          <p:cNvPr id="20" name="Text Box 10">
            <a:extLst>
              <a:ext uri="{FF2B5EF4-FFF2-40B4-BE49-F238E27FC236}">
                <a16:creationId xmlns:a16="http://schemas.microsoft.com/office/drawing/2014/main" id="{E4367AB1-168C-4BB9-95F2-61C92553D3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7465" y="693110"/>
            <a:ext cx="1344083" cy="748988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>
                <a:solidFill>
                  <a:srgbClr val="000000"/>
                </a:solidFill>
              </a:rPr>
              <a:t>极限</a:t>
            </a:r>
          </a:p>
        </p:txBody>
      </p:sp>
      <p:pic>
        <p:nvPicPr>
          <p:cNvPr id="15371" name="Picture 39">
            <a:extLst>
              <a:ext uri="{FF2B5EF4-FFF2-40B4-BE49-F238E27FC236}">
                <a16:creationId xmlns:a16="http://schemas.microsoft.com/office/drawing/2014/main" id="{3B46ADF9-52D3-4788-8D59-2F8150DA5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6118" y="4004733"/>
            <a:ext cx="1530349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动作按钮: 帮助 2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462C03-8F19-482D-A2CA-0410BD1DB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7582" y="2924076"/>
            <a:ext cx="1005417" cy="575733"/>
          </a:xfrm>
          <a:prstGeom prst="actionButtonHelp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kern="0">
              <a:solidFill>
                <a:srgbClr val="000000"/>
              </a:solidFill>
            </a:endParaRPr>
          </a:p>
        </p:txBody>
      </p:sp>
      <p:sp>
        <p:nvSpPr>
          <p:cNvPr id="21" name="Text Box 6">
            <a:extLst>
              <a:ext uri="{FF2B5EF4-FFF2-40B4-BE49-F238E27FC236}">
                <a16:creationId xmlns:a16="http://schemas.microsoft.com/office/drawing/2014/main" id="{51CCF109-262F-4C69-845F-F6D843287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0882" y="4052326"/>
            <a:ext cx="1344084" cy="1405641"/>
          </a:xfrm>
          <a:prstGeom prst="rect">
            <a:avLst/>
          </a:pr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121917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4267" kern="0" dirty="0">
                <a:solidFill>
                  <a:srgbClr val="000000"/>
                </a:solidFill>
              </a:rPr>
              <a:t>方向导数</a:t>
            </a:r>
          </a:p>
        </p:txBody>
      </p:sp>
      <p:sp>
        <p:nvSpPr>
          <p:cNvPr id="24" name="动作按钮: 帮助 2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39C7CE5-04E8-4ACE-B5A8-569B148A5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7582" y="4312610"/>
            <a:ext cx="1005417" cy="575733"/>
          </a:xfrm>
          <a:prstGeom prst="actionButtonHelp">
            <a:avLst/>
          </a:prstGeom>
          <a:solidFill>
            <a:srgbClr val="BBE0E3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ker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1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43">
            <a:extLst>
              <a:ext uri="{FF2B5EF4-FFF2-40B4-BE49-F238E27FC236}">
                <a16:creationId xmlns:a16="http://schemas.microsoft.com/office/drawing/2014/main" id="{1591333B-5518-4075-90FF-FBF908375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0013" y="157163"/>
            <a:ext cx="1441450" cy="52387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>
                <a:solidFill>
                  <a:srgbClr val="FFFF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lang="zh-CN" altLang="en-US" sz="2800">
                <a:solidFill>
                  <a:srgbClr val="FFFFFF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第七章 </a:t>
            </a:r>
          </a:p>
        </p:txBody>
      </p:sp>
      <p:sp>
        <p:nvSpPr>
          <p:cNvPr id="7195" name="Text Box 27">
            <a:hlinkClick r:id="rId2" action="ppaction://hlinksldjump"/>
            <a:extLst>
              <a:ext uri="{FF2B5EF4-FFF2-40B4-BE49-F238E27FC236}">
                <a16:creationId xmlns:a16="http://schemas.microsoft.com/office/drawing/2014/main" id="{BD522B83-1A22-4296-9856-F180276C6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1854" y="3069034"/>
            <a:ext cx="75279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 b="1">
                <a:solidFill>
                  <a:srgbClr val="002060"/>
                </a:solidFill>
                <a:latin typeface="+mn-ea"/>
                <a:ea typeface="+mn-ea"/>
                <a:cs typeface="楷体_GB2312"/>
              </a:rPr>
              <a:t>二、多元函数可微，可偏导，连续的关系</a:t>
            </a:r>
          </a:p>
        </p:txBody>
      </p:sp>
      <p:sp>
        <p:nvSpPr>
          <p:cNvPr id="18438" name="Rectangle 2">
            <a:extLst>
              <a:ext uri="{FF2B5EF4-FFF2-40B4-BE49-F238E27FC236}">
                <a16:creationId xmlns:a16="http://schemas.microsoft.com/office/drawing/2014/main" id="{797785F4-6F76-4E35-B862-FAA4F0C01DC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27648" y="773043"/>
            <a:ext cx="2133600" cy="838200"/>
          </a:xfrm>
        </p:spPr>
        <p:txBody>
          <a:bodyPr>
            <a:normAutofit/>
          </a:bodyPr>
          <a:lstStyle/>
          <a:p>
            <a:pPr algn="l" eaLnBrk="1" hangingPunct="1"/>
            <a:r>
              <a:rPr lang="zh-CN" altLang="en-US" sz="4800" dirty="0">
                <a:solidFill>
                  <a:srgbClr val="002060"/>
                </a:solidFill>
                <a:latin typeface="+mn-ea"/>
                <a:ea typeface="+mn-ea"/>
              </a:rPr>
              <a:t>第三节</a:t>
            </a:r>
          </a:p>
        </p:txBody>
      </p:sp>
      <p:sp>
        <p:nvSpPr>
          <p:cNvPr id="7194" name="Text Box 26">
            <a:extLst>
              <a:ext uri="{FF2B5EF4-FFF2-40B4-BE49-F238E27FC236}">
                <a16:creationId xmlns:a16="http://schemas.microsoft.com/office/drawing/2014/main" id="{C803AEB3-12D7-4E87-B397-4DCA54D7B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3592" y="2276872"/>
            <a:ext cx="40991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3200">
                <a:solidFill>
                  <a:srgbClr val="002060"/>
                </a:solidFill>
                <a:latin typeface="+mn-ea"/>
                <a:ea typeface="+mn-ea"/>
                <a:cs typeface="楷体_GB2312"/>
              </a:rPr>
              <a:t>一</a:t>
            </a:r>
            <a:r>
              <a:rPr kumimoji="1" lang="zh-CN" altLang="en-US" sz="3200" b="1">
                <a:solidFill>
                  <a:srgbClr val="002060"/>
                </a:solidFill>
                <a:latin typeface="+mn-ea"/>
                <a:ea typeface="+mn-ea"/>
                <a:cs typeface="楷体_GB2312"/>
              </a:rPr>
              <a:t>、全微分的定义   </a:t>
            </a:r>
          </a:p>
        </p:txBody>
      </p:sp>
      <p:sp>
        <p:nvSpPr>
          <p:cNvPr id="18449" name="Text Box 40">
            <a:extLst>
              <a:ext uri="{FF2B5EF4-FFF2-40B4-BE49-F238E27FC236}">
                <a16:creationId xmlns:a16="http://schemas.microsoft.com/office/drawing/2014/main" id="{12D7A952-387F-47A6-94F5-724BE56637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7128" y="753189"/>
            <a:ext cx="20313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4800" dirty="0">
                <a:solidFill>
                  <a:srgbClr val="002060"/>
                </a:solidFill>
                <a:latin typeface="+mn-ea"/>
                <a:ea typeface="+mn-ea"/>
              </a:rPr>
              <a:t>全微分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5" grpId="0" build="p" autoUpdateAnimBg="0"/>
      <p:bldP spid="719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26A093C-D958-44C7-B4F5-9C0B85FFB09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4038600" cy="609600"/>
          </a:xfrm>
        </p:spPr>
        <p:txBody>
          <a:bodyPr/>
          <a:lstStyle/>
          <a:p>
            <a:pPr algn="l" defTabSz="914400">
              <a:spcBef>
                <a:spcPts val="0"/>
              </a:spcBef>
              <a:defRPr/>
            </a:pPr>
            <a:r>
              <a:rPr lang="zh-CN" altLang="en-US" sz="3200" b="1" kern="0" dirty="0">
                <a:solidFill>
                  <a:srgbClr val="333399"/>
                </a:solidFill>
                <a:latin typeface="+mn-lt"/>
                <a:ea typeface="楷体_GB2312" pitchFamily="49" charset="-122"/>
                <a:cs typeface="+mn-cs"/>
              </a:rPr>
              <a:t>一、全微分的定义  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A9922043-5434-43BB-863A-C34EDA038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935" y="836712"/>
            <a:ext cx="8382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如果函数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z = f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(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在定义域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的内点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y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</a:p>
        </p:txBody>
      </p:sp>
      <p:graphicFrame>
        <p:nvGraphicFramePr>
          <p:cNvPr id="8196" name="Object 4">
            <a:extLst>
              <a:ext uri="{FF2B5EF4-FFF2-40B4-BE49-F238E27FC236}">
                <a16:creationId xmlns:a16="http://schemas.microsoft.com/office/drawing/2014/main" id="{C204FEE8-1F37-4AC4-9E4E-E1B8064E4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2700996"/>
              </p:ext>
            </p:extLst>
          </p:nvPr>
        </p:nvGraphicFramePr>
        <p:xfrm>
          <a:off x="383396" y="1524894"/>
          <a:ext cx="48752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022574" imgH="6495877" progId="">
                  <p:embed/>
                </p:oleObj>
              </mc:Choice>
              <mc:Fallback>
                <p:oleObj name="Equation" r:id="rId2" imgW="78022574" imgH="6495877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96" y="1524894"/>
                        <a:ext cx="48752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5">
            <a:extLst>
              <a:ext uri="{FF2B5EF4-FFF2-40B4-BE49-F238E27FC236}">
                <a16:creationId xmlns:a16="http://schemas.microsoft.com/office/drawing/2014/main" id="{E8FC6F23-9E35-4060-8EA1-29734E815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5388" y="1432025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可表示成</a:t>
            </a:r>
          </a:p>
        </p:txBody>
      </p:sp>
      <p:graphicFrame>
        <p:nvGraphicFramePr>
          <p:cNvPr id="8198" name="Object 6">
            <a:extLst>
              <a:ext uri="{FF2B5EF4-FFF2-40B4-BE49-F238E27FC236}">
                <a16:creationId xmlns:a16="http://schemas.microsoft.com/office/drawing/2014/main" id="{D7FBE8BC-6D0C-4086-B83C-A7FE428C9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187942"/>
              </p:ext>
            </p:extLst>
          </p:nvPr>
        </p:nvGraphicFramePr>
        <p:xfrm>
          <a:off x="7374338" y="1530449"/>
          <a:ext cx="3859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766228" imgH="6495877" progId="Equation.DSMT4">
                  <p:embed/>
                </p:oleObj>
              </mc:Choice>
              <mc:Fallback>
                <p:oleObj name="Equation" r:id="rId4" imgW="61766228" imgH="649587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4338" y="1530449"/>
                        <a:ext cx="3859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Text Box 8">
            <a:extLst>
              <a:ext uri="{FF2B5EF4-FFF2-40B4-BE49-F238E27FC236}">
                <a16:creationId xmlns:a16="http://schemas.microsoft.com/office/drawing/2014/main" id="{688D0411-5A0B-416B-98F8-CC2A8BFF9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379" y="2296418"/>
            <a:ext cx="7580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其中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A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B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不依赖于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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  <a:sym typeface="Symbol" panose="05050102010706020507" pitchFamily="18" charset="2"/>
              </a:rPr>
              <a:t>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仅与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有关，</a:t>
            </a:r>
          </a:p>
        </p:txBody>
      </p:sp>
      <p:sp>
        <p:nvSpPr>
          <p:cNvPr id="8202" name="Text Box 10">
            <a:extLst>
              <a:ext uri="{FF2B5EF4-FFF2-40B4-BE49-F238E27FC236}">
                <a16:creationId xmlns:a16="http://schemas.microsoft.com/office/drawing/2014/main" id="{AEE95686-A702-48CE-BCE3-FC41D2B64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521" y="4092335"/>
            <a:ext cx="1981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称为函数</a:t>
            </a:r>
          </a:p>
        </p:txBody>
      </p:sp>
      <p:graphicFrame>
        <p:nvGraphicFramePr>
          <p:cNvPr id="8203" name="Object 11">
            <a:extLst>
              <a:ext uri="{FF2B5EF4-FFF2-40B4-BE49-F238E27FC236}">
                <a16:creationId xmlns:a16="http://schemas.microsoft.com/office/drawing/2014/main" id="{69AC22A6-65FE-4E0A-B250-C4BB6BDA11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119265"/>
              </p:ext>
            </p:extLst>
          </p:nvPr>
        </p:nvGraphicFramePr>
        <p:xfrm>
          <a:off x="3662986" y="4149485"/>
          <a:ext cx="1092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468801" imgH="6495877" progId="">
                  <p:embed/>
                </p:oleObj>
              </mc:Choice>
              <mc:Fallback>
                <p:oleObj name="Equation" r:id="rId6" imgW="17468801" imgH="6495877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986" y="4149485"/>
                        <a:ext cx="1092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5" name="Text Box 13">
            <a:extLst>
              <a:ext uri="{FF2B5EF4-FFF2-40B4-BE49-F238E27FC236}">
                <a16:creationId xmlns:a16="http://schemas.microsoft.com/office/drawing/2014/main" id="{14BF3FD5-69E4-4BAD-9314-40EBE775E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738" y="4062569"/>
            <a:ext cx="441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在点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全微分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记作</a:t>
            </a:r>
          </a:p>
        </p:txBody>
      </p:sp>
      <p:graphicFrame>
        <p:nvGraphicFramePr>
          <p:cNvPr id="8207" name="Object 15">
            <a:extLst>
              <a:ext uri="{FF2B5EF4-FFF2-40B4-BE49-F238E27FC236}">
                <a16:creationId xmlns:a16="http://schemas.microsoft.com/office/drawing/2014/main" id="{1B879DD5-FA90-4623-A9F1-40D23D57D7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1162785"/>
              </p:ext>
            </p:extLst>
          </p:nvPr>
        </p:nvGraphicFramePr>
        <p:xfrm>
          <a:off x="8738511" y="4142341"/>
          <a:ext cx="3186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0996801" imgH="6495877" progId="">
                  <p:embed/>
                </p:oleObj>
              </mc:Choice>
              <mc:Fallback>
                <p:oleObj name="Equation" r:id="rId8" imgW="50996801" imgH="6495877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8511" y="4142341"/>
                        <a:ext cx="3186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Text Box 16">
            <a:extLst>
              <a:ext uri="{FF2B5EF4-FFF2-40B4-BE49-F238E27FC236}">
                <a16:creationId xmlns:a16="http://schemas.microsoft.com/office/drawing/2014/main" id="{1C1EBB01-2132-49AE-B379-6D147982E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807" y="4955539"/>
            <a:ext cx="472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若函数在域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内各点都可微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</a:p>
        </p:txBody>
      </p:sp>
      <p:graphicFrame>
        <p:nvGraphicFramePr>
          <p:cNvPr id="8213" name="Object 21">
            <a:extLst>
              <a:ext uri="{FF2B5EF4-FFF2-40B4-BE49-F238E27FC236}">
                <a16:creationId xmlns:a16="http://schemas.microsoft.com/office/drawing/2014/main" id="{F0B31A74-D0C4-4C39-BB5F-44A1B7D033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624945"/>
              </p:ext>
            </p:extLst>
          </p:nvPr>
        </p:nvGraphicFramePr>
        <p:xfrm>
          <a:off x="380827" y="2265065"/>
          <a:ext cx="30591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964628" imgH="8934623" progId="">
                  <p:embed/>
                </p:oleObj>
              </mc:Choice>
              <mc:Fallback>
                <p:oleObj name="Equation" r:id="rId10" imgW="48964628" imgH="8934623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27" y="2265065"/>
                        <a:ext cx="30591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5" name="Text Box 23">
            <a:extLst>
              <a:ext uri="{FF2B5EF4-FFF2-40B4-BE49-F238E27FC236}">
                <a16:creationId xmlns:a16="http://schemas.microsoft.com/office/drawing/2014/main" id="{31807D01-B507-4C48-A056-685BAD9BB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04" y="3099353"/>
            <a:ext cx="1676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则称函数</a:t>
            </a:r>
          </a:p>
        </p:txBody>
      </p:sp>
      <p:sp>
        <p:nvSpPr>
          <p:cNvPr id="8216" name="Text Box 24">
            <a:extLst>
              <a:ext uri="{FF2B5EF4-FFF2-40B4-BE49-F238E27FC236}">
                <a16:creationId xmlns:a16="http://schemas.microsoft.com/office/drawing/2014/main" id="{50DEDBCF-DE86-4465-9D1C-BC205FB22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150" y="3065220"/>
            <a:ext cx="4554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f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 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在点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x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,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 y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可微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，</a:t>
            </a:r>
          </a:p>
        </p:txBody>
      </p:sp>
      <p:sp>
        <p:nvSpPr>
          <p:cNvPr id="8217" name="Rectangle 25">
            <a:extLst>
              <a:ext uri="{FF2B5EF4-FFF2-40B4-BE49-F238E27FC236}">
                <a16:creationId xmlns:a16="http://schemas.microsoft.com/office/drawing/2014/main" id="{FFBF27C9-6200-45C2-BB92-AC70DDD9B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7938" y="1459011"/>
            <a:ext cx="1828800" cy="5080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226" name="Text Box 34">
            <a:extLst>
              <a:ext uri="{FF2B5EF4-FFF2-40B4-BE49-F238E27FC236}">
                <a16:creationId xmlns:a16="http://schemas.microsoft.com/office/drawing/2014/main" id="{FF2DD59B-867C-46CE-A60E-3A50E0058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492" y="856556"/>
            <a:ext cx="1981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处全增量</a:t>
            </a:r>
          </a:p>
        </p:txBody>
      </p:sp>
      <p:sp>
        <p:nvSpPr>
          <p:cNvPr id="8227" name="Text Box 35">
            <a:extLst>
              <a:ext uri="{FF2B5EF4-FFF2-40B4-BE49-F238E27FC236}">
                <a16:creationId xmlns:a16="http://schemas.microsoft.com/office/drawing/2014/main" id="{1AC48949-83BD-486B-A08B-1FF6ABABE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094" y="4902183"/>
            <a:ext cx="3962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则称此函数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D </a:t>
            </a: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内可微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19475" name="Rectangle 37">
            <a:extLst>
              <a:ext uri="{FF2B5EF4-FFF2-40B4-BE49-F238E27FC236}">
                <a16:creationId xmlns:a16="http://schemas.microsoft.com/office/drawing/2014/main" id="{B0C7277E-41EB-43B3-9878-1B14701E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6525" y="3999466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476" name="Rectangle 39">
            <a:extLst>
              <a:ext uri="{FF2B5EF4-FFF2-40B4-BE49-F238E27FC236}">
                <a16:creationId xmlns:a16="http://schemas.microsoft.com/office/drawing/2014/main" id="{9934FD9C-77FA-4A20-B818-9EAA007D5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6525" y="3926441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230" name="Object 38">
            <a:extLst>
              <a:ext uri="{FF2B5EF4-FFF2-40B4-BE49-F238E27FC236}">
                <a16:creationId xmlns:a16="http://schemas.microsoft.com/office/drawing/2014/main" id="{0844F8C8-74D6-4341-8B4B-1CAEC53A7E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4870474"/>
              </p:ext>
            </p:extLst>
          </p:nvPr>
        </p:nvGraphicFramePr>
        <p:xfrm>
          <a:off x="19337" y="4149485"/>
          <a:ext cx="20161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998228" imgH="3245081" progId="Equation.DSMT4">
                  <p:embed/>
                </p:oleObj>
              </mc:Choice>
              <mc:Fallback>
                <p:oleObj name="Equation" r:id="rId12" imgW="12998228" imgH="3245081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7" y="4149485"/>
                        <a:ext cx="20161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">
            <a:extLst>
              <a:ext uri="{FF2B5EF4-FFF2-40B4-BE49-F238E27FC236}">
                <a16:creationId xmlns:a16="http://schemas.microsoft.com/office/drawing/2014/main" id="{B41EE7C2-3604-497C-B150-638E0F223C8E}"/>
              </a:ext>
            </a:extLst>
          </p:cNvPr>
          <p:cNvSpPr txBox="1">
            <a:spLocks noChangeArrowheads="1"/>
          </p:cNvSpPr>
          <p:nvPr/>
        </p:nvSpPr>
        <p:spPr>
          <a:xfrm>
            <a:off x="409990" y="836712"/>
            <a:ext cx="971600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楷体_GB2312" pitchFamily="49" charset="-122"/>
                <a:cs typeface="+mj-cs"/>
              </a:rPr>
              <a:t>定义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仿宋_GB2312" pitchFamily="49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  <p:bldP spid="8197" grpId="0" autoUpdateAnimBg="0"/>
      <p:bldP spid="8200" grpId="0" autoUpdateAnimBg="0"/>
      <p:bldP spid="8202" grpId="0" autoUpdateAnimBg="0"/>
      <p:bldP spid="8205" grpId="0" autoUpdateAnimBg="0"/>
      <p:bldP spid="8208" grpId="0" build="p" autoUpdateAnimBg="0"/>
      <p:bldP spid="8215" grpId="0" autoUpdateAnimBg="0"/>
      <p:bldP spid="8216" grpId="0" autoUpdateAnimBg="0"/>
      <p:bldP spid="8217" grpId="0" animBg="1"/>
      <p:bldP spid="8226" grpId="0" build="p" autoUpdateAnimBg="0" advAuto="0"/>
      <p:bldP spid="822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1625FC97-4812-44B9-A11C-39DF1B953C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9714174"/>
              </p:ext>
            </p:extLst>
          </p:nvPr>
        </p:nvGraphicFramePr>
        <p:xfrm>
          <a:off x="1991544" y="836712"/>
          <a:ext cx="3312368" cy="483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203040" progId="Equation.DSMT4">
                  <p:embed/>
                </p:oleObj>
              </mc:Choice>
              <mc:Fallback>
                <p:oleObj name="Equation" r:id="rId2" imgW="1600200" imgH="203040" progId="Equation.DSMT4">
                  <p:embed/>
                  <p:pic>
                    <p:nvPicPr>
                      <p:cNvPr id="8198" name="Object 6">
                        <a:extLst>
                          <a:ext uri="{FF2B5EF4-FFF2-40B4-BE49-F238E27FC236}">
                            <a16:creationId xmlns:a16="http://schemas.microsoft.com/office/drawing/2014/main" id="{D7FBE8BC-6D0C-4086-B83C-A7FE428C96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44" y="836712"/>
                        <a:ext cx="3312368" cy="483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33D9ED98-99F5-49B0-A00C-C7DEF0E1E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736193"/>
              </p:ext>
            </p:extLst>
          </p:nvPr>
        </p:nvGraphicFramePr>
        <p:xfrm>
          <a:off x="2063552" y="1945595"/>
          <a:ext cx="4497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203040" progId="Equation.DSMT4">
                  <p:embed/>
                </p:oleObj>
              </mc:Choice>
              <mc:Fallback>
                <p:oleObj name="Equation" r:id="rId4" imgW="2171520" imgH="203040" progId="Equation.DSMT4">
                  <p:embed/>
                  <p:pic>
                    <p:nvPicPr>
                      <p:cNvPr id="2" name="Object 6">
                        <a:extLst>
                          <a:ext uri="{FF2B5EF4-FFF2-40B4-BE49-F238E27FC236}">
                            <a16:creationId xmlns:a16="http://schemas.microsoft.com/office/drawing/2014/main" id="{1625FC97-4812-44B9-A11C-39DF1B953C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1945595"/>
                        <a:ext cx="44973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7AB4B8A5-B464-4E67-A877-930C00A49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145557"/>
              </p:ext>
            </p:extLst>
          </p:nvPr>
        </p:nvGraphicFramePr>
        <p:xfrm>
          <a:off x="6744072" y="1938394"/>
          <a:ext cx="263048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720" imgH="380880" progId="Equation.DSMT4">
                  <p:embed/>
                </p:oleObj>
              </mc:Choice>
              <mc:Fallback>
                <p:oleObj name="Equation" r:id="rId6" imgW="1269720" imgH="38088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33D9ED98-99F5-49B0-A00C-C7DEF0E1E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4072" y="1938394"/>
                        <a:ext cx="2630487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AD279077-E144-4818-8F42-E51225AEFF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82902"/>
              </p:ext>
            </p:extLst>
          </p:nvPr>
        </p:nvGraphicFramePr>
        <p:xfrm>
          <a:off x="2063552" y="3187700"/>
          <a:ext cx="4813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23800" imgH="203040" progId="Equation.DSMT4">
                  <p:embed/>
                </p:oleObj>
              </mc:Choice>
              <mc:Fallback>
                <p:oleObj name="Equation" r:id="rId8" imgW="2323800" imgH="20304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33D9ED98-99F5-49B0-A00C-C7DEF0E1EB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3187700"/>
                        <a:ext cx="4813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9">
            <a:extLst>
              <a:ext uri="{FF2B5EF4-FFF2-40B4-BE49-F238E27FC236}">
                <a16:creationId xmlns:a16="http://schemas.microsoft.com/office/drawing/2014/main" id="{3D8BE2DA-8C56-4E49-BDF3-8D4E23223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3861048"/>
            <a:ext cx="1530349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9">
            <a:extLst>
              <a:ext uri="{FF2B5EF4-FFF2-40B4-BE49-F238E27FC236}">
                <a16:creationId xmlns:a16="http://schemas.microsoft.com/office/drawing/2014/main" id="{BB239A98-D90D-4A0B-A6CD-C11FA394C3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400" y="317600"/>
            <a:ext cx="86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注</a:t>
            </a:r>
          </a:p>
        </p:txBody>
      </p:sp>
    </p:spTree>
    <p:extLst>
      <p:ext uri="{BB962C8B-B14F-4D97-AF65-F5344CB8AC3E}">
        <p14:creationId xmlns:p14="http://schemas.microsoft.com/office/powerpoint/2010/main" val="355811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>
            <a:extLst>
              <a:ext uri="{FF2B5EF4-FFF2-40B4-BE49-F238E27FC236}">
                <a16:creationId xmlns:a16="http://schemas.microsoft.com/office/drawing/2014/main" id="{58D6EBD9-A773-49E1-84C1-FD2888C2A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" y="188640"/>
            <a:ext cx="81359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zh-CN" altLang="en-US" sz="3200" b="1" kern="0" dirty="0">
                <a:solidFill>
                  <a:srgbClr val="333399"/>
                </a:solidFill>
                <a:latin typeface="+mn-lt"/>
                <a:ea typeface="楷体_GB2312" pitchFamily="49" charset="-122"/>
              </a:rPr>
              <a:t>二  多元函数可微，偏导，连续的关系</a:t>
            </a:r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A207FE2A-8DFD-4B4E-B88E-6A01610A6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76" y="1419225"/>
            <a:ext cx="18002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00"/>
                </a:solidFill>
                <a:latin typeface="Arial" panose="020B0604020202020204" pitchFamily="34" charset="0"/>
              </a:rPr>
              <a:t>回顾</a:t>
            </a:r>
            <a:r>
              <a:rPr lang="zh-CN" altLang="en-US" sz="3600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</a:p>
        </p:txBody>
      </p:sp>
      <p:sp>
        <p:nvSpPr>
          <p:cNvPr id="68612" name="Text Box 4">
            <a:extLst>
              <a:ext uri="{FF2B5EF4-FFF2-40B4-BE49-F238E27FC236}">
                <a16:creationId xmlns:a16="http://schemas.microsoft.com/office/drawing/2014/main" id="{4BD20B50-E0F2-46CD-A72E-B3EDA0FD6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776" y="3292475"/>
            <a:ext cx="79930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000000"/>
                </a:solidFill>
                <a:latin typeface="Arial" panose="020B0604020202020204" pitchFamily="34" charset="0"/>
              </a:rPr>
              <a:t>2. </a:t>
            </a:r>
            <a:r>
              <a:rPr lang="zh-CN" altLang="en-US" sz="3200" b="1">
                <a:solidFill>
                  <a:srgbClr val="000000"/>
                </a:solidFill>
                <a:latin typeface="Arial" panose="020B0604020202020204" pitchFamily="34" charset="0"/>
              </a:rPr>
              <a:t>二元函数可微，偏导，连续的定义</a:t>
            </a:r>
            <a:endParaRPr lang="zh-CN" altLang="en-US" sz="32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F9B985C7-C44F-4236-9EA0-85E8BAF645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6751" y="2355850"/>
            <a:ext cx="77771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00"/>
                </a:solidFill>
                <a:latin typeface="Arial" panose="020B0604020202020204" pitchFamily="34" charset="0"/>
              </a:rPr>
              <a:t>1. </a:t>
            </a:r>
            <a:r>
              <a:rPr lang="zh-CN" altLang="en-US" sz="3200" b="1" dirty="0">
                <a:solidFill>
                  <a:srgbClr val="000000"/>
                </a:solidFill>
                <a:latin typeface="Arial" panose="020B0604020202020204" pitchFamily="34" charset="0"/>
              </a:rPr>
              <a:t>一元函数可微，可导，连续的关系</a:t>
            </a:r>
          </a:p>
        </p:txBody>
      </p:sp>
      <p:pic>
        <p:nvPicPr>
          <p:cNvPr id="20486" name="Picture 6" descr="0017">
            <a:extLst>
              <a:ext uri="{FF2B5EF4-FFF2-40B4-BE49-F238E27FC236}">
                <a16:creationId xmlns:a16="http://schemas.microsoft.com/office/drawing/2014/main" id="{BA05C2D4-8983-4B08-ABD1-6D2CD0719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16" y="2213183"/>
            <a:ext cx="2432050" cy="162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0" grpId="0"/>
      <p:bldP spid="68611" grpId="0"/>
      <p:bldP spid="68612" grpId="0"/>
      <p:bldP spid="686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5F7302B7-C51C-460A-A8A3-4945AA200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0" y="404813"/>
            <a:ext cx="8064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</a:rPr>
              <a:t>1.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</a:rPr>
              <a:t>一元函数可微，可导，连续的关系</a:t>
            </a:r>
          </a:p>
        </p:txBody>
      </p:sp>
      <p:sp>
        <p:nvSpPr>
          <p:cNvPr id="69635" name="Text Box 3">
            <a:extLst>
              <a:ext uri="{FF2B5EF4-FFF2-40B4-BE49-F238E27FC236}">
                <a16:creationId xmlns:a16="http://schemas.microsoft.com/office/drawing/2014/main" id="{E4975B81-C855-434C-BA32-B586C9721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938" y="2206625"/>
            <a:ext cx="2160587" cy="5889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</a:rPr>
              <a:t>函数可微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02CCB2A5-A04F-4DCC-A16F-4712AC6F8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188" y="2206625"/>
            <a:ext cx="2160587" cy="5889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Arial" panose="020B0604020202020204" pitchFamily="34" charset="0"/>
              </a:rPr>
              <a:t>函数可导</a:t>
            </a:r>
          </a:p>
        </p:txBody>
      </p:sp>
      <p:sp>
        <p:nvSpPr>
          <p:cNvPr id="69637" name="Text Box 5">
            <a:extLst>
              <a:ext uri="{FF2B5EF4-FFF2-40B4-BE49-F238E27FC236}">
                <a16:creationId xmlns:a16="http://schemas.microsoft.com/office/drawing/2014/main" id="{8ABB45FC-D22A-4663-98D8-02F5CEDD2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0" y="3933825"/>
            <a:ext cx="2160588" cy="5889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200">
                <a:solidFill>
                  <a:srgbClr val="000000"/>
                </a:solidFill>
                <a:latin typeface="Arial" panose="020B0604020202020204" pitchFamily="34" charset="0"/>
              </a:rPr>
              <a:t>函数连续</a:t>
            </a:r>
          </a:p>
        </p:txBody>
      </p:sp>
      <p:sp>
        <p:nvSpPr>
          <p:cNvPr id="69638" name="Line 6">
            <a:extLst>
              <a:ext uri="{FF2B5EF4-FFF2-40B4-BE49-F238E27FC236}">
                <a16:creationId xmlns:a16="http://schemas.microsoft.com/office/drawing/2014/main" id="{8E00B69D-9C21-49E9-9ADC-6B23A4A5C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2998788"/>
            <a:ext cx="792163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9" name="Line 7">
            <a:extLst>
              <a:ext uri="{FF2B5EF4-FFF2-40B4-BE49-F238E27FC236}">
                <a16:creationId xmlns:a16="http://schemas.microsoft.com/office/drawing/2014/main" id="{59839EAC-A13A-406A-B642-8FEC8A1874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1188" y="2998788"/>
            <a:ext cx="863600" cy="7921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0" name="Line 8">
            <a:extLst>
              <a:ext uri="{FF2B5EF4-FFF2-40B4-BE49-F238E27FC236}">
                <a16:creationId xmlns:a16="http://schemas.microsoft.com/office/drawing/2014/main" id="{5BF85CB3-E933-4B60-9A51-15D8F1B552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2276475"/>
            <a:ext cx="10795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1" name="Line 9">
            <a:extLst>
              <a:ext uri="{FF2B5EF4-FFF2-40B4-BE49-F238E27FC236}">
                <a16:creationId xmlns:a16="http://schemas.microsoft.com/office/drawing/2014/main" id="{F4CC88CB-1EBE-41A0-BAA0-76E86F0057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19738" y="2708275"/>
            <a:ext cx="10810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0">
            <a:extLst>
              <a:ext uri="{FF2B5EF4-FFF2-40B4-BE49-F238E27FC236}">
                <a16:creationId xmlns:a16="http://schemas.microsoft.com/office/drawing/2014/main" id="{13AFA126-54C9-47F2-8E3A-193C468B70B2}"/>
              </a:ext>
            </a:extLst>
          </p:cNvPr>
          <p:cNvGrpSpPr>
            <a:grpSpLocks/>
          </p:cNvGrpSpPr>
          <p:nvPr/>
        </p:nvGrpSpPr>
        <p:grpSpPr bwMode="auto">
          <a:xfrm>
            <a:off x="4224338" y="3214688"/>
            <a:ext cx="647700" cy="647700"/>
            <a:chOff x="1383" y="1752"/>
            <a:chExt cx="408" cy="408"/>
          </a:xfrm>
        </p:grpSpPr>
        <p:sp>
          <p:nvSpPr>
            <p:cNvPr id="21518" name="Line 11">
              <a:extLst>
                <a:ext uri="{FF2B5EF4-FFF2-40B4-BE49-F238E27FC236}">
                  <a16:creationId xmlns:a16="http://schemas.microsoft.com/office/drawing/2014/main" id="{34EDCB9E-6BCE-4155-BDCD-1FD19F40A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752"/>
              <a:ext cx="408" cy="4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9" name="Line 12">
              <a:extLst>
                <a:ext uri="{FF2B5EF4-FFF2-40B4-BE49-F238E27FC236}">
                  <a16:creationId xmlns:a16="http://schemas.microsoft.com/office/drawing/2014/main" id="{9BA32257-DCCD-45DB-A8A1-919045458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842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3">
            <a:extLst>
              <a:ext uri="{FF2B5EF4-FFF2-40B4-BE49-F238E27FC236}">
                <a16:creationId xmlns:a16="http://schemas.microsoft.com/office/drawing/2014/main" id="{9D9F483E-9F73-4DEC-809F-C7DC06F61299}"/>
              </a:ext>
            </a:extLst>
          </p:cNvPr>
          <p:cNvGrpSpPr>
            <a:grpSpLocks/>
          </p:cNvGrpSpPr>
          <p:nvPr/>
        </p:nvGrpSpPr>
        <p:grpSpPr bwMode="auto">
          <a:xfrm>
            <a:off x="7464425" y="3141663"/>
            <a:ext cx="792163" cy="720725"/>
            <a:chOff x="3424" y="1706"/>
            <a:chExt cx="499" cy="454"/>
          </a:xfrm>
        </p:grpSpPr>
        <p:sp>
          <p:nvSpPr>
            <p:cNvPr id="21516" name="Line 14">
              <a:extLst>
                <a:ext uri="{FF2B5EF4-FFF2-40B4-BE49-F238E27FC236}">
                  <a16:creationId xmlns:a16="http://schemas.microsoft.com/office/drawing/2014/main" id="{D80D733D-16AF-46AF-B56F-39673619DA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24" y="1706"/>
              <a:ext cx="499" cy="45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17" name="Line 15">
              <a:extLst>
                <a:ext uri="{FF2B5EF4-FFF2-40B4-BE49-F238E27FC236}">
                  <a16:creationId xmlns:a16="http://schemas.microsoft.com/office/drawing/2014/main" id="{FA76D836-20FE-40B6-9BC5-498D77196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842"/>
              <a:ext cx="0" cy="2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9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40" dur="20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51" dur="20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5" grpId="0" animBg="1"/>
      <p:bldP spid="69636" grpId="0" animBg="1"/>
      <p:bldP spid="696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2">
            <a:extLst>
              <a:ext uri="{FF2B5EF4-FFF2-40B4-BE49-F238E27FC236}">
                <a16:creationId xmlns:a16="http://schemas.microsoft.com/office/drawing/2014/main" id="{D33A418D-EBC0-46EA-8A29-79F0C6416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4082" y="246856"/>
            <a:ext cx="80645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 dirty="0">
                <a:solidFill>
                  <a:srgbClr val="000000"/>
                </a:solidFill>
                <a:latin typeface="Arial" panose="020B0604020202020204" pitchFamily="34" charset="0"/>
              </a:rPr>
              <a:t>2. 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</a:rPr>
              <a:t>二元函数可微，偏导，连续的定义</a:t>
            </a:r>
            <a:endParaRPr lang="en-US" altLang="zh-CN" sz="36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0659" name="Text Box 3">
            <a:extLst>
              <a:ext uri="{FF2B5EF4-FFF2-40B4-BE49-F238E27FC236}">
                <a16:creationId xmlns:a16="http://schemas.microsoft.com/office/drawing/2014/main" id="{2A80D26D-2E52-4DAE-917A-994C6E256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05" y="1244600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）可微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CB201233-0B1F-43C5-88E1-D52E0B916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1087" y="2124076"/>
            <a:ext cx="57610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0662" name="Object 6">
            <a:extLst>
              <a:ext uri="{FF2B5EF4-FFF2-40B4-BE49-F238E27FC236}">
                <a16:creationId xmlns:a16="http://schemas.microsoft.com/office/drawing/2014/main" id="{69FB1E2B-E894-4C5B-9F59-B5AB325BB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950471"/>
              </p:ext>
            </p:extLst>
          </p:nvPr>
        </p:nvGraphicFramePr>
        <p:xfrm>
          <a:off x="2190106" y="1299712"/>
          <a:ext cx="7339490" cy="1985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57600" imgH="990360" progId="Equation.DSMT4">
                  <p:embed/>
                </p:oleObj>
              </mc:Choice>
              <mc:Fallback>
                <p:oleObj name="Equation" r:id="rId2" imgW="3657600" imgH="990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106" y="1299712"/>
                        <a:ext cx="7339490" cy="19852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7">
            <a:extLst>
              <a:ext uri="{FF2B5EF4-FFF2-40B4-BE49-F238E27FC236}">
                <a16:creationId xmlns:a16="http://schemas.microsoft.com/office/drawing/2014/main" id="{4EC616B8-37BB-4D90-ADF7-06499C741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839078"/>
              </p:ext>
            </p:extLst>
          </p:nvPr>
        </p:nvGraphicFramePr>
        <p:xfrm>
          <a:off x="3431705" y="3645348"/>
          <a:ext cx="5976664" cy="93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46240" imgH="457200" progId="Equation.DSMT4">
                  <p:embed/>
                </p:oleObj>
              </mc:Choice>
              <mc:Fallback>
                <p:oleObj name="Equation" r:id="rId4" imgW="2946240" imgH="457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5" y="3645348"/>
                        <a:ext cx="5976664" cy="93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4" name="Object 8">
            <a:extLst>
              <a:ext uri="{FF2B5EF4-FFF2-40B4-BE49-F238E27FC236}">
                <a16:creationId xmlns:a16="http://schemas.microsoft.com/office/drawing/2014/main" id="{DC57FE5D-1D13-4AF5-B568-0A8CCA7AE4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542738"/>
              </p:ext>
            </p:extLst>
          </p:nvPr>
        </p:nvGraphicFramePr>
        <p:xfrm>
          <a:off x="3215680" y="4938656"/>
          <a:ext cx="3050939" cy="8474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419040" progId="Equation.DSMT4">
                  <p:embed/>
                </p:oleObj>
              </mc:Choice>
              <mc:Fallback>
                <p:oleObj name="Equation" r:id="rId6" imgW="153648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938656"/>
                        <a:ext cx="3050939" cy="8474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7" name="Picture 9">
            <a:extLst>
              <a:ext uri="{FF2B5EF4-FFF2-40B4-BE49-F238E27FC236}">
                <a16:creationId xmlns:a16="http://schemas.microsoft.com/office/drawing/2014/main" id="{BBF2FB8B-F80A-45F7-91DF-FA2AB092C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0484" y="3853771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0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6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0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8" grpId="0"/>
      <p:bldP spid="706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682" name="Object 2">
            <a:extLst>
              <a:ext uri="{FF2B5EF4-FFF2-40B4-BE49-F238E27FC236}">
                <a16:creationId xmlns:a16="http://schemas.microsoft.com/office/drawing/2014/main" id="{C20875EE-3305-4A69-90EC-4EF02DD7445C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67188600"/>
              </p:ext>
            </p:extLst>
          </p:nvPr>
        </p:nvGraphicFramePr>
        <p:xfrm>
          <a:off x="1817688" y="1490663"/>
          <a:ext cx="80930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3560" imgH="228600" progId="Equation.DSMT4">
                  <p:embed/>
                </p:oleObj>
              </mc:Choice>
              <mc:Fallback>
                <p:oleObj name="Equation" r:id="rId2" imgW="3733560" imgH="228600" progId="Equation.DSMT4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1490663"/>
                        <a:ext cx="80930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>
            <a:extLst>
              <a:ext uri="{FF2B5EF4-FFF2-40B4-BE49-F238E27FC236}">
                <a16:creationId xmlns:a16="http://schemas.microsoft.com/office/drawing/2014/main" id="{B6A399FE-EAFC-4D9A-A98B-F2AAC35E67B1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258142287"/>
              </p:ext>
            </p:extLst>
          </p:nvPr>
        </p:nvGraphicFramePr>
        <p:xfrm>
          <a:off x="3359150" y="3357315"/>
          <a:ext cx="5498070" cy="863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9552800" imgH="12496800" progId="">
                  <p:embed/>
                </p:oleObj>
              </mc:Choice>
              <mc:Fallback>
                <p:oleObj name="公式" r:id="rId4" imgW="79552800" imgH="12496800" progId="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357315"/>
                        <a:ext cx="5498070" cy="863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5" name="Object 5">
            <a:extLst>
              <a:ext uri="{FF2B5EF4-FFF2-40B4-BE49-F238E27FC236}">
                <a16:creationId xmlns:a16="http://schemas.microsoft.com/office/drawing/2014/main" id="{49E731FD-B176-4BAB-821E-0952458DD2C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3359150" y="2276475"/>
          <a:ext cx="54721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9857600" imgH="11582400" progId="">
                  <p:embed/>
                </p:oleObj>
              </mc:Choice>
              <mc:Fallback>
                <p:oleObj name="公式" r:id="rId6" imgW="79857600" imgH="11582400" progId="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276475"/>
                        <a:ext cx="547211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4" name="Text Box 4">
            <a:extLst>
              <a:ext uri="{FF2B5EF4-FFF2-40B4-BE49-F238E27FC236}">
                <a16:creationId xmlns:a16="http://schemas.microsoft.com/office/drawing/2014/main" id="{2142153A-2DFF-42BB-AEB0-822344D0E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384" y="404664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(2) 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偏导数</a:t>
            </a:r>
          </a:p>
        </p:txBody>
      </p:sp>
      <p:pic>
        <p:nvPicPr>
          <p:cNvPr id="23558" name="Picture 6">
            <a:extLst>
              <a:ext uri="{FF2B5EF4-FFF2-40B4-BE49-F238E27FC236}">
                <a16:creationId xmlns:a16="http://schemas.microsoft.com/office/drawing/2014/main" id="{46A88E61-1610-4D41-B309-8EDB9F8E8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6" name="Object 2">
            <a:extLst>
              <a:ext uri="{FF2B5EF4-FFF2-40B4-BE49-F238E27FC236}">
                <a16:creationId xmlns:a16="http://schemas.microsoft.com/office/drawing/2014/main" id="{79D60799-D08F-4FB1-9C54-4A9B78D617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04473"/>
              </p:ext>
            </p:extLst>
          </p:nvPr>
        </p:nvGraphicFramePr>
        <p:xfrm>
          <a:off x="2456515" y="1035050"/>
          <a:ext cx="49688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0350400" imgH="6096000" progId="">
                  <p:embed/>
                </p:oleObj>
              </mc:Choice>
              <mc:Fallback>
                <p:oleObj name="公式" r:id="rId2" imgW="60350400" imgH="60960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515" y="1035050"/>
                        <a:ext cx="49688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7" name="Text Box 3">
            <a:extLst>
              <a:ext uri="{FF2B5EF4-FFF2-40B4-BE49-F238E27FC236}">
                <a16:creationId xmlns:a16="http://schemas.microsoft.com/office/drawing/2014/main" id="{AEF03223-D401-4C38-AD6F-24D5DB297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393" y="515937"/>
            <a:ext cx="2016224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00"/>
                </a:solidFill>
                <a:latin typeface="Arial" panose="020B0604020202020204" pitchFamily="34" charset="0"/>
              </a:rPr>
              <a:t>(3)  </a:t>
            </a: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graphicFrame>
        <p:nvGraphicFramePr>
          <p:cNvPr id="72708" name="Object 4">
            <a:extLst>
              <a:ext uri="{FF2B5EF4-FFF2-40B4-BE49-F238E27FC236}">
                <a16:creationId xmlns:a16="http://schemas.microsoft.com/office/drawing/2014/main" id="{2EB15E72-623D-4651-8A4D-7349BAE68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2802943"/>
              </p:ext>
            </p:extLst>
          </p:nvPr>
        </p:nvGraphicFramePr>
        <p:xfrm>
          <a:off x="1700865" y="2617787"/>
          <a:ext cx="8856663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9118400" imgH="14630400" progId="">
                  <p:embed/>
                </p:oleObj>
              </mc:Choice>
              <mc:Fallback>
                <p:oleObj name="公式" r:id="rId4" imgW="109118400" imgH="146304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865" y="2617787"/>
                        <a:ext cx="8856663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9" name="Object 5">
            <a:extLst>
              <a:ext uri="{FF2B5EF4-FFF2-40B4-BE49-F238E27FC236}">
                <a16:creationId xmlns:a16="http://schemas.microsoft.com/office/drawing/2014/main" id="{04B67A89-D384-49A4-92B9-FA76FB7129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808183"/>
              </p:ext>
            </p:extLst>
          </p:nvPr>
        </p:nvGraphicFramePr>
        <p:xfrm>
          <a:off x="2431785" y="4024153"/>
          <a:ext cx="6256503" cy="9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54280" imgH="393480" progId="Equation.DSMT4">
                  <p:embed/>
                </p:oleObj>
              </mc:Choice>
              <mc:Fallback>
                <p:oleObj name="Equation" r:id="rId6" imgW="265428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1785" y="4024153"/>
                        <a:ext cx="6256503" cy="93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10" name="Object 6">
            <a:extLst>
              <a:ext uri="{FF2B5EF4-FFF2-40B4-BE49-F238E27FC236}">
                <a16:creationId xmlns:a16="http://schemas.microsoft.com/office/drawing/2014/main" id="{03434346-7A9B-400E-AA3B-FB0B13EF36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717735"/>
              </p:ext>
            </p:extLst>
          </p:nvPr>
        </p:nvGraphicFramePr>
        <p:xfrm>
          <a:off x="2456515" y="1754187"/>
          <a:ext cx="4103688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987200" imgH="10058400" progId="">
                  <p:embed/>
                </p:oleObj>
              </mc:Choice>
              <mc:Fallback>
                <p:oleObj name="公式" r:id="rId8" imgW="49987200" imgH="100584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6515" y="1754187"/>
                        <a:ext cx="4103688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3" name="Picture 7">
            <a:extLst>
              <a:ext uri="{FF2B5EF4-FFF2-40B4-BE49-F238E27FC236}">
                <a16:creationId xmlns:a16="http://schemas.microsoft.com/office/drawing/2014/main" id="{CBA29D21-F133-49FB-9A63-CCE0BE11F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730" name="Object 2">
            <a:extLst>
              <a:ext uri="{FF2B5EF4-FFF2-40B4-BE49-F238E27FC236}">
                <a16:creationId xmlns:a16="http://schemas.microsoft.com/office/drawing/2014/main" id="{C597B628-7780-426D-8507-00E22BC5FE77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71497668"/>
              </p:ext>
            </p:extLst>
          </p:nvPr>
        </p:nvGraphicFramePr>
        <p:xfrm>
          <a:off x="1137720" y="2521176"/>
          <a:ext cx="8933774" cy="457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28920" imgH="215640" progId="Equation.DSMT4">
                  <p:embed/>
                </p:oleObj>
              </mc:Choice>
              <mc:Fallback>
                <p:oleObj name="Equation" r:id="rId2" imgW="4228920" imgH="215640" progId="Equation.DSMT4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7720" y="2521176"/>
                        <a:ext cx="8933774" cy="4571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5" name="Object 7">
            <a:extLst>
              <a:ext uri="{FF2B5EF4-FFF2-40B4-BE49-F238E27FC236}">
                <a16:creationId xmlns:a16="http://schemas.microsoft.com/office/drawing/2014/main" id="{3B0F1DBF-335C-41A9-89C4-99A50A57009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800350" y="4652963"/>
          <a:ext cx="580072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6316800" imgH="9753600" progId="">
                  <p:embed/>
                </p:oleObj>
              </mc:Choice>
              <mc:Fallback>
                <p:oleObj name="公式" r:id="rId4" imgW="96316800" imgH="9753600" progId="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4652963"/>
                        <a:ext cx="5800725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1" name="Text Box 3">
            <a:extLst>
              <a:ext uri="{FF2B5EF4-FFF2-40B4-BE49-F238E27FC236}">
                <a16:creationId xmlns:a16="http://schemas.microsoft.com/office/drawing/2014/main" id="{24B617C5-8BD9-417E-84EB-7D90266E2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599" y="237122"/>
            <a:ext cx="81359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0"/>
              </a:spcBef>
              <a:defRPr/>
            </a:pPr>
            <a:r>
              <a:rPr lang="zh-CN" altLang="en-US" sz="3200" b="1" kern="0" dirty="0">
                <a:solidFill>
                  <a:srgbClr val="333399"/>
                </a:solidFill>
                <a:latin typeface="+mn-lt"/>
                <a:ea typeface="楷体_GB2312" pitchFamily="49" charset="-122"/>
              </a:rPr>
              <a:t>二  多元函数可微，偏导，连续的关系</a:t>
            </a:r>
          </a:p>
        </p:txBody>
      </p:sp>
      <p:sp>
        <p:nvSpPr>
          <p:cNvPr id="73732" name="Text Box 4">
            <a:extLst>
              <a:ext uri="{FF2B5EF4-FFF2-40B4-BE49-F238E27FC236}">
                <a16:creationId xmlns:a16="http://schemas.microsoft.com/office/drawing/2014/main" id="{0721747E-C45C-4CDF-AAC5-7A2078548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1412875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00"/>
                </a:solidFill>
                <a:latin typeface="Arial" panose="020B0604020202020204" pitchFamily="34" charset="0"/>
              </a:rPr>
              <a:t>已有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：</a:t>
            </a:r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27846DEB-F37D-4BBA-BE93-65068765B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1557338"/>
            <a:ext cx="1223963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867B652E-DDBD-4187-80C1-4F2B5B7751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1557338"/>
            <a:ext cx="12239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偏导存在</a:t>
            </a:r>
          </a:p>
        </p:txBody>
      </p:sp>
      <p:sp>
        <p:nvSpPr>
          <p:cNvPr id="73736" name="Rectangle 8">
            <a:extLst>
              <a:ext uri="{FF2B5EF4-FFF2-40B4-BE49-F238E27FC236}">
                <a16:creationId xmlns:a16="http://schemas.microsoft.com/office/drawing/2014/main" id="{2A8BD8BF-F11C-460E-818C-EECB28196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789363"/>
            <a:ext cx="1223963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sp>
        <p:nvSpPr>
          <p:cNvPr id="73737" name="Rectangle 9">
            <a:extLst>
              <a:ext uri="{FF2B5EF4-FFF2-40B4-BE49-F238E27FC236}">
                <a16:creationId xmlns:a16="http://schemas.microsoft.com/office/drawing/2014/main" id="{E54C3272-114D-4DB5-891A-9014CF447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3789363"/>
            <a:ext cx="1223963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可微</a:t>
            </a:r>
          </a:p>
        </p:txBody>
      </p:sp>
      <p:sp>
        <p:nvSpPr>
          <p:cNvPr id="73738" name="Line 10">
            <a:extLst>
              <a:ext uri="{FF2B5EF4-FFF2-40B4-BE49-F238E27FC236}">
                <a16:creationId xmlns:a16="http://schemas.microsoft.com/office/drawing/2014/main" id="{CCB52200-DC92-47A5-8AA7-55FA4E1640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6500" y="3860800"/>
            <a:ext cx="115093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72D5EA07-2BAC-4373-A858-5180761BC868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1484313"/>
            <a:ext cx="1079500" cy="577850"/>
            <a:chOff x="2200" y="935"/>
            <a:chExt cx="680" cy="364"/>
          </a:xfrm>
        </p:grpSpPr>
        <p:sp>
          <p:nvSpPr>
            <p:cNvPr id="25616" name="Line 12">
              <a:extLst>
                <a:ext uri="{FF2B5EF4-FFF2-40B4-BE49-F238E27FC236}">
                  <a16:creationId xmlns:a16="http://schemas.microsoft.com/office/drawing/2014/main" id="{1A7708A4-124F-40BE-A3B6-11F86D0CBF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0" y="1026"/>
              <a:ext cx="6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7" name="Line 13">
              <a:extLst>
                <a:ext uri="{FF2B5EF4-FFF2-40B4-BE49-F238E27FC236}">
                  <a16:creationId xmlns:a16="http://schemas.microsoft.com/office/drawing/2014/main" id="{988CCEBF-D579-4663-8424-BB5B0F0AE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1207"/>
              <a:ext cx="6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8" name="Line 14">
              <a:extLst>
                <a:ext uri="{FF2B5EF4-FFF2-40B4-BE49-F238E27FC236}">
                  <a16:creationId xmlns:a16="http://schemas.microsoft.com/office/drawing/2014/main" id="{A324B742-6554-43B3-B755-E28898F37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935"/>
              <a:ext cx="91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9" name="Line 15">
              <a:extLst>
                <a:ext uri="{FF2B5EF4-FFF2-40B4-BE49-F238E27FC236}">
                  <a16:creationId xmlns:a16="http://schemas.microsoft.com/office/drawing/2014/main" id="{5B821072-ACBB-4197-AC0D-D310596EF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117"/>
              <a:ext cx="91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8BBBBDC4-BC17-456B-AFAA-99E9CA0096D4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4005263"/>
            <a:ext cx="1079500" cy="287337"/>
            <a:chOff x="2200" y="3158"/>
            <a:chExt cx="680" cy="181"/>
          </a:xfrm>
        </p:grpSpPr>
        <p:sp>
          <p:nvSpPr>
            <p:cNvPr id="25614" name="Line 17">
              <a:extLst>
                <a:ext uri="{FF2B5EF4-FFF2-40B4-BE49-F238E27FC236}">
                  <a16:creationId xmlns:a16="http://schemas.microsoft.com/office/drawing/2014/main" id="{934528C8-5DD2-4C0D-A776-C8673693DA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00" y="3249"/>
              <a:ext cx="6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15" name="Line 18">
              <a:extLst>
                <a:ext uri="{FF2B5EF4-FFF2-40B4-BE49-F238E27FC236}">
                  <a16:creationId xmlns:a16="http://schemas.microsoft.com/office/drawing/2014/main" id="{35C6C1F0-EC8E-4C5D-AC4C-9DF7811977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7" y="3158"/>
              <a:ext cx="136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3747" name="Text Box 19">
            <a:extLst>
              <a:ext uri="{FF2B5EF4-FFF2-40B4-BE49-F238E27FC236}">
                <a16:creationId xmlns:a16="http://schemas.microsoft.com/office/drawing/2014/main" id="{7A20FCE1-B452-4A82-8E42-74ED640B1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3500438"/>
            <a:ext cx="86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注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83761B5F-CD58-4E26-9E8E-61582D6AD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8075" y="5441307"/>
            <a:ext cx="2519363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不连续则不可微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9FEE52AF-6225-4EA0-A431-55CECAD15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332" y="3725839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(1)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86FCB66F-FDBB-43DE-84D1-FA6CDAA3E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7915" y="5481662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(2)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3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3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3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/>
      <p:bldP spid="73732" grpId="0"/>
      <p:bldP spid="73733" grpId="0" animBg="1"/>
      <p:bldP spid="73734" grpId="0" animBg="1"/>
      <p:bldP spid="73736" grpId="0" animBg="1"/>
      <p:bldP spid="73737" grpId="0" animBg="1"/>
      <p:bldP spid="73747" grpId="0"/>
      <p:bldP spid="20" grpId="0" animBg="1"/>
      <p:bldP spid="21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4" name="Object 2">
            <a:extLst>
              <a:ext uri="{FF2B5EF4-FFF2-40B4-BE49-F238E27FC236}">
                <a16:creationId xmlns:a16="http://schemas.microsoft.com/office/drawing/2014/main" id="{3DC4D383-1497-4529-832F-97221070D0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0674216"/>
              </p:ext>
            </p:extLst>
          </p:nvPr>
        </p:nvGraphicFramePr>
        <p:xfrm>
          <a:off x="1559495" y="217663"/>
          <a:ext cx="7416825" cy="2144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0" imgH="1104840" progId="Equation.DSMT4">
                  <p:embed/>
                </p:oleObj>
              </mc:Choice>
              <mc:Fallback>
                <p:oleObj name="Equation" r:id="rId2" imgW="3682800" imgH="11048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495" y="217663"/>
                        <a:ext cx="7416825" cy="2144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5" name="Rectangle 3">
            <a:extLst>
              <a:ext uri="{FF2B5EF4-FFF2-40B4-BE49-F238E27FC236}">
                <a16:creationId xmlns:a16="http://schemas.microsoft.com/office/drawing/2014/main" id="{31755354-1C55-4ED5-B1F5-44DCC29B9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2924175"/>
            <a:ext cx="1223963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可微分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F4F8C4A1-8D00-4538-BCA3-D473D2D58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0463" y="2924175"/>
            <a:ext cx="12239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偏导存在</a:t>
            </a:r>
          </a:p>
        </p:txBody>
      </p:sp>
      <p:sp>
        <p:nvSpPr>
          <p:cNvPr id="74757" name="Line 5">
            <a:extLst>
              <a:ext uri="{FF2B5EF4-FFF2-40B4-BE49-F238E27FC236}">
                <a16:creationId xmlns:a16="http://schemas.microsoft.com/office/drawing/2014/main" id="{22CFFC38-A38D-4A65-9534-0E8DF53F53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7938" y="2997200"/>
            <a:ext cx="8651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6062EC03-004F-41EB-9842-ED519A9B5909}"/>
              </a:ext>
            </a:extLst>
          </p:cNvPr>
          <p:cNvGrpSpPr>
            <a:grpSpLocks/>
          </p:cNvGrpSpPr>
          <p:nvPr/>
        </p:nvGrpSpPr>
        <p:grpSpPr bwMode="auto">
          <a:xfrm>
            <a:off x="5087938" y="3141663"/>
            <a:ext cx="865187" cy="287337"/>
            <a:chOff x="2245" y="1979"/>
            <a:chExt cx="545" cy="181"/>
          </a:xfrm>
        </p:grpSpPr>
        <p:sp>
          <p:nvSpPr>
            <p:cNvPr id="26635" name="Line 7">
              <a:extLst>
                <a:ext uri="{FF2B5EF4-FFF2-40B4-BE49-F238E27FC236}">
                  <a16:creationId xmlns:a16="http://schemas.microsoft.com/office/drawing/2014/main" id="{91BFEE89-5FDC-4814-A0E7-9FEB2D73F2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45" y="2069"/>
              <a:ext cx="54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6" name="Line 8">
              <a:extLst>
                <a:ext uri="{FF2B5EF4-FFF2-40B4-BE49-F238E27FC236}">
                  <a16:creationId xmlns:a16="http://schemas.microsoft.com/office/drawing/2014/main" id="{133BB3E8-EBDE-4E9B-8ABB-3A4C1A94B5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1979"/>
              <a:ext cx="91" cy="18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761" name="Text Box 9">
            <a:extLst>
              <a:ext uri="{FF2B5EF4-FFF2-40B4-BE49-F238E27FC236}">
                <a16:creationId xmlns:a16="http://schemas.microsoft.com/office/drawing/2014/main" id="{58CEFEAF-3621-4E16-B310-779AB84BE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2565400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注</a:t>
            </a:r>
          </a:p>
        </p:txBody>
      </p:sp>
      <p:sp>
        <p:nvSpPr>
          <p:cNvPr id="74762" name="Text Box 10">
            <a:extLst>
              <a:ext uri="{FF2B5EF4-FFF2-40B4-BE49-F238E27FC236}">
                <a16:creationId xmlns:a16="http://schemas.microsoft.com/office/drawing/2014/main" id="{A730F2FE-3620-4E80-9015-473E98AAA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29241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(1)</a:t>
            </a:r>
          </a:p>
        </p:txBody>
      </p:sp>
      <p:graphicFrame>
        <p:nvGraphicFramePr>
          <p:cNvPr id="74763" name="Object 11">
            <a:extLst>
              <a:ext uri="{FF2B5EF4-FFF2-40B4-BE49-F238E27FC236}">
                <a16:creationId xmlns:a16="http://schemas.microsoft.com/office/drawing/2014/main" id="{50F639BD-BB07-40DC-BEC2-0501FEADD1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8464898"/>
              </p:ext>
            </p:extLst>
          </p:nvPr>
        </p:nvGraphicFramePr>
        <p:xfrm>
          <a:off x="3287713" y="3644900"/>
          <a:ext cx="2808287" cy="865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0538400" imgH="12496800" progId="">
                  <p:embed/>
                </p:oleObj>
              </mc:Choice>
              <mc:Fallback>
                <p:oleObj name="公式" r:id="rId4" imgW="40538400" imgH="124968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713" y="3644900"/>
                        <a:ext cx="2808287" cy="8659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4" name="Text Box 12">
            <a:extLst>
              <a:ext uri="{FF2B5EF4-FFF2-40B4-BE49-F238E27FC236}">
                <a16:creationId xmlns:a16="http://schemas.microsoft.com/office/drawing/2014/main" id="{541AEFC8-9210-4C9C-9521-4E01D5C0F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3860800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</a:rPr>
              <a:t>(2)</a:t>
            </a:r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E8CDB606-E70B-4121-867F-65446FF5E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469823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(3)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2B53266-399B-455B-BFC6-EA9326FA4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100" y="4685251"/>
            <a:ext cx="338301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偏导不存在则不可微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zh-CN" altLang="en-US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animBg="1"/>
      <p:bldP spid="74756" grpId="0" animBg="1"/>
      <p:bldP spid="74761" grpId="0"/>
      <p:bldP spid="74762" grpId="0"/>
      <p:bldP spid="74764" grpId="0"/>
      <p:bldP spid="13" grpId="0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>
            <a:extLst>
              <a:ext uri="{FF2B5EF4-FFF2-40B4-BE49-F238E27FC236}">
                <a16:creationId xmlns:a16="http://schemas.microsoft.com/office/drawing/2014/main" id="{4C90D585-A039-470E-9C47-1D28518A0004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2208213" y="812800"/>
          <a:ext cx="446405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6446400" imgH="6096000" progId="">
                  <p:embed/>
                </p:oleObj>
              </mc:Choice>
              <mc:Fallback>
                <p:oleObj name="公式" r:id="rId2" imgW="66446400" imgH="6096000" progId="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812800"/>
                        <a:ext cx="446405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79" name="Object 3">
            <a:extLst>
              <a:ext uri="{FF2B5EF4-FFF2-40B4-BE49-F238E27FC236}">
                <a16:creationId xmlns:a16="http://schemas.microsoft.com/office/drawing/2014/main" id="{BBB1D76C-741F-4E7A-9B9B-EF162F25CF8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211388" y="2786063"/>
          <a:ext cx="68341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2108000" imgH="6096000" progId="">
                  <p:embed/>
                </p:oleObj>
              </mc:Choice>
              <mc:Fallback>
                <p:oleObj name="公式" r:id="rId4" imgW="102108000" imgH="6096000" progId="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2786063"/>
                        <a:ext cx="68341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0" name="Object 4">
            <a:extLst>
              <a:ext uri="{FF2B5EF4-FFF2-40B4-BE49-F238E27FC236}">
                <a16:creationId xmlns:a16="http://schemas.microsoft.com/office/drawing/2014/main" id="{99654F7F-1794-4292-96C6-7699D2D13E09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2855913" y="4610100"/>
          <a:ext cx="17272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9565600" imgH="12496800" progId="">
                  <p:embed/>
                </p:oleObj>
              </mc:Choice>
              <mc:Fallback>
                <p:oleObj name="公式" r:id="rId6" imgW="29565600" imgH="12496800" progId="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610100"/>
                        <a:ext cx="1727200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1" name="Object 5">
            <a:extLst>
              <a:ext uri="{FF2B5EF4-FFF2-40B4-BE49-F238E27FC236}">
                <a16:creationId xmlns:a16="http://schemas.microsoft.com/office/drawing/2014/main" id="{387EAB61-CC11-4695-A1C6-C9818AF449F0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2208213" y="3500438"/>
          <a:ext cx="448627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7360800" imgH="11582400" progId="">
                  <p:embed/>
                </p:oleObj>
              </mc:Choice>
              <mc:Fallback>
                <p:oleObj name="公式" r:id="rId8" imgW="67360800" imgH="11582400" progId="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3500438"/>
                        <a:ext cx="448627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2" name="Object 6">
            <a:extLst>
              <a:ext uri="{FF2B5EF4-FFF2-40B4-BE49-F238E27FC236}">
                <a16:creationId xmlns:a16="http://schemas.microsoft.com/office/drawing/2014/main" id="{C0828995-BBE2-41DB-AB9B-8C7C0BB0A7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2888" y="1412875"/>
          <a:ext cx="6192837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93268800" imgH="6096000" progId="">
                  <p:embed/>
                </p:oleObj>
              </mc:Choice>
              <mc:Fallback>
                <p:oleObj name="公式" r:id="rId10" imgW="93268800" imgH="60960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1412875"/>
                        <a:ext cx="6192837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Object 7">
            <a:extLst>
              <a:ext uri="{FF2B5EF4-FFF2-40B4-BE49-F238E27FC236}">
                <a16:creationId xmlns:a16="http://schemas.microsoft.com/office/drawing/2014/main" id="{D13C3BB1-B2F2-4645-8E9B-C3F6F76FCC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1488" y="3500438"/>
          <a:ext cx="2008187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2004000" imgH="11582400" progId="">
                  <p:embed/>
                </p:oleObj>
              </mc:Choice>
              <mc:Fallback>
                <p:oleObj name="公式" r:id="rId12" imgW="32004000" imgH="115824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3500438"/>
                        <a:ext cx="2008187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4" name="Object 8">
            <a:extLst>
              <a:ext uri="{FF2B5EF4-FFF2-40B4-BE49-F238E27FC236}">
                <a16:creationId xmlns:a16="http://schemas.microsoft.com/office/drawing/2014/main" id="{E5FA278A-1B60-4D47-AD50-0B33931974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213" y="2060575"/>
          <a:ext cx="78136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16738400" imgH="6096000" progId="">
                  <p:embed/>
                </p:oleObj>
              </mc:Choice>
              <mc:Fallback>
                <p:oleObj name="公式" r:id="rId14" imgW="116738400" imgH="60960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3" y="2060575"/>
                        <a:ext cx="78136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5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>
            <a:extLst>
              <a:ext uri="{FF2B5EF4-FFF2-40B4-BE49-F238E27FC236}">
                <a16:creationId xmlns:a16="http://schemas.microsoft.com/office/drawing/2014/main" id="{F876F8B4-5C52-4D7D-A58E-BE474FAA8A7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863975" y="404813"/>
          <a:ext cx="42306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275200" imgH="7620000" progId="">
                  <p:embed/>
                </p:oleObj>
              </mc:Choice>
              <mc:Fallback>
                <p:oleObj name="公式" r:id="rId2" imgW="68275200" imgH="7620000" progId="">
                  <p:embed/>
                  <p:pic>
                    <p:nvPicPr>
                      <p:cNvPr id="82946" name="Object 2">
                        <a:extLst>
                          <a:ext uri="{FF2B5EF4-FFF2-40B4-BE49-F238E27FC236}">
                            <a16:creationId xmlns:a16="http://schemas.microsoft.com/office/drawing/2014/main" id="{F876F8B4-5C52-4D7D-A58E-BE474FAA8A7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404813"/>
                        <a:ext cx="423068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5B7E5477-A920-431F-84C2-FD6745DE1E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6390984"/>
              </p:ext>
            </p:extLst>
          </p:nvPr>
        </p:nvGraphicFramePr>
        <p:xfrm>
          <a:off x="3647728" y="1556792"/>
          <a:ext cx="17478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212800" imgH="5181600" progId="">
                  <p:embed/>
                </p:oleObj>
              </mc:Choice>
              <mc:Fallback>
                <p:oleObj name="公式" r:id="rId4" imgW="26212800" imgH="5181600" progId="">
                  <p:embed/>
                  <p:pic>
                    <p:nvPicPr>
                      <p:cNvPr id="82947" name="Object 3">
                        <a:extLst>
                          <a:ext uri="{FF2B5EF4-FFF2-40B4-BE49-F238E27FC236}">
                            <a16:creationId xmlns:a16="http://schemas.microsoft.com/office/drawing/2014/main" id="{5B7E5477-A920-431F-84C2-FD6745DE1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1556792"/>
                        <a:ext cx="1747838" cy="346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B4AFF740-5241-4FCB-BFC3-88266104F4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571365"/>
              </p:ext>
            </p:extLst>
          </p:nvPr>
        </p:nvGraphicFramePr>
        <p:xfrm>
          <a:off x="4584353" y="2275930"/>
          <a:ext cx="2641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9624000" imgH="5791200" progId="">
                  <p:embed/>
                </p:oleObj>
              </mc:Choice>
              <mc:Fallback>
                <p:oleObj name="公式" r:id="rId6" imgW="39624000" imgH="5791200" progId="">
                  <p:embed/>
                  <p:pic>
                    <p:nvPicPr>
                      <p:cNvPr id="82948" name="Object 4">
                        <a:extLst>
                          <a:ext uri="{FF2B5EF4-FFF2-40B4-BE49-F238E27FC236}">
                            <a16:creationId xmlns:a16="http://schemas.microsoft.com/office/drawing/2014/main" id="{B4AFF740-5241-4FCB-BFC3-88266104F4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4353" y="2275930"/>
                        <a:ext cx="2641600" cy="387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EF83D464-7C64-4ADC-BFA9-7DB54BCEB4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285351"/>
              </p:ext>
            </p:extLst>
          </p:nvPr>
        </p:nvGraphicFramePr>
        <p:xfrm>
          <a:off x="4808191" y="3098256"/>
          <a:ext cx="3697288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55473600" imgH="10668000" progId="">
                  <p:embed/>
                </p:oleObj>
              </mc:Choice>
              <mc:Fallback>
                <p:oleObj name="公式" r:id="rId8" imgW="55473600" imgH="10668000" progId="">
                  <p:embed/>
                  <p:pic>
                    <p:nvPicPr>
                      <p:cNvPr id="82950" name="Object 6">
                        <a:extLst>
                          <a:ext uri="{FF2B5EF4-FFF2-40B4-BE49-F238E27FC236}">
                            <a16:creationId xmlns:a16="http://schemas.microsoft.com/office/drawing/2014/main" id="{EF83D464-7C64-4ADC-BFA9-7DB54BCEB4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8191" y="3098256"/>
                        <a:ext cx="3697288" cy="7127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7">
            <a:extLst>
              <a:ext uri="{FF2B5EF4-FFF2-40B4-BE49-F238E27FC236}">
                <a16:creationId xmlns:a16="http://schemas.microsoft.com/office/drawing/2014/main" id="{E319DB59-1D46-4C3E-826E-9FD31345A4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528704"/>
              </p:ext>
            </p:extLst>
          </p:nvPr>
        </p:nvGraphicFramePr>
        <p:xfrm>
          <a:off x="3861247" y="4085226"/>
          <a:ext cx="10144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5240000" imgH="5791200" progId="">
                  <p:embed/>
                </p:oleObj>
              </mc:Choice>
              <mc:Fallback>
                <p:oleObj name="公式" r:id="rId10" imgW="15240000" imgH="5791200" progId="">
                  <p:embed/>
                  <p:pic>
                    <p:nvPicPr>
                      <p:cNvPr id="82951" name="Object 7">
                        <a:extLst>
                          <a:ext uri="{FF2B5EF4-FFF2-40B4-BE49-F238E27FC236}">
                            <a16:creationId xmlns:a16="http://schemas.microsoft.com/office/drawing/2014/main" id="{E319DB59-1D46-4C3E-826E-9FD31345A4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1247" y="4085226"/>
                        <a:ext cx="101441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49BE0239-B8C5-4E14-9A0C-D582C6C85A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7928"/>
              </p:ext>
            </p:extLst>
          </p:nvPr>
        </p:nvGraphicFramePr>
        <p:xfrm>
          <a:off x="5772597" y="4278107"/>
          <a:ext cx="6905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0363200" imgH="5791200" progId="">
                  <p:embed/>
                </p:oleObj>
              </mc:Choice>
              <mc:Fallback>
                <p:oleObj name="公式" r:id="rId12" imgW="10363200" imgH="5791200" progId="">
                  <p:embed/>
                  <p:pic>
                    <p:nvPicPr>
                      <p:cNvPr id="82952" name="Object 8">
                        <a:extLst>
                          <a:ext uri="{FF2B5EF4-FFF2-40B4-BE49-F238E27FC236}">
                            <a16:creationId xmlns:a16="http://schemas.microsoft.com/office/drawing/2014/main" id="{49BE0239-B8C5-4E14-9A0C-D582C6C85A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2597" y="4278107"/>
                        <a:ext cx="69056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>
            <a:extLst>
              <a:ext uri="{FF2B5EF4-FFF2-40B4-BE49-F238E27FC236}">
                <a16:creationId xmlns:a16="http://schemas.microsoft.com/office/drawing/2014/main" id="{30045EB7-BECF-4903-AEF7-5000E86C07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388836"/>
              </p:ext>
            </p:extLst>
          </p:nvPr>
        </p:nvGraphicFramePr>
        <p:xfrm>
          <a:off x="2169766" y="2247355"/>
          <a:ext cx="10160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5240000" imgH="5791200" progId="">
                  <p:embed/>
                </p:oleObj>
              </mc:Choice>
              <mc:Fallback>
                <p:oleObj name="公式" r:id="rId14" imgW="15240000" imgH="5791200" progId="">
                  <p:embed/>
                  <p:pic>
                    <p:nvPicPr>
                      <p:cNvPr id="82953" name="Object 9">
                        <a:extLst>
                          <a:ext uri="{FF2B5EF4-FFF2-40B4-BE49-F238E27FC236}">
                            <a16:creationId xmlns:a16="http://schemas.microsoft.com/office/drawing/2014/main" id="{30045EB7-BECF-4903-AEF7-5000E86C07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9766" y="2247355"/>
                        <a:ext cx="10160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7644B061-D408-4799-9133-4633B3065611}"/>
              </a:ext>
            </a:extLst>
          </p:cNvPr>
          <p:cNvGrpSpPr>
            <a:grpSpLocks/>
          </p:cNvGrpSpPr>
          <p:nvPr/>
        </p:nvGrpSpPr>
        <p:grpSpPr bwMode="auto">
          <a:xfrm>
            <a:off x="5520978" y="1772692"/>
            <a:ext cx="952500" cy="431800"/>
            <a:chOff x="3606" y="1026"/>
            <a:chExt cx="600" cy="272"/>
          </a:xfrm>
        </p:grpSpPr>
        <p:grpSp>
          <p:nvGrpSpPr>
            <p:cNvPr id="34859" name="Group 11">
              <a:extLst>
                <a:ext uri="{FF2B5EF4-FFF2-40B4-BE49-F238E27FC236}">
                  <a16:creationId xmlns:a16="http://schemas.microsoft.com/office/drawing/2014/main" id="{CC75C45E-AFA1-4D81-8D75-41FF289CB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1026"/>
              <a:ext cx="317" cy="272"/>
              <a:chOff x="3606" y="1026"/>
              <a:chExt cx="317" cy="272"/>
            </a:xfrm>
          </p:grpSpPr>
          <p:sp>
            <p:nvSpPr>
              <p:cNvPr id="34861" name="Line 12">
                <a:extLst>
                  <a:ext uri="{FF2B5EF4-FFF2-40B4-BE49-F238E27FC236}">
                    <a16:creationId xmlns:a16="http://schemas.microsoft.com/office/drawing/2014/main" id="{E307A705-7176-46DD-BB95-B4D1A485D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102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2" name="Line 13">
                <a:extLst>
                  <a:ext uri="{FF2B5EF4-FFF2-40B4-BE49-F238E27FC236}">
                    <a16:creationId xmlns:a16="http://schemas.microsoft.com/office/drawing/2014/main" id="{DC1A1967-4461-4C3F-A54A-8BF9FD65E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02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60" name="Object 14">
              <a:extLst>
                <a:ext uri="{FF2B5EF4-FFF2-40B4-BE49-F238E27FC236}">
                  <a16:creationId xmlns:a16="http://schemas.microsoft.com/office/drawing/2014/main" id="{186C6CB0-6BBA-4CCF-BEBE-BE7BF65D13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1071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041774" imgH="3245081" progId="">
                    <p:embed/>
                  </p:oleObj>
                </mc:Choice>
                <mc:Fallback>
                  <p:oleObj name="公式" r:id="rId16" imgW="3041774" imgH="3245081" progId="">
                    <p:embed/>
                    <p:pic>
                      <p:nvPicPr>
                        <p:cNvPr id="34860" name="Object 14">
                          <a:extLst>
                            <a:ext uri="{FF2B5EF4-FFF2-40B4-BE49-F238E27FC236}">
                              <a16:creationId xmlns:a16="http://schemas.microsoft.com/office/drawing/2014/main" id="{186C6CB0-6BBA-4CCF-BEBE-BE7BF65D13E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071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AB2BE160-61BD-4CD9-96D3-DB625C2EF87A}"/>
              </a:ext>
            </a:extLst>
          </p:cNvPr>
          <p:cNvGrpSpPr>
            <a:grpSpLocks/>
          </p:cNvGrpSpPr>
          <p:nvPr/>
        </p:nvGrpSpPr>
        <p:grpSpPr bwMode="auto">
          <a:xfrm>
            <a:off x="2279303" y="1772692"/>
            <a:ext cx="1368425" cy="504825"/>
            <a:chOff x="1564" y="1026"/>
            <a:chExt cx="862" cy="318"/>
          </a:xfrm>
        </p:grpSpPr>
        <p:grpSp>
          <p:nvGrpSpPr>
            <p:cNvPr id="34855" name="Group 16">
              <a:extLst>
                <a:ext uri="{FF2B5EF4-FFF2-40B4-BE49-F238E27FC236}">
                  <a16:creationId xmlns:a16="http://schemas.microsoft.com/office/drawing/2014/main" id="{5F18EB08-D419-429D-B965-F1C607BC5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1026"/>
              <a:ext cx="589" cy="318"/>
              <a:chOff x="1837" y="1026"/>
              <a:chExt cx="589" cy="318"/>
            </a:xfrm>
          </p:grpSpPr>
          <p:sp>
            <p:nvSpPr>
              <p:cNvPr id="34857" name="Line 17">
                <a:extLst>
                  <a:ext uri="{FF2B5EF4-FFF2-40B4-BE49-F238E27FC236}">
                    <a16:creationId xmlns:a16="http://schemas.microsoft.com/office/drawing/2014/main" id="{C4C4FB30-9C41-4535-9141-C7F8920A87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7" y="1026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8" name="Line 18">
                <a:extLst>
                  <a:ext uri="{FF2B5EF4-FFF2-40B4-BE49-F238E27FC236}">
                    <a16:creationId xmlns:a16="http://schemas.microsoft.com/office/drawing/2014/main" id="{67EA42EF-407C-4BE1-A3EC-78A6E328D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7" y="1026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56" name="Object 19">
              <a:extLst>
                <a:ext uri="{FF2B5EF4-FFF2-40B4-BE49-F238E27FC236}">
                  <a16:creationId xmlns:a16="http://schemas.microsoft.com/office/drawing/2014/main" id="{971A79BF-049F-4D43-A038-7E519D1354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071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041774" imgH="3041419" progId="">
                    <p:embed/>
                  </p:oleObj>
                </mc:Choice>
                <mc:Fallback>
                  <p:oleObj name="公式" r:id="rId18" imgW="3041774" imgH="3041419" progId="">
                    <p:embed/>
                    <p:pic>
                      <p:nvPicPr>
                        <p:cNvPr id="34856" name="Object 19">
                          <a:extLst>
                            <a:ext uri="{FF2B5EF4-FFF2-40B4-BE49-F238E27FC236}">
                              <a16:creationId xmlns:a16="http://schemas.microsoft.com/office/drawing/2014/main" id="{971A79BF-049F-4D43-A038-7E519D1354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071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D50F5B65-522C-40A2-9DEA-0BC2E96E566E}"/>
              </a:ext>
            </a:extLst>
          </p:cNvPr>
          <p:cNvGrpSpPr>
            <a:grpSpLocks/>
          </p:cNvGrpSpPr>
          <p:nvPr/>
        </p:nvGrpSpPr>
        <p:grpSpPr bwMode="auto">
          <a:xfrm>
            <a:off x="3503266" y="2491830"/>
            <a:ext cx="1008062" cy="574675"/>
            <a:chOff x="2335" y="1479"/>
            <a:chExt cx="635" cy="362"/>
          </a:xfrm>
        </p:grpSpPr>
        <p:grpSp>
          <p:nvGrpSpPr>
            <p:cNvPr id="34851" name="Group 21">
              <a:extLst>
                <a:ext uri="{FF2B5EF4-FFF2-40B4-BE49-F238E27FC236}">
                  <a16:creationId xmlns:a16="http://schemas.microsoft.com/office/drawing/2014/main" id="{9E18EE51-DF0F-4C5B-BFE7-E5C8561B6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1479"/>
              <a:ext cx="453" cy="362"/>
              <a:chOff x="2517" y="1479"/>
              <a:chExt cx="453" cy="362"/>
            </a:xfrm>
          </p:grpSpPr>
          <p:sp>
            <p:nvSpPr>
              <p:cNvPr id="34853" name="Line 22">
                <a:extLst>
                  <a:ext uri="{FF2B5EF4-FFF2-40B4-BE49-F238E27FC236}">
                    <a16:creationId xmlns:a16="http://schemas.microsoft.com/office/drawing/2014/main" id="{4AEAEC91-0F16-4158-9066-CB99DD523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7" y="1479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4" name="Line 23">
                <a:extLst>
                  <a:ext uri="{FF2B5EF4-FFF2-40B4-BE49-F238E27FC236}">
                    <a16:creationId xmlns:a16="http://schemas.microsoft.com/office/drawing/2014/main" id="{83A0BF19-6634-4A79-8513-376EF791D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7" y="1479"/>
                <a:ext cx="0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52" name="Object 24">
              <a:extLst>
                <a:ext uri="{FF2B5EF4-FFF2-40B4-BE49-F238E27FC236}">
                  <a16:creationId xmlns:a16="http://schemas.microsoft.com/office/drawing/2014/main" id="{8B37BDBE-DABA-4B31-B4DE-0A9C885D1D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5" y="1479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84177" imgH="183919" progId="">
                    <p:embed/>
                  </p:oleObj>
                </mc:Choice>
                <mc:Fallback>
                  <p:oleObj name="公式" r:id="rId18" imgW="184177" imgH="183919" progId="">
                    <p:embed/>
                    <p:pic>
                      <p:nvPicPr>
                        <p:cNvPr id="34852" name="Object 24">
                          <a:extLst>
                            <a:ext uri="{FF2B5EF4-FFF2-40B4-BE49-F238E27FC236}">
                              <a16:creationId xmlns:a16="http://schemas.microsoft.com/office/drawing/2014/main" id="{8B37BDBE-DABA-4B31-B4DE-0A9C885D1DF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1479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69" name="Object 25">
            <a:extLst>
              <a:ext uri="{FF2B5EF4-FFF2-40B4-BE49-F238E27FC236}">
                <a16:creationId xmlns:a16="http://schemas.microsoft.com/office/drawing/2014/main" id="{96BC2D44-4760-4D06-B116-ADE6C6899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334838"/>
              </p:ext>
            </p:extLst>
          </p:nvPr>
        </p:nvGraphicFramePr>
        <p:xfrm>
          <a:off x="3249266" y="3037930"/>
          <a:ext cx="1016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15240000" imgH="5791200" progId="">
                  <p:embed/>
                </p:oleObj>
              </mc:Choice>
              <mc:Fallback>
                <p:oleObj name="公式" r:id="rId21" imgW="15240000" imgH="5791200" progId="">
                  <p:embed/>
                  <p:pic>
                    <p:nvPicPr>
                      <p:cNvPr id="82969" name="Object 25">
                        <a:extLst>
                          <a:ext uri="{FF2B5EF4-FFF2-40B4-BE49-F238E27FC236}">
                            <a16:creationId xmlns:a16="http://schemas.microsoft.com/office/drawing/2014/main" id="{96BC2D44-4760-4D06-B116-ADE6C6899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266" y="3037930"/>
                        <a:ext cx="1016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6">
            <a:extLst>
              <a:ext uri="{FF2B5EF4-FFF2-40B4-BE49-F238E27FC236}">
                <a16:creationId xmlns:a16="http://schemas.microsoft.com/office/drawing/2014/main" id="{DBA67843-9BFD-4A4A-998D-432B09060BA6}"/>
              </a:ext>
            </a:extLst>
          </p:cNvPr>
          <p:cNvGrpSpPr>
            <a:grpSpLocks/>
          </p:cNvGrpSpPr>
          <p:nvPr/>
        </p:nvGrpSpPr>
        <p:grpSpPr bwMode="auto">
          <a:xfrm>
            <a:off x="6024216" y="2661692"/>
            <a:ext cx="449262" cy="334963"/>
            <a:chOff x="3923" y="1586"/>
            <a:chExt cx="283" cy="211"/>
          </a:xfrm>
        </p:grpSpPr>
        <p:sp>
          <p:nvSpPr>
            <p:cNvPr id="34849" name="Line 27">
              <a:extLst>
                <a:ext uri="{FF2B5EF4-FFF2-40B4-BE49-F238E27FC236}">
                  <a16:creationId xmlns:a16="http://schemas.microsoft.com/office/drawing/2014/main" id="{2BBC55AA-944F-4BF2-8B10-7E4D276D3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16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50" name="Object 28">
              <a:extLst>
                <a:ext uri="{FF2B5EF4-FFF2-40B4-BE49-F238E27FC236}">
                  <a16:creationId xmlns:a16="http://schemas.microsoft.com/office/drawing/2014/main" id="{5240E0A9-80D2-4818-9A95-08E0D29E9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1586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0417" imgH="203112" progId="">
                    <p:embed/>
                  </p:oleObj>
                </mc:Choice>
                <mc:Fallback>
                  <p:oleObj name="公式" r:id="rId16" imgW="190417" imgH="203112" progId="">
                    <p:embed/>
                    <p:pic>
                      <p:nvPicPr>
                        <p:cNvPr id="34850" name="Object 28">
                          <a:extLst>
                            <a:ext uri="{FF2B5EF4-FFF2-40B4-BE49-F238E27FC236}">
                              <a16:creationId xmlns:a16="http://schemas.microsoft.com/office/drawing/2014/main" id="{5240E0A9-80D2-4818-9A95-08E0D29E94C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586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38">
            <a:extLst>
              <a:ext uri="{FF2B5EF4-FFF2-40B4-BE49-F238E27FC236}">
                <a16:creationId xmlns:a16="http://schemas.microsoft.com/office/drawing/2014/main" id="{C6F892F9-7D77-417C-AD6C-E7377C7F3530}"/>
              </a:ext>
            </a:extLst>
          </p:cNvPr>
          <p:cNvGrpSpPr>
            <a:grpSpLocks/>
          </p:cNvGrpSpPr>
          <p:nvPr/>
        </p:nvGrpSpPr>
        <p:grpSpPr bwMode="auto">
          <a:xfrm>
            <a:off x="6011290" y="3835762"/>
            <a:ext cx="520700" cy="325437"/>
            <a:chOff x="2925" y="2795"/>
            <a:chExt cx="328" cy="205"/>
          </a:xfrm>
        </p:grpSpPr>
        <p:sp>
          <p:nvSpPr>
            <p:cNvPr id="34841" name="Line 39">
              <a:extLst>
                <a:ext uri="{FF2B5EF4-FFF2-40B4-BE49-F238E27FC236}">
                  <a16:creationId xmlns:a16="http://schemas.microsoft.com/office/drawing/2014/main" id="{7B58D547-7CEE-4B1C-82E5-DD21F2395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79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2" name="Object 40">
              <a:extLst>
                <a:ext uri="{FF2B5EF4-FFF2-40B4-BE49-F238E27FC236}">
                  <a16:creationId xmlns:a16="http://schemas.microsoft.com/office/drawing/2014/main" id="{8AFC3B42-CBA0-423B-B1AB-CC5E9894FA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2795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90417" imgH="203112" progId="">
                    <p:embed/>
                  </p:oleObj>
                </mc:Choice>
                <mc:Fallback>
                  <p:oleObj name="公式" r:id="rId16" imgW="190417" imgH="203112" progId="">
                    <p:embed/>
                    <p:pic>
                      <p:nvPicPr>
                        <p:cNvPr id="34842" name="Object 40">
                          <a:extLst>
                            <a:ext uri="{FF2B5EF4-FFF2-40B4-BE49-F238E27FC236}">
                              <a16:creationId xmlns:a16="http://schemas.microsoft.com/office/drawing/2014/main" id="{8AFC3B42-CBA0-423B-B1AB-CC5E9894FA7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795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3401E043-5A6E-4A2D-A3F3-57EC0590C563}"/>
              </a:ext>
            </a:extLst>
          </p:cNvPr>
          <p:cNvGrpSpPr>
            <a:grpSpLocks/>
          </p:cNvGrpSpPr>
          <p:nvPr/>
        </p:nvGrpSpPr>
        <p:grpSpPr bwMode="auto">
          <a:xfrm>
            <a:off x="3973165" y="3523705"/>
            <a:ext cx="790575" cy="574675"/>
            <a:chOff x="793" y="2568"/>
            <a:chExt cx="498" cy="362"/>
          </a:xfrm>
        </p:grpSpPr>
        <p:sp>
          <p:nvSpPr>
            <p:cNvPr id="34838" name="Line 42">
              <a:extLst>
                <a:ext uri="{FF2B5EF4-FFF2-40B4-BE49-F238E27FC236}">
                  <a16:creationId xmlns:a16="http://schemas.microsoft.com/office/drawing/2014/main" id="{7FD3BFE7-F67A-4842-8B3C-01AF0A16A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5" y="2568"/>
              <a:ext cx="22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43">
              <a:extLst>
                <a:ext uri="{FF2B5EF4-FFF2-40B4-BE49-F238E27FC236}">
                  <a16:creationId xmlns:a16="http://schemas.microsoft.com/office/drawing/2014/main" id="{E9B3D550-80CD-41E1-82EE-4EA2B526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2568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0" name="Object 44">
              <a:extLst>
                <a:ext uri="{FF2B5EF4-FFF2-40B4-BE49-F238E27FC236}">
                  <a16:creationId xmlns:a16="http://schemas.microsoft.com/office/drawing/2014/main" id="{6BF476AF-05E8-4AAA-96B5-F3919DCF34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2659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84177" imgH="183919" progId="">
                    <p:embed/>
                  </p:oleObj>
                </mc:Choice>
                <mc:Fallback>
                  <p:oleObj name="公式" r:id="rId18" imgW="184177" imgH="183919" progId="">
                    <p:embed/>
                    <p:pic>
                      <p:nvPicPr>
                        <p:cNvPr id="34840" name="Object 44">
                          <a:extLst>
                            <a:ext uri="{FF2B5EF4-FFF2-40B4-BE49-F238E27FC236}">
                              <a16:creationId xmlns:a16="http://schemas.microsoft.com/office/drawing/2014/main" id="{6BF476AF-05E8-4AAA-96B5-F3919DCF34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659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4837" name="Picture 46">
            <a:extLst>
              <a:ext uri="{FF2B5EF4-FFF2-40B4-BE49-F238E27FC236}">
                <a16:creationId xmlns:a16="http://schemas.microsoft.com/office/drawing/2014/main" id="{F620550A-3036-425D-9522-4730DD137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 Box 19">
            <a:extLst>
              <a:ext uri="{FF2B5EF4-FFF2-40B4-BE49-F238E27FC236}">
                <a16:creationId xmlns:a16="http://schemas.microsoft.com/office/drawing/2014/main" id="{1682B71A-D30F-4223-AFA6-ACF3437F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04813"/>
            <a:ext cx="1008038" cy="4572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小结</a:t>
            </a:r>
            <a:endParaRPr lang="en-US" altLang="zh-CN" sz="24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95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3" name="Object 3">
            <a:extLst>
              <a:ext uri="{FF2B5EF4-FFF2-40B4-BE49-F238E27FC236}">
                <a16:creationId xmlns:a16="http://schemas.microsoft.com/office/drawing/2014/main" id="{130F2640-20FB-438C-94F3-9CFF5F95922C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53460355"/>
              </p:ext>
            </p:extLst>
          </p:nvPr>
        </p:nvGraphicFramePr>
        <p:xfrm>
          <a:off x="2393950" y="57150"/>
          <a:ext cx="5603875" cy="147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05040" imgH="711000" progId="Equation.DSMT4">
                  <p:embed/>
                </p:oleObj>
              </mc:Choice>
              <mc:Fallback>
                <p:oleObj name="Equation" r:id="rId6" imgW="2705040" imgH="7110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3950" y="57150"/>
                        <a:ext cx="5603875" cy="147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4">
            <a:extLst>
              <a:ext uri="{FF2B5EF4-FFF2-40B4-BE49-F238E27FC236}">
                <a16:creationId xmlns:a16="http://schemas.microsoft.com/office/drawing/2014/main" id="{CA3847C9-B00A-43F6-8E15-FEBBE255F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416" y="620688"/>
            <a:ext cx="1307976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zh-CN" altLang="en-US" sz="2800" b="1" dirty="0">
                <a:solidFill>
                  <a:schemeClr val="accent2"/>
                </a:solidFill>
                <a:ea typeface="楷体_GB2312" pitchFamily="49" charset="-122"/>
              </a:rPr>
              <a:t>练习</a:t>
            </a:r>
            <a:r>
              <a:rPr lang="en-US" altLang="zh-CN" sz="2800" b="1" dirty="0">
                <a:solidFill>
                  <a:schemeClr val="accent2"/>
                </a:solidFill>
                <a:ea typeface="楷体_GB2312" pitchFamily="49" charset="-122"/>
              </a:rPr>
              <a:t>1 .</a:t>
            </a:r>
            <a:r>
              <a:rPr lang="en-US" altLang="zh-CN" sz="2800" dirty="0">
                <a:solidFill>
                  <a:schemeClr val="tx2"/>
                </a:solidFill>
                <a:ea typeface="楷体_GB2312" pitchFamily="49" charset="-122"/>
              </a:rPr>
              <a:t> 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5D1C3D1-FF34-4B05-8D01-CDFD07B96846}"/>
              </a:ext>
            </a:extLst>
          </p:cNvPr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3253418" y="2072979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3FD2D18-CC2C-4BC9-9B8A-F42651448366}"/>
              </a:ext>
            </a:extLst>
          </p:cNvPr>
          <p:cNvSpPr>
            <a:spLocks noChangeAspect="1"/>
          </p:cNvSpPr>
          <p:nvPr>
            <p:custDataLst>
              <p:tags r:id="rId2"/>
            </p:custDataLst>
          </p:nvPr>
        </p:nvSpPr>
        <p:spPr>
          <a:xfrm>
            <a:off x="3253418" y="2867746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7C318B2-0344-4642-B339-BC2E7219EB4E}"/>
              </a:ext>
            </a:extLst>
          </p:cNvPr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3253418" y="3634113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F7B6C6B-E672-47CC-8D8C-D1D9445D7EBE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3253418" y="4457278"/>
            <a:ext cx="385763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1"/>
          <a:lstStyle/>
          <a:p>
            <a:pPr algn="ctr">
              <a:defRPr/>
            </a:pPr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4" name="Text Box 9">
            <a:extLst>
              <a:ext uri="{FF2B5EF4-FFF2-40B4-BE49-F238E27FC236}">
                <a16:creationId xmlns:a16="http://schemas.microsoft.com/office/drawing/2014/main" id="{0A03CC94-F514-4093-933F-E7A080693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6" y="1988840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二重极限存在</a:t>
            </a:r>
          </a:p>
        </p:txBody>
      </p:sp>
      <p:sp>
        <p:nvSpPr>
          <p:cNvPr id="25" name="Text Box 9">
            <a:extLst>
              <a:ext uri="{FF2B5EF4-FFF2-40B4-BE49-F238E27FC236}">
                <a16:creationId xmlns:a16="http://schemas.microsoft.com/office/drawing/2014/main" id="{41F6BDDF-C6D9-4C78-BFFE-D71BCD604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2799017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sp>
        <p:nvSpPr>
          <p:cNvPr id="26" name="Text Box 9">
            <a:extLst>
              <a:ext uri="{FF2B5EF4-FFF2-40B4-BE49-F238E27FC236}">
                <a16:creationId xmlns:a16="http://schemas.microsoft.com/office/drawing/2014/main" id="{B01C1234-30F2-47F7-AB59-ADCB886F4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3575335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偏导数都存在</a:t>
            </a:r>
          </a:p>
        </p:txBody>
      </p:sp>
      <p:sp>
        <p:nvSpPr>
          <p:cNvPr id="27" name="Text Box 9">
            <a:extLst>
              <a:ext uri="{FF2B5EF4-FFF2-40B4-BE49-F238E27FC236}">
                <a16:creationId xmlns:a16="http://schemas.microsoft.com/office/drawing/2014/main" id="{D1F4230E-EFFF-4516-9CB8-63B8E4A6B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735" y="4388549"/>
            <a:ext cx="27368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Arial" panose="020B0604020202020204" pitchFamily="34" charset="0"/>
              </a:rPr>
              <a:t>可微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>
            <a:extLst>
              <a:ext uri="{FF2B5EF4-FFF2-40B4-BE49-F238E27FC236}">
                <a16:creationId xmlns:a16="http://schemas.microsoft.com/office/drawing/2014/main" id="{A054BC81-4CFA-4FA1-9E56-18F0AC255CB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1631504" y="2492375"/>
          <a:ext cx="53689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72847200" imgH="6096000" progId="">
                  <p:embed/>
                </p:oleObj>
              </mc:Choice>
              <mc:Fallback>
                <p:oleObj name="公式" r:id="rId2" imgW="72847200" imgH="6096000" progId="">
                  <p:embed/>
                  <p:pic>
                    <p:nvPicPr>
                      <p:cNvPr id="76802" name="Object 2">
                        <a:extLst>
                          <a:ext uri="{FF2B5EF4-FFF2-40B4-BE49-F238E27FC236}">
                            <a16:creationId xmlns:a16="http://schemas.microsoft.com/office/drawing/2014/main" id="{A054BC81-4CFA-4FA1-9E56-18F0AC255CBB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2492375"/>
                        <a:ext cx="53689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3" name="Object 3">
            <a:extLst>
              <a:ext uri="{FF2B5EF4-FFF2-40B4-BE49-F238E27FC236}">
                <a16:creationId xmlns:a16="http://schemas.microsoft.com/office/drawing/2014/main" id="{130F2640-20FB-438C-94F3-9CFF5F95922C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51732" y="57943"/>
          <a:ext cx="9288684" cy="1472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30759200" imgH="20726400" progId="">
                  <p:embed/>
                </p:oleObj>
              </mc:Choice>
              <mc:Fallback>
                <p:oleObj name="公式" r:id="rId4" imgW="130759200" imgH="20726400" progId="">
                  <p:embed/>
                  <p:pic>
                    <p:nvPicPr>
                      <p:cNvPr id="76803" name="Object 3">
                        <a:extLst>
                          <a:ext uri="{FF2B5EF4-FFF2-40B4-BE49-F238E27FC236}">
                            <a16:creationId xmlns:a16="http://schemas.microsoft.com/office/drawing/2014/main" id="{130F2640-20FB-438C-94F3-9CFF5F95922C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732" y="57943"/>
                        <a:ext cx="9288684" cy="1472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>
            <a:extLst>
              <a:ext uri="{FF2B5EF4-FFF2-40B4-BE49-F238E27FC236}">
                <a16:creationId xmlns:a16="http://schemas.microsoft.com/office/drawing/2014/main" id="{850B67BA-B8FB-4D6B-818F-80D8CADEA5B2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0008" y="1622753"/>
          <a:ext cx="5616575" cy="75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85953600" imgH="11582400" progId="">
                  <p:embed/>
                </p:oleObj>
              </mc:Choice>
              <mc:Fallback>
                <p:oleObj name="公式" r:id="rId6" imgW="85953600" imgH="11582400" progId="">
                  <p:embed/>
                  <p:pic>
                    <p:nvPicPr>
                      <p:cNvPr id="76804" name="Object 4">
                        <a:extLst>
                          <a:ext uri="{FF2B5EF4-FFF2-40B4-BE49-F238E27FC236}">
                            <a16:creationId xmlns:a16="http://schemas.microsoft.com/office/drawing/2014/main" id="{850B67BA-B8FB-4D6B-818F-80D8CADEA5B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008" y="1622753"/>
                        <a:ext cx="5616575" cy="75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5" name="Object 5">
            <a:extLst>
              <a:ext uri="{FF2B5EF4-FFF2-40B4-BE49-F238E27FC236}">
                <a16:creationId xmlns:a16="http://schemas.microsoft.com/office/drawing/2014/main" id="{09ADE191-006B-4BEC-9324-32D1B1D53FBE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1049221" y="3118644"/>
          <a:ext cx="5903913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1440000" imgH="13106400" progId="">
                  <p:embed/>
                </p:oleObj>
              </mc:Choice>
              <mc:Fallback>
                <p:oleObj name="公式" r:id="rId8" imgW="91440000" imgH="13106400" progId="">
                  <p:embed/>
                  <p:pic>
                    <p:nvPicPr>
                      <p:cNvPr id="76805" name="Object 5">
                        <a:extLst>
                          <a:ext uri="{FF2B5EF4-FFF2-40B4-BE49-F238E27FC236}">
                            <a16:creationId xmlns:a16="http://schemas.microsoft.com/office/drawing/2014/main" id="{09ADE191-006B-4BEC-9324-32D1B1D53FB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221" y="3118644"/>
                        <a:ext cx="5903913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6" name="Object 6">
            <a:extLst>
              <a:ext uri="{FF2B5EF4-FFF2-40B4-BE49-F238E27FC236}">
                <a16:creationId xmlns:a16="http://schemas.microsoft.com/office/drawing/2014/main" id="{6A239EE5-1C90-45CA-9A4A-55786F4A84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5854" y="4218053"/>
          <a:ext cx="72945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15519200" imgH="13106400" progId="">
                  <p:embed/>
                </p:oleObj>
              </mc:Choice>
              <mc:Fallback>
                <p:oleObj name="公式" r:id="rId10" imgW="115519200" imgH="13106400" progId="">
                  <p:embed/>
                  <p:pic>
                    <p:nvPicPr>
                      <p:cNvPr id="76806" name="Object 6">
                        <a:extLst>
                          <a:ext uri="{FF2B5EF4-FFF2-40B4-BE49-F238E27FC236}">
                            <a16:creationId xmlns:a16="http://schemas.microsoft.com/office/drawing/2014/main" id="{6A239EE5-1C90-45CA-9A4A-55786F4A84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5854" y="4218053"/>
                        <a:ext cx="72945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7" name="Object 7">
            <a:extLst>
              <a:ext uri="{FF2B5EF4-FFF2-40B4-BE49-F238E27FC236}">
                <a16:creationId xmlns:a16="http://schemas.microsoft.com/office/drawing/2014/main" id="{7AEB7BCF-655B-46F7-910F-5B5BC7F28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040" y="1811273"/>
          <a:ext cx="21605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4747200" imgH="6705600" progId="">
                  <p:embed/>
                </p:oleObj>
              </mc:Choice>
              <mc:Fallback>
                <p:oleObj name="公式" r:id="rId12" imgW="34747200" imgH="6705600" progId="">
                  <p:embed/>
                  <p:pic>
                    <p:nvPicPr>
                      <p:cNvPr id="76807" name="Object 7">
                        <a:extLst>
                          <a:ext uri="{FF2B5EF4-FFF2-40B4-BE49-F238E27FC236}">
                            <a16:creationId xmlns:a16="http://schemas.microsoft.com/office/drawing/2014/main" id="{7AEB7BCF-655B-46F7-910F-5B5BC7F286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6040" y="1811273"/>
                        <a:ext cx="21605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Text Box 8">
            <a:extLst>
              <a:ext uri="{FF2B5EF4-FFF2-40B4-BE49-F238E27FC236}">
                <a16:creationId xmlns:a16="http://schemas.microsoft.com/office/drawing/2014/main" id="{AF40F6AB-E178-499C-9A08-6773228F7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6417" y="4370845"/>
            <a:ext cx="1223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于是</a:t>
            </a:r>
          </a:p>
        </p:txBody>
      </p:sp>
    </p:spTree>
    <p:extLst>
      <p:ext uri="{BB962C8B-B14F-4D97-AF65-F5344CB8AC3E}">
        <p14:creationId xmlns:p14="http://schemas.microsoft.com/office/powerpoint/2010/main" val="292623589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6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68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7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0" dur="20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>
            <a:extLst>
              <a:ext uri="{FF2B5EF4-FFF2-40B4-BE49-F238E27FC236}">
                <a16:creationId xmlns:a16="http://schemas.microsoft.com/office/drawing/2014/main" id="{70C9CDC3-C8DF-4419-ACA6-E0DFBB8EAB65}"/>
              </a:ext>
            </a:extLst>
          </p:cNvPr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73648671"/>
              </p:ext>
            </p:extLst>
          </p:nvPr>
        </p:nvGraphicFramePr>
        <p:xfrm>
          <a:off x="576429" y="116632"/>
          <a:ext cx="10749573" cy="1938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87640" imgH="863280" progId="Equation.DSMT4">
                  <p:embed/>
                </p:oleObj>
              </mc:Choice>
              <mc:Fallback>
                <p:oleObj name="Equation" r:id="rId2" imgW="4787640" imgH="863280" progId="Equation.DSMT4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9" y="116632"/>
                        <a:ext cx="10749573" cy="1938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7" name="Rectangle 3">
            <a:extLst>
              <a:ext uri="{FF2B5EF4-FFF2-40B4-BE49-F238E27FC236}">
                <a16:creationId xmlns:a16="http://schemas.microsoft.com/office/drawing/2014/main" id="{B093BA07-FDD8-43CA-95E3-20FEB31E4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653" y="3213100"/>
            <a:ext cx="12239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偏导连续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2E5B417C-9AFD-4014-BDE5-C675FDE93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040" y="3213100"/>
            <a:ext cx="1223963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</a:rPr>
              <a:t>可微分</a:t>
            </a:r>
          </a:p>
        </p:txBody>
      </p:sp>
      <p:sp>
        <p:nvSpPr>
          <p:cNvPr id="77829" name="Line 5">
            <a:extLst>
              <a:ext uri="{FF2B5EF4-FFF2-40B4-BE49-F238E27FC236}">
                <a16:creationId xmlns:a16="http://schemas.microsoft.com/office/drawing/2014/main" id="{2CC54073-A81C-4906-8267-1E40F75B2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0490" y="3284538"/>
            <a:ext cx="10810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F076C687-1E53-40B6-BE16-4083EF3440D1}"/>
              </a:ext>
            </a:extLst>
          </p:cNvPr>
          <p:cNvGrpSpPr>
            <a:grpSpLocks/>
          </p:cNvGrpSpPr>
          <p:nvPr/>
        </p:nvGrpSpPr>
        <p:grpSpPr bwMode="auto">
          <a:xfrm>
            <a:off x="5230490" y="3429000"/>
            <a:ext cx="1081088" cy="288925"/>
            <a:chOff x="1927" y="1933"/>
            <a:chExt cx="681" cy="182"/>
          </a:xfrm>
        </p:grpSpPr>
        <p:sp>
          <p:nvSpPr>
            <p:cNvPr id="29704" name="Line 7">
              <a:extLst>
                <a:ext uri="{FF2B5EF4-FFF2-40B4-BE49-F238E27FC236}">
                  <a16:creationId xmlns:a16="http://schemas.microsoft.com/office/drawing/2014/main" id="{184816B3-9179-4531-98EB-D240C16145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7" y="2024"/>
              <a:ext cx="68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5" name="Line 8">
              <a:extLst>
                <a:ext uri="{FF2B5EF4-FFF2-40B4-BE49-F238E27FC236}">
                  <a16:creationId xmlns:a16="http://schemas.microsoft.com/office/drawing/2014/main" id="{D28B7E50-6766-4075-B0B2-E4262C755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0" y="1933"/>
              <a:ext cx="91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33" name="Text Box 9">
            <a:extLst>
              <a:ext uri="{FF2B5EF4-FFF2-40B4-BE49-F238E27FC236}">
                <a16:creationId xmlns:a16="http://schemas.microsoft.com/office/drawing/2014/main" id="{1213054B-5949-4CB3-B8D8-96F21C49E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2353" y="2854325"/>
            <a:ext cx="86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000000"/>
                </a:solidFill>
                <a:latin typeface="Arial" panose="020B0604020202020204" pitchFamily="34" charset="0"/>
              </a:rPr>
              <a:t>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7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7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7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animBg="1"/>
      <p:bldP spid="77828" grpId="0" animBg="1"/>
      <p:bldP spid="778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>
            <a:extLst>
              <a:ext uri="{FF2B5EF4-FFF2-40B4-BE49-F238E27FC236}">
                <a16:creationId xmlns:a16="http://schemas.microsoft.com/office/drawing/2014/main" id="{E65E7CA4-7460-44C3-B29F-774CA2396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755" y="2374556"/>
            <a:ext cx="5105400" cy="533400"/>
          </a:xfrm>
          <a:prstGeom prst="wedgeRoundRectCallout">
            <a:avLst>
              <a:gd name="adj1" fmla="val -43690"/>
              <a:gd name="adj2" fmla="val 81847"/>
              <a:gd name="adj3" fmla="val 16667"/>
            </a:avLst>
          </a:prstGeom>
          <a:gradFill rotWithShape="0">
            <a:gsLst>
              <a:gs pos="0">
                <a:srgbClr val="00FFFF"/>
              </a:gs>
              <a:gs pos="50000">
                <a:srgbClr val="FFFFFF"/>
              </a:gs>
              <a:gs pos="100000">
                <a:srgbClr val="00FFFF"/>
              </a:gs>
            </a:gsLst>
            <a:lin ang="5400000" scaled="1"/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/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33795" name="Object 3">
            <a:extLst>
              <a:ext uri="{FF2B5EF4-FFF2-40B4-BE49-F238E27FC236}">
                <a16:creationId xmlns:a16="http://schemas.microsoft.com/office/drawing/2014/main" id="{481B4534-1D08-420A-8691-E0BBB7F678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580481"/>
              </p:ext>
            </p:extLst>
          </p:nvPr>
        </p:nvGraphicFramePr>
        <p:xfrm>
          <a:off x="632555" y="1470044"/>
          <a:ext cx="5092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92560" imgH="406080" progId="Equation.3">
                  <p:embed/>
                </p:oleObj>
              </mc:Choice>
              <mc:Fallback>
                <p:oleObj name="公式" r:id="rId2" imgW="5092560" imgH="406080" progId="Equation.3">
                  <p:embed/>
                  <p:pic>
                    <p:nvPicPr>
                      <p:cNvPr id="33795" name="Object 3">
                        <a:extLst>
                          <a:ext uri="{FF2B5EF4-FFF2-40B4-BE49-F238E27FC236}">
                            <a16:creationId xmlns:a16="http://schemas.microsoft.com/office/drawing/2014/main" id="{481B4534-1D08-420A-8691-E0BBB7F678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555" y="1470044"/>
                        <a:ext cx="5092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4">
            <a:extLst>
              <a:ext uri="{FF2B5EF4-FFF2-40B4-BE49-F238E27FC236}">
                <a16:creationId xmlns:a16="http://schemas.microsoft.com/office/drawing/2014/main" id="{95731932-2F27-4B89-BA9F-4BDC5CB4D3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651635"/>
              </p:ext>
            </p:extLst>
          </p:nvPr>
        </p:nvGraphicFramePr>
        <p:xfrm>
          <a:off x="1051655" y="2450756"/>
          <a:ext cx="56007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5600520" imgH="406080" progId="Equation.3">
                  <p:embed/>
                </p:oleObj>
              </mc:Choice>
              <mc:Fallback>
                <p:oleObj name="公式" r:id="rId4" imgW="5600520" imgH="406080" progId="Equation.3">
                  <p:embed/>
                  <p:pic>
                    <p:nvPicPr>
                      <p:cNvPr id="33796" name="Object 4">
                        <a:extLst>
                          <a:ext uri="{FF2B5EF4-FFF2-40B4-BE49-F238E27FC236}">
                            <a16:creationId xmlns:a16="http://schemas.microsoft.com/office/drawing/2014/main" id="{95731932-2F27-4B89-BA9F-4BDC5CB4D3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1655" y="2450756"/>
                        <a:ext cx="56007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Line 5">
            <a:extLst>
              <a:ext uri="{FF2B5EF4-FFF2-40B4-BE49-F238E27FC236}">
                <a16:creationId xmlns:a16="http://schemas.microsoft.com/office/drawing/2014/main" id="{AB537E6F-6285-4669-A511-83C89BCEA0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1155" y="2907956"/>
            <a:ext cx="18288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799" name="Text Box 7">
            <a:extLst>
              <a:ext uri="{FF2B5EF4-FFF2-40B4-BE49-F238E27FC236}">
                <a16:creationId xmlns:a16="http://schemas.microsoft.com/office/drawing/2014/main" id="{D23BE58C-FCCE-4DD9-BC60-1A4C8712A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79" y="390376"/>
            <a:ext cx="914400" cy="52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33800" name="Group 8">
            <a:extLst>
              <a:ext uri="{FF2B5EF4-FFF2-40B4-BE49-F238E27FC236}">
                <a16:creationId xmlns:a16="http://schemas.microsoft.com/office/drawing/2014/main" id="{56020910-19B1-4F38-8B7A-46709511F58F}"/>
              </a:ext>
            </a:extLst>
          </p:cNvPr>
          <p:cNvGrpSpPr>
            <a:grpSpLocks/>
          </p:cNvGrpSpPr>
          <p:nvPr/>
        </p:nvGrpSpPr>
        <p:grpSpPr bwMode="auto">
          <a:xfrm>
            <a:off x="6600056" y="2420888"/>
            <a:ext cx="3873500" cy="392112"/>
            <a:chOff x="2776" y="3641"/>
            <a:chExt cx="2440" cy="247"/>
          </a:xfrm>
        </p:grpSpPr>
        <p:graphicFrame>
          <p:nvGraphicFramePr>
            <p:cNvPr id="33801" name="Object 9">
              <a:extLst>
                <a:ext uri="{FF2B5EF4-FFF2-40B4-BE49-F238E27FC236}">
                  <a16:creationId xmlns:a16="http://schemas.microsoft.com/office/drawing/2014/main" id="{880D8E60-A9EB-4D8A-AE7B-7356B4D30A0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76" y="3641"/>
            <a:ext cx="2440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3873240" imgH="393480" progId="Equation.3">
                    <p:embed/>
                  </p:oleObj>
                </mc:Choice>
                <mc:Fallback>
                  <p:oleObj name="公式" r:id="rId6" imgW="3873240" imgH="393480" progId="Equation.3">
                    <p:embed/>
                    <p:pic>
                      <p:nvPicPr>
                        <p:cNvPr id="33801" name="Object 9">
                          <a:extLst>
                            <a:ext uri="{FF2B5EF4-FFF2-40B4-BE49-F238E27FC236}">
                              <a16:creationId xmlns:a16="http://schemas.microsoft.com/office/drawing/2014/main" id="{880D8E60-A9EB-4D8A-AE7B-7356B4D30A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6" y="3641"/>
                          <a:ext cx="2440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2" name="Line 10">
              <a:extLst>
                <a:ext uri="{FF2B5EF4-FFF2-40B4-BE49-F238E27FC236}">
                  <a16:creationId xmlns:a16="http://schemas.microsoft.com/office/drawing/2014/main" id="{E3E7AE70-8EC7-402C-850A-944CF3CA32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888"/>
              <a:ext cx="11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809" name="Text Box 17">
            <a:extLst>
              <a:ext uri="{FF2B5EF4-FFF2-40B4-BE49-F238E27FC236}">
                <a16:creationId xmlns:a16="http://schemas.microsoft.com/office/drawing/2014/main" id="{9D324F5F-1EBD-440D-A29D-006BA9055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555" y="2984156"/>
            <a:ext cx="2209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用拉氏定理</a:t>
            </a:r>
          </a:p>
        </p:txBody>
      </p:sp>
      <p:sp>
        <p:nvSpPr>
          <p:cNvPr id="33811" name="Rectangle 19">
            <a:extLst>
              <a:ext uri="{FF2B5EF4-FFF2-40B4-BE49-F238E27FC236}">
                <a16:creationId xmlns:a16="http://schemas.microsoft.com/office/drawing/2014/main" id="{7DD5FDA1-519D-46DA-80CC-379DD6F56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480" y="404664"/>
            <a:ext cx="43672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b="1">
                <a:latin typeface="Times New Roman" panose="02020603050405020304" pitchFamily="18" charset="0"/>
              </a:rPr>
              <a:t>假定偏导数在点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P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x,y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连续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 animBg="1" autoUpdateAnimBg="0"/>
      <p:bldP spid="33799" grpId="0" autoUpdateAnimBg="0"/>
      <p:bldP spid="33809" grpId="0" autoUpdateAnimBg="0"/>
      <p:bldP spid="3381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18" name="Object 2">
            <a:extLst>
              <a:ext uri="{FF2B5EF4-FFF2-40B4-BE49-F238E27FC236}">
                <a16:creationId xmlns:a16="http://schemas.microsoft.com/office/drawing/2014/main" id="{5722115D-180F-499F-9AA8-B01019E3BB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1565759"/>
              </p:ext>
            </p:extLst>
          </p:nvPr>
        </p:nvGraphicFramePr>
        <p:xfrm>
          <a:off x="743560" y="1239782"/>
          <a:ext cx="5067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067000" imgH="406080" progId="Equation.3">
                  <p:embed/>
                </p:oleObj>
              </mc:Choice>
              <mc:Fallback>
                <p:oleObj name="公式" r:id="rId2" imgW="5067000" imgH="406080" progId="Equation.3">
                  <p:embed/>
                  <p:pic>
                    <p:nvPicPr>
                      <p:cNvPr id="34818" name="Object 2">
                        <a:extLst>
                          <a:ext uri="{FF2B5EF4-FFF2-40B4-BE49-F238E27FC236}">
                            <a16:creationId xmlns:a16="http://schemas.microsoft.com/office/drawing/2014/main" id="{5722115D-180F-499F-9AA8-B01019E3BB8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560" y="1239782"/>
                        <a:ext cx="5067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A0025F53-11A5-4250-8797-5BF7B8F40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458999"/>
              </p:ext>
            </p:extLst>
          </p:nvPr>
        </p:nvGraphicFramePr>
        <p:xfrm>
          <a:off x="362560" y="1849381"/>
          <a:ext cx="3949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949560" imgH="457200" progId="Equation.3">
                  <p:embed/>
                </p:oleObj>
              </mc:Choice>
              <mc:Fallback>
                <p:oleObj name="公式" r:id="rId4" imgW="3949560" imgH="457200" progId="Equation.3">
                  <p:embed/>
                  <p:pic>
                    <p:nvPicPr>
                      <p:cNvPr id="34819" name="Object 3">
                        <a:extLst>
                          <a:ext uri="{FF2B5EF4-FFF2-40B4-BE49-F238E27FC236}">
                            <a16:creationId xmlns:a16="http://schemas.microsoft.com/office/drawing/2014/main" id="{819C7A45-F76D-40E0-BE4F-A5769AA847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60" y="1849381"/>
                        <a:ext cx="3949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447FC55A-6EF2-44C5-A71F-377367D2DE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648962"/>
              </p:ext>
            </p:extLst>
          </p:nvPr>
        </p:nvGraphicFramePr>
        <p:xfrm>
          <a:off x="4704000" y="1846774"/>
          <a:ext cx="162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25400" imgH="419040" progId="Equation.3">
                  <p:embed/>
                </p:oleObj>
              </mc:Choice>
              <mc:Fallback>
                <p:oleObj name="Equation" r:id="rId6" imgW="1625400" imgH="419040" progId="Equation.3">
                  <p:embed/>
                  <p:pic>
                    <p:nvPicPr>
                      <p:cNvPr id="34820" name="Object 4">
                        <a:extLst>
                          <a:ext uri="{FF2B5EF4-FFF2-40B4-BE49-F238E27FC236}">
                            <a16:creationId xmlns:a16="http://schemas.microsoft.com/office/drawing/2014/main" id="{CCE38843-00D5-4237-A65F-700C58B3DB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4000" y="1846774"/>
                        <a:ext cx="162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>
            <a:extLst>
              <a:ext uri="{FF2B5EF4-FFF2-40B4-BE49-F238E27FC236}">
                <a16:creationId xmlns:a16="http://schemas.microsoft.com/office/drawing/2014/main" id="{8983D7A6-EE21-4560-B115-3992CC0DD5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918098"/>
              </p:ext>
            </p:extLst>
          </p:nvPr>
        </p:nvGraphicFramePr>
        <p:xfrm>
          <a:off x="387960" y="2611381"/>
          <a:ext cx="317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174840" imgH="457200" progId="Equation.3">
                  <p:embed/>
                </p:oleObj>
              </mc:Choice>
              <mc:Fallback>
                <p:oleObj name="公式" r:id="rId8" imgW="3174840" imgH="457200" progId="Equation.3">
                  <p:embed/>
                  <p:pic>
                    <p:nvPicPr>
                      <p:cNvPr id="34821" name="Object 5">
                        <a:extLst>
                          <a:ext uri="{FF2B5EF4-FFF2-40B4-BE49-F238E27FC236}">
                            <a16:creationId xmlns:a16="http://schemas.microsoft.com/office/drawing/2014/main" id="{57008325-C752-41DE-A9DF-730524C63F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60" y="2611381"/>
                        <a:ext cx="317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6">
            <a:extLst>
              <a:ext uri="{FF2B5EF4-FFF2-40B4-BE49-F238E27FC236}">
                <a16:creationId xmlns:a16="http://schemas.microsoft.com/office/drawing/2014/main" id="{2B4BD23F-16C6-4C63-98BC-7258F44641B9}"/>
              </a:ext>
            </a:extLst>
          </p:cNvPr>
          <p:cNvGrpSpPr>
            <a:grpSpLocks/>
          </p:cNvGrpSpPr>
          <p:nvPr/>
        </p:nvGrpSpPr>
        <p:grpSpPr bwMode="auto">
          <a:xfrm>
            <a:off x="362560" y="3449581"/>
            <a:ext cx="5867400" cy="1676400"/>
            <a:chOff x="912" y="2592"/>
            <a:chExt cx="3696" cy="1056"/>
          </a:xfrm>
        </p:grpSpPr>
        <p:sp>
          <p:nvSpPr>
            <p:cNvPr id="14" name="AutoShape 7" descr="苏格兰方格呢">
              <a:extLst>
                <a:ext uri="{FF2B5EF4-FFF2-40B4-BE49-F238E27FC236}">
                  <a16:creationId xmlns:a16="http://schemas.microsoft.com/office/drawing/2014/main" id="{A0256D18-3478-49C4-9E47-B61A78C34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592"/>
              <a:ext cx="3696" cy="1056"/>
            </a:xfrm>
            <a:prstGeom prst="wedgeRoundRectCallout">
              <a:avLst>
                <a:gd name="adj1" fmla="val -407"/>
                <a:gd name="adj2" fmla="val -70551"/>
                <a:gd name="adj3" fmla="val 16667"/>
              </a:avLst>
            </a:prstGeom>
            <a:pattFill prst="plaid">
              <a:fgClr>
                <a:srgbClr val="00FFFF"/>
              </a:fgClr>
              <a:bgClr>
                <a:srgbClr val="FFFFFF"/>
              </a:bgClr>
            </a:pattFill>
            <a:ln w="381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/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" name="Object 8">
              <a:extLst>
                <a:ext uri="{FF2B5EF4-FFF2-40B4-BE49-F238E27FC236}">
                  <a16:creationId xmlns:a16="http://schemas.microsoft.com/office/drawing/2014/main" id="{EB793B93-C7B5-4B42-AE3D-6F196FCDD4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04" y="2592"/>
            <a:ext cx="3456" cy="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2361960" imgH="469800" progId="Equation.3">
                    <p:embed/>
                  </p:oleObj>
                </mc:Choice>
                <mc:Fallback>
                  <p:oleObj name="公式" r:id="rId10" imgW="2361960" imgH="469800" progId="Equation.3">
                    <p:embed/>
                    <p:pic>
                      <p:nvPicPr>
                        <p:cNvPr id="34824" name="Object 8">
                          <a:extLst>
                            <a:ext uri="{FF2B5EF4-FFF2-40B4-BE49-F238E27FC236}">
                              <a16:creationId xmlns:a16="http://schemas.microsoft.com/office/drawing/2014/main" id="{C088F54C-3BE3-44A0-A7F6-CC67B48154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4" y="2592"/>
                          <a:ext cx="3456" cy="6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9">
              <a:extLst>
                <a:ext uri="{FF2B5EF4-FFF2-40B4-BE49-F238E27FC236}">
                  <a16:creationId xmlns:a16="http://schemas.microsoft.com/office/drawing/2014/main" id="{3F363C44-7FB4-4277-AE3A-F43E0A88180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52" y="3333"/>
            <a:ext cx="2784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892160" imgH="215640" progId="Equation.3">
                    <p:embed/>
                  </p:oleObj>
                </mc:Choice>
                <mc:Fallback>
                  <p:oleObj name="公式" r:id="rId12" imgW="1892160" imgH="215640" progId="Equation.3">
                    <p:embed/>
                    <p:pic>
                      <p:nvPicPr>
                        <p:cNvPr id="34825" name="Object 9">
                          <a:extLst>
                            <a:ext uri="{FF2B5EF4-FFF2-40B4-BE49-F238E27FC236}">
                              <a16:creationId xmlns:a16="http://schemas.microsoft.com/office/drawing/2014/main" id="{30B6D5F0-8AD4-417A-B9A4-0B0A93F4DC1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3333"/>
                          <a:ext cx="2784" cy="3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2">
            <a:extLst>
              <a:ext uri="{FF2B5EF4-FFF2-40B4-BE49-F238E27FC236}">
                <a16:creationId xmlns:a16="http://schemas.microsoft.com/office/drawing/2014/main" id="{741F3A8B-A2C8-4C5E-B71D-3ED6C964A1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64702"/>
              </p:ext>
            </p:extLst>
          </p:nvPr>
        </p:nvGraphicFramePr>
        <p:xfrm>
          <a:off x="2207568" y="5232456"/>
          <a:ext cx="297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971800" imgH="431640" progId="Equation.3">
                  <p:embed/>
                </p:oleObj>
              </mc:Choice>
              <mc:Fallback>
                <p:oleObj name="Equation" r:id="rId14" imgW="2971800" imgH="431640" progId="Equation.3">
                  <p:embed/>
                  <p:pic>
                    <p:nvPicPr>
                      <p:cNvPr id="35842" name="Object 2">
                        <a:extLst>
                          <a:ext uri="{FF2B5EF4-FFF2-40B4-BE49-F238E27FC236}">
                            <a16:creationId xmlns:a16="http://schemas.microsoft.com/office/drawing/2014/main" id="{1A8D9032-9082-4F05-8959-53FCE3EC1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7568" y="5232456"/>
                        <a:ext cx="297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">
            <a:extLst>
              <a:ext uri="{FF2B5EF4-FFF2-40B4-BE49-F238E27FC236}">
                <a16:creationId xmlns:a16="http://schemas.microsoft.com/office/drawing/2014/main" id="{2E721F73-DB5D-4DDB-93D2-0A7A09D32C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5975282"/>
              </p:ext>
            </p:extLst>
          </p:nvPr>
        </p:nvGraphicFramePr>
        <p:xfrm>
          <a:off x="5230168" y="5221343"/>
          <a:ext cx="2921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20680" imgH="469800" progId="Equation.3">
                  <p:embed/>
                </p:oleObj>
              </mc:Choice>
              <mc:Fallback>
                <p:oleObj name="Equation" r:id="rId16" imgW="2920680" imgH="469800" progId="Equation.3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50ED31E7-5AAE-4AF8-8218-93F8492A49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168" y="5221343"/>
                        <a:ext cx="2921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4">
            <a:extLst>
              <a:ext uri="{FF2B5EF4-FFF2-40B4-BE49-F238E27FC236}">
                <a16:creationId xmlns:a16="http://schemas.microsoft.com/office/drawing/2014/main" id="{E3C396D4-C448-4807-B79C-00168DFBFC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5665074"/>
              </p:ext>
            </p:extLst>
          </p:nvPr>
        </p:nvGraphicFramePr>
        <p:xfrm>
          <a:off x="1648769" y="5264206"/>
          <a:ext cx="4302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431640" imgH="355320" progId="Equation.3">
                  <p:embed/>
                </p:oleObj>
              </mc:Choice>
              <mc:Fallback>
                <p:oleObj name="公式" r:id="rId18" imgW="431640" imgH="355320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6B671CFE-1A96-45FC-8C67-B5A83FEC6B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769" y="5264206"/>
                        <a:ext cx="43021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Box 8">
            <a:extLst>
              <a:ext uri="{FF2B5EF4-FFF2-40B4-BE49-F238E27FC236}">
                <a16:creationId xmlns:a16="http://schemas.microsoft.com/office/drawing/2014/main" id="{44AC5FFB-3B35-4980-9E11-727E5D39C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738" y="1146061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同理</a:t>
            </a:r>
          </a:p>
        </p:txBody>
      </p:sp>
      <p:graphicFrame>
        <p:nvGraphicFramePr>
          <p:cNvPr id="32" name="Object 9">
            <a:extLst>
              <a:ext uri="{FF2B5EF4-FFF2-40B4-BE49-F238E27FC236}">
                <a16:creationId xmlns:a16="http://schemas.microsoft.com/office/drawing/2014/main" id="{DE8742F9-A081-47E8-A263-6D6B37C0B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943883"/>
              </p:ext>
            </p:extLst>
          </p:nvPr>
        </p:nvGraphicFramePr>
        <p:xfrm>
          <a:off x="7851938" y="1263537"/>
          <a:ext cx="34671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263760" imgH="393480" progId="Equation.3">
                  <p:embed/>
                </p:oleObj>
              </mc:Choice>
              <mc:Fallback>
                <p:oleObj name="Equation" r:id="rId20" imgW="3263760" imgH="393480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D714940-3B12-46D0-A403-E1FAD1E97D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1938" y="1263537"/>
                        <a:ext cx="34671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10">
            <a:extLst>
              <a:ext uri="{FF2B5EF4-FFF2-40B4-BE49-F238E27FC236}">
                <a16:creationId xmlns:a16="http://schemas.microsoft.com/office/drawing/2014/main" id="{8025E463-4CEC-40AC-8884-EEED002C9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2372607"/>
              </p:ext>
            </p:extLst>
          </p:nvPr>
        </p:nvGraphicFramePr>
        <p:xfrm>
          <a:off x="7656328" y="1932952"/>
          <a:ext cx="3363913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22560" imgH="469800" progId="Equation.3">
                  <p:embed/>
                </p:oleObj>
              </mc:Choice>
              <mc:Fallback>
                <p:oleObj name="Equation" r:id="rId22" imgW="3022560" imgH="469800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AA2CCD62-608A-487C-BE73-1EFB0A798C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6328" y="1932952"/>
                        <a:ext cx="3363913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1">
            <a:extLst>
              <a:ext uri="{FF2B5EF4-FFF2-40B4-BE49-F238E27FC236}">
                <a16:creationId xmlns:a16="http://schemas.microsoft.com/office/drawing/2014/main" id="{489E6367-4E3F-4D0F-9E64-9F3C3F8D86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128154"/>
              </p:ext>
            </p:extLst>
          </p:nvPr>
        </p:nvGraphicFramePr>
        <p:xfrm>
          <a:off x="2190141" y="5967414"/>
          <a:ext cx="20574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63280" imgH="228600" progId="Equation.3">
                  <p:embed/>
                </p:oleObj>
              </mc:Choice>
              <mc:Fallback>
                <p:oleObj name="公式" r:id="rId24" imgW="863280" imgH="228600" progId="Equation.3">
                  <p:embed/>
                  <p:pic>
                    <p:nvPicPr>
                      <p:cNvPr id="35851" name="Object 11">
                        <a:extLst>
                          <a:ext uri="{FF2B5EF4-FFF2-40B4-BE49-F238E27FC236}">
                            <a16:creationId xmlns:a16="http://schemas.microsoft.com/office/drawing/2014/main" id="{079155C4-C24D-47B3-ABE5-94FA92213D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141" y="5967414"/>
                        <a:ext cx="205740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2">
            <a:extLst>
              <a:ext uri="{FF2B5EF4-FFF2-40B4-BE49-F238E27FC236}">
                <a16:creationId xmlns:a16="http://schemas.microsoft.com/office/drawing/2014/main" id="{3CECFD56-9C5D-4117-B529-55D0595D2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742098"/>
              </p:ext>
            </p:extLst>
          </p:nvPr>
        </p:nvGraphicFramePr>
        <p:xfrm>
          <a:off x="6381141" y="5907089"/>
          <a:ext cx="11557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469800" imgH="215640" progId="Equation.3">
                  <p:embed/>
                </p:oleObj>
              </mc:Choice>
              <mc:Fallback>
                <p:oleObj name="公式" r:id="rId26" imgW="469800" imgH="215640" progId="Equation.3">
                  <p:embed/>
                  <p:pic>
                    <p:nvPicPr>
                      <p:cNvPr id="35852" name="Object 12">
                        <a:extLst>
                          <a:ext uri="{FF2B5EF4-FFF2-40B4-BE49-F238E27FC236}">
                            <a16:creationId xmlns:a16="http://schemas.microsoft.com/office/drawing/2014/main" id="{6E667EA3-4936-4515-80C7-6FC87FD1B2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141" y="5907089"/>
                        <a:ext cx="11557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3">
            <a:extLst>
              <a:ext uri="{FF2B5EF4-FFF2-40B4-BE49-F238E27FC236}">
                <a16:creationId xmlns:a16="http://schemas.microsoft.com/office/drawing/2014/main" id="{9B9C8DFE-C67D-4F72-A0F2-2C05B3DBF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6883323"/>
              </p:ext>
            </p:extLst>
          </p:nvPr>
        </p:nvGraphicFramePr>
        <p:xfrm>
          <a:off x="4247541" y="5907088"/>
          <a:ext cx="220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850680" imgH="241200" progId="Equation.3">
                  <p:embed/>
                </p:oleObj>
              </mc:Choice>
              <mc:Fallback>
                <p:oleObj name="公式" r:id="rId28" imgW="850680" imgH="241200" progId="Equation.3">
                  <p:embed/>
                  <p:pic>
                    <p:nvPicPr>
                      <p:cNvPr id="35853" name="Object 13">
                        <a:extLst>
                          <a:ext uri="{FF2B5EF4-FFF2-40B4-BE49-F238E27FC236}">
                            <a16:creationId xmlns:a16="http://schemas.microsoft.com/office/drawing/2014/main" id="{082BFC70-E3CA-441B-B82F-47F5EC7EF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7541" y="5907088"/>
                        <a:ext cx="2209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14">
            <a:extLst>
              <a:ext uri="{FF2B5EF4-FFF2-40B4-BE49-F238E27FC236}">
                <a16:creationId xmlns:a16="http://schemas.microsoft.com/office/drawing/2014/main" id="{73805815-0FCE-4648-A0EB-F00AE08AC7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764886"/>
              </p:ext>
            </p:extLst>
          </p:nvPr>
        </p:nvGraphicFramePr>
        <p:xfrm>
          <a:off x="7447941" y="5907089"/>
          <a:ext cx="1143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457200" imgH="215640" progId="Equation.3">
                  <p:embed/>
                </p:oleObj>
              </mc:Choice>
              <mc:Fallback>
                <p:oleObj name="公式" r:id="rId30" imgW="457200" imgH="215640" progId="Equation.3">
                  <p:embed/>
                  <p:pic>
                    <p:nvPicPr>
                      <p:cNvPr id="35854" name="Object 14">
                        <a:extLst>
                          <a:ext uri="{FF2B5EF4-FFF2-40B4-BE49-F238E27FC236}">
                            <a16:creationId xmlns:a16="http://schemas.microsoft.com/office/drawing/2014/main" id="{ED0AFEA4-2611-44B1-B13D-161C40B9FC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7941" y="5907089"/>
                        <a:ext cx="11430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16">
            <a:extLst>
              <a:ext uri="{FF2B5EF4-FFF2-40B4-BE49-F238E27FC236}">
                <a16:creationId xmlns:a16="http://schemas.microsoft.com/office/drawing/2014/main" id="{4F446950-49F7-4E67-BA4D-C1DC96B3F3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686086"/>
              </p:ext>
            </p:extLst>
          </p:nvPr>
        </p:nvGraphicFramePr>
        <p:xfrm>
          <a:off x="7860854" y="2723018"/>
          <a:ext cx="299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997000" imgH="431640" progId="Equation.3">
                  <p:embed/>
                </p:oleObj>
              </mc:Choice>
              <mc:Fallback>
                <p:oleObj name="Equation" r:id="rId32" imgW="2997000" imgH="431640" progId="Equation.3">
                  <p:embed/>
                  <p:pic>
                    <p:nvPicPr>
                      <p:cNvPr id="35856" name="Object 16">
                        <a:extLst>
                          <a:ext uri="{FF2B5EF4-FFF2-40B4-BE49-F238E27FC236}">
                            <a16:creationId xmlns:a16="http://schemas.microsoft.com/office/drawing/2014/main" id="{F1CDBBD2-F69F-44E1-A134-0E2C6B5AB5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0854" y="2723018"/>
                        <a:ext cx="299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948C520-E5A6-4ABA-BE25-96EE9841C2B5}"/>
              </a:ext>
            </a:extLst>
          </p:cNvPr>
          <p:cNvCxnSpPr>
            <a:cxnSpLocks/>
          </p:cNvCxnSpPr>
          <p:nvPr/>
        </p:nvCxnSpPr>
        <p:spPr>
          <a:xfrm>
            <a:off x="6528048" y="1146061"/>
            <a:ext cx="0" cy="4185802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C653AB-7FB8-43E4-AB68-B3065DA8E1B9}"/>
              </a:ext>
            </a:extLst>
          </p:cNvPr>
          <p:cNvGrpSpPr/>
          <p:nvPr/>
        </p:nvGrpSpPr>
        <p:grpSpPr>
          <a:xfrm>
            <a:off x="667360" y="228617"/>
            <a:ext cx="9605093" cy="701598"/>
            <a:chOff x="667360" y="228617"/>
            <a:chExt cx="9605093" cy="701598"/>
          </a:xfrm>
        </p:grpSpPr>
        <p:graphicFrame>
          <p:nvGraphicFramePr>
            <p:cNvPr id="43" name="Object 4">
              <a:extLst>
                <a:ext uri="{FF2B5EF4-FFF2-40B4-BE49-F238E27FC236}">
                  <a16:creationId xmlns:a16="http://schemas.microsoft.com/office/drawing/2014/main" id="{0228E19D-F432-4D4A-8648-2EE112041E9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4727725"/>
                </p:ext>
              </p:extLst>
            </p:nvPr>
          </p:nvGraphicFramePr>
          <p:xfrm>
            <a:off x="852712" y="348376"/>
            <a:ext cx="5420496" cy="465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2349360" imgH="203040" progId="Equation.DSMT4">
                    <p:embed/>
                  </p:oleObj>
                </mc:Choice>
                <mc:Fallback>
                  <p:oleObj name="Equation" r:id="rId34" imgW="2349360" imgH="203040" progId="Equation.DSMT4">
                    <p:embed/>
                    <p:pic>
                      <p:nvPicPr>
                        <p:cNvPr id="33796" name="Object 4">
                          <a:extLst>
                            <a:ext uri="{FF2B5EF4-FFF2-40B4-BE49-F238E27FC236}">
                              <a16:creationId xmlns:a16="http://schemas.microsoft.com/office/drawing/2014/main" id="{95731932-2F27-4B89-BA9F-4BDC5CB4D33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712" y="348376"/>
                          <a:ext cx="5420496" cy="465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9">
              <a:extLst>
                <a:ext uri="{FF2B5EF4-FFF2-40B4-BE49-F238E27FC236}">
                  <a16:creationId xmlns:a16="http://schemas.microsoft.com/office/drawing/2014/main" id="{D0138FBA-80AC-46B0-8F03-2C09CBF6A7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9011596"/>
                </p:ext>
              </p:extLst>
            </p:nvPr>
          </p:nvGraphicFramePr>
          <p:xfrm>
            <a:off x="6285649" y="353450"/>
            <a:ext cx="3633181" cy="465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6" imgW="1574640" imgH="203040" progId="Equation.DSMT4">
                    <p:embed/>
                  </p:oleObj>
                </mc:Choice>
                <mc:Fallback>
                  <p:oleObj name="Equation" r:id="rId36" imgW="1574640" imgH="203040" progId="Equation.DSMT4">
                    <p:embed/>
                    <p:pic>
                      <p:nvPicPr>
                        <p:cNvPr id="33801" name="Object 9">
                          <a:extLst>
                            <a:ext uri="{FF2B5EF4-FFF2-40B4-BE49-F238E27FC236}">
                              <a16:creationId xmlns:a16="http://schemas.microsoft.com/office/drawing/2014/main" id="{880D8E60-A9EB-4D8A-AE7B-7356B4D30A0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5649" y="353450"/>
                          <a:ext cx="3633181" cy="465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00D19E7-D49F-4F9C-A59E-C4D5168E4346}"/>
                </a:ext>
              </a:extLst>
            </p:cNvPr>
            <p:cNvSpPr/>
            <p:nvPr/>
          </p:nvSpPr>
          <p:spPr>
            <a:xfrm>
              <a:off x="667360" y="228617"/>
              <a:ext cx="9605093" cy="70159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A7871F2D-4ADC-4461-B2A9-336FA8B6E7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4491937"/>
              </p:ext>
            </p:extLst>
          </p:nvPr>
        </p:nvGraphicFramePr>
        <p:xfrm>
          <a:off x="1508945" y="2687216"/>
          <a:ext cx="22479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47840" imgH="952200" progId="Equation.3">
                  <p:embed/>
                </p:oleObj>
              </mc:Choice>
              <mc:Fallback>
                <p:oleObj name="Equation" r:id="rId2" imgW="2247840" imgH="952200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A7871F2D-4ADC-4461-B2A9-336FA8B6E7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8945" y="2687216"/>
                        <a:ext cx="22479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6">
            <a:extLst>
              <a:ext uri="{FF2B5EF4-FFF2-40B4-BE49-F238E27FC236}">
                <a16:creationId xmlns:a16="http://schemas.microsoft.com/office/drawing/2014/main" id="{4F9DE8D4-81B0-40C4-B789-902BBE9C4A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0786927"/>
              </p:ext>
            </p:extLst>
          </p:nvPr>
        </p:nvGraphicFramePr>
        <p:xfrm>
          <a:off x="5318945" y="2930104"/>
          <a:ext cx="15240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23880" imgH="444240" progId="Equation.3">
                  <p:embed/>
                </p:oleObj>
              </mc:Choice>
              <mc:Fallback>
                <p:oleObj name="公式" r:id="rId4" imgW="1523880" imgH="444240" progId="Equation.3">
                  <p:embed/>
                  <p:pic>
                    <p:nvPicPr>
                      <p:cNvPr id="35846" name="Object 6">
                        <a:extLst>
                          <a:ext uri="{FF2B5EF4-FFF2-40B4-BE49-F238E27FC236}">
                            <a16:creationId xmlns:a16="http://schemas.microsoft.com/office/drawing/2014/main" id="{4F9DE8D4-81B0-40C4-B789-902BBE9C4A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8945" y="2930104"/>
                        <a:ext cx="15240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7">
            <a:extLst>
              <a:ext uri="{FF2B5EF4-FFF2-40B4-BE49-F238E27FC236}">
                <a16:creationId xmlns:a16="http://schemas.microsoft.com/office/drawing/2014/main" id="{23B7E172-1ADD-4E25-BF57-8BD38E3F8C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281580"/>
              </p:ext>
            </p:extLst>
          </p:nvPr>
        </p:nvGraphicFramePr>
        <p:xfrm>
          <a:off x="1432745" y="3754016"/>
          <a:ext cx="62484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5486400" imgH="447480" progId="Word.Document.8">
                  <p:embed/>
                </p:oleObj>
              </mc:Choice>
              <mc:Fallback>
                <p:oleObj name="文档" r:id="rId6" imgW="5486400" imgH="447480" progId="Word.Document.8">
                  <p:embed/>
                  <p:pic>
                    <p:nvPicPr>
                      <p:cNvPr id="35847" name="Object 7">
                        <a:extLst>
                          <a:ext uri="{FF2B5EF4-FFF2-40B4-BE49-F238E27FC236}">
                            <a16:creationId xmlns:a16="http://schemas.microsoft.com/office/drawing/2014/main" id="{23B7E172-1ADD-4E25-BF57-8BD38E3F8C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745" y="3754016"/>
                        <a:ext cx="62484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>
            <a:extLst>
              <a:ext uri="{FF2B5EF4-FFF2-40B4-BE49-F238E27FC236}">
                <a16:creationId xmlns:a16="http://schemas.microsoft.com/office/drawing/2014/main" id="{561B123B-F139-493E-8B67-E65ADB86F1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4142677"/>
              </p:ext>
            </p:extLst>
          </p:nvPr>
        </p:nvGraphicFramePr>
        <p:xfrm>
          <a:off x="3794945" y="2992016"/>
          <a:ext cx="1422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22360" imgH="444240" progId="Equation.3">
                  <p:embed/>
                </p:oleObj>
              </mc:Choice>
              <mc:Fallback>
                <p:oleObj name="Equation" r:id="rId8" imgW="1422360" imgH="444240" progId="Equation.3">
                  <p:embed/>
                  <p:pic>
                    <p:nvPicPr>
                      <p:cNvPr id="35855" name="Object 15">
                        <a:extLst>
                          <a:ext uri="{FF2B5EF4-FFF2-40B4-BE49-F238E27FC236}">
                            <a16:creationId xmlns:a16="http://schemas.microsoft.com/office/drawing/2014/main" id="{561B123B-F139-493E-8B67-E65ADB86F1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4945" y="2992016"/>
                        <a:ext cx="1422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17">
            <a:extLst>
              <a:ext uri="{FF2B5EF4-FFF2-40B4-BE49-F238E27FC236}">
                <a16:creationId xmlns:a16="http://schemas.microsoft.com/office/drawing/2014/main" id="{2CC7485B-2E21-44B4-BF36-E302D4834F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455904"/>
              </p:ext>
            </p:extLst>
          </p:nvPr>
        </p:nvGraphicFramePr>
        <p:xfrm>
          <a:off x="1432745" y="1772816"/>
          <a:ext cx="5499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51360" imgH="469800" progId="Equation.3">
                  <p:embed/>
                </p:oleObj>
              </mc:Choice>
              <mc:Fallback>
                <p:oleObj name="Equation" r:id="rId10" imgW="4851360" imgH="469800" progId="Equation.3">
                  <p:embed/>
                  <p:pic>
                    <p:nvPicPr>
                      <p:cNvPr id="35857" name="Object 17">
                        <a:extLst>
                          <a:ext uri="{FF2B5EF4-FFF2-40B4-BE49-F238E27FC236}">
                            <a16:creationId xmlns:a16="http://schemas.microsoft.com/office/drawing/2014/main" id="{2CC7485B-2E21-44B4-BF36-E302D4834F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745" y="1772816"/>
                        <a:ext cx="54991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8" name="Line 18">
            <a:extLst>
              <a:ext uri="{FF2B5EF4-FFF2-40B4-BE49-F238E27FC236}">
                <a16:creationId xmlns:a16="http://schemas.microsoft.com/office/drawing/2014/main" id="{F0B57202-402D-4464-A52B-C30A611514DD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5445" y="2306216"/>
            <a:ext cx="5486400" cy="0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5859" name="Object 19">
            <a:extLst>
              <a:ext uri="{FF2B5EF4-FFF2-40B4-BE49-F238E27FC236}">
                <a16:creationId xmlns:a16="http://schemas.microsoft.com/office/drawing/2014/main" id="{AFF84751-272C-4BD4-B6DE-95D4927807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1547220"/>
              </p:ext>
            </p:extLst>
          </p:nvPr>
        </p:nvGraphicFramePr>
        <p:xfrm>
          <a:off x="3909245" y="2306216"/>
          <a:ext cx="2794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60" imgH="304560" progId="Equation.3">
                  <p:embed/>
                </p:oleObj>
              </mc:Choice>
              <mc:Fallback>
                <p:oleObj name="Equation" r:id="rId12" imgW="279360" imgH="304560" progId="Equation.3">
                  <p:embed/>
                  <p:pic>
                    <p:nvPicPr>
                      <p:cNvPr id="35859" name="Object 19">
                        <a:extLst>
                          <a:ext uri="{FF2B5EF4-FFF2-40B4-BE49-F238E27FC236}">
                            <a16:creationId xmlns:a16="http://schemas.microsoft.com/office/drawing/2014/main" id="{AFF84751-272C-4BD4-B6DE-95D4927807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245" y="2306216"/>
                        <a:ext cx="2794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20">
            <a:extLst>
              <a:ext uri="{FF2B5EF4-FFF2-40B4-BE49-F238E27FC236}">
                <a16:creationId xmlns:a16="http://schemas.microsoft.com/office/drawing/2014/main" id="{54BEF6D2-1D97-4DEC-8763-F9FEAD013F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677300"/>
              </p:ext>
            </p:extLst>
          </p:nvPr>
        </p:nvGraphicFramePr>
        <p:xfrm>
          <a:off x="6995345" y="1834730"/>
          <a:ext cx="21336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070000" imgH="901440" progId="Equation.3">
                  <p:embed/>
                </p:oleObj>
              </mc:Choice>
              <mc:Fallback>
                <p:oleObj name="Equation" r:id="rId14" imgW="2070000" imgH="901440" progId="Equation.3">
                  <p:embed/>
                  <p:pic>
                    <p:nvPicPr>
                      <p:cNvPr id="35860" name="Object 20">
                        <a:extLst>
                          <a:ext uri="{FF2B5EF4-FFF2-40B4-BE49-F238E27FC236}">
                            <a16:creationId xmlns:a16="http://schemas.microsoft.com/office/drawing/2014/main" id="{54BEF6D2-1D97-4DEC-8763-F9FEAD013FA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345" y="1834730"/>
                        <a:ext cx="21336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">
            <a:extLst>
              <a:ext uri="{FF2B5EF4-FFF2-40B4-BE49-F238E27FC236}">
                <a16:creationId xmlns:a16="http://schemas.microsoft.com/office/drawing/2014/main" id="{988F5546-B79C-4BC4-8E3B-8A3BA9E83B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6094157"/>
              </p:ext>
            </p:extLst>
          </p:nvPr>
        </p:nvGraphicFramePr>
        <p:xfrm>
          <a:off x="1432745" y="658045"/>
          <a:ext cx="430213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31640" imgH="355320" progId="Equation.3">
                  <p:embed/>
                </p:oleObj>
              </mc:Choice>
              <mc:Fallback>
                <p:oleObj name="公式" r:id="rId16" imgW="431640" imgH="355320" progId="Equation.3">
                  <p:embed/>
                  <p:pic>
                    <p:nvPicPr>
                      <p:cNvPr id="30" name="Object 4">
                        <a:extLst>
                          <a:ext uri="{FF2B5EF4-FFF2-40B4-BE49-F238E27FC236}">
                            <a16:creationId xmlns:a16="http://schemas.microsoft.com/office/drawing/2014/main" id="{E3C396D4-C448-4807-B79C-00168DFBFC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745" y="658045"/>
                        <a:ext cx="430213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05BC35D4-097C-4ADA-A2A6-2963B5F722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8470213"/>
              </p:ext>
            </p:extLst>
          </p:nvPr>
        </p:nvGraphicFramePr>
        <p:xfrm>
          <a:off x="2008312" y="609006"/>
          <a:ext cx="20574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63280" imgH="228600" progId="Equation.3">
                  <p:embed/>
                </p:oleObj>
              </mc:Choice>
              <mc:Fallback>
                <p:oleObj name="公式" r:id="rId18" imgW="863280" imgH="228600" progId="Equation.3">
                  <p:embed/>
                  <p:pic>
                    <p:nvPicPr>
                      <p:cNvPr id="34" name="Object 11">
                        <a:extLst>
                          <a:ext uri="{FF2B5EF4-FFF2-40B4-BE49-F238E27FC236}">
                            <a16:creationId xmlns:a16="http://schemas.microsoft.com/office/drawing/2014/main" id="{489E6367-4E3F-4D0F-9E64-9F3C3F8D8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312" y="609006"/>
                        <a:ext cx="2057400" cy="54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>
            <a:extLst>
              <a:ext uri="{FF2B5EF4-FFF2-40B4-BE49-F238E27FC236}">
                <a16:creationId xmlns:a16="http://schemas.microsoft.com/office/drawing/2014/main" id="{72B0734F-6DDD-45A7-975F-2EF3A715FA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222114"/>
              </p:ext>
            </p:extLst>
          </p:nvPr>
        </p:nvGraphicFramePr>
        <p:xfrm>
          <a:off x="6199312" y="548681"/>
          <a:ext cx="11557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469800" imgH="215640" progId="Equation.3">
                  <p:embed/>
                </p:oleObj>
              </mc:Choice>
              <mc:Fallback>
                <p:oleObj name="公式" r:id="rId20" imgW="469800" imgH="215640" progId="Equation.3">
                  <p:embed/>
                  <p:pic>
                    <p:nvPicPr>
                      <p:cNvPr id="35" name="Object 12">
                        <a:extLst>
                          <a:ext uri="{FF2B5EF4-FFF2-40B4-BE49-F238E27FC236}">
                            <a16:creationId xmlns:a16="http://schemas.microsoft.com/office/drawing/2014/main" id="{3CECFD56-9C5D-4117-B529-55D0595D22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312" y="548681"/>
                        <a:ext cx="11557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3">
            <a:extLst>
              <a:ext uri="{FF2B5EF4-FFF2-40B4-BE49-F238E27FC236}">
                <a16:creationId xmlns:a16="http://schemas.microsoft.com/office/drawing/2014/main" id="{A2B7A1E5-60FB-4085-87D4-606E51B1F5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1022064"/>
              </p:ext>
            </p:extLst>
          </p:nvPr>
        </p:nvGraphicFramePr>
        <p:xfrm>
          <a:off x="4065712" y="548680"/>
          <a:ext cx="22098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850680" imgH="241200" progId="Equation.3">
                  <p:embed/>
                </p:oleObj>
              </mc:Choice>
              <mc:Fallback>
                <p:oleObj name="公式" r:id="rId22" imgW="850680" imgH="241200" progId="Equation.3">
                  <p:embed/>
                  <p:pic>
                    <p:nvPicPr>
                      <p:cNvPr id="36" name="Object 13">
                        <a:extLst>
                          <a:ext uri="{FF2B5EF4-FFF2-40B4-BE49-F238E27FC236}">
                            <a16:creationId xmlns:a16="http://schemas.microsoft.com/office/drawing/2014/main" id="{9B9C8DFE-C67D-4F72-A0F2-2C05B3DBF8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712" y="548680"/>
                        <a:ext cx="22098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4">
            <a:extLst>
              <a:ext uri="{FF2B5EF4-FFF2-40B4-BE49-F238E27FC236}">
                <a16:creationId xmlns:a16="http://schemas.microsoft.com/office/drawing/2014/main" id="{DFF12C4C-01B5-4037-A57F-58AD8F3A70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375017"/>
              </p:ext>
            </p:extLst>
          </p:nvPr>
        </p:nvGraphicFramePr>
        <p:xfrm>
          <a:off x="7266112" y="548681"/>
          <a:ext cx="11430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457200" imgH="215640" progId="Equation.3">
                  <p:embed/>
                </p:oleObj>
              </mc:Choice>
              <mc:Fallback>
                <p:oleObj name="公式" r:id="rId24" imgW="457200" imgH="215640" progId="Equation.3">
                  <p:embed/>
                  <p:pic>
                    <p:nvPicPr>
                      <p:cNvPr id="37" name="Object 14">
                        <a:extLst>
                          <a:ext uri="{FF2B5EF4-FFF2-40B4-BE49-F238E27FC236}">
                            <a16:creationId xmlns:a16="http://schemas.microsoft.com/office/drawing/2014/main" id="{73805815-0FCE-4648-A0EB-F00AE08AC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6112" y="548681"/>
                        <a:ext cx="114300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850" name="Object 2">
            <a:extLst>
              <a:ext uri="{FF2B5EF4-FFF2-40B4-BE49-F238E27FC236}">
                <a16:creationId xmlns:a16="http://schemas.microsoft.com/office/drawing/2014/main" id="{61A388CE-2F83-4CCB-ABE3-3255FAB5F6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756421"/>
              </p:ext>
            </p:extLst>
          </p:nvPr>
        </p:nvGraphicFramePr>
        <p:xfrm>
          <a:off x="1127448" y="2494832"/>
          <a:ext cx="8042275" cy="2446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2224800" imgH="37185600" progId="">
                  <p:embed/>
                </p:oleObj>
              </mc:Choice>
              <mc:Fallback>
                <p:oleObj name="公式" r:id="rId2" imgW="122224800" imgH="371856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448" y="2494832"/>
                        <a:ext cx="8042275" cy="2446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3">
            <a:extLst>
              <a:ext uri="{FF2B5EF4-FFF2-40B4-BE49-F238E27FC236}">
                <a16:creationId xmlns:a16="http://schemas.microsoft.com/office/drawing/2014/main" id="{B0ED23A0-8F16-4C84-A8DA-D151410CCB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637229"/>
              </p:ext>
            </p:extLst>
          </p:nvPr>
        </p:nvGraphicFramePr>
        <p:xfrm>
          <a:off x="119336" y="116632"/>
          <a:ext cx="6913463" cy="1789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85920" imgH="711000" progId="Equation.DSMT4">
                  <p:embed/>
                </p:oleObj>
              </mc:Choice>
              <mc:Fallback>
                <p:oleObj name="Equation" r:id="rId4" imgW="3085920" imgH="711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336" y="116632"/>
                        <a:ext cx="6913463" cy="17891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930BA76-9E03-4756-A6B9-C165318DE1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326978"/>
              </p:ext>
            </p:extLst>
          </p:nvPr>
        </p:nvGraphicFramePr>
        <p:xfrm>
          <a:off x="7350832" y="116632"/>
          <a:ext cx="4721832" cy="18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15840" imgH="723600" progId="Equation.DSMT4">
                  <p:embed/>
                </p:oleObj>
              </mc:Choice>
              <mc:Fallback>
                <p:oleObj name="Equation" r:id="rId6" imgW="1815840" imgH="723600" progId="Equation.DSMT4">
                  <p:embed/>
                  <p:pic>
                    <p:nvPicPr>
                      <p:cNvPr id="78851" name="Object 3">
                        <a:extLst>
                          <a:ext uri="{FF2B5EF4-FFF2-40B4-BE49-F238E27FC236}">
                            <a16:creationId xmlns:a16="http://schemas.microsoft.com/office/drawing/2014/main" id="{B0ED23A0-8F16-4C84-A8DA-D151410CC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0832" y="116632"/>
                        <a:ext cx="4721832" cy="180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874" name="Object 2">
            <a:extLst>
              <a:ext uri="{FF2B5EF4-FFF2-40B4-BE49-F238E27FC236}">
                <a16:creationId xmlns:a16="http://schemas.microsoft.com/office/drawing/2014/main" id="{111985DD-FD58-4F22-8999-7CF27164377B}"/>
              </a:ext>
            </a:extLst>
          </p:cNvPr>
          <p:cNvGraphicFramePr>
            <a:graphicFrameLocks noGrp="1" noChangeAspect="1"/>
          </p:cNvGraphicFramePr>
          <p:nvPr>
            <p:ph sz="quarter" idx="1"/>
          </p:nvPr>
        </p:nvGraphicFramePr>
        <p:xfrm>
          <a:off x="1774825" y="1412875"/>
          <a:ext cx="792162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25882400" imgH="12496800" progId="">
                  <p:embed/>
                </p:oleObj>
              </mc:Choice>
              <mc:Fallback>
                <p:oleObj name="公式" r:id="rId2" imgW="125882400" imgH="12496800" progId="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825" y="1412875"/>
                        <a:ext cx="792162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3">
            <a:extLst>
              <a:ext uri="{FF2B5EF4-FFF2-40B4-BE49-F238E27FC236}">
                <a16:creationId xmlns:a16="http://schemas.microsoft.com/office/drawing/2014/main" id="{DC9C3D10-6054-4334-97D2-B4E604C56DC1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765439375"/>
              </p:ext>
            </p:extLst>
          </p:nvPr>
        </p:nvGraphicFramePr>
        <p:xfrm>
          <a:off x="1282316" y="3855129"/>
          <a:ext cx="9998260" cy="112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760" imgH="469800" progId="Equation.DSMT4">
                  <p:embed/>
                </p:oleObj>
              </mc:Choice>
              <mc:Fallback>
                <p:oleObj name="Equation" r:id="rId4" imgW="4190760" imgH="469800" progId="Equation.DSMT4">
                  <p:embed/>
                  <p:pic>
                    <p:nvPicPr>
                      <p:cNvPr id="0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316" y="3855129"/>
                        <a:ext cx="9998260" cy="1121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9" name="Object 7">
            <a:extLst>
              <a:ext uri="{FF2B5EF4-FFF2-40B4-BE49-F238E27FC236}">
                <a16:creationId xmlns:a16="http://schemas.microsoft.com/office/drawing/2014/main" id="{DB31C248-DA3D-4F95-BA53-62A0D50364C2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63621743"/>
              </p:ext>
            </p:extLst>
          </p:nvPr>
        </p:nvGraphicFramePr>
        <p:xfrm>
          <a:off x="1631504" y="5894754"/>
          <a:ext cx="5132388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2484000" imgH="6705600" progId="">
                  <p:embed/>
                </p:oleObj>
              </mc:Choice>
              <mc:Fallback>
                <p:oleObj name="公式" r:id="rId6" imgW="62484000" imgH="6705600" progId="">
                  <p:embed/>
                  <p:pic>
                    <p:nvPicPr>
                      <p:cNvPr id="0" name="Object 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5894754"/>
                        <a:ext cx="5132388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B3C9AFC1-3D20-4831-B4F4-E28CA258A9D6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0"/>
            <a:ext cx="4897438" cy="1268413"/>
            <a:chOff x="2744" y="119"/>
            <a:chExt cx="2903" cy="725"/>
          </a:xfrm>
        </p:grpSpPr>
        <p:graphicFrame>
          <p:nvGraphicFramePr>
            <p:cNvPr id="31753" name="Object 5">
              <a:extLst>
                <a:ext uri="{FF2B5EF4-FFF2-40B4-BE49-F238E27FC236}">
                  <a16:creationId xmlns:a16="http://schemas.microsoft.com/office/drawing/2014/main" id="{1CA3A042-A1A5-40A6-90BF-4049120D15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789" y="164"/>
            <a:ext cx="2625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84429600" imgH="20116800" progId="">
                    <p:embed/>
                  </p:oleObj>
                </mc:Choice>
                <mc:Fallback>
                  <p:oleObj name="公式" r:id="rId8" imgW="84429600" imgH="20116800" progId="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89" y="164"/>
                          <a:ext cx="2625" cy="6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4" name="Rectangle 6">
              <a:extLst>
                <a:ext uri="{FF2B5EF4-FFF2-40B4-BE49-F238E27FC236}">
                  <a16:creationId xmlns:a16="http://schemas.microsoft.com/office/drawing/2014/main" id="{8745F936-EF2F-4E0C-A82B-244D2C5D5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19"/>
              <a:ext cx="2903" cy="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79880" name="Object 8">
            <a:extLst>
              <a:ext uri="{FF2B5EF4-FFF2-40B4-BE49-F238E27FC236}">
                <a16:creationId xmlns:a16="http://schemas.microsoft.com/office/drawing/2014/main" id="{D5406861-6DDC-4AD9-B5B1-A0F609298F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32590"/>
              </p:ext>
            </p:extLst>
          </p:nvPr>
        </p:nvGraphicFramePr>
        <p:xfrm>
          <a:off x="2063552" y="5187041"/>
          <a:ext cx="44719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4864000" imgH="6096000" progId="">
                  <p:embed/>
                </p:oleObj>
              </mc:Choice>
              <mc:Fallback>
                <p:oleObj name="公式" r:id="rId10" imgW="54864000" imgH="60960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5187041"/>
                        <a:ext cx="44719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1" name="Object 9">
            <a:extLst>
              <a:ext uri="{FF2B5EF4-FFF2-40B4-BE49-F238E27FC236}">
                <a16:creationId xmlns:a16="http://schemas.microsoft.com/office/drawing/2014/main" id="{C73D7FD7-EFBB-4A28-8A4C-2C0513329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73250" y="2276475"/>
          <a:ext cx="7391400" cy="125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19481600" imgH="20116800" progId="">
                  <p:embed/>
                </p:oleObj>
              </mc:Choice>
              <mc:Fallback>
                <p:oleObj name="公式" r:id="rId12" imgW="119481600" imgH="201168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2276475"/>
                        <a:ext cx="7391400" cy="125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2" name="AutoShape 10">
            <a:extLst>
              <a:ext uri="{FF2B5EF4-FFF2-40B4-BE49-F238E27FC236}">
                <a16:creationId xmlns:a16="http://schemas.microsoft.com/office/drawing/2014/main" id="{D19B3ADB-C9AB-4484-810C-247F817BC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2488" y="981075"/>
            <a:ext cx="576262" cy="1008063"/>
          </a:xfrm>
          <a:prstGeom prst="curvedLeftArrow">
            <a:avLst>
              <a:gd name="adj1" fmla="val 34986"/>
              <a:gd name="adj2" fmla="val 69973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9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898" name="Object 2">
            <a:extLst>
              <a:ext uri="{FF2B5EF4-FFF2-40B4-BE49-F238E27FC236}">
                <a16:creationId xmlns:a16="http://schemas.microsoft.com/office/drawing/2014/main" id="{704B7E87-2765-469E-96B6-87236C0AECBD}"/>
              </a:ext>
            </a:extLst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523133924"/>
              </p:ext>
            </p:extLst>
          </p:nvPr>
        </p:nvGraphicFramePr>
        <p:xfrm>
          <a:off x="5831907" y="1702136"/>
          <a:ext cx="5381625" cy="1639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4008000" imgH="19507200" progId="">
                  <p:embed/>
                </p:oleObj>
              </mc:Choice>
              <mc:Fallback>
                <p:oleObj name="公式" r:id="rId2" imgW="64008000" imgH="19507200" progId="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1907" y="1702136"/>
                        <a:ext cx="5381625" cy="1639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7" name="Object 11">
            <a:extLst>
              <a:ext uri="{FF2B5EF4-FFF2-40B4-BE49-F238E27FC236}">
                <a16:creationId xmlns:a16="http://schemas.microsoft.com/office/drawing/2014/main" id="{B2C76533-9394-4686-9D72-0AF474D78728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156482643"/>
              </p:ext>
            </p:extLst>
          </p:nvPr>
        </p:nvGraphicFramePr>
        <p:xfrm>
          <a:off x="335360" y="1933366"/>
          <a:ext cx="5008562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64312800" imgH="6705600" progId="">
                  <p:embed/>
                </p:oleObj>
              </mc:Choice>
              <mc:Fallback>
                <p:oleObj name="公式" r:id="rId4" imgW="64312800" imgH="6705600" progId="">
                  <p:embed/>
                  <p:pic>
                    <p:nvPicPr>
                      <p:cNvPr id="0" name="Object 1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360" y="1933366"/>
                        <a:ext cx="5008562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3">
            <a:extLst>
              <a:ext uri="{FF2B5EF4-FFF2-40B4-BE49-F238E27FC236}">
                <a16:creationId xmlns:a16="http://schemas.microsoft.com/office/drawing/2014/main" id="{D41F9DF5-596C-4132-ABA2-D82188BF34EB}"/>
              </a:ext>
            </a:extLst>
          </p:cNvPr>
          <p:cNvGrpSpPr>
            <a:grpSpLocks/>
          </p:cNvGrpSpPr>
          <p:nvPr/>
        </p:nvGrpSpPr>
        <p:grpSpPr bwMode="auto">
          <a:xfrm>
            <a:off x="427282" y="184735"/>
            <a:ext cx="3816350" cy="1223962"/>
            <a:chOff x="431" y="119"/>
            <a:chExt cx="2903" cy="725"/>
          </a:xfrm>
        </p:grpSpPr>
        <p:graphicFrame>
          <p:nvGraphicFramePr>
            <p:cNvPr id="32782" name="Object 4">
              <a:extLst>
                <a:ext uri="{FF2B5EF4-FFF2-40B4-BE49-F238E27FC236}">
                  <a16:creationId xmlns:a16="http://schemas.microsoft.com/office/drawing/2014/main" id="{5C4F94A9-C750-473E-9426-27D0D8827A0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1" y="164"/>
            <a:ext cx="2812" cy="5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84429600" imgH="20116800" progId="">
                    <p:embed/>
                  </p:oleObj>
                </mc:Choice>
                <mc:Fallback>
                  <p:oleObj name="公式" r:id="rId6" imgW="84429600" imgH="20116800" progId="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164"/>
                          <a:ext cx="2812" cy="5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3" name="Rectangle 5">
              <a:extLst>
                <a:ext uri="{FF2B5EF4-FFF2-40B4-BE49-F238E27FC236}">
                  <a16:creationId xmlns:a16="http://schemas.microsoft.com/office/drawing/2014/main" id="{4AD4FBE0-F90F-458A-AB60-9D3767B96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" y="119"/>
              <a:ext cx="2903" cy="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6">
            <a:extLst>
              <a:ext uri="{FF2B5EF4-FFF2-40B4-BE49-F238E27FC236}">
                <a16:creationId xmlns:a16="http://schemas.microsoft.com/office/drawing/2014/main" id="{9F9A2BC3-E15B-4CDA-A496-9F8372F62517}"/>
              </a:ext>
            </a:extLst>
          </p:cNvPr>
          <p:cNvGrpSpPr>
            <a:grpSpLocks/>
          </p:cNvGrpSpPr>
          <p:nvPr/>
        </p:nvGrpSpPr>
        <p:grpSpPr bwMode="auto">
          <a:xfrm>
            <a:off x="4341514" y="692635"/>
            <a:ext cx="2087562" cy="576262"/>
            <a:chOff x="3651" y="255"/>
            <a:chExt cx="1860" cy="454"/>
          </a:xfrm>
        </p:grpSpPr>
        <p:sp>
          <p:nvSpPr>
            <p:cNvPr id="32780" name="Rectangle 7">
              <a:extLst>
                <a:ext uri="{FF2B5EF4-FFF2-40B4-BE49-F238E27FC236}">
                  <a16:creationId xmlns:a16="http://schemas.microsoft.com/office/drawing/2014/main" id="{67039BB4-7335-4C67-BCE5-E7AF1F9D7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1" y="255"/>
              <a:ext cx="1860" cy="45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2781" name="Object 8">
              <a:extLst>
                <a:ext uri="{FF2B5EF4-FFF2-40B4-BE49-F238E27FC236}">
                  <a16:creationId xmlns:a16="http://schemas.microsoft.com/office/drawing/2014/main" id="{AA029FE7-2707-4AAF-92B7-1F348949298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7" y="346"/>
            <a:ext cx="1633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9624000" imgH="6705600" progId="">
                    <p:embed/>
                  </p:oleObj>
                </mc:Choice>
                <mc:Fallback>
                  <p:oleObj name="公式" r:id="rId8" imgW="39624000" imgH="6705600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346"/>
                          <a:ext cx="1633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0905" name="AutoShape 9">
            <a:extLst>
              <a:ext uri="{FF2B5EF4-FFF2-40B4-BE49-F238E27FC236}">
                <a16:creationId xmlns:a16="http://schemas.microsoft.com/office/drawing/2014/main" id="{D33A48DB-AA1B-495D-A64B-47D8C8E7E3C3}"/>
              </a:ext>
            </a:extLst>
          </p:cNvPr>
          <p:cNvSpPr>
            <a:spLocks noChangeArrowheads="1"/>
          </p:cNvSpPr>
          <p:nvPr/>
        </p:nvSpPr>
        <p:spPr bwMode="auto">
          <a:xfrm rot="1991407">
            <a:off x="1175355" y="1095250"/>
            <a:ext cx="431800" cy="1008063"/>
          </a:xfrm>
          <a:prstGeom prst="curvedRightArrow">
            <a:avLst>
              <a:gd name="adj1" fmla="val 46691"/>
              <a:gd name="adj2" fmla="val 93382"/>
              <a:gd name="adj3" fmla="val 33333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906" name="AutoShape 10">
            <a:extLst>
              <a:ext uri="{FF2B5EF4-FFF2-40B4-BE49-F238E27FC236}">
                <a16:creationId xmlns:a16="http://schemas.microsoft.com/office/drawing/2014/main" id="{2537B604-7F82-470A-9ABA-022A8B359961}"/>
              </a:ext>
            </a:extLst>
          </p:cNvPr>
          <p:cNvSpPr>
            <a:spLocks noChangeArrowheads="1"/>
          </p:cNvSpPr>
          <p:nvPr/>
        </p:nvSpPr>
        <p:spPr bwMode="auto">
          <a:xfrm rot="20176481">
            <a:off x="4780261" y="1131762"/>
            <a:ext cx="576263" cy="935038"/>
          </a:xfrm>
          <a:prstGeom prst="curvedLeftArrow">
            <a:avLst>
              <a:gd name="adj1" fmla="val 32452"/>
              <a:gd name="adj2" fmla="val 64904"/>
              <a:gd name="adj3" fmla="val 37444"/>
            </a:avLst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80908" name="Object 12">
            <a:extLst>
              <a:ext uri="{FF2B5EF4-FFF2-40B4-BE49-F238E27FC236}">
                <a16:creationId xmlns:a16="http://schemas.microsoft.com/office/drawing/2014/main" id="{8BEF89CB-1C8D-4355-AA1E-11ADDB2AC4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890008"/>
              </p:ext>
            </p:extLst>
          </p:nvPr>
        </p:nvGraphicFramePr>
        <p:xfrm>
          <a:off x="366221" y="2932444"/>
          <a:ext cx="6119813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75895200" imgH="20116800" progId="">
                  <p:embed/>
                </p:oleObj>
              </mc:Choice>
              <mc:Fallback>
                <p:oleObj name="公式" r:id="rId10" imgW="75895200" imgH="20116800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221" y="2932444"/>
                        <a:ext cx="6119813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9" name="Object 13">
            <a:extLst>
              <a:ext uri="{FF2B5EF4-FFF2-40B4-BE49-F238E27FC236}">
                <a16:creationId xmlns:a16="http://schemas.microsoft.com/office/drawing/2014/main" id="{FF04D58F-1E17-42BC-A588-97FC51656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235996"/>
              </p:ext>
            </p:extLst>
          </p:nvPr>
        </p:nvGraphicFramePr>
        <p:xfrm>
          <a:off x="7536160" y="4399131"/>
          <a:ext cx="3527425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3891200" imgH="6096000" progId="">
                  <p:embed/>
                </p:oleObj>
              </mc:Choice>
              <mc:Fallback>
                <p:oleObj name="公式" r:id="rId12" imgW="43891200" imgH="6096000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6160" y="4399131"/>
                        <a:ext cx="3527425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0" name="Object 14">
            <a:extLst>
              <a:ext uri="{FF2B5EF4-FFF2-40B4-BE49-F238E27FC236}">
                <a16:creationId xmlns:a16="http://schemas.microsoft.com/office/drawing/2014/main" id="{4D4F7559-9176-4105-988A-28CB34A65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014613"/>
              </p:ext>
            </p:extLst>
          </p:nvPr>
        </p:nvGraphicFramePr>
        <p:xfrm>
          <a:off x="1236929" y="4174453"/>
          <a:ext cx="51784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72542400" imgH="13106400" progId="">
                  <p:embed/>
                </p:oleObj>
              </mc:Choice>
              <mc:Fallback>
                <p:oleObj name="公式" r:id="rId14" imgW="72542400" imgH="13106400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6929" y="4174453"/>
                        <a:ext cx="51784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11" name="Object 15">
            <a:extLst>
              <a:ext uri="{FF2B5EF4-FFF2-40B4-BE49-F238E27FC236}">
                <a16:creationId xmlns:a16="http://schemas.microsoft.com/office/drawing/2014/main" id="{A84C6B79-B1A7-4B0B-A114-549AE4C17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035275"/>
              </p:ext>
            </p:extLst>
          </p:nvPr>
        </p:nvGraphicFramePr>
        <p:xfrm>
          <a:off x="6527800" y="4403893"/>
          <a:ext cx="6635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9144000" imgH="5791200" progId="">
                  <p:embed/>
                </p:oleObj>
              </mc:Choice>
              <mc:Fallback>
                <p:oleObj name="公式" r:id="rId16" imgW="9144000" imgH="5791200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4403893"/>
                        <a:ext cx="6635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0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0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0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0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0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0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0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0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0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5" grpId="0" animBg="1"/>
      <p:bldP spid="8090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2FD41D0-6192-4375-9A14-12B61DC98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5275" y="836613"/>
            <a:ext cx="1223963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连续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699B5777-2DF4-495B-8FC0-26E0A6EA8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3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偏导连续</a:t>
            </a:r>
          </a:p>
        </p:txBody>
      </p:sp>
      <p:sp>
        <p:nvSpPr>
          <p:cNvPr id="81924" name="Rectangle 4">
            <a:extLst>
              <a:ext uri="{FF2B5EF4-FFF2-40B4-BE49-F238E27FC236}">
                <a16:creationId xmlns:a16="http://schemas.microsoft.com/office/drawing/2014/main" id="{1B85B77F-44FB-4B8B-A9D8-458EB15CF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2852738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可微分</a:t>
            </a:r>
          </a:p>
        </p:txBody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E7FB78C7-66CB-4037-9134-C0AA23284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5863" y="2781300"/>
            <a:ext cx="1223962" cy="4318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</a:rPr>
              <a:t>偏导存在</a:t>
            </a:r>
          </a:p>
        </p:txBody>
      </p:sp>
      <p:sp>
        <p:nvSpPr>
          <p:cNvPr id="81926" name="Line 6">
            <a:extLst>
              <a:ext uri="{FF2B5EF4-FFF2-40B4-BE49-F238E27FC236}">
                <a16:creationId xmlns:a16="http://schemas.microsoft.com/office/drawing/2014/main" id="{A6A2F558-B4A3-42D7-893E-B6B1EF0D24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63975" y="1196975"/>
            <a:ext cx="1150938" cy="1296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7">
            <a:extLst>
              <a:ext uri="{FF2B5EF4-FFF2-40B4-BE49-F238E27FC236}">
                <a16:creationId xmlns:a16="http://schemas.microsoft.com/office/drawing/2014/main" id="{F9DBC637-74A5-4333-8563-9F4B352416FA}"/>
              </a:ext>
            </a:extLst>
          </p:cNvPr>
          <p:cNvGrpSpPr>
            <a:grpSpLocks/>
          </p:cNvGrpSpPr>
          <p:nvPr/>
        </p:nvGrpSpPr>
        <p:grpSpPr bwMode="auto">
          <a:xfrm>
            <a:off x="4079875" y="1341438"/>
            <a:ext cx="1223963" cy="1368425"/>
            <a:chOff x="1610" y="845"/>
            <a:chExt cx="771" cy="862"/>
          </a:xfrm>
        </p:grpSpPr>
        <p:sp>
          <p:nvSpPr>
            <p:cNvPr id="33832" name="Line 8">
              <a:extLst>
                <a:ext uri="{FF2B5EF4-FFF2-40B4-BE49-F238E27FC236}">
                  <a16:creationId xmlns:a16="http://schemas.microsoft.com/office/drawing/2014/main" id="{71CD66F9-F3D4-4101-93FB-B571729AD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0" y="845"/>
              <a:ext cx="771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3" name="Line 9">
              <a:extLst>
                <a:ext uri="{FF2B5EF4-FFF2-40B4-BE49-F238E27FC236}">
                  <a16:creationId xmlns:a16="http://schemas.microsoft.com/office/drawing/2014/main" id="{73E64520-9297-4511-9027-85E5C822D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116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30" name="Line 10">
            <a:extLst>
              <a:ext uri="{FF2B5EF4-FFF2-40B4-BE49-F238E27FC236}">
                <a16:creationId xmlns:a16="http://schemas.microsoft.com/office/drawing/2014/main" id="{2AE18FF7-A604-4A61-B639-14B6D90CA06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1" name="Line 11">
            <a:extLst>
              <a:ext uri="{FF2B5EF4-FFF2-40B4-BE49-F238E27FC236}">
                <a16:creationId xmlns:a16="http://schemas.microsoft.com/office/drawing/2014/main" id="{2F54AAA6-9DD1-4819-91D6-569314C75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2924175"/>
            <a:ext cx="79216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35" name="Line 15">
            <a:extLst>
              <a:ext uri="{FF2B5EF4-FFF2-40B4-BE49-F238E27FC236}">
                <a16:creationId xmlns:a16="http://schemas.microsoft.com/office/drawing/2014/main" id="{ACE4A4BA-FECA-4B57-8788-30E467B18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5638" y="1412875"/>
            <a:ext cx="0" cy="13684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6">
            <a:extLst>
              <a:ext uri="{FF2B5EF4-FFF2-40B4-BE49-F238E27FC236}">
                <a16:creationId xmlns:a16="http://schemas.microsoft.com/office/drawing/2014/main" id="{A09DFDFC-6B05-4E8C-BC59-80D9616B27BF}"/>
              </a:ext>
            </a:extLst>
          </p:cNvPr>
          <p:cNvGrpSpPr>
            <a:grpSpLocks/>
          </p:cNvGrpSpPr>
          <p:nvPr/>
        </p:nvGrpSpPr>
        <p:grpSpPr bwMode="auto">
          <a:xfrm>
            <a:off x="6024563" y="1412875"/>
            <a:ext cx="288925" cy="1368425"/>
            <a:chOff x="2835" y="890"/>
            <a:chExt cx="182" cy="862"/>
          </a:xfrm>
        </p:grpSpPr>
        <p:sp>
          <p:nvSpPr>
            <p:cNvPr id="33830" name="Line 17">
              <a:extLst>
                <a:ext uri="{FF2B5EF4-FFF2-40B4-BE49-F238E27FC236}">
                  <a16:creationId xmlns:a16="http://schemas.microsoft.com/office/drawing/2014/main" id="{0DBDF849-BA36-428D-853A-DB1068C1BA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890"/>
              <a:ext cx="0" cy="8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31" name="Line 18">
              <a:extLst>
                <a:ext uri="{FF2B5EF4-FFF2-40B4-BE49-F238E27FC236}">
                  <a16:creationId xmlns:a16="http://schemas.microsoft.com/office/drawing/2014/main" id="{3B5B09CD-78F1-4B90-BC1C-77A712ED2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5" y="1207"/>
              <a:ext cx="182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1939" name="Text Box 19">
            <a:extLst>
              <a:ext uri="{FF2B5EF4-FFF2-40B4-BE49-F238E27FC236}">
                <a16:creationId xmlns:a16="http://schemas.microsoft.com/office/drawing/2014/main" id="{007A9722-995B-4C34-8CFC-BF63C4F92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04813"/>
            <a:ext cx="1008038" cy="4572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小结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3805" name="Rectangle 20">
            <a:extLst>
              <a:ext uri="{FF2B5EF4-FFF2-40B4-BE49-F238E27FC236}">
                <a16:creationId xmlns:a16="http://schemas.microsoft.com/office/drawing/2014/main" id="{506CA41B-284B-4897-B563-E3DD8337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30463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Group 27">
            <a:extLst>
              <a:ext uri="{FF2B5EF4-FFF2-40B4-BE49-F238E27FC236}">
                <a16:creationId xmlns:a16="http://schemas.microsoft.com/office/drawing/2014/main" id="{60FB02E5-3283-4610-984F-FFDE9ED23BE0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2997200"/>
            <a:ext cx="3929062" cy="2089150"/>
            <a:chOff x="385" y="1888"/>
            <a:chExt cx="2475" cy="1316"/>
          </a:xfrm>
        </p:grpSpPr>
        <p:grpSp>
          <p:nvGrpSpPr>
            <p:cNvPr id="33825" name="Group 28">
              <a:extLst>
                <a:ext uri="{FF2B5EF4-FFF2-40B4-BE49-F238E27FC236}">
                  <a16:creationId xmlns:a16="http://schemas.microsoft.com/office/drawing/2014/main" id="{11FF613C-FE5F-4D68-B2DA-C26F07D2EC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1888"/>
              <a:ext cx="499" cy="182"/>
              <a:chOff x="1837" y="1888"/>
              <a:chExt cx="499" cy="182"/>
            </a:xfrm>
          </p:grpSpPr>
          <p:sp>
            <p:nvSpPr>
              <p:cNvPr id="33828" name="Line 29">
                <a:extLst>
                  <a:ext uri="{FF2B5EF4-FFF2-40B4-BE49-F238E27FC236}">
                    <a16:creationId xmlns:a16="http://schemas.microsoft.com/office/drawing/2014/main" id="{275E73CD-9863-46E7-A67E-2FDDB0BC93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7" y="1979"/>
                <a:ext cx="49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9" name="Line 30">
                <a:extLst>
                  <a:ext uri="{FF2B5EF4-FFF2-40B4-BE49-F238E27FC236}">
                    <a16:creationId xmlns:a16="http://schemas.microsoft.com/office/drawing/2014/main" id="{DC4012DB-E1AA-412C-9174-268D22A20C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4" y="1888"/>
                <a:ext cx="45" cy="1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3826" name="Object 31">
              <a:extLst>
                <a:ext uri="{FF2B5EF4-FFF2-40B4-BE49-F238E27FC236}">
                  <a16:creationId xmlns:a16="http://schemas.microsoft.com/office/drawing/2014/main" id="{2CC28A66-9AD2-45B2-8696-FE56477A4B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" y="2614"/>
            <a:ext cx="2475" cy="5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84429600" imgH="20116800" progId="">
                    <p:embed/>
                  </p:oleObj>
                </mc:Choice>
                <mc:Fallback>
                  <p:oleObj name="公式" r:id="rId2" imgW="84429600" imgH="20116800" progId="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2614"/>
                          <a:ext cx="2475" cy="5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7" name="AutoShape 32">
              <a:extLst>
                <a:ext uri="{FF2B5EF4-FFF2-40B4-BE49-F238E27FC236}">
                  <a16:creationId xmlns:a16="http://schemas.microsoft.com/office/drawing/2014/main" id="{48F566ED-7774-46DE-925B-7E5CB98DA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5" y="2069"/>
              <a:ext cx="363" cy="454"/>
            </a:xfrm>
            <a:prstGeom prst="curvedRightArrow">
              <a:avLst>
                <a:gd name="adj1" fmla="val 25014"/>
                <a:gd name="adj2" fmla="val 50028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33">
            <a:extLst>
              <a:ext uri="{FF2B5EF4-FFF2-40B4-BE49-F238E27FC236}">
                <a16:creationId xmlns:a16="http://schemas.microsoft.com/office/drawing/2014/main" id="{55A2730F-2B4D-4AD3-ACF4-8590F233D488}"/>
              </a:ext>
            </a:extLst>
          </p:cNvPr>
          <p:cNvGrpSpPr>
            <a:grpSpLocks/>
          </p:cNvGrpSpPr>
          <p:nvPr/>
        </p:nvGrpSpPr>
        <p:grpSpPr bwMode="auto">
          <a:xfrm>
            <a:off x="6527800" y="2997200"/>
            <a:ext cx="2916238" cy="2087563"/>
            <a:chOff x="3152" y="1888"/>
            <a:chExt cx="1837" cy="1315"/>
          </a:xfrm>
        </p:grpSpPr>
        <p:grpSp>
          <p:nvGrpSpPr>
            <p:cNvPr id="33820" name="Group 34">
              <a:extLst>
                <a:ext uri="{FF2B5EF4-FFF2-40B4-BE49-F238E27FC236}">
                  <a16:creationId xmlns:a16="http://schemas.microsoft.com/office/drawing/2014/main" id="{83BD0845-5728-4CC1-AA87-AC7196F8B5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1888"/>
              <a:ext cx="499" cy="182"/>
              <a:chOff x="3243" y="1888"/>
              <a:chExt cx="499" cy="182"/>
            </a:xfrm>
          </p:grpSpPr>
          <p:sp>
            <p:nvSpPr>
              <p:cNvPr id="33823" name="Line 35">
                <a:extLst>
                  <a:ext uri="{FF2B5EF4-FFF2-40B4-BE49-F238E27FC236}">
                    <a16:creationId xmlns:a16="http://schemas.microsoft.com/office/drawing/2014/main" id="{CEB4DC30-EECE-4621-AEFB-28519268E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3" y="1979"/>
                <a:ext cx="49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lg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24" name="Line 36">
                <a:extLst>
                  <a:ext uri="{FF2B5EF4-FFF2-40B4-BE49-F238E27FC236}">
                    <a16:creationId xmlns:a16="http://schemas.microsoft.com/office/drawing/2014/main" id="{D87FECBC-831F-441F-B028-F6A5B0D60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0" y="1888"/>
                <a:ext cx="45" cy="18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3821" name="Object 37">
              <a:extLst>
                <a:ext uri="{FF2B5EF4-FFF2-40B4-BE49-F238E27FC236}">
                  <a16:creationId xmlns:a16="http://schemas.microsoft.com/office/drawing/2014/main" id="{A29036EA-063A-4732-84CA-026A414519F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2" y="2614"/>
            <a:ext cx="1837" cy="5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4617600" imgH="20726400" progId="">
                    <p:embed/>
                  </p:oleObj>
                </mc:Choice>
                <mc:Fallback>
                  <p:oleObj name="公式" r:id="rId4" imgW="64617600" imgH="20726400" progId="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2" y="2614"/>
                          <a:ext cx="1837" cy="5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2" name="AutoShape 38">
              <a:extLst>
                <a:ext uri="{FF2B5EF4-FFF2-40B4-BE49-F238E27FC236}">
                  <a16:creationId xmlns:a16="http://schemas.microsoft.com/office/drawing/2014/main" id="{40EBB76C-7DE8-4577-B6B9-4D3528421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069"/>
              <a:ext cx="227" cy="499"/>
            </a:xfrm>
            <a:prstGeom prst="curvedLeftArrow">
              <a:avLst>
                <a:gd name="adj1" fmla="val 43965"/>
                <a:gd name="adj2" fmla="val 8793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pic>
        <p:nvPicPr>
          <p:cNvPr id="33808" name="Picture 39">
            <a:extLst>
              <a:ext uri="{FF2B5EF4-FFF2-40B4-BE49-F238E27FC236}">
                <a16:creationId xmlns:a16="http://schemas.microsoft.com/office/drawing/2014/main" id="{D4476588-A2B0-46DB-80BE-EC3900D59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" name="组合 40">
            <a:extLst>
              <a:ext uri="{FF2B5EF4-FFF2-40B4-BE49-F238E27FC236}">
                <a16:creationId xmlns:a16="http://schemas.microsoft.com/office/drawing/2014/main" id="{0AE8B6F1-5727-4542-A847-1CF264F0AA35}"/>
              </a:ext>
            </a:extLst>
          </p:cNvPr>
          <p:cNvGrpSpPr>
            <a:grpSpLocks/>
          </p:cNvGrpSpPr>
          <p:nvPr/>
        </p:nvGrpSpPr>
        <p:grpSpPr bwMode="auto">
          <a:xfrm>
            <a:off x="7032625" y="549275"/>
            <a:ext cx="2879725" cy="2159000"/>
            <a:chOff x="5508625" y="548680"/>
            <a:chExt cx="2879055" cy="2159595"/>
          </a:xfrm>
        </p:grpSpPr>
        <p:grpSp>
          <p:nvGrpSpPr>
            <p:cNvPr id="33815" name="Group 22">
              <a:extLst>
                <a:ext uri="{FF2B5EF4-FFF2-40B4-BE49-F238E27FC236}">
                  <a16:creationId xmlns:a16="http://schemas.microsoft.com/office/drawing/2014/main" id="{094FA3E0-C79B-4EE2-8E34-EBE7723BFF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8625" y="1412875"/>
              <a:ext cx="935038" cy="1295400"/>
              <a:chOff x="3470" y="890"/>
              <a:chExt cx="589" cy="816"/>
            </a:xfrm>
          </p:grpSpPr>
          <p:sp>
            <p:nvSpPr>
              <p:cNvPr id="33818" name="Line 23">
                <a:extLst>
                  <a:ext uri="{FF2B5EF4-FFF2-40B4-BE49-F238E27FC236}">
                    <a16:creationId xmlns:a16="http://schemas.microsoft.com/office/drawing/2014/main" id="{AF77B36A-38F8-4AA2-A346-DA579A515F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70" y="890"/>
                <a:ext cx="589" cy="8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9" name="Line 24">
                <a:extLst>
                  <a:ext uri="{FF2B5EF4-FFF2-40B4-BE49-F238E27FC236}">
                    <a16:creationId xmlns:a16="http://schemas.microsoft.com/office/drawing/2014/main" id="{772DE0BD-11DA-4D7B-B0F2-EA784A7770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162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3816" name="AutoShape 26">
              <a:extLst>
                <a:ext uri="{FF2B5EF4-FFF2-40B4-BE49-F238E27FC236}">
                  <a16:creationId xmlns:a16="http://schemas.microsoft.com/office/drawing/2014/main" id="{7E5094A1-EDE3-4610-B978-40778CAAE5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1916113"/>
              <a:ext cx="1728788" cy="504825"/>
            </a:xfrm>
            <a:prstGeom prst="curvedUpArrow">
              <a:avLst>
                <a:gd name="adj1" fmla="val 68491"/>
                <a:gd name="adj2" fmla="val 136981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33817" name="Picture 14" descr="http://images.sbar.com.cn/2009/07/27/09b77af57e00aa1ac8e07f0dddf5f493.jpg">
              <a:extLst>
                <a:ext uri="{FF2B5EF4-FFF2-40B4-BE49-F238E27FC236}">
                  <a16:creationId xmlns:a16="http://schemas.microsoft.com/office/drawing/2014/main" id="{7200000B-5FF9-49F2-BA73-AD0BE0F50C3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2280" y="548680"/>
              <a:ext cx="1295400" cy="133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10251097-DB0D-490A-BECC-34E1425A32E8}"/>
              </a:ext>
            </a:extLst>
          </p:cNvPr>
          <p:cNvGrpSpPr>
            <a:grpSpLocks/>
          </p:cNvGrpSpPr>
          <p:nvPr/>
        </p:nvGrpSpPr>
        <p:grpSpPr bwMode="auto">
          <a:xfrm>
            <a:off x="7175500" y="260350"/>
            <a:ext cx="1189038" cy="2378075"/>
            <a:chOff x="5652120" y="260648"/>
            <a:chExt cx="1188246" cy="2377777"/>
          </a:xfrm>
        </p:grpSpPr>
        <p:grpSp>
          <p:nvGrpSpPr>
            <p:cNvPr id="33811" name="Group 12">
              <a:extLst>
                <a:ext uri="{FF2B5EF4-FFF2-40B4-BE49-F238E27FC236}">
                  <a16:creationId xmlns:a16="http://schemas.microsoft.com/office/drawing/2014/main" id="{4929D641-ED06-4EE8-A98F-9C2F244114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525" y="1196975"/>
              <a:ext cx="1079500" cy="1441450"/>
              <a:chOff x="3606" y="754"/>
              <a:chExt cx="680" cy="908"/>
            </a:xfrm>
          </p:grpSpPr>
          <p:sp>
            <p:nvSpPr>
              <p:cNvPr id="33813" name="Line 13">
                <a:extLst>
                  <a:ext uri="{FF2B5EF4-FFF2-40B4-BE49-F238E27FC236}">
                    <a16:creationId xmlns:a16="http://schemas.microsoft.com/office/drawing/2014/main" id="{2391E8BC-50DE-4BA1-A8D5-A789778DD4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754"/>
                <a:ext cx="680" cy="90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814" name="Line 14">
                <a:extLst>
                  <a:ext uri="{FF2B5EF4-FFF2-40B4-BE49-F238E27FC236}">
                    <a16:creationId xmlns:a16="http://schemas.microsoft.com/office/drawing/2014/main" id="{A44A32B5-A821-4514-9D7A-7D91AF812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27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pic>
          <p:nvPicPr>
            <p:cNvPr id="33812" name="Picture 23">
              <a:extLst>
                <a:ext uri="{FF2B5EF4-FFF2-40B4-BE49-F238E27FC236}">
                  <a16:creationId xmlns:a16="http://schemas.microsoft.com/office/drawing/2014/main" id="{8F8CD6DF-8928-4273-948B-DC2364037D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2120" y="260648"/>
              <a:ext cx="1188246" cy="1080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1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1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1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1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nimBg="1"/>
      <p:bldP spid="81923" grpId="0" animBg="1"/>
      <p:bldP spid="81924" grpId="0" animBg="1"/>
      <p:bldP spid="81925" grpId="0" animBg="1"/>
      <p:bldP spid="8193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946" name="Object 2">
            <a:extLst>
              <a:ext uri="{FF2B5EF4-FFF2-40B4-BE49-F238E27FC236}">
                <a16:creationId xmlns:a16="http://schemas.microsoft.com/office/drawing/2014/main" id="{F876F8B4-5C52-4D7D-A58E-BE474FAA8A75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863975" y="404813"/>
          <a:ext cx="4230688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8275200" imgH="7620000" progId="">
                  <p:embed/>
                </p:oleObj>
              </mc:Choice>
              <mc:Fallback>
                <p:oleObj name="公式" r:id="rId2" imgW="68275200" imgH="7620000" progId="">
                  <p:embed/>
                  <p:pic>
                    <p:nvPicPr>
                      <p:cNvPr id="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404813"/>
                        <a:ext cx="4230688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5B7E5477-A920-431F-84C2-FD6745DE1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75275" y="1412875"/>
          <a:ext cx="1747838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212800" imgH="5181600" progId="">
                  <p:embed/>
                </p:oleObj>
              </mc:Choice>
              <mc:Fallback>
                <p:oleObj name="公式" r:id="rId4" imgW="26212800" imgH="51816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275" y="1412875"/>
                        <a:ext cx="1747838" cy="3460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Object 4">
            <a:extLst>
              <a:ext uri="{FF2B5EF4-FFF2-40B4-BE49-F238E27FC236}">
                <a16:creationId xmlns:a16="http://schemas.microsoft.com/office/drawing/2014/main" id="{B4AFF740-5241-4FCB-BFC3-88266104F4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2132013"/>
          <a:ext cx="2641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9624000" imgH="5791200" progId="">
                  <p:embed/>
                </p:oleObj>
              </mc:Choice>
              <mc:Fallback>
                <p:oleObj name="公式" r:id="rId6" imgW="39624000" imgH="579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2132013"/>
                        <a:ext cx="2641600" cy="387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9" name="Object 5">
            <a:extLst>
              <a:ext uri="{FF2B5EF4-FFF2-40B4-BE49-F238E27FC236}">
                <a16:creationId xmlns:a16="http://schemas.microsoft.com/office/drawing/2014/main" id="{B76BEDD0-3370-4423-BEBF-FA9037DB7E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2263" y="2852738"/>
          <a:ext cx="26416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6409428" imgH="3854508" progId="">
                  <p:embed/>
                </p:oleObj>
              </mc:Choice>
              <mc:Fallback>
                <p:oleObj name="公式" r:id="rId8" imgW="26409428" imgH="3854508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2263" y="2852738"/>
                        <a:ext cx="2641600" cy="3873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0" name="Object 6">
            <a:extLst>
              <a:ext uri="{FF2B5EF4-FFF2-40B4-BE49-F238E27FC236}">
                <a16:creationId xmlns:a16="http://schemas.microsoft.com/office/drawing/2014/main" id="{EF83D464-7C64-4ADC-BFA9-7DB54BCEB4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3716338"/>
          <a:ext cx="3697288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5473600" imgH="10668000" progId="">
                  <p:embed/>
                </p:oleObj>
              </mc:Choice>
              <mc:Fallback>
                <p:oleObj name="公式" r:id="rId10" imgW="55473600" imgH="106680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3716338"/>
                        <a:ext cx="3697288" cy="712787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1" name="Object 7">
            <a:extLst>
              <a:ext uri="{FF2B5EF4-FFF2-40B4-BE49-F238E27FC236}">
                <a16:creationId xmlns:a16="http://schemas.microsoft.com/office/drawing/2014/main" id="{E319DB59-1D46-4C3E-826E-9FD31345A4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4788" y="4694238"/>
          <a:ext cx="10144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5240000" imgH="5791200" progId="">
                  <p:embed/>
                </p:oleObj>
              </mc:Choice>
              <mc:Fallback>
                <p:oleObj name="公式" r:id="rId12" imgW="15240000" imgH="57912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4788" y="4694238"/>
                        <a:ext cx="101441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2" name="Object 8">
            <a:extLst>
              <a:ext uri="{FF2B5EF4-FFF2-40B4-BE49-F238E27FC236}">
                <a16:creationId xmlns:a16="http://schemas.microsoft.com/office/drawing/2014/main" id="{49BE0239-B8C5-4E14-9A0C-D582C6C85A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80100" y="4765675"/>
          <a:ext cx="690563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363200" imgH="5791200" progId="">
                  <p:embed/>
                </p:oleObj>
              </mc:Choice>
              <mc:Fallback>
                <p:oleObj name="公式" r:id="rId14" imgW="10363200" imgH="579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0100" y="4765675"/>
                        <a:ext cx="690563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53" name="Object 9">
            <a:extLst>
              <a:ext uri="{FF2B5EF4-FFF2-40B4-BE49-F238E27FC236}">
                <a16:creationId xmlns:a16="http://schemas.microsoft.com/office/drawing/2014/main" id="{30045EB7-BECF-4903-AEF7-5000E86C07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7313" y="2103438"/>
          <a:ext cx="10160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5240000" imgH="5791200" progId="">
                  <p:embed/>
                </p:oleObj>
              </mc:Choice>
              <mc:Fallback>
                <p:oleObj name="公式" r:id="rId16" imgW="15240000" imgH="57912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313" y="2103438"/>
                        <a:ext cx="1016000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7644B061-D408-4799-9133-4633B3065611}"/>
              </a:ext>
            </a:extLst>
          </p:cNvPr>
          <p:cNvGrpSpPr>
            <a:grpSpLocks/>
          </p:cNvGrpSpPr>
          <p:nvPr/>
        </p:nvGrpSpPr>
        <p:grpSpPr bwMode="auto">
          <a:xfrm>
            <a:off x="7248525" y="1628775"/>
            <a:ext cx="952500" cy="431800"/>
            <a:chOff x="3606" y="1026"/>
            <a:chExt cx="600" cy="272"/>
          </a:xfrm>
        </p:grpSpPr>
        <p:grpSp>
          <p:nvGrpSpPr>
            <p:cNvPr id="34859" name="Group 11">
              <a:extLst>
                <a:ext uri="{FF2B5EF4-FFF2-40B4-BE49-F238E27FC236}">
                  <a16:creationId xmlns:a16="http://schemas.microsoft.com/office/drawing/2014/main" id="{CC75C45E-AFA1-4D81-8D75-41FF289CB6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6" y="1026"/>
              <a:ext cx="317" cy="272"/>
              <a:chOff x="3606" y="1026"/>
              <a:chExt cx="317" cy="272"/>
            </a:xfrm>
          </p:grpSpPr>
          <p:sp>
            <p:nvSpPr>
              <p:cNvPr id="34861" name="Line 12">
                <a:extLst>
                  <a:ext uri="{FF2B5EF4-FFF2-40B4-BE49-F238E27FC236}">
                    <a16:creationId xmlns:a16="http://schemas.microsoft.com/office/drawing/2014/main" id="{E307A705-7176-46DD-BB95-B4D1A485DE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6" y="1026"/>
                <a:ext cx="3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62" name="Line 13">
                <a:extLst>
                  <a:ext uri="{FF2B5EF4-FFF2-40B4-BE49-F238E27FC236}">
                    <a16:creationId xmlns:a16="http://schemas.microsoft.com/office/drawing/2014/main" id="{DC1A1967-4461-4C3F-A54A-8BF9FD65E7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026"/>
                <a:ext cx="0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60" name="Object 14">
              <a:extLst>
                <a:ext uri="{FF2B5EF4-FFF2-40B4-BE49-F238E27FC236}">
                  <a16:creationId xmlns:a16="http://schemas.microsoft.com/office/drawing/2014/main" id="{186C6CB0-6BBA-4CCF-BEBE-BE7BF65D13E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1071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041774" imgH="3245081" progId="">
                    <p:embed/>
                  </p:oleObj>
                </mc:Choice>
                <mc:Fallback>
                  <p:oleObj name="公式" r:id="rId18" imgW="3041774" imgH="3245081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071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5">
            <a:extLst>
              <a:ext uri="{FF2B5EF4-FFF2-40B4-BE49-F238E27FC236}">
                <a16:creationId xmlns:a16="http://schemas.microsoft.com/office/drawing/2014/main" id="{AB2BE160-61BD-4CD9-96D3-DB625C2EF87A}"/>
              </a:ext>
            </a:extLst>
          </p:cNvPr>
          <p:cNvGrpSpPr>
            <a:grpSpLocks/>
          </p:cNvGrpSpPr>
          <p:nvPr/>
        </p:nvGrpSpPr>
        <p:grpSpPr bwMode="auto">
          <a:xfrm>
            <a:off x="4006850" y="1628775"/>
            <a:ext cx="1368425" cy="504825"/>
            <a:chOff x="1564" y="1026"/>
            <a:chExt cx="862" cy="318"/>
          </a:xfrm>
        </p:grpSpPr>
        <p:grpSp>
          <p:nvGrpSpPr>
            <p:cNvPr id="34855" name="Group 16">
              <a:extLst>
                <a:ext uri="{FF2B5EF4-FFF2-40B4-BE49-F238E27FC236}">
                  <a16:creationId xmlns:a16="http://schemas.microsoft.com/office/drawing/2014/main" id="{5F18EB08-D419-429D-B965-F1C607BC59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7" y="1026"/>
              <a:ext cx="589" cy="318"/>
              <a:chOff x="1837" y="1026"/>
              <a:chExt cx="589" cy="318"/>
            </a:xfrm>
          </p:grpSpPr>
          <p:sp>
            <p:nvSpPr>
              <p:cNvPr id="34857" name="Line 17">
                <a:extLst>
                  <a:ext uri="{FF2B5EF4-FFF2-40B4-BE49-F238E27FC236}">
                    <a16:creationId xmlns:a16="http://schemas.microsoft.com/office/drawing/2014/main" id="{C4C4FB30-9C41-4535-9141-C7F8920A87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37" y="1026"/>
                <a:ext cx="5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8" name="Line 18">
                <a:extLst>
                  <a:ext uri="{FF2B5EF4-FFF2-40B4-BE49-F238E27FC236}">
                    <a16:creationId xmlns:a16="http://schemas.microsoft.com/office/drawing/2014/main" id="{67EA42EF-407C-4BE1-A3EC-78A6E328D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7" y="1026"/>
                <a:ext cx="0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56" name="Object 19">
              <a:extLst>
                <a:ext uri="{FF2B5EF4-FFF2-40B4-BE49-F238E27FC236}">
                  <a16:creationId xmlns:a16="http://schemas.microsoft.com/office/drawing/2014/main" id="{971A79BF-049F-4D43-A038-7E519D1354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64" y="1071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041774" imgH="3041419" progId="">
                    <p:embed/>
                  </p:oleObj>
                </mc:Choice>
                <mc:Fallback>
                  <p:oleObj name="公式" r:id="rId20" imgW="3041774" imgH="3041419" progId="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4" y="1071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0">
            <a:extLst>
              <a:ext uri="{FF2B5EF4-FFF2-40B4-BE49-F238E27FC236}">
                <a16:creationId xmlns:a16="http://schemas.microsoft.com/office/drawing/2014/main" id="{D50F5B65-522C-40A2-9DEA-0BC2E96E566E}"/>
              </a:ext>
            </a:extLst>
          </p:cNvPr>
          <p:cNvGrpSpPr>
            <a:grpSpLocks/>
          </p:cNvGrpSpPr>
          <p:nvPr/>
        </p:nvGrpSpPr>
        <p:grpSpPr bwMode="auto">
          <a:xfrm>
            <a:off x="5230813" y="2347913"/>
            <a:ext cx="1008062" cy="574675"/>
            <a:chOff x="2335" y="1479"/>
            <a:chExt cx="635" cy="362"/>
          </a:xfrm>
        </p:grpSpPr>
        <p:grpSp>
          <p:nvGrpSpPr>
            <p:cNvPr id="34851" name="Group 21">
              <a:extLst>
                <a:ext uri="{FF2B5EF4-FFF2-40B4-BE49-F238E27FC236}">
                  <a16:creationId xmlns:a16="http://schemas.microsoft.com/office/drawing/2014/main" id="{9E18EE51-DF0F-4C5B-BFE7-E5C8561B68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7" y="1479"/>
              <a:ext cx="453" cy="362"/>
              <a:chOff x="2517" y="1479"/>
              <a:chExt cx="453" cy="362"/>
            </a:xfrm>
          </p:grpSpPr>
          <p:sp>
            <p:nvSpPr>
              <p:cNvPr id="34853" name="Line 22">
                <a:extLst>
                  <a:ext uri="{FF2B5EF4-FFF2-40B4-BE49-F238E27FC236}">
                    <a16:creationId xmlns:a16="http://schemas.microsoft.com/office/drawing/2014/main" id="{4AEAEC91-0F16-4158-9066-CB99DD523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17" y="1479"/>
                <a:ext cx="4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54" name="Line 23">
                <a:extLst>
                  <a:ext uri="{FF2B5EF4-FFF2-40B4-BE49-F238E27FC236}">
                    <a16:creationId xmlns:a16="http://schemas.microsoft.com/office/drawing/2014/main" id="{83A0BF19-6634-4A79-8513-376EF791D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17" y="1479"/>
                <a:ext cx="0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34852" name="Object 24">
              <a:extLst>
                <a:ext uri="{FF2B5EF4-FFF2-40B4-BE49-F238E27FC236}">
                  <a16:creationId xmlns:a16="http://schemas.microsoft.com/office/drawing/2014/main" id="{8B37BDBE-DABA-4B31-B4DE-0A9C885D1DF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5" y="1479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84177" imgH="183919" progId="">
                    <p:embed/>
                  </p:oleObj>
                </mc:Choice>
                <mc:Fallback>
                  <p:oleObj name="公式" r:id="rId20" imgW="184177" imgH="183919" progId="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5" y="1479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69" name="Object 25">
            <a:extLst>
              <a:ext uri="{FF2B5EF4-FFF2-40B4-BE49-F238E27FC236}">
                <a16:creationId xmlns:a16="http://schemas.microsoft.com/office/drawing/2014/main" id="{96BC2D44-4760-4D06-B116-ADE6C6899F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6813" y="2894013"/>
          <a:ext cx="10160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15240000" imgH="5791200" progId="">
                  <p:embed/>
                </p:oleObj>
              </mc:Choice>
              <mc:Fallback>
                <p:oleObj name="公式" r:id="rId23" imgW="15240000" imgH="57912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6813" y="2894013"/>
                        <a:ext cx="1016000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6">
            <a:extLst>
              <a:ext uri="{FF2B5EF4-FFF2-40B4-BE49-F238E27FC236}">
                <a16:creationId xmlns:a16="http://schemas.microsoft.com/office/drawing/2014/main" id="{DBA67843-9BFD-4A4A-998D-432B09060BA6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2517775"/>
            <a:ext cx="449262" cy="334963"/>
            <a:chOff x="3923" y="1586"/>
            <a:chExt cx="283" cy="211"/>
          </a:xfrm>
        </p:grpSpPr>
        <p:sp>
          <p:nvSpPr>
            <p:cNvPr id="34849" name="Line 27">
              <a:extLst>
                <a:ext uri="{FF2B5EF4-FFF2-40B4-BE49-F238E27FC236}">
                  <a16:creationId xmlns:a16="http://schemas.microsoft.com/office/drawing/2014/main" id="{2BBC55AA-944F-4BF2-8B10-7E4D276D3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161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50" name="Object 28">
              <a:extLst>
                <a:ext uri="{FF2B5EF4-FFF2-40B4-BE49-F238E27FC236}">
                  <a16:creationId xmlns:a16="http://schemas.microsoft.com/office/drawing/2014/main" id="{5240E0A9-80D2-4818-9A95-08E0D29E94C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14" y="1586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0417" imgH="203112" progId="">
                    <p:embed/>
                  </p:oleObj>
                </mc:Choice>
                <mc:Fallback>
                  <p:oleObj name="公式" r:id="rId18" imgW="190417" imgH="203112" progId="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586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29">
            <a:extLst>
              <a:ext uri="{FF2B5EF4-FFF2-40B4-BE49-F238E27FC236}">
                <a16:creationId xmlns:a16="http://schemas.microsoft.com/office/drawing/2014/main" id="{51045D18-3F9E-4129-AC49-92932F5FE792}"/>
              </a:ext>
            </a:extLst>
          </p:cNvPr>
          <p:cNvGrpSpPr>
            <a:grpSpLocks/>
          </p:cNvGrpSpPr>
          <p:nvPr/>
        </p:nvGrpSpPr>
        <p:grpSpPr bwMode="auto">
          <a:xfrm>
            <a:off x="7751763" y="3284538"/>
            <a:ext cx="520700" cy="325437"/>
            <a:chOff x="3923" y="2069"/>
            <a:chExt cx="328" cy="205"/>
          </a:xfrm>
        </p:grpSpPr>
        <p:sp>
          <p:nvSpPr>
            <p:cNvPr id="34847" name="Line 30">
              <a:extLst>
                <a:ext uri="{FF2B5EF4-FFF2-40B4-BE49-F238E27FC236}">
                  <a16:creationId xmlns:a16="http://schemas.microsoft.com/office/drawing/2014/main" id="{1F5435C6-F06C-4D50-B577-BE335C315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069"/>
              <a:ext cx="0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8" name="Object 31">
              <a:extLst>
                <a:ext uri="{FF2B5EF4-FFF2-40B4-BE49-F238E27FC236}">
                  <a16:creationId xmlns:a16="http://schemas.microsoft.com/office/drawing/2014/main" id="{097DCF93-750F-4B2C-9C5E-B5B5144AFF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9" y="2069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0417" imgH="203112" progId="">
                    <p:embed/>
                  </p:oleObj>
                </mc:Choice>
                <mc:Fallback>
                  <p:oleObj name="公式" r:id="rId18" imgW="190417" imgH="203112" progId="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069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2976" name="Object 32">
            <a:extLst>
              <a:ext uri="{FF2B5EF4-FFF2-40B4-BE49-F238E27FC236}">
                <a16:creationId xmlns:a16="http://schemas.microsoft.com/office/drawing/2014/main" id="{B3E9E628-B52E-4DC1-9766-8D0246C95B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4425" y="3573463"/>
          <a:ext cx="690563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363200" imgH="5791200" progId="">
                  <p:embed/>
                </p:oleObj>
              </mc:Choice>
              <mc:Fallback>
                <p:oleObj name="公式" r:id="rId26" imgW="10363200" imgH="5791200" progId="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425" y="3573463"/>
                        <a:ext cx="690563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33">
            <a:extLst>
              <a:ext uri="{FF2B5EF4-FFF2-40B4-BE49-F238E27FC236}">
                <a16:creationId xmlns:a16="http://schemas.microsoft.com/office/drawing/2014/main" id="{3760FAC6-171F-429A-BA6E-3BA8D066DDD7}"/>
              </a:ext>
            </a:extLst>
          </p:cNvPr>
          <p:cNvGrpSpPr>
            <a:grpSpLocks/>
          </p:cNvGrpSpPr>
          <p:nvPr/>
        </p:nvGrpSpPr>
        <p:grpSpPr bwMode="auto">
          <a:xfrm>
            <a:off x="5807075" y="3068638"/>
            <a:ext cx="863600" cy="574675"/>
            <a:chOff x="2698" y="1933"/>
            <a:chExt cx="544" cy="362"/>
          </a:xfrm>
        </p:grpSpPr>
        <p:sp>
          <p:nvSpPr>
            <p:cNvPr id="34843" name="Line 34">
              <a:extLst>
                <a:ext uri="{FF2B5EF4-FFF2-40B4-BE49-F238E27FC236}">
                  <a16:creationId xmlns:a16="http://schemas.microsoft.com/office/drawing/2014/main" id="{4E5D42C5-BE81-4165-9853-1315138C4F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1933"/>
              <a:ext cx="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44" name="Group 35">
              <a:extLst>
                <a:ext uri="{FF2B5EF4-FFF2-40B4-BE49-F238E27FC236}">
                  <a16:creationId xmlns:a16="http://schemas.microsoft.com/office/drawing/2014/main" id="{5AAF37D8-8DE3-4491-B000-6BC7CFAD6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8" y="1933"/>
              <a:ext cx="192" cy="362"/>
              <a:chOff x="2698" y="1933"/>
              <a:chExt cx="192" cy="362"/>
            </a:xfrm>
          </p:grpSpPr>
          <p:sp>
            <p:nvSpPr>
              <p:cNvPr id="34845" name="Line 36">
                <a:extLst>
                  <a:ext uri="{FF2B5EF4-FFF2-40B4-BE49-F238E27FC236}">
                    <a16:creationId xmlns:a16="http://schemas.microsoft.com/office/drawing/2014/main" id="{491697FE-3562-4994-8341-93C5C99898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933"/>
                <a:ext cx="0" cy="3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34846" name="Object 37">
                <a:extLst>
                  <a:ext uri="{FF2B5EF4-FFF2-40B4-BE49-F238E27FC236}">
                    <a16:creationId xmlns:a16="http://schemas.microsoft.com/office/drawing/2014/main" id="{929ABD03-8ED0-4B06-AD99-15CC34F20BE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98" y="2069"/>
              <a:ext cx="192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184177" imgH="183919" progId="">
                      <p:embed/>
                    </p:oleObj>
                  </mc:Choice>
                  <mc:Fallback>
                    <p:oleObj name="公式" r:id="rId20" imgW="184177" imgH="183919" progId="">
                      <p:embed/>
                      <p:pic>
                        <p:nvPicPr>
                          <p:cNvPr id="0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98" y="2069"/>
                            <a:ext cx="192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2" name="Group 38">
            <a:extLst>
              <a:ext uri="{FF2B5EF4-FFF2-40B4-BE49-F238E27FC236}">
                <a16:creationId xmlns:a16="http://schemas.microsoft.com/office/drawing/2014/main" id="{C6F892F9-7D77-417C-AD6C-E7377C7F3530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4437063"/>
            <a:ext cx="520700" cy="325437"/>
            <a:chOff x="2925" y="2795"/>
            <a:chExt cx="328" cy="205"/>
          </a:xfrm>
        </p:grpSpPr>
        <p:sp>
          <p:nvSpPr>
            <p:cNvPr id="34841" name="Line 39">
              <a:extLst>
                <a:ext uri="{FF2B5EF4-FFF2-40B4-BE49-F238E27FC236}">
                  <a16:creationId xmlns:a16="http://schemas.microsoft.com/office/drawing/2014/main" id="{7B58D547-7CEE-4B1C-82E5-DD21F2395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" y="279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2" name="Object 40">
              <a:extLst>
                <a:ext uri="{FF2B5EF4-FFF2-40B4-BE49-F238E27FC236}">
                  <a16:creationId xmlns:a16="http://schemas.microsoft.com/office/drawing/2014/main" id="{8AFC3B42-CBA0-423B-B1AB-CC5E9894FA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61" y="2795"/>
            <a:ext cx="192" cy="2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90417" imgH="203112" progId="">
                    <p:embed/>
                  </p:oleObj>
                </mc:Choice>
                <mc:Fallback>
                  <p:oleObj name="公式" r:id="rId18" imgW="190417" imgH="203112" progId="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1" y="2795"/>
                          <a:ext cx="192" cy="2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41">
            <a:extLst>
              <a:ext uri="{FF2B5EF4-FFF2-40B4-BE49-F238E27FC236}">
                <a16:creationId xmlns:a16="http://schemas.microsoft.com/office/drawing/2014/main" id="{3401E043-5A6E-4A2D-A3F3-57EC0590C563}"/>
              </a:ext>
            </a:extLst>
          </p:cNvPr>
          <p:cNvGrpSpPr>
            <a:grpSpLocks/>
          </p:cNvGrpSpPr>
          <p:nvPr/>
        </p:nvGrpSpPr>
        <p:grpSpPr bwMode="auto">
          <a:xfrm>
            <a:off x="2782888" y="4076700"/>
            <a:ext cx="790575" cy="574675"/>
            <a:chOff x="793" y="2568"/>
            <a:chExt cx="498" cy="362"/>
          </a:xfrm>
        </p:grpSpPr>
        <p:sp>
          <p:nvSpPr>
            <p:cNvPr id="34838" name="Line 42">
              <a:extLst>
                <a:ext uri="{FF2B5EF4-FFF2-40B4-BE49-F238E27FC236}">
                  <a16:creationId xmlns:a16="http://schemas.microsoft.com/office/drawing/2014/main" id="{7FD3BFE7-F67A-4842-8B3C-01AF0A16AF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5" y="2568"/>
              <a:ext cx="226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43">
              <a:extLst>
                <a:ext uri="{FF2B5EF4-FFF2-40B4-BE49-F238E27FC236}">
                  <a16:creationId xmlns:a16="http://schemas.microsoft.com/office/drawing/2014/main" id="{E9B3D550-80CD-41E1-82EE-4EA2B526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2568"/>
              <a:ext cx="0" cy="3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4840" name="Object 44">
              <a:extLst>
                <a:ext uri="{FF2B5EF4-FFF2-40B4-BE49-F238E27FC236}">
                  <a16:creationId xmlns:a16="http://schemas.microsoft.com/office/drawing/2014/main" id="{6BF476AF-05E8-4AAA-96B5-F3919DCF34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93" y="2659"/>
            <a:ext cx="192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84177" imgH="183919" progId="">
                    <p:embed/>
                  </p:oleObj>
                </mc:Choice>
                <mc:Fallback>
                  <p:oleObj name="公式" r:id="rId20" imgW="184177" imgH="183919" progId="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3" y="2659"/>
                          <a:ext cx="192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4837" name="Picture 46">
            <a:extLst>
              <a:ext uri="{FF2B5EF4-FFF2-40B4-BE49-F238E27FC236}">
                <a16:creationId xmlns:a16="http://schemas.microsoft.com/office/drawing/2014/main" id="{F620550A-3036-425D-9522-4730DD137F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088" y="4005263"/>
            <a:ext cx="11477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Text Box 19">
            <a:extLst>
              <a:ext uri="{FF2B5EF4-FFF2-40B4-BE49-F238E27FC236}">
                <a16:creationId xmlns:a16="http://schemas.microsoft.com/office/drawing/2014/main" id="{1682B71A-D30F-4223-AFA6-ACF3437F67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9650" y="404813"/>
            <a:ext cx="1008038" cy="45720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Arial" panose="020B0604020202020204" pitchFamily="34" charset="0"/>
              </a:rPr>
              <a:t>小结</a:t>
            </a:r>
            <a:r>
              <a:rPr lang="en-US" altLang="zh-CN" sz="2400" b="1" dirty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2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2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82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2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82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8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>
            <a:extLst>
              <a:ext uri="{FF2B5EF4-FFF2-40B4-BE49-F238E27FC236}">
                <a16:creationId xmlns:a16="http://schemas.microsoft.com/office/drawing/2014/main" id="{65561B43-8B24-4328-BB34-C841CEAE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4271" y="187623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函数</a:t>
            </a:r>
          </a:p>
        </p:txBody>
      </p:sp>
      <p:graphicFrame>
        <p:nvGraphicFramePr>
          <p:cNvPr id="35843" name="Object 4">
            <a:extLst>
              <a:ext uri="{FF2B5EF4-FFF2-40B4-BE49-F238E27FC236}">
                <a16:creationId xmlns:a16="http://schemas.microsoft.com/office/drawing/2014/main" id="{C6CB18B0-B718-4528-AAA7-932CB00685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120317"/>
              </p:ext>
            </p:extLst>
          </p:nvPr>
        </p:nvGraphicFramePr>
        <p:xfrm>
          <a:off x="2927871" y="332086"/>
          <a:ext cx="168275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409428" imgH="6495877" progId="">
                  <p:embed/>
                </p:oleObj>
              </mc:Choice>
              <mc:Fallback>
                <p:oleObj name="Equation" r:id="rId3" imgW="26409428" imgH="6495877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871" y="332086"/>
                        <a:ext cx="1682750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Text Box 5">
            <a:extLst>
              <a:ext uri="{FF2B5EF4-FFF2-40B4-BE49-F238E27FC236}">
                <a16:creationId xmlns:a16="http://schemas.microsoft.com/office/drawing/2014/main" id="{CD96BF4E-DBF9-4328-AE77-11D0F8A5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633" y="187623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在</a:t>
            </a:r>
          </a:p>
        </p:txBody>
      </p:sp>
      <p:graphicFrame>
        <p:nvGraphicFramePr>
          <p:cNvPr id="35845" name="Object 6">
            <a:extLst>
              <a:ext uri="{FF2B5EF4-FFF2-40B4-BE49-F238E27FC236}">
                <a16:creationId xmlns:a16="http://schemas.microsoft.com/office/drawing/2014/main" id="{84575329-8975-4277-B9CD-3A51FD4ECD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695959"/>
              </p:ext>
            </p:extLst>
          </p:nvPr>
        </p:nvGraphicFramePr>
        <p:xfrm>
          <a:off x="5159896" y="260648"/>
          <a:ext cx="11747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84628" imgH="7105823" progId="">
                  <p:embed/>
                </p:oleObj>
              </mc:Choice>
              <mc:Fallback>
                <p:oleObj name="Equation" r:id="rId5" imgW="18484628" imgH="7105823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896" y="260648"/>
                        <a:ext cx="11747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7">
            <a:extLst>
              <a:ext uri="{FF2B5EF4-FFF2-40B4-BE49-F238E27FC236}">
                <a16:creationId xmlns:a16="http://schemas.microsoft.com/office/drawing/2014/main" id="{168AC739-7B39-4278-B622-B88DA44B4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2421" y="260648"/>
            <a:ext cx="4133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可微的充分条件是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       )</a:t>
            </a:r>
          </a:p>
        </p:txBody>
      </p:sp>
      <p:graphicFrame>
        <p:nvGraphicFramePr>
          <p:cNvPr id="35847" name="Object 8">
            <a:extLst>
              <a:ext uri="{FF2B5EF4-FFF2-40B4-BE49-F238E27FC236}">
                <a16:creationId xmlns:a16="http://schemas.microsoft.com/office/drawing/2014/main" id="{F50CA35C-CAD2-4965-B5EF-6FBC0ACCB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46596"/>
              </p:ext>
            </p:extLst>
          </p:nvPr>
        </p:nvGraphicFramePr>
        <p:xfrm>
          <a:off x="2567508" y="908348"/>
          <a:ext cx="431006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7659374" imgH="7308965" progId="">
                  <p:embed/>
                </p:oleObj>
              </mc:Choice>
              <mc:Fallback>
                <p:oleObj name="Equation" r:id="rId7" imgW="67659374" imgH="7308965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508" y="908348"/>
                        <a:ext cx="431006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9">
            <a:extLst>
              <a:ext uri="{FF2B5EF4-FFF2-40B4-BE49-F238E27FC236}">
                <a16:creationId xmlns:a16="http://schemas.microsoft.com/office/drawing/2014/main" id="{DCE529D4-19FA-4ED0-8A1E-9925FD1D5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195607"/>
              </p:ext>
            </p:extLst>
          </p:nvPr>
        </p:nvGraphicFramePr>
        <p:xfrm>
          <a:off x="2567508" y="1556048"/>
          <a:ext cx="4648200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2942401" imgH="7918392" progId="">
                  <p:embed/>
                </p:oleObj>
              </mc:Choice>
              <mc:Fallback>
                <p:oleObj name="Equation" r:id="rId9" imgW="72942401" imgH="7918392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7508" y="1556048"/>
                        <a:ext cx="4648200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9" name="Text Box 10">
            <a:extLst>
              <a:ext uri="{FF2B5EF4-FFF2-40B4-BE49-F238E27FC236}">
                <a16:creationId xmlns:a16="http://schemas.microsoft.com/office/drawing/2014/main" id="{E5D552A1-60C2-44D9-AE02-F9CE4FD64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7458" y="1556048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的某邻域内存在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graphicFrame>
        <p:nvGraphicFramePr>
          <p:cNvPr id="35850" name="Object 12">
            <a:extLst>
              <a:ext uri="{FF2B5EF4-FFF2-40B4-BE49-F238E27FC236}">
                <a16:creationId xmlns:a16="http://schemas.microsoft.com/office/drawing/2014/main" id="{27A843CA-B574-4F1F-BC43-CAFDFDFA4B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568906"/>
              </p:ext>
            </p:extLst>
          </p:nvPr>
        </p:nvGraphicFramePr>
        <p:xfrm>
          <a:off x="4583633" y="2833986"/>
          <a:ext cx="3197225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50996801" imgH="8324677" progId="">
                  <p:embed/>
                </p:oleObj>
              </mc:Choice>
              <mc:Fallback>
                <p:oleObj name="Equation" r:id="rId11" imgW="50996801" imgH="8324677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633" y="2833986"/>
                        <a:ext cx="3197225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3">
            <a:extLst>
              <a:ext uri="{FF2B5EF4-FFF2-40B4-BE49-F238E27FC236}">
                <a16:creationId xmlns:a16="http://schemas.microsoft.com/office/drawing/2014/main" id="{35F66BD7-FAFC-4BC1-83BC-6854EBE1E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2283" y="2833986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时是无穷小量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;</a:t>
            </a:r>
          </a:p>
        </p:txBody>
      </p:sp>
      <p:graphicFrame>
        <p:nvGraphicFramePr>
          <p:cNvPr id="35852" name="Object 15">
            <a:extLst>
              <a:ext uri="{FF2B5EF4-FFF2-40B4-BE49-F238E27FC236}">
                <a16:creationId xmlns:a16="http://schemas.microsoft.com/office/drawing/2014/main" id="{5BD6CA03-C508-49BC-81F7-08F5D2DA4A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293963"/>
              </p:ext>
            </p:extLst>
          </p:nvPr>
        </p:nvGraphicFramePr>
        <p:xfrm>
          <a:off x="4655071" y="4694536"/>
          <a:ext cx="32575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0996801" imgH="8324677" progId="">
                  <p:embed/>
                </p:oleObj>
              </mc:Choice>
              <mc:Fallback>
                <p:oleObj name="Equation" r:id="rId13" imgW="50996801" imgH="8324677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071" y="4694536"/>
                        <a:ext cx="32575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3" name="Text Box 16">
            <a:extLst>
              <a:ext uri="{FF2B5EF4-FFF2-40B4-BE49-F238E27FC236}">
                <a16:creationId xmlns:a16="http://schemas.microsoft.com/office/drawing/2014/main" id="{C7059E5B-D104-4A67-93C8-809955ED2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746" y="4694536"/>
            <a:ext cx="259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时是无穷小量 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.</a:t>
            </a:r>
          </a:p>
        </p:txBody>
      </p:sp>
      <p:sp>
        <p:nvSpPr>
          <p:cNvPr id="35854" name="Text Box 17">
            <a:extLst>
              <a:ext uri="{FF2B5EF4-FFF2-40B4-BE49-F238E27FC236}">
                <a16:creationId xmlns:a16="http://schemas.microsoft.com/office/drawing/2014/main" id="{AB4D2BE1-85F6-443E-956A-C16EB7158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332" y="147936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endParaRPr kumimoji="1"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35856" name="对象 17">
            <a:extLst>
              <a:ext uri="{FF2B5EF4-FFF2-40B4-BE49-F238E27FC236}">
                <a16:creationId xmlns:a16="http://schemas.microsoft.com/office/drawing/2014/main" id="{1A322350-C3DF-4B9C-962C-C26A1B44B5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008836"/>
              </p:ext>
            </p:extLst>
          </p:nvPr>
        </p:nvGraphicFramePr>
        <p:xfrm>
          <a:off x="2496071" y="2257723"/>
          <a:ext cx="5367337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2484000" imgH="6705600" progId="Equation.DSMT4">
                  <p:embed/>
                </p:oleObj>
              </mc:Choice>
              <mc:Fallback>
                <p:oleObj name="Equation" r:id="rId15" imgW="62484000" imgH="6705600" progId="Equation.DSMT4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071" y="2257723"/>
                        <a:ext cx="5367337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7" name="Object 11">
            <a:extLst>
              <a:ext uri="{FF2B5EF4-FFF2-40B4-BE49-F238E27FC236}">
                <a16:creationId xmlns:a16="http://schemas.microsoft.com/office/drawing/2014/main" id="{F3F1BC4C-FBFE-4D6A-90A9-867D3CFCC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6406012"/>
              </p:ext>
            </p:extLst>
          </p:nvPr>
        </p:nvGraphicFramePr>
        <p:xfrm>
          <a:off x="2496071" y="3543598"/>
          <a:ext cx="5419725" cy="117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63093600" imgH="13716000" progId="Equation.DSMT4">
                  <p:embed/>
                </p:oleObj>
              </mc:Choice>
              <mc:Fallback>
                <p:oleObj name="Equation" r:id="rId17" imgW="63093600" imgH="13716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6071" y="3543598"/>
                        <a:ext cx="5419725" cy="1177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0" name="Object 2">
            <a:extLst>
              <a:ext uri="{FF2B5EF4-FFF2-40B4-BE49-F238E27FC236}">
                <a16:creationId xmlns:a16="http://schemas.microsoft.com/office/drawing/2014/main" id="{8635A813-0587-4E16-ABAD-7938561E5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005283"/>
              </p:ext>
            </p:extLst>
          </p:nvPr>
        </p:nvGraphicFramePr>
        <p:xfrm>
          <a:off x="3142928" y="5087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3106400" imgH="5486400" progId="">
                  <p:embed/>
                </p:oleObj>
              </mc:Choice>
              <mc:Fallback>
                <p:oleObj name="公式" r:id="rId3" imgW="13106400" imgH="54864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2928" y="5087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1" name="Text Box 3">
            <a:extLst>
              <a:ext uri="{FF2B5EF4-FFF2-40B4-BE49-F238E27FC236}">
                <a16:creationId xmlns:a16="http://schemas.microsoft.com/office/drawing/2014/main" id="{A0116D31-BD74-4288-9D4D-280E28693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528" y="432594"/>
            <a:ext cx="624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关于函数             下列性质正确的有（     ）。</a:t>
            </a:r>
          </a:p>
        </p:txBody>
      </p:sp>
      <p:sp>
        <p:nvSpPr>
          <p:cNvPr id="37892" name="Text Box 4">
            <a:extLst>
              <a:ext uri="{FF2B5EF4-FFF2-40B4-BE49-F238E27FC236}">
                <a16:creationId xmlns:a16="http://schemas.microsoft.com/office/drawing/2014/main" id="{1C1D6FE6-A480-473A-8C78-83AC46B3A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928" y="1118394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1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endParaRPr kumimoji="1"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3" name="Text Box 5">
            <a:extLst>
              <a:ext uri="{FF2B5EF4-FFF2-40B4-BE49-F238E27FC236}">
                <a16:creationId xmlns:a16="http://schemas.microsoft.com/office/drawing/2014/main" id="{EA52B0EC-81DB-43D2-A43A-4D30D29CFC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928" y="1804194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endParaRPr kumimoji="1"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E089EAF4-0AA7-47AD-8BB1-E89FB8AB3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928" y="2566194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endParaRPr kumimoji="1"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5" name="Text Box 7">
            <a:extLst>
              <a:ext uri="{FF2B5EF4-FFF2-40B4-BE49-F238E27FC236}">
                <a16:creationId xmlns:a16="http://schemas.microsoft.com/office/drawing/2014/main" id="{AD27B9DE-E703-4F85-BFFD-2C6135905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8928" y="3328194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4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endParaRPr kumimoji="1"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7896" name="Text Box 8">
            <a:extLst>
              <a:ext uri="{FF2B5EF4-FFF2-40B4-BE49-F238E27FC236}">
                <a16:creationId xmlns:a16="http://schemas.microsoft.com/office/drawing/2014/main" id="{43EDBE74-59DE-4D87-8790-AEF5F916D7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5128" y="4013994"/>
            <a:ext cx="1073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（</a:t>
            </a:r>
            <a:r>
              <a: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5</a:t>
            </a:r>
            <a:r>
              <a:rPr kumimoji="1" lang="zh-CN" altLang="en-US" sz="2800">
                <a:solidFill>
                  <a:srgbClr val="000000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）</a:t>
            </a:r>
            <a:endParaRPr kumimoji="1" lang="zh-CN" altLang="en-US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37897" name="Object 9">
            <a:extLst>
              <a:ext uri="{FF2B5EF4-FFF2-40B4-BE49-F238E27FC236}">
                <a16:creationId xmlns:a16="http://schemas.microsoft.com/office/drawing/2014/main" id="{331CCFAB-6CEE-4B6B-AE88-4F74135B00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681734"/>
              </p:ext>
            </p:extLst>
          </p:nvPr>
        </p:nvGraphicFramePr>
        <p:xfrm>
          <a:off x="2566665" y="1200944"/>
          <a:ext cx="158432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774400" imgH="5791200" progId="">
                  <p:embed/>
                </p:oleObj>
              </mc:Choice>
              <mc:Fallback>
                <p:oleObj name="公式" r:id="rId5" imgW="23774400" imgH="579120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665" y="1200944"/>
                        <a:ext cx="158432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8" name="Object 10">
            <a:extLst>
              <a:ext uri="{FF2B5EF4-FFF2-40B4-BE49-F238E27FC236}">
                <a16:creationId xmlns:a16="http://schemas.microsoft.com/office/drawing/2014/main" id="{F0A1EF7F-89F1-46AD-864A-B05498C7D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225415"/>
              </p:ext>
            </p:extLst>
          </p:nvPr>
        </p:nvGraphicFramePr>
        <p:xfrm>
          <a:off x="4425628" y="1224757"/>
          <a:ext cx="1525587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3469600" imgH="6400800" progId="">
                  <p:embed/>
                </p:oleObj>
              </mc:Choice>
              <mc:Fallback>
                <p:oleObj name="公式" r:id="rId7" imgW="23469600" imgH="640080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5628" y="1224757"/>
                        <a:ext cx="1525587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9" name="Text Box 11">
            <a:extLst>
              <a:ext uri="{FF2B5EF4-FFF2-40B4-BE49-F238E27FC236}">
                <a16:creationId xmlns:a16="http://schemas.microsoft.com/office/drawing/2014/main" id="{F2352A5B-2818-4485-8502-71F44DB3AC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9928" y="1118394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，则</a:t>
            </a:r>
          </a:p>
        </p:txBody>
      </p:sp>
      <p:graphicFrame>
        <p:nvGraphicFramePr>
          <p:cNvPr id="37900" name="Object 13">
            <a:extLst>
              <a:ext uri="{FF2B5EF4-FFF2-40B4-BE49-F238E27FC236}">
                <a16:creationId xmlns:a16="http://schemas.microsoft.com/office/drawing/2014/main" id="{D492D76D-DD7B-433A-B1CC-4EF14FEBE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019248"/>
              </p:ext>
            </p:extLst>
          </p:nvPr>
        </p:nvGraphicFramePr>
        <p:xfrm>
          <a:off x="2609528" y="18803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528" y="18803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1" name="Text Box 14">
            <a:extLst>
              <a:ext uri="{FF2B5EF4-FFF2-40B4-BE49-F238E27FC236}">
                <a16:creationId xmlns:a16="http://schemas.microsoft.com/office/drawing/2014/main" id="{509E3DFE-E497-4539-AFEE-D7BCB5BB8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328" y="1804194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可微，则</a:t>
            </a:r>
          </a:p>
        </p:txBody>
      </p:sp>
      <p:graphicFrame>
        <p:nvGraphicFramePr>
          <p:cNvPr id="37902" name="Object 15">
            <a:extLst>
              <a:ext uri="{FF2B5EF4-FFF2-40B4-BE49-F238E27FC236}">
                <a16:creationId xmlns:a16="http://schemas.microsoft.com/office/drawing/2014/main" id="{A133655C-B34B-4E62-8181-1C33172480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108798"/>
              </p:ext>
            </p:extLst>
          </p:nvPr>
        </p:nvGraphicFramePr>
        <p:xfrm>
          <a:off x="5124128" y="18041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128" y="18041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3" name="Text Box 16">
            <a:extLst>
              <a:ext uri="{FF2B5EF4-FFF2-40B4-BE49-F238E27FC236}">
                <a16:creationId xmlns:a16="http://schemas.microsoft.com/office/drawing/2014/main" id="{2CAD6F1A-0820-4CFE-9B4C-95CFEA83E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4728" y="1727994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偏导连续；</a:t>
            </a:r>
          </a:p>
        </p:txBody>
      </p:sp>
      <p:sp>
        <p:nvSpPr>
          <p:cNvPr id="37904" name="Text Box 17">
            <a:extLst>
              <a:ext uri="{FF2B5EF4-FFF2-40B4-BE49-F238E27FC236}">
                <a16:creationId xmlns:a16="http://schemas.microsoft.com/office/drawing/2014/main" id="{1C4409E1-421B-4E6A-9F8A-360ECC350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3603" y="1081882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；</a:t>
            </a:r>
          </a:p>
        </p:txBody>
      </p:sp>
      <p:graphicFrame>
        <p:nvGraphicFramePr>
          <p:cNvPr id="37905" name="Object 18">
            <a:extLst>
              <a:ext uri="{FF2B5EF4-FFF2-40B4-BE49-F238E27FC236}">
                <a16:creationId xmlns:a16="http://schemas.microsoft.com/office/drawing/2014/main" id="{6B94BA62-AA8A-442A-80D6-C1C64135F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70486"/>
              </p:ext>
            </p:extLst>
          </p:nvPr>
        </p:nvGraphicFramePr>
        <p:xfrm>
          <a:off x="2609528" y="25661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528" y="25661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6" name="Text Box 19">
            <a:extLst>
              <a:ext uri="{FF2B5EF4-FFF2-40B4-BE49-F238E27FC236}">
                <a16:creationId xmlns:a16="http://schemas.microsoft.com/office/drawing/2014/main" id="{5B0F047F-24D0-4A72-9BDD-FF7F342BC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6328" y="2489994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可微，则</a:t>
            </a:r>
          </a:p>
        </p:txBody>
      </p:sp>
      <p:graphicFrame>
        <p:nvGraphicFramePr>
          <p:cNvPr id="37907" name="Object 20">
            <a:extLst>
              <a:ext uri="{FF2B5EF4-FFF2-40B4-BE49-F238E27FC236}">
                <a16:creationId xmlns:a16="http://schemas.microsoft.com/office/drawing/2014/main" id="{5E12C2B0-ADB4-4943-B4C2-6F9F3B8857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72814"/>
              </p:ext>
            </p:extLst>
          </p:nvPr>
        </p:nvGraphicFramePr>
        <p:xfrm>
          <a:off x="5124128" y="24899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4128" y="24899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8" name="Text Box 21">
            <a:extLst>
              <a:ext uri="{FF2B5EF4-FFF2-40B4-BE49-F238E27FC236}">
                <a16:creationId xmlns:a16="http://schemas.microsoft.com/office/drawing/2014/main" id="{6BFD658D-0003-4BAE-847B-CEFC7941D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928" y="2413794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连续且有偏导；</a:t>
            </a:r>
          </a:p>
        </p:txBody>
      </p:sp>
      <p:graphicFrame>
        <p:nvGraphicFramePr>
          <p:cNvPr id="37909" name="Object 22">
            <a:extLst>
              <a:ext uri="{FF2B5EF4-FFF2-40B4-BE49-F238E27FC236}">
                <a16:creationId xmlns:a16="http://schemas.microsoft.com/office/drawing/2014/main" id="{FF4B190C-EEF7-454E-A848-CF72ADBA10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127924"/>
              </p:ext>
            </p:extLst>
          </p:nvPr>
        </p:nvGraphicFramePr>
        <p:xfrm>
          <a:off x="2685728" y="34043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728" y="34043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0" name="Text Box 23">
            <a:extLst>
              <a:ext uri="{FF2B5EF4-FFF2-40B4-BE49-F238E27FC236}">
                <a16:creationId xmlns:a16="http://schemas.microsoft.com/office/drawing/2014/main" id="{27F52142-A67D-4178-BE33-498D87ACF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528" y="3328194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连续，则</a:t>
            </a:r>
          </a:p>
        </p:txBody>
      </p:sp>
      <p:graphicFrame>
        <p:nvGraphicFramePr>
          <p:cNvPr id="37911" name="Object 24">
            <a:extLst>
              <a:ext uri="{FF2B5EF4-FFF2-40B4-BE49-F238E27FC236}">
                <a16:creationId xmlns:a16="http://schemas.microsoft.com/office/drawing/2014/main" id="{1DB838F6-733B-4BC7-B27B-B619F979E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243661"/>
              </p:ext>
            </p:extLst>
          </p:nvPr>
        </p:nvGraphicFramePr>
        <p:xfrm>
          <a:off x="5200328" y="33281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328" y="33281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2" name="Text Box 25">
            <a:extLst>
              <a:ext uri="{FF2B5EF4-FFF2-40B4-BE49-F238E27FC236}">
                <a16:creationId xmlns:a16="http://schemas.microsoft.com/office/drawing/2014/main" id="{E655EA5D-22D1-470E-BBF4-0334D7FF06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0928" y="3251994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偏导连续；</a:t>
            </a:r>
          </a:p>
        </p:txBody>
      </p:sp>
      <p:graphicFrame>
        <p:nvGraphicFramePr>
          <p:cNvPr id="37913" name="Object 26">
            <a:extLst>
              <a:ext uri="{FF2B5EF4-FFF2-40B4-BE49-F238E27FC236}">
                <a16:creationId xmlns:a16="http://schemas.microsoft.com/office/drawing/2014/main" id="{63BDAB7A-7553-454F-A056-069CF17F83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399006"/>
              </p:ext>
            </p:extLst>
          </p:nvPr>
        </p:nvGraphicFramePr>
        <p:xfrm>
          <a:off x="2761928" y="4090194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1928" y="4090194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4" name="Text Box 27">
            <a:extLst>
              <a:ext uri="{FF2B5EF4-FFF2-40B4-BE49-F238E27FC236}">
                <a16:creationId xmlns:a16="http://schemas.microsoft.com/office/drawing/2014/main" id="{30E2E7C3-3998-4234-B06E-C74CED596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8728" y="4013994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有</a:t>
            </a:r>
          </a:p>
        </p:txBody>
      </p:sp>
      <p:graphicFrame>
        <p:nvGraphicFramePr>
          <p:cNvPr id="37915" name="Object 28">
            <a:extLst>
              <a:ext uri="{FF2B5EF4-FFF2-40B4-BE49-F238E27FC236}">
                <a16:creationId xmlns:a16="http://schemas.microsoft.com/office/drawing/2014/main" id="{A61FC2EF-5FBF-41A3-86A5-FB7517DAB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5376500"/>
              </p:ext>
            </p:extLst>
          </p:nvPr>
        </p:nvGraphicFramePr>
        <p:xfrm>
          <a:off x="4224015" y="3890169"/>
          <a:ext cx="424815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3478228" imgH="9950335" progId="">
                  <p:embed/>
                </p:oleObj>
              </mc:Choice>
              <mc:Fallback>
                <p:oleObj name="公式" r:id="rId11" imgW="43478228" imgH="9950335" progId="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015" y="3890169"/>
                        <a:ext cx="424815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6" name="Text Box 29">
            <a:extLst>
              <a:ext uri="{FF2B5EF4-FFF2-40B4-BE49-F238E27FC236}">
                <a16:creationId xmlns:a16="http://schemas.microsoft.com/office/drawing/2014/main" id="{1B402BBB-CE12-4E79-810D-7F3AE54E4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9140" y="4033044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，则</a:t>
            </a:r>
          </a:p>
        </p:txBody>
      </p:sp>
      <p:graphicFrame>
        <p:nvGraphicFramePr>
          <p:cNvPr id="37917" name="Object 30">
            <a:extLst>
              <a:ext uri="{FF2B5EF4-FFF2-40B4-BE49-F238E27FC236}">
                <a16:creationId xmlns:a16="http://schemas.microsoft.com/office/drawing/2014/main" id="{773FBE69-D2F6-48E8-AC1E-048118FA8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015187"/>
              </p:ext>
            </p:extLst>
          </p:nvPr>
        </p:nvGraphicFramePr>
        <p:xfrm>
          <a:off x="9120336" y="4050506"/>
          <a:ext cx="10668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545863" imgH="228501" progId="">
                  <p:embed/>
                </p:oleObj>
              </mc:Choice>
              <mc:Fallback>
                <p:oleObj name="公式" r:id="rId9" imgW="545863" imgH="228501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0336" y="4050506"/>
                        <a:ext cx="10668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8" name="Text Box 31">
            <a:extLst>
              <a:ext uri="{FF2B5EF4-FFF2-40B4-BE49-F238E27FC236}">
                <a16:creationId xmlns:a16="http://schemas.microsoft.com/office/drawing/2014/main" id="{6D503A7D-0548-4DB0-BA11-865BD6CA3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8448" y="4013994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Arial" panose="020B0604020202020204" pitchFamily="34" charset="0"/>
                <a:ea typeface="楷体_GB2312"/>
                <a:cs typeface="楷体_GB2312"/>
              </a:rPr>
              <a:t>可微。</a:t>
            </a:r>
          </a:p>
        </p:txBody>
      </p:sp>
      <p:sp>
        <p:nvSpPr>
          <p:cNvPr id="37919" name="Rectangle 32">
            <a:extLst>
              <a:ext uri="{FF2B5EF4-FFF2-40B4-BE49-F238E27FC236}">
                <a16:creationId xmlns:a16="http://schemas.microsoft.com/office/drawing/2014/main" id="{9E4F112B-2D16-4506-B35C-0DD0D079C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7248" y="6063002"/>
            <a:ext cx="396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4400" b="1" dirty="0">
                <a:solidFill>
                  <a:srgbClr val="000000"/>
                </a:solidFill>
                <a:latin typeface="Arial" panose="020B0604020202020204" pitchFamily="34" charset="0"/>
              </a:rPr>
              <a:t>☆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/>
                <a:cs typeface="楷体_GB2312"/>
              </a:rPr>
              <a:t>题目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/>
                <a:cs typeface="楷体_GB2312"/>
              </a:rPr>
              <a:t>14.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/>
                <a:cs typeface="楷体_GB2312"/>
              </a:rPr>
              <a:t>毛喜欣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ea typeface="楷体_GB2312"/>
                <a:cs typeface="楷体_GB2312"/>
              </a:rPr>
              <a:t>404</a:t>
            </a:r>
          </a:p>
        </p:txBody>
      </p:sp>
      <p:sp>
        <p:nvSpPr>
          <p:cNvPr id="37921" name="Text Box 17">
            <a:extLst>
              <a:ext uri="{FF2B5EF4-FFF2-40B4-BE49-F238E27FC236}">
                <a16:creationId xmlns:a16="http://schemas.microsoft.com/office/drawing/2014/main" id="{C8665C9C-8A55-4502-9870-DAE81EA9C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4016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2</a:t>
            </a:r>
            <a:endParaRPr kumimoji="1"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  <p:graphicFrame>
        <p:nvGraphicFramePr>
          <p:cNvPr id="37922" name="对象 34">
            <a:extLst>
              <a:ext uri="{FF2B5EF4-FFF2-40B4-BE49-F238E27FC236}">
                <a16:creationId xmlns:a16="http://schemas.microsoft.com/office/drawing/2014/main" id="{3CA4EB59-639C-4DA6-BA4B-EF303D20B4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6446696"/>
              </p:ext>
            </p:extLst>
          </p:nvPr>
        </p:nvGraphicFramePr>
        <p:xfrm>
          <a:off x="6598915" y="1153319"/>
          <a:ext cx="17954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774400" imgH="5181600" progId="Equation.DSMT4">
                  <p:embed/>
                </p:oleObj>
              </mc:Choice>
              <mc:Fallback>
                <p:oleObj name="Equation" r:id="rId13" imgW="23774400" imgH="5181600" progId="Equation.DSMT4">
                  <p:embed/>
                  <p:pic>
                    <p:nvPicPr>
                      <p:cNvPr id="0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8915" y="1153319"/>
                        <a:ext cx="1795463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Text Box 4">
            <a:extLst>
              <a:ext uri="{FF2B5EF4-FFF2-40B4-BE49-F238E27FC236}">
                <a16:creationId xmlns:a16="http://schemas.microsoft.com/office/drawing/2014/main" id="{16A68D7C-CC50-4C42-99EA-079418B01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5715" y="392357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考虑二元函数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的下面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4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条性质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:</a:t>
            </a:r>
            <a:endParaRPr kumimoji="1"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6086" name="Text Box 6">
            <a:extLst>
              <a:ext uri="{FF2B5EF4-FFF2-40B4-BE49-F238E27FC236}">
                <a16:creationId xmlns:a16="http://schemas.microsoft.com/office/drawing/2014/main" id="{5413C545-BF12-4D9F-B48B-2354CF523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536" y="1124744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 ①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处连续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6087" name="Text Box 7">
            <a:extLst>
              <a:ext uri="{FF2B5EF4-FFF2-40B4-BE49-F238E27FC236}">
                <a16:creationId xmlns:a16="http://schemas.microsoft.com/office/drawing/2014/main" id="{BB9D95B4-E54B-4B91-8D50-FD7281F5A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736" y="1658144"/>
            <a:ext cx="746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②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处的两个偏导数连续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6088" name="Text Box 8">
            <a:extLst>
              <a:ext uri="{FF2B5EF4-FFF2-40B4-BE49-F238E27FC236}">
                <a16:creationId xmlns:a16="http://schemas.microsoft.com/office/drawing/2014/main" id="{CE79EDAF-9580-4260-B682-BB32737E3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736" y="2205831"/>
            <a:ext cx="487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③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处可微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6089" name="Text Box 9">
            <a:extLst>
              <a:ext uri="{FF2B5EF4-FFF2-40B4-BE49-F238E27FC236}">
                <a16:creationId xmlns:a16="http://schemas.microsoft.com/office/drawing/2014/main" id="{7BE4C320-3C12-4555-B9CB-17E83F6C0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736" y="2739231"/>
            <a:ext cx="7086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④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0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处的两个偏导数存在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46090" name="Group 10">
            <a:extLst>
              <a:ext uri="{FF2B5EF4-FFF2-40B4-BE49-F238E27FC236}">
                <a16:creationId xmlns:a16="http://schemas.microsoft.com/office/drawing/2014/main" id="{EEB9A47F-132A-47CE-9D25-E0058382C529}"/>
              </a:ext>
            </a:extLst>
          </p:cNvPr>
          <p:cNvGrpSpPr>
            <a:grpSpLocks/>
          </p:cNvGrpSpPr>
          <p:nvPr/>
        </p:nvGrpSpPr>
        <p:grpSpPr bwMode="auto">
          <a:xfrm>
            <a:off x="1630037" y="3470696"/>
            <a:ext cx="4010744" cy="523979"/>
            <a:chOff x="624" y="2457"/>
            <a:chExt cx="1536" cy="279"/>
          </a:xfrm>
        </p:grpSpPr>
        <p:sp>
          <p:nvSpPr>
            <p:cNvPr id="46091" name="Text Box 11">
              <a:extLst>
                <a:ext uri="{FF2B5EF4-FFF2-40B4-BE49-F238E27FC236}">
                  <a16:creationId xmlns:a16="http://schemas.microsoft.com/office/drawing/2014/main" id="{30F28B13-C0CC-4992-87D0-2920C0F76E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457"/>
              <a:ext cx="1536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若用“　　　  ”</a:t>
              </a:r>
            </a:p>
          </p:txBody>
        </p:sp>
        <p:graphicFrame>
          <p:nvGraphicFramePr>
            <p:cNvPr id="46092" name="Object 12">
              <a:extLst>
                <a:ext uri="{FF2B5EF4-FFF2-40B4-BE49-F238E27FC236}">
                  <a16:creationId xmlns:a16="http://schemas.microsoft.com/office/drawing/2014/main" id="{5ECDFC1E-5C9D-4586-86B3-265BED07330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1170409"/>
                </p:ext>
              </p:extLst>
            </p:nvPr>
          </p:nvGraphicFramePr>
          <p:xfrm>
            <a:off x="1110" y="2501"/>
            <a:ext cx="38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66680" imgH="380880" progId="Equation.3">
                    <p:embed/>
                  </p:oleObj>
                </mc:Choice>
                <mc:Fallback>
                  <p:oleObj name="Equation" r:id="rId2" imgW="1066680" imgH="380880" progId="Equation.3">
                    <p:embed/>
                    <p:pic>
                      <p:nvPicPr>
                        <p:cNvPr id="46092" name="Object 12">
                          <a:extLst>
                            <a:ext uri="{FF2B5EF4-FFF2-40B4-BE49-F238E27FC236}">
                              <a16:creationId xmlns:a16="http://schemas.microsoft.com/office/drawing/2014/main" id="{5ECDFC1E-5C9D-4586-86B3-265BED0733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0" y="2501"/>
                          <a:ext cx="38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6093" name="Text Box 13">
            <a:extLst>
              <a:ext uri="{FF2B5EF4-FFF2-40B4-BE49-F238E27FC236}">
                <a16:creationId xmlns:a16="http://schemas.microsoft.com/office/drawing/2014/main" id="{30B73159-048F-4BA2-87A1-41B8021E6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3438" y="3452390"/>
            <a:ext cx="518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表示可由性质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P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推出性质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Q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</a:p>
        </p:txBody>
      </p:sp>
      <p:grpSp>
        <p:nvGrpSpPr>
          <p:cNvPr id="46094" name="Group 14">
            <a:extLst>
              <a:ext uri="{FF2B5EF4-FFF2-40B4-BE49-F238E27FC236}">
                <a16:creationId xmlns:a16="http://schemas.microsoft.com/office/drawing/2014/main" id="{E3759BFD-DE92-4976-9DB8-E174E56EFFF5}"/>
              </a:ext>
            </a:extLst>
          </p:cNvPr>
          <p:cNvGrpSpPr>
            <a:grpSpLocks/>
          </p:cNvGrpSpPr>
          <p:nvPr/>
        </p:nvGrpSpPr>
        <p:grpSpPr bwMode="auto">
          <a:xfrm>
            <a:off x="2076252" y="4217244"/>
            <a:ext cx="3124200" cy="533400"/>
            <a:chOff x="528" y="2640"/>
            <a:chExt cx="1968" cy="336"/>
          </a:xfrm>
        </p:grpSpPr>
        <p:sp>
          <p:nvSpPr>
            <p:cNvPr id="46095" name="Text Box 15">
              <a:extLst>
                <a:ext uri="{FF2B5EF4-FFF2-40B4-BE49-F238E27FC236}">
                  <a16:creationId xmlns:a16="http://schemas.microsoft.com/office/drawing/2014/main" id="{009A18A7-EED5-4A46-82AB-AAB3CCB5B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640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latin typeface="Times New Roman" panose="02020603050405020304" pitchFamily="18" charset="0"/>
                </a:rPr>
                <a:t>(A)</a:t>
              </a:r>
            </a:p>
          </p:txBody>
        </p:sp>
        <p:grpSp>
          <p:nvGrpSpPr>
            <p:cNvPr id="46096" name="Group 16">
              <a:extLst>
                <a:ext uri="{FF2B5EF4-FFF2-40B4-BE49-F238E27FC236}">
                  <a16:creationId xmlns:a16="http://schemas.microsoft.com/office/drawing/2014/main" id="{45F875B4-0D21-428D-85BD-B4ED72F23B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649"/>
              <a:ext cx="1632" cy="327"/>
              <a:chOff x="864" y="2649"/>
              <a:chExt cx="1632" cy="327"/>
            </a:xfrm>
          </p:grpSpPr>
          <p:graphicFrame>
            <p:nvGraphicFramePr>
              <p:cNvPr id="46097" name="Object 17">
                <a:extLst>
                  <a:ext uri="{FF2B5EF4-FFF2-40B4-BE49-F238E27FC236}">
                    <a16:creationId xmlns:a16="http://schemas.microsoft.com/office/drawing/2014/main" id="{253C34BA-15F6-4B22-89BA-61D2567341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92" y="2736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393480" imgH="241200" progId="Equation.3">
                      <p:embed/>
                    </p:oleObj>
                  </mc:Choice>
                  <mc:Fallback>
                    <p:oleObj name="Equation" r:id="rId4" imgW="393480" imgH="241200" progId="Equation.3">
                      <p:embed/>
                      <p:pic>
                        <p:nvPicPr>
                          <p:cNvPr id="46097" name="Object 17">
                            <a:extLst>
                              <a:ext uri="{FF2B5EF4-FFF2-40B4-BE49-F238E27FC236}">
                                <a16:creationId xmlns:a16="http://schemas.microsoft.com/office/drawing/2014/main" id="{253C34BA-15F6-4B22-89BA-61D2567341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2" y="2736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098" name="Text Box 18">
                <a:extLst>
                  <a:ext uri="{FF2B5EF4-FFF2-40B4-BE49-F238E27FC236}">
                    <a16:creationId xmlns:a16="http://schemas.microsoft.com/office/drawing/2014/main" id="{83D2B04C-434A-4B41-A232-F04DF3E1AE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2649"/>
                <a:ext cx="163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②     ③     ①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. </a:t>
                </a:r>
              </a:p>
            </p:txBody>
          </p:sp>
          <p:graphicFrame>
            <p:nvGraphicFramePr>
              <p:cNvPr id="46099" name="Object 19">
                <a:extLst>
                  <a:ext uri="{FF2B5EF4-FFF2-40B4-BE49-F238E27FC236}">
                    <a16:creationId xmlns:a16="http://schemas.microsoft.com/office/drawing/2014/main" id="{6E586B7D-6635-4A1B-9E63-084D06F2F4B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72" y="2736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93480" imgH="241200" progId="Equation.3">
                      <p:embed/>
                    </p:oleObj>
                  </mc:Choice>
                  <mc:Fallback>
                    <p:oleObj name="Equation" r:id="rId6" imgW="393480" imgH="241200" progId="Equation.3">
                      <p:embed/>
                      <p:pic>
                        <p:nvPicPr>
                          <p:cNvPr id="46099" name="Object 19">
                            <a:extLst>
                              <a:ext uri="{FF2B5EF4-FFF2-40B4-BE49-F238E27FC236}">
                                <a16:creationId xmlns:a16="http://schemas.microsoft.com/office/drawing/2014/main" id="{6E586B7D-6635-4A1B-9E63-084D06F2F4B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72" y="2736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6100" name="Group 20">
            <a:extLst>
              <a:ext uri="{FF2B5EF4-FFF2-40B4-BE49-F238E27FC236}">
                <a16:creationId xmlns:a16="http://schemas.microsoft.com/office/drawing/2014/main" id="{026CC490-0E6E-45D7-BD64-72566970C25C}"/>
              </a:ext>
            </a:extLst>
          </p:cNvPr>
          <p:cNvGrpSpPr>
            <a:grpSpLocks/>
          </p:cNvGrpSpPr>
          <p:nvPr/>
        </p:nvGrpSpPr>
        <p:grpSpPr bwMode="auto">
          <a:xfrm>
            <a:off x="5797352" y="4280744"/>
            <a:ext cx="2819400" cy="533400"/>
            <a:chOff x="2928" y="2688"/>
            <a:chExt cx="1776" cy="336"/>
          </a:xfrm>
        </p:grpSpPr>
        <p:sp>
          <p:nvSpPr>
            <p:cNvPr id="46101" name="Text Box 21">
              <a:extLst>
                <a:ext uri="{FF2B5EF4-FFF2-40B4-BE49-F238E27FC236}">
                  <a16:creationId xmlns:a16="http://schemas.microsoft.com/office/drawing/2014/main" id="{61B7990E-C54E-4EAF-BC8A-B3242D74B7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688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(B)</a:t>
              </a:r>
            </a:p>
          </p:txBody>
        </p:sp>
        <p:grpSp>
          <p:nvGrpSpPr>
            <p:cNvPr id="46102" name="Group 22">
              <a:extLst>
                <a:ext uri="{FF2B5EF4-FFF2-40B4-BE49-F238E27FC236}">
                  <a16:creationId xmlns:a16="http://schemas.microsoft.com/office/drawing/2014/main" id="{0A6DE3B0-1C71-4245-8883-7739BD915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697"/>
              <a:ext cx="1488" cy="327"/>
              <a:chOff x="3216" y="2697"/>
              <a:chExt cx="1488" cy="327"/>
            </a:xfrm>
          </p:grpSpPr>
          <p:graphicFrame>
            <p:nvGraphicFramePr>
              <p:cNvPr id="46103" name="Object 23">
                <a:extLst>
                  <a:ext uri="{FF2B5EF4-FFF2-40B4-BE49-F238E27FC236}">
                    <a16:creationId xmlns:a16="http://schemas.microsoft.com/office/drawing/2014/main" id="{B610DF63-45C7-4611-A6B7-560AE618E4C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52" y="2784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393480" imgH="241200" progId="Equation.3">
                      <p:embed/>
                    </p:oleObj>
                  </mc:Choice>
                  <mc:Fallback>
                    <p:oleObj name="Equation" r:id="rId8" imgW="393480" imgH="241200" progId="Equation.3">
                      <p:embed/>
                      <p:pic>
                        <p:nvPicPr>
                          <p:cNvPr id="46103" name="Object 23">
                            <a:extLst>
                              <a:ext uri="{FF2B5EF4-FFF2-40B4-BE49-F238E27FC236}">
                                <a16:creationId xmlns:a16="http://schemas.microsoft.com/office/drawing/2014/main" id="{B610DF63-45C7-4611-A6B7-560AE618E4C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2784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04" name="Text Box 24">
                <a:extLst>
                  <a:ext uri="{FF2B5EF4-FFF2-40B4-BE49-F238E27FC236}">
                    <a16:creationId xmlns:a16="http://schemas.microsoft.com/office/drawing/2014/main" id="{D10D9F64-B287-43B6-85A8-8928F196E1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2697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 dirty="0">
                    <a:latin typeface="Times New Roman" panose="02020603050405020304" pitchFamily="18" charset="0"/>
                  </a:rPr>
                  <a:t> ③     ②     ①</a:t>
                </a:r>
                <a:r>
                  <a:rPr kumimoji="1" lang="en-US" altLang="zh-CN" sz="2800" b="1" dirty="0">
                    <a:latin typeface="Times New Roman" panose="02020603050405020304" pitchFamily="18" charset="0"/>
                  </a:rPr>
                  <a:t>. </a:t>
                </a:r>
              </a:p>
            </p:txBody>
          </p:sp>
          <p:graphicFrame>
            <p:nvGraphicFramePr>
              <p:cNvPr id="46105" name="Object 25">
                <a:extLst>
                  <a:ext uri="{FF2B5EF4-FFF2-40B4-BE49-F238E27FC236}">
                    <a16:creationId xmlns:a16="http://schemas.microsoft.com/office/drawing/2014/main" id="{3F375287-4F7F-4AF4-8D0F-1100B64FDCD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2792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93480" imgH="241200" progId="Equation.3">
                      <p:embed/>
                    </p:oleObj>
                  </mc:Choice>
                  <mc:Fallback>
                    <p:oleObj name="Equation" r:id="rId10" imgW="393480" imgH="241200" progId="Equation.3">
                      <p:embed/>
                      <p:pic>
                        <p:nvPicPr>
                          <p:cNvPr id="46105" name="Object 25">
                            <a:extLst>
                              <a:ext uri="{FF2B5EF4-FFF2-40B4-BE49-F238E27FC236}">
                                <a16:creationId xmlns:a16="http://schemas.microsoft.com/office/drawing/2014/main" id="{3F375287-4F7F-4AF4-8D0F-1100B64FDCD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2792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6106" name="Group 26">
            <a:extLst>
              <a:ext uri="{FF2B5EF4-FFF2-40B4-BE49-F238E27FC236}">
                <a16:creationId xmlns:a16="http://schemas.microsoft.com/office/drawing/2014/main" id="{EAC7F395-C12D-48E3-891C-9DC6A9F57A98}"/>
              </a:ext>
            </a:extLst>
          </p:cNvPr>
          <p:cNvGrpSpPr>
            <a:grpSpLocks/>
          </p:cNvGrpSpPr>
          <p:nvPr/>
        </p:nvGrpSpPr>
        <p:grpSpPr bwMode="auto">
          <a:xfrm>
            <a:off x="2063552" y="4890344"/>
            <a:ext cx="2819400" cy="533400"/>
            <a:chOff x="576" y="3072"/>
            <a:chExt cx="1776" cy="336"/>
          </a:xfrm>
        </p:grpSpPr>
        <p:sp>
          <p:nvSpPr>
            <p:cNvPr id="46107" name="Text Box 27">
              <a:extLst>
                <a:ext uri="{FF2B5EF4-FFF2-40B4-BE49-F238E27FC236}">
                  <a16:creationId xmlns:a16="http://schemas.microsoft.com/office/drawing/2014/main" id="{58A065CC-95B7-4A98-87CE-BE05A52C63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072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(C)</a:t>
              </a:r>
            </a:p>
          </p:txBody>
        </p:sp>
        <p:grpSp>
          <p:nvGrpSpPr>
            <p:cNvPr id="46108" name="Group 28">
              <a:extLst>
                <a:ext uri="{FF2B5EF4-FFF2-40B4-BE49-F238E27FC236}">
                  <a16:creationId xmlns:a16="http://schemas.microsoft.com/office/drawing/2014/main" id="{0F6AE579-428C-4C71-94A4-4EE8AA1655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081"/>
              <a:ext cx="1488" cy="327"/>
              <a:chOff x="864" y="3321"/>
              <a:chExt cx="1488" cy="327"/>
            </a:xfrm>
          </p:grpSpPr>
          <p:graphicFrame>
            <p:nvGraphicFramePr>
              <p:cNvPr id="46109" name="Object 29">
                <a:extLst>
                  <a:ext uri="{FF2B5EF4-FFF2-40B4-BE49-F238E27FC236}">
                    <a16:creationId xmlns:a16="http://schemas.microsoft.com/office/drawing/2014/main" id="{0CBD643E-0B3F-463C-97FE-2BFFDA48415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40" y="3408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393480" imgH="241200" progId="Equation.3">
                      <p:embed/>
                    </p:oleObj>
                  </mc:Choice>
                  <mc:Fallback>
                    <p:oleObj name="Equation" r:id="rId8" imgW="393480" imgH="241200" progId="Equation.3">
                      <p:embed/>
                      <p:pic>
                        <p:nvPicPr>
                          <p:cNvPr id="46109" name="Object 29">
                            <a:extLst>
                              <a:ext uri="{FF2B5EF4-FFF2-40B4-BE49-F238E27FC236}">
                                <a16:creationId xmlns:a16="http://schemas.microsoft.com/office/drawing/2014/main" id="{0CBD643E-0B3F-463C-97FE-2BFFDA48415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0" y="3408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10" name="Text Box 30">
                <a:extLst>
                  <a:ext uri="{FF2B5EF4-FFF2-40B4-BE49-F238E27FC236}">
                    <a16:creationId xmlns:a16="http://schemas.microsoft.com/office/drawing/2014/main" id="{456DAC0A-9131-4539-B9D8-8FCE3A70CC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3321"/>
                <a:ext cx="148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>
                    <a:latin typeface="Times New Roman" panose="02020603050405020304" pitchFamily="18" charset="0"/>
                  </a:rPr>
                  <a:t> ③     ④     ①</a:t>
                </a:r>
                <a:r>
                  <a:rPr kumimoji="1" lang="en-US" altLang="zh-CN" sz="2800" b="1">
                    <a:latin typeface="Times New Roman" panose="02020603050405020304" pitchFamily="18" charset="0"/>
                  </a:rPr>
                  <a:t>. </a:t>
                </a:r>
              </a:p>
            </p:txBody>
          </p:sp>
          <p:graphicFrame>
            <p:nvGraphicFramePr>
              <p:cNvPr id="46111" name="Object 31">
                <a:extLst>
                  <a:ext uri="{FF2B5EF4-FFF2-40B4-BE49-F238E27FC236}">
                    <a16:creationId xmlns:a16="http://schemas.microsoft.com/office/drawing/2014/main" id="{23D5FE7D-E92A-4173-8F0A-DABF30B767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728" y="3416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93480" imgH="241200" progId="Equation.3">
                      <p:embed/>
                    </p:oleObj>
                  </mc:Choice>
                  <mc:Fallback>
                    <p:oleObj name="Equation" r:id="rId10" imgW="393480" imgH="241200" progId="Equation.3">
                      <p:embed/>
                      <p:pic>
                        <p:nvPicPr>
                          <p:cNvPr id="46111" name="Object 31">
                            <a:extLst>
                              <a:ext uri="{FF2B5EF4-FFF2-40B4-BE49-F238E27FC236}">
                                <a16:creationId xmlns:a16="http://schemas.microsoft.com/office/drawing/2014/main" id="{23D5FE7D-E92A-4173-8F0A-DABF30B7679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3416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6112" name="Group 32">
            <a:extLst>
              <a:ext uri="{FF2B5EF4-FFF2-40B4-BE49-F238E27FC236}">
                <a16:creationId xmlns:a16="http://schemas.microsoft.com/office/drawing/2014/main" id="{86FC1D45-2302-45FB-8BB6-CC85E890FCC5}"/>
              </a:ext>
            </a:extLst>
          </p:cNvPr>
          <p:cNvGrpSpPr>
            <a:grpSpLocks/>
          </p:cNvGrpSpPr>
          <p:nvPr/>
        </p:nvGrpSpPr>
        <p:grpSpPr bwMode="auto">
          <a:xfrm>
            <a:off x="5797352" y="4890344"/>
            <a:ext cx="2895600" cy="533400"/>
            <a:chOff x="2928" y="3072"/>
            <a:chExt cx="1824" cy="336"/>
          </a:xfrm>
        </p:grpSpPr>
        <p:sp>
          <p:nvSpPr>
            <p:cNvPr id="46113" name="Text Box 33">
              <a:extLst>
                <a:ext uri="{FF2B5EF4-FFF2-40B4-BE49-F238E27FC236}">
                  <a16:creationId xmlns:a16="http://schemas.microsoft.com/office/drawing/2014/main" id="{0B6D7E4A-EF78-45E8-A8FD-2C6172BC0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072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latin typeface="Times New Roman" panose="02020603050405020304" pitchFamily="18" charset="0"/>
                </a:rPr>
                <a:t>(D)</a:t>
              </a:r>
            </a:p>
          </p:txBody>
        </p:sp>
        <p:grpSp>
          <p:nvGrpSpPr>
            <p:cNvPr id="46114" name="Group 34">
              <a:extLst>
                <a:ext uri="{FF2B5EF4-FFF2-40B4-BE49-F238E27FC236}">
                  <a16:creationId xmlns:a16="http://schemas.microsoft.com/office/drawing/2014/main" id="{2601DAC1-5968-47CA-A70C-D7D93CB662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3081"/>
              <a:ext cx="1536" cy="327"/>
              <a:chOff x="3216" y="3273"/>
              <a:chExt cx="1536" cy="327"/>
            </a:xfrm>
          </p:grpSpPr>
          <p:graphicFrame>
            <p:nvGraphicFramePr>
              <p:cNvPr id="46115" name="Object 35">
                <a:extLst>
                  <a:ext uri="{FF2B5EF4-FFF2-40B4-BE49-F238E27FC236}">
                    <a16:creationId xmlns:a16="http://schemas.microsoft.com/office/drawing/2014/main" id="{D18B4139-30FF-43EE-8C33-EBF67E39BE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592" y="3360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393480" imgH="241200" progId="Equation.3">
                      <p:embed/>
                    </p:oleObj>
                  </mc:Choice>
                  <mc:Fallback>
                    <p:oleObj name="Equation" r:id="rId11" imgW="393480" imgH="241200" progId="Equation.3">
                      <p:embed/>
                      <p:pic>
                        <p:nvPicPr>
                          <p:cNvPr id="46115" name="Object 35">
                            <a:extLst>
                              <a:ext uri="{FF2B5EF4-FFF2-40B4-BE49-F238E27FC236}">
                                <a16:creationId xmlns:a16="http://schemas.microsoft.com/office/drawing/2014/main" id="{D18B4139-30FF-43EE-8C33-EBF67E39BEF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92" y="3360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116" name="Text Box 36">
                <a:extLst>
                  <a:ext uri="{FF2B5EF4-FFF2-40B4-BE49-F238E27FC236}">
                    <a16:creationId xmlns:a16="http://schemas.microsoft.com/office/drawing/2014/main" id="{041068D7-71B0-40F5-BDCE-B4FA65934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3273"/>
                <a:ext cx="153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99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>
                    <a:latin typeface="Times New Roman" panose="02020603050405020304" pitchFamily="18" charset="0"/>
                  </a:rPr>
                  <a:t> ③     ①     ④</a:t>
                </a:r>
                <a:r>
                  <a:rPr kumimoji="1" lang="en-US" altLang="zh-CN" sz="2800" b="1">
                    <a:latin typeface="Times New Roman" panose="02020603050405020304" pitchFamily="18" charset="0"/>
                  </a:rPr>
                  <a:t>.     </a:t>
                </a:r>
              </a:p>
            </p:txBody>
          </p:sp>
          <p:graphicFrame>
            <p:nvGraphicFramePr>
              <p:cNvPr id="46117" name="Object 37">
                <a:extLst>
                  <a:ext uri="{FF2B5EF4-FFF2-40B4-BE49-F238E27FC236}">
                    <a16:creationId xmlns:a16="http://schemas.microsoft.com/office/drawing/2014/main" id="{C7348A47-2B40-4372-9444-13375A5660B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80" y="3368"/>
              <a:ext cx="248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393480" imgH="241200" progId="Equation.3">
                      <p:embed/>
                    </p:oleObj>
                  </mc:Choice>
                  <mc:Fallback>
                    <p:oleObj name="Equation" r:id="rId12" imgW="393480" imgH="241200" progId="Equation.3">
                      <p:embed/>
                      <p:pic>
                        <p:nvPicPr>
                          <p:cNvPr id="46117" name="Object 37">
                            <a:extLst>
                              <a:ext uri="{FF2B5EF4-FFF2-40B4-BE49-F238E27FC236}">
                                <a16:creationId xmlns:a16="http://schemas.microsoft.com/office/drawing/2014/main" id="{C7348A47-2B40-4372-9444-13375A5660B8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80" y="3368"/>
                            <a:ext cx="248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8" name="Text Box 17">
            <a:extLst>
              <a:ext uri="{FF2B5EF4-FFF2-40B4-BE49-F238E27FC236}">
                <a16:creationId xmlns:a16="http://schemas.microsoft.com/office/drawing/2014/main" id="{61584E8A-852F-4639-811F-5F9FEF89C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513" y="40163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思考题</a:t>
            </a:r>
            <a:r>
              <a:rPr kumimoji="1" lang="en-US" altLang="zh-CN" sz="2800" b="1" dirty="0">
                <a:solidFill>
                  <a:srgbClr val="333399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3</a:t>
            </a:r>
            <a:endParaRPr kumimoji="1" lang="zh-CN" altLang="en-US" sz="2800" b="1" dirty="0">
              <a:solidFill>
                <a:srgbClr val="333399"/>
              </a:solidFill>
              <a:latin typeface="Times New Roman" panose="02020603050405020304" pitchFamily="18" charset="0"/>
              <a:ea typeface="楷体_GB2312"/>
              <a:cs typeface="楷体_GB231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6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6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4" grpId="0" autoUpdateAnimBg="0"/>
      <p:bldP spid="46086" grpId="0" autoUpdateAnimBg="0"/>
      <p:bldP spid="46087" grpId="0" autoUpdateAnimBg="0"/>
      <p:bldP spid="46088" grpId="0" autoUpdateAnimBg="0"/>
      <p:bldP spid="46089" grpId="0" autoUpdateAnimBg="0"/>
      <p:bldP spid="46093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54157006-2F60-4665-9EA2-7B1AA63F7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598613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BAD6570C-23FB-42EB-8675-31AEE214CB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48001" y="1522413"/>
          <a:ext cx="22891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73040" imgH="838080" progId="Equation.3">
                  <p:embed/>
                </p:oleObj>
              </mc:Choice>
              <mc:Fallback>
                <p:oleObj name="Equation" r:id="rId2" imgW="2273040" imgH="838080" progId="Equation.3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BAD6570C-23FB-42EB-8675-31AEE214CB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1" y="1522413"/>
                        <a:ext cx="228917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BB45B887-F81A-48B6-AAF6-7C42AC305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1470025"/>
          <a:ext cx="16002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511280" imgH="914400" progId="Equation.3">
                  <p:embed/>
                </p:oleObj>
              </mc:Choice>
              <mc:Fallback>
                <p:oleObj name="公式" r:id="rId4" imgW="1511280" imgH="914400" progId="Equation.3">
                  <p:embed/>
                  <p:pic>
                    <p:nvPicPr>
                      <p:cNvPr id="40964" name="Object 4">
                        <a:extLst>
                          <a:ext uri="{FF2B5EF4-FFF2-40B4-BE49-F238E27FC236}">
                            <a16:creationId xmlns:a16="http://schemas.microsoft.com/office/drawing/2014/main" id="{BB45B887-F81A-48B6-AAF6-7C42AC305F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1470025"/>
                        <a:ext cx="16002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>
            <a:extLst>
              <a:ext uri="{FF2B5EF4-FFF2-40B4-BE49-F238E27FC236}">
                <a16:creationId xmlns:a16="http://schemas.microsoft.com/office/drawing/2014/main" id="{361E35FD-1572-4A5E-B646-2BF75DF30E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7838" y="2430463"/>
          <a:ext cx="3668712" cy="114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17560" imgH="1104840" progId="Equation.3">
                  <p:embed/>
                </p:oleObj>
              </mc:Choice>
              <mc:Fallback>
                <p:oleObj name="Equation" r:id="rId6" imgW="3517560" imgH="1104840" progId="Equation.3">
                  <p:embed/>
                  <p:pic>
                    <p:nvPicPr>
                      <p:cNvPr id="40965" name="Object 5">
                        <a:extLst>
                          <a:ext uri="{FF2B5EF4-FFF2-40B4-BE49-F238E27FC236}">
                            <a16:creationId xmlns:a16="http://schemas.microsoft.com/office/drawing/2014/main" id="{361E35FD-1572-4A5E-B646-2BF75DF30E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2430463"/>
                        <a:ext cx="3668712" cy="114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" name="Text Box 6">
            <a:extLst>
              <a:ext uri="{FF2B5EF4-FFF2-40B4-BE49-F238E27FC236}">
                <a16:creationId xmlns:a16="http://schemas.microsoft.com/office/drawing/2014/main" id="{02FFD16E-5A08-44FE-8BBF-52C32E7E4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7" y="405606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0967" name="Text Box 7">
            <a:extLst>
              <a:ext uri="{FF2B5EF4-FFF2-40B4-BE49-F238E27FC236}">
                <a16:creationId xmlns:a16="http://schemas.microsoft.com/office/drawing/2014/main" id="{4FA9847C-9E2F-447F-BBF7-81B6AB5F1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7" y="394494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计算函数</a:t>
            </a:r>
          </a:p>
        </p:txBody>
      </p: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A25E9E6B-5C53-4413-8910-F48F9DB3E6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142327"/>
              </p:ext>
            </p:extLst>
          </p:nvPr>
        </p:nvGraphicFramePr>
        <p:xfrm>
          <a:off x="4192588" y="405606"/>
          <a:ext cx="17938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88760" imgH="419040" progId="Equation.3">
                  <p:embed/>
                </p:oleObj>
              </mc:Choice>
              <mc:Fallback>
                <p:oleObj name="Equation" r:id="rId8" imgW="1688760" imgH="419040" progId="Equation.3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A25E9E6B-5C53-4413-8910-F48F9DB3E6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2588" y="405606"/>
                        <a:ext cx="17938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9" name="Text Box 9">
            <a:extLst>
              <a:ext uri="{FF2B5EF4-FFF2-40B4-BE49-F238E27FC236}">
                <a16:creationId xmlns:a16="http://schemas.microsoft.com/office/drawing/2014/main" id="{04200373-6606-41D0-AE82-604BB970F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5187" y="408782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</a:p>
        </p:txBody>
      </p:sp>
      <p:graphicFrame>
        <p:nvGraphicFramePr>
          <p:cNvPr id="40970" name="Object 10">
            <a:extLst>
              <a:ext uri="{FF2B5EF4-FFF2-40B4-BE49-F238E27FC236}">
                <a16:creationId xmlns:a16="http://schemas.microsoft.com/office/drawing/2014/main" id="{AC5C597F-9E43-42E2-87E4-9FA0F6BEC1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569141"/>
              </p:ext>
            </p:extLst>
          </p:nvPr>
        </p:nvGraphicFramePr>
        <p:xfrm>
          <a:off x="6846887" y="534194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98400" imgH="393480" progId="Equation.3">
                  <p:embed/>
                </p:oleObj>
              </mc:Choice>
              <mc:Fallback>
                <p:oleObj name="Equation" r:id="rId10" imgW="698400" imgH="393480" progId="Equation.3">
                  <p:embed/>
                  <p:pic>
                    <p:nvPicPr>
                      <p:cNvPr id="40970" name="Object 10">
                        <a:extLst>
                          <a:ext uri="{FF2B5EF4-FFF2-40B4-BE49-F238E27FC236}">
                            <a16:creationId xmlns:a16="http://schemas.microsoft.com/office/drawing/2014/main" id="{AC5C597F-9E43-42E2-87E4-9FA0F6BEC1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7" y="534194"/>
                        <a:ext cx="698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1" name="Text Box 11">
            <a:extLst>
              <a:ext uri="{FF2B5EF4-FFF2-40B4-BE49-F238E27FC236}">
                <a16:creationId xmlns:a16="http://schemas.microsoft.com/office/drawing/2014/main" id="{897275A9-97ED-4FEE-A9FB-226F74CE7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9188" y="408782"/>
            <a:ext cx="1751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的全微分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40972" name="Text Box 12">
            <a:extLst>
              <a:ext uri="{FF2B5EF4-FFF2-40B4-BE49-F238E27FC236}">
                <a16:creationId xmlns:a16="http://schemas.microsoft.com/office/drawing/2014/main" id="{D5F9CDCD-97E7-46F3-A5FF-4B199B76E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4388" y="1598613"/>
            <a:ext cx="17510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所以</a:t>
            </a:r>
          </a:p>
        </p:txBody>
      </p:sp>
      <p:graphicFrame>
        <p:nvGraphicFramePr>
          <p:cNvPr id="40973" name="Object 13">
            <a:extLst>
              <a:ext uri="{FF2B5EF4-FFF2-40B4-BE49-F238E27FC236}">
                <a16:creationId xmlns:a16="http://schemas.microsoft.com/office/drawing/2014/main" id="{438BB619-012D-4D7A-A198-0B3CCA06BF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3732213"/>
          <a:ext cx="31511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022560" imgH="469800" progId="Equation.3">
                  <p:embed/>
                </p:oleObj>
              </mc:Choice>
              <mc:Fallback>
                <p:oleObj name="Equation" r:id="rId12" imgW="3022560" imgH="469800" progId="Equation.3">
                  <p:embed/>
                  <p:pic>
                    <p:nvPicPr>
                      <p:cNvPr id="40973" name="Object 13">
                        <a:extLst>
                          <a:ext uri="{FF2B5EF4-FFF2-40B4-BE49-F238E27FC236}">
                            <a16:creationId xmlns:a16="http://schemas.microsoft.com/office/drawing/2014/main" id="{438BB619-012D-4D7A-A198-0B3CCA06BF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732213"/>
                        <a:ext cx="31511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0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7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WordArt 3">
            <a:extLst>
              <a:ext uri="{FF2B5EF4-FFF2-40B4-BE49-F238E27FC236}">
                <a16:creationId xmlns:a16="http://schemas.microsoft.com/office/drawing/2014/main" id="{7A2C7873-3F37-4DA3-BEE6-AEFA0417DC1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262" y="336847"/>
            <a:ext cx="914400" cy="914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miter lim="800000"/>
                  <a:headEnd/>
                  <a:tailE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479977BD-D6A5-424F-9856-27BC138800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868764"/>
              </p:ext>
            </p:extLst>
          </p:nvPr>
        </p:nvGraphicFramePr>
        <p:xfrm>
          <a:off x="3419476" y="260648"/>
          <a:ext cx="3379787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95000" progId="Equation.3">
                  <p:embed/>
                </p:oleObj>
              </mc:Choice>
              <mc:Fallback>
                <p:oleObj name="Equation" r:id="rId2" imgW="1409400" imgH="495000" progId="Equation.3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479977BD-D6A5-424F-9856-27BC13880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6" y="260648"/>
                        <a:ext cx="3379787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86340D21-E09C-4CCB-9646-680E0B852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9177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答案</a:t>
            </a:r>
            <a:endParaRPr kumimoji="1"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1" name="WordArt 3">
            <a:extLst>
              <a:ext uri="{FF2B5EF4-FFF2-40B4-BE49-F238E27FC236}">
                <a16:creationId xmlns:a16="http://schemas.microsoft.com/office/drawing/2014/main" id="{7A2C7873-3F37-4DA3-BEE6-AEFA0417DC1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227262" y="336847"/>
            <a:ext cx="914400" cy="914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scene3d>
              <a:camera prst="legacyPerspectiveFront">
                <a:rot lat="20519999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algn="ctr"/>
            <a:r>
              <a:rPr lang="zh-CN" altLang="en-US" sz="3600" kern="10">
                <a:ln w="9525">
                  <a:miter lim="800000"/>
                  <a:headEnd/>
                  <a:tailEnd/>
                </a:ln>
                <a:gradFill rotWithShape="0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latin typeface="华文行楷" panose="02010800040101010101" pitchFamily="2" charset="-122"/>
                <a:ea typeface="华文行楷" panose="02010800040101010101" pitchFamily="2" charset="-122"/>
              </a:rPr>
              <a:t>练习</a:t>
            </a:r>
          </a:p>
        </p:txBody>
      </p:sp>
      <p:graphicFrame>
        <p:nvGraphicFramePr>
          <p:cNvPr id="43012" name="Object 4">
            <a:extLst>
              <a:ext uri="{FF2B5EF4-FFF2-40B4-BE49-F238E27FC236}">
                <a16:creationId xmlns:a16="http://schemas.microsoft.com/office/drawing/2014/main" id="{479977BD-D6A5-424F-9856-27BC138800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6" y="260648"/>
          <a:ext cx="3379787" cy="118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09400" imgH="495000" progId="Equation.3">
                  <p:embed/>
                </p:oleObj>
              </mc:Choice>
              <mc:Fallback>
                <p:oleObj name="Equation" r:id="rId2" imgW="1409400" imgH="495000" progId="Equation.3">
                  <p:embed/>
                  <p:pic>
                    <p:nvPicPr>
                      <p:cNvPr id="43012" name="Object 4">
                        <a:extLst>
                          <a:ext uri="{FF2B5EF4-FFF2-40B4-BE49-F238E27FC236}">
                            <a16:creationId xmlns:a16="http://schemas.microsoft.com/office/drawing/2014/main" id="{479977BD-D6A5-424F-9856-27BC138800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6" y="260648"/>
                        <a:ext cx="3379787" cy="1185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5">
            <a:extLst>
              <a:ext uri="{FF2B5EF4-FFF2-40B4-BE49-F238E27FC236}">
                <a16:creationId xmlns:a16="http://schemas.microsoft.com/office/drawing/2014/main" id="{E2486889-4849-40AB-8318-F2DE620CEC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17788" y="2984500"/>
          <a:ext cx="760412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1000" imgH="304560" progId="Equation.3">
                  <p:embed/>
                </p:oleObj>
              </mc:Choice>
              <mc:Fallback>
                <p:oleObj name="Equation" r:id="rId4" imgW="711000" imgH="304560" progId="Equation.3">
                  <p:embed/>
                  <p:pic>
                    <p:nvPicPr>
                      <p:cNvPr id="43013" name="Object 5">
                        <a:extLst>
                          <a:ext uri="{FF2B5EF4-FFF2-40B4-BE49-F238E27FC236}">
                            <a16:creationId xmlns:a16="http://schemas.microsoft.com/office/drawing/2014/main" id="{E2486889-4849-40AB-8318-F2DE620CEC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7788" y="2984500"/>
                        <a:ext cx="760412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6">
            <a:extLst>
              <a:ext uri="{FF2B5EF4-FFF2-40B4-BE49-F238E27FC236}">
                <a16:creationId xmlns:a16="http://schemas.microsoft.com/office/drawing/2014/main" id="{143D6CD7-67AA-462D-A777-849E1EA44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8588" y="2603500"/>
          <a:ext cx="1803400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88760" imgH="1041120" progId="Equation.3">
                  <p:embed/>
                </p:oleObj>
              </mc:Choice>
              <mc:Fallback>
                <p:oleObj name="Equation" r:id="rId6" imgW="1688760" imgH="1041120" progId="Equation.3">
                  <p:embed/>
                  <p:pic>
                    <p:nvPicPr>
                      <p:cNvPr id="43014" name="Object 6">
                        <a:extLst>
                          <a:ext uri="{FF2B5EF4-FFF2-40B4-BE49-F238E27FC236}">
                            <a16:creationId xmlns:a16="http://schemas.microsoft.com/office/drawing/2014/main" id="{143D6CD7-67AA-462D-A777-849E1EA44A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588" y="2603500"/>
                        <a:ext cx="1803400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7">
            <a:extLst>
              <a:ext uri="{FF2B5EF4-FFF2-40B4-BE49-F238E27FC236}">
                <a16:creationId xmlns:a16="http://schemas.microsoft.com/office/drawing/2014/main" id="{25167D40-D80C-476B-93FB-6473B3ED2A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6" y="2603500"/>
          <a:ext cx="1789113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6160" imgH="1041120" progId="Equation.3">
                  <p:embed/>
                </p:oleObj>
              </mc:Choice>
              <mc:Fallback>
                <p:oleObj name="Equation" r:id="rId8" imgW="1676160" imgH="1041120" progId="Equation.3">
                  <p:embed/>
                  <p:pic>
                    <p:nvPicPr>
                      <p:cNvPr id="43015" name="Object 7">
                        <a:extLst>
                          <a:ext uri="{FF2B5EF4-FFF2-40B4-BE49-F238E27FC236}">
                            <a16:creationId xmlns:a16="http://schemas.microsoft.com/office/drawing/2014/main" id="{25167D40-D80C-476B-93FB-6473B3ED2A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6" y="2603500"/>
                        <a:ext cx="1789113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6" name="Object 8">
            <a:extLst>
              <a:ext uri="{FF2B5EF4-FFF2-40B4-BE49-F238E27FC236}">
                <a16:creationId xmlns:a16="http://schemas.microsoft.com/office/drawing/2014/main" id="{F842D751-5A35-4DFF-8495-E2338DEFE6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7388" y="2603500"/>
          <a:ext cx="2182812" cy="1112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1041120" progId="Equation.3">
                  <p:embed/>
                </p:oleObj>
              </mc:Choice>
              <mc:Fallback>
                <p:oleObj name="Equation" r:id="rId10" imgW="2044440" imgH="1041120" progId="Equation.3">
                  <p:embed/>
                  <p:pic>
                    <p:nvPicPr>
                      <p:cNvPr id="43016" name="Object 8">
                        <a:extLst>
                          <a:ext uri="{FF2B5EF4-FFF2-40B4-BE49-F238E27FC236}">
                            <a16:creationId xmlns:a16="http://schemas.microsoft.com/office/drawing/2014/main" id="{F842D751-5A35-4DFF-8495-E2338DEFE6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2603500"/>
                        <a:ext cx="2182812" cy="1112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208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>
            <a:extLst>
              <a:ext uri="{FF2B5EF4-FFF2-40B4-BE49-F238E27FC236}">
                <a16:creationId xmlns:a16="http://schemas.microsoft.com/office/drawing/2014/main" id="{532DBF29-3C73-4FC9-B1B3-61B639CCB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396" y="1421284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44035" name="Text Box 3">
            <a:extLst>
              <a:ext uri="{FF2B5EF4-FFF2-40B4-BE49-F238E27FC236}">
                <a16:creationId xmlns:a16="http://schemas.microsoft.com/office/drawing/2014/main" id="{69E35261-9E33-455C-8C04-088A677E3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260648"/>
            <a:ext cx="12640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4036" name="Object 4">
            <a:extLst>
              <a:ext uri="{FF2B5EF4-FFF2-40B4-BE49-F238E27FC236}">
                <a16:creationId xmlns:a16="http://schemas.microsoft.com/office/drawing/2014/main" id="{DEA8347D-0445-449B-9894-AB65AF050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726297"/>
              </p:ext>
            </p:extLst>
          </p:nvPr>
        </p:nvGraphicFramePr>
        <p:xfrm>
          <a:off x="1251992" y="281669"/>
          <a:ext cx="2959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58840" imgH="469800" progId="Equation.3">
                  <p:embed/>
                </p:oleObj>
              </mc:Choice>
              <mc:Fallback>
                <p:oleObj name="Equation" r:id="rId2" imgW="2958840" imgH="469800" progId="Equation.3">
                  <p:embed/>
                  <p:pic>
                    <p:nvPicPr>
                      <p:cNvPr id="44036" name="Object 4">
                        <a:extLst>
                          <a:ext uri="{FF2B5EF4-FFF2-40B4-BE49-F238E27FC236}">
                            <a16:creationId xmlns:a16="http://schemas.microsoft.com/office/drawing/2014/main" id="{DEA8347D-0445-449B-9894-AB65AF0500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1992" y="281669"/>
                        <a:ext cx="2959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5">
            <a:extLst>
              <a:ext uri="{FF2B5EF4-FFF2-40B4-BE49-F238E27FC236}">
                <a16:creationId xmlns:a16="http://schemas.microsoft.com/office/drawing/2014/main" id="{55BA72B6-1846-42DB-84CE-D4F5A9A2EA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134159"/>
              </p:ext>
            </p:extLst>
          </p:nvPr>
        </p:nvGraphicFramePr>
        <p:xfrm>
          <a:off x="4223792" y="307069"/>
          <a:ext cx="4432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31960" imgH="444240" progId="Equation.3">
                  <p:embed/>
                </p:oleObj>
              </mc:Choice>
              <mc:Fallback>
                <p:oleObj name="Equation" r:id="rId4" imgW="4431960" imgH="444240" progId="Equation.3">
                  <p:embed/>
                  <p:pic>
                    <p:nvPicPr>
                      <p:cNvPr id="44037" name="Object 5">
                        <a:extLst>
                          <a:ext uri="{FF2B5EF4-FFF2-40B4-BE49-F238E27FC236}">
                            <a16:creationId xmlns:a16="http://schemas.microsoft.com/office/drawing/2014/main" id="{55BA72B6-1846-42DB-84CE-D4F5A9A2EA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2" y="307069"/>
                        <a:ext cx="4432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8" name="Text Box 6">
            <a:extLst>
              <a:ext uri="{FF2B5EF4-FFF2-40B4-BE49-F238E27FC236}">
                <a16:creationId xmlns:a16="http://schemas.microsoft.com/office/drawing/2014/main" id="{097F9936-1EE8-4B0C-8E1E-181F565E7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2724" y="232457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宋体" panose="02010600030101010101" pitchFamily="2" charset="-122"/>
              </a:rPr>
              <a:t>试比较</a:t>
            </a:r>
          </a:p>
        </p:txBody>
      </p:sp>
      <p:graphicFrame>
        <p:nvGraphicFramePr>
          <p:cNvPr id="44039" name="Object 7">
            <a:extLst>
              <a:ext uri="{FF2B5EF4-FFF2-40B4-BE49-F238E27FC236}">
                <a16:creationId xmlns:a16="http://schemas.microsoft.com/office/drawing/2014/main" id="{FEBD7B39-CDAC-43DD-8C28-2555DDA595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898270"/>
              </p:ext>
            </p:extLst>
          </p:nvPr>
        </p:nvGraphicFramePr>
        <p:xfrm>
          <a:off x="9921924" y="308657"/>
          <a:ext cx="111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17440" imgH="380880" progId="Equation.3">
                  <p:embed/>
                </p:oleObj>
              </mc:Choice>
              <mc:Fallback>
                <p:oleObj name="Equation" r:id="rId6" imgW="1117440" imgH="380880" progId="Equation.3">
                  <p:embed/>
                  <p:pic>
                    <p:nvPicPr>
                      <p:cNvPr id="44039" name="Object 7">
                        <a:extLst>
                          <a:ext uri="{FF2B5EF4-FFF2-40B4-BE49-F238E27FC236}">
                            <a16:creationId xmlns:a16="http://schemas.microsoft.com/office/drawing/2014/main" id="{FEBD7B39-CDAC-43DD-8C28-2555DDA5954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1924" y="308657"/>
                        <a:ext cx="1117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0" name="Text Box 8">
            <a:extLst>
              <a:ext uri="{FF2B5EF4-FFF2-40B4-BE49-F238E27FC236}">
                <a16:creationId xmlns:a16="http://schemas.microsoft.com/office/drawing/2014/main" id="{64B380DF-0F86-4A79-B49B-AC3C9322C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88724" y="232457"/>
            <a:ext cx="144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宋体" panose="02010600030101010101" pitchFamily="2" charset="-122"/>
              </a:rPr>
              <a:t>的值</a:t>
            </a:r>
            <a:r>
              <a:rPr kumimoji="1" lang="en-US" altLang="zh-CN" sz="2800" b="1">
                <a:latin typeface="宋体" panose="02010600030101010101" pitchFamily="2" charset="-122"/>
              </a:rPr>
              <a:t>.</a:t>
            </a:r>
          </a:p>
        </p:txBody>
      </p:sp>
      <p:graphicFrame>
        <p:nvGraphicFramePr>
          <p:cNvPr id="44041" name="Object 9">
            <a:extLst>
              <a:ext uri="{FF2B5EF4-FFF2-40B4-BE49-F238E27FC236}">
                <a16:creationId xmlns:a16="http://schemas.microsoft.com/office/drawing/2014/main" id="{238FC3A9-E2D2-41B8-B6BD-4DB7E019AF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921524"/>
              </p:ext>
            </p:extLst>
          </p:nvPr>
        </p:nvGraphicFramePr>
        <p:xfrm>
          <a:off x="2584996" y="1554634"/>
          <a:ext cx="6985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98400" imgH="330120" progId="Equation.3">
                  <p:embed/>
                </p:oleObj>
              </mc:Choice>
              <mc:Fallback>
                <p:oleObj name="Equation" r:id="rId8" imgW="698400" imgH="330120" progId="Equation.3">
                  <p:embed/>
                  <p:pic>
                    <p:nvPicPr>
                      <p:cNvPr id="44041" name="Object 9">
                        <a:extLst>
                          <a:ext uri="{FF2B5EF4-FFF2-40B4-BE49-F238E27FC236}">
                            <a16:creationId xmlns:a16="http://schemas.microsoft.com/office/drawing/2014/main" id="{238FC3A9-E2D2-41B8-B6BD-4DB7E019A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4996" y="1554634"/>
                        <a:ext cx="6985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2" name="Object 10">
            <a:extLst>
              <a:ext uri="{FF2B5EF4-FFF2-40B4-BE49-F238E27FC236}">
                <a16:creationId xmlns:a16="http://schemas.microsoft.com/office/drawing/2014/main" id="{572CA683-5071-4334-8972-4A2601F1A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020976"/>
              </p:ext>
            </p:extLst>
          </p:nvPr>
        </p:nvGraphicFramePr>
        <p:xfrm>
          <a:off x="3359696" y="1484784"/>
          <a:ext cx="4940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40280" imgH="469800" progId="Equation.3">
                  <p:embed/>
                </p:oleObj>
              </mc:Choice>
              <mc:Fallback>
                <p:oleObj name="Equation" r:id="rId10" imgW="4940280" imgH="469800" progId="Equation.3">
                  <p:embed/>
                  <p:pic>
                    <p:nvPicPr>
                      <p:cNvPr id="44042" name="Object 10">
                        <a:extLst>
                          <a:ext uri="{FF2B5EF4-FFF2-40B4-BE49-F238E27FC236}">
                            <a16:creationId xmlns:a16="http://schemas.microsoft.com/office/drawing/2014/main" id="{572CA683-5071-4334-8972-4A2601F1A1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696" y="1484784"/>
                        <a:ext cx="4940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3" name="Object 11">
            <a:extLst>
              <a:ext uri="{FF2B5EF4-FFF2-40B4-BE49-F238E27FC236}">
                <a16:creationId xmlns:a16="http://schemas.microsoft.com/office/drawing/2014/main" id="{6E3F902B-95B0-4186-A1F1-D840CE35F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086274"/>
              </p:ext>
            </p:extLst>
          </p:nvPr>
        </p:nvGraphicFramePr>
        <p:xfrm>
          <a:off x="3727996" y="2107084"/>
          <a:ext cx="2667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6880" imgH="457200" progId="Equation.3">
                  <p:embed/>
                </p:oleObj>
              </mc:Choice>
              <mc:Fallback>
                <p:oleObj name="Equation" r:id="rId12" imgW="2666880" imgH="457200" progId="Equation.3">
                  <p:embed/>
                  <p:pic>
                    <p:nvPicPr>
                      <p:cNvPr id="44043" name="Object 11">
                        <a:extLst>
                          <a:ext uri="{FF2B5EF4-FFF2-40B4-BE49-F238E27FC236}">
                            <a16:creationId xmlns:a16="http://schemas.microsoft.com/office/drawing/2014/main" id="{6E3F902B-95B0-4186-A1F1-D840CE35F4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7996" y="2107084"/>
                        <a:ext cx="2667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4" name="Object 12">
            <a:extLst>
              <a:ext uri="{FF2B5EF4-FFF2-40B4-BE49-F238E27FC236}">
                <a16:creationId xmlns:a16="http://schemas.microsoft.com/office/drawing/2014/main" id="{F984CF0F-8CC5-4539-90F4-D0E5C2C6D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414406"/>
              </p:ext>
            </p:extLst>
          </p:nvPr>
        </p:nvGraphicFramePr>
        <p:xfrm>
          <a:off x="3410496" y="2322984"/>
          <a:ext cx="241300" cy="88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1200" imgH="88560" progId="Equation.3">
                  <p:embed/>
                </p:oleObj>
              </mc:Choice>
              <mc:Fallback>
                <p:oleObj name="Equation" r:id="rId14" imgW="241200" imgH="88560" progId="Equation.3">
                  <p:embed/>
                  <p:pic>
                    <p:nvPicPr>
                      <p:cNvPr id="44044" name="Object 12">
                        <a:extLst>
                          <a:ext uri="{FF2B5EF4-FFF2-40B4-BE49-F238E27FC236}">
                            <a16:creationId xmlns:a16="http://schemas.microsoft.com/office/drawing/2014/main" id="{F984CF0F-8CC5-4539-90F4-D0E5C2C6D3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0496" y="2322984"/>
                        <a:ext cx="241300" cy="88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5" name="Object 13">
            <a:extLst>
              <a:ext uri="{FF2B5EF4-FFF2-40B4-BE49-F238E27FC236}">
                <a16:creationId xmlns:a16="http://schemas.microsoft.com/office/drawing/2014/main" id="{BB76C604-6CD3-4F68-A5BA-BD6E9D8A16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205400"/>
              </p:ext>
            </p:extLst>
          </p:nvPr>
        </p:nvGraphicFramePr>
        <p:xfrm>
          <a:off x="2661196" y="3389784"/>
          <a:ext cx="6731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72840" imgH="330120" progId="Equation.3">
                  <p:embed/>
                </p:oleObj>
              </mc:Choice>
              <mc:Fallback>
                <p:oleObj name="Equation" r:id="rId16" imgW="672840" imgH="330120" progId="Equation.3">
                  <p:embed/>
                  <p:pic>
                    <p:nvPicPr>
                      <p:cNvPr id="44045" name="Object 13">
                        <a:extLst>
                          <a:ext uri="{FF2B5EF4-FFF2-40B4-BE49-F238E27FC236}">
                            <a16:creationId xmlns:a16="http://schemas.microsoft.com/office/drawing/2014/main" id="{BB76C604-6CD3-4F68-A5BA-BD6E9D8A16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196" y="3389784"/>
                        <a:ext cx="6731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6" name="Object 14">
            <a:extLst>
              <a:ext uri="{FF2B5EF4-FFF2-40B4-BE49-F238E27FC236}">
                <a16:creationId xmlns:a16="http://schemas.microsoft.com/office/drawing/2014/main" id="{9B50AF7D-73B3-46D0-AC40-0F0AE84C11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954885"/>
              </p:ext>
            </p:extLst>
          </p:nvPr>
        </p:nvGraphicFramePr>
        <p:xfrm>
          <a:off x="3118396" y="4062884"/>
          <a:ext cx="3429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429000" imgH="393480" progId="Equation.3">
                  <p:embed/>
                </p:oleObj>
              </mc:Choice>
              <mc:Fallback>
                <p:oleObj name="Equation" r:id="rId18" imgW="3429000" imgH="393480" progId="Equation.3">
                  <p:embed/>
                  <p:pic>
                    <p:nvPicPr>
                      <p:cNvPr id="44046" name="Object 14">
                        <a:extLst>
                          <a:ext uri="{FF2B5EF4-FFF2-40B4-BE49-F238E27FC236}">
                            <a16:creationId xmlns:a16="http://schemas.microsoft.com/office/drawing/2014/main" id="{9B50AF7D-73B3-46D0-AC40-0F0AE84C11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396" y="4062884"/>
                        <a:ext cx="3429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7" name="Object 15">
            <a:extLst>
              <a:ext uri="{FF2B5EF4-FFF2-40B4-BE49-F238E27FC236}">
                <a16:creationId xmlns:a16="http://schemas.microsoft.com/office/drawing/2014/main" id="{86B16ED2-CF83-4BFA-96AC-0ABAAC8BF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461420"/>
              </p:ext>
            </p:extLst>
          </p:nvPr>
        </p:nvGraphicFramePr>
        <p:xfrm>
          <a:off x="3118396" y="4685184"/>
          <a:ext cx="1028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28520" imgH="317160" progId="Equation.3">
                  <p:embed/>
                </p:oleObj>
              </mc:Choice>
              <mc:Fallback>
                <p:oleObj name="Equation" r:id="rId20" imgW="1028520" imgH="317160" progId="Equation.3">
                  <p:embed/>
                  <p:pic>
                    <p:nvPicPr>
                      <p:cNvPr id="44047" name="Object 15">
                        <a:extLst>
                          <a:ext uri="{FF2B5EF4-FFF2-40B4-BE49-F238E27FC236}">
                            <a16:creationId xmlns:a16="http://schemas.microsoft.com/office/drawing/2014/main" id="{86B16ED2-CF83-4BFA-96AC-0ABAAC8BF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396" y="4685184"/>
                        <a:ext cx="1028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8" name="Object 16">
            <a:extLst>
              <a:ext uri="{FF2B5EF4-FFF2-40B4-BE49-F238E27FC236}">
                <a16:creationId xmlns:a16="http://schemas.microsoft.com/office/drawing/2014/main" id="{D3EB5B46-4460-4846-9A4C-800C3EFF1E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481771"/>
              </p:ext>
            </p:extLst>
          </p:nvPr>
        </p:nvGraphicFramePr>
        <p:xfrm>
          <a:off x="3397796" y="3338984"/>
          <a:ext cx="2311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311200" imgH="431640" progId="Equation.3">
                  <p:embed/>
                </p:oleObj>
              </mc:Choice>
              <mc:Fallback>
                <p:oleObj name="Equation" r:id="rId22" imgW="2311200" imgH="431640" progId="Equation.3">
                  <p:embed/>
                  <p:pic>
                    <p:nvPicPr>
                      <p:cNvPr id="44048" name="Object 16">
                        <a:extLst>
                          <a:ext uri="{FF2B5EF4-FFF2-40B4-BE49-F238E27FC236}">
                            <a16:creationId xmlns:a16="http://schemas.microsoft.com/office/drawing/2014/main" id="{D3EB5B46-4460-4846-9A4C-800C3EFF1E2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7796" y="3338984"/>
                        <a:ext cx="2311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49" name="Object 17">
            <a:extLst>
              <a:ext uri="{FF2B5EF4-FFF2-40B4-BE49-F238E27FC236}">
                <a16:creationId xmlns:a16="http://schemas.microsoft.com/office/drawing/2014/main" id="{D571E720-6390-4A7D-81A4-A220E60274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399317"/>
              </p:ext>
            </p:extLst>
          </p:nvPr>
        </p:nvGraphicFramePr>
        <p:xfrm>
          <a:off x="5734596" y="3313584"/>
          <a:ext cx="2489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489040" imgH="469800" progId="Equation.3">
                  <p:embed/>
                </p:oleObj>
              </mc:Choice>
              <mc:Fallback>
                <p:oleObj name="Equation" r:id="rId24" imgW="2489040" imgH="469800" progId="Equation.3">
                  <p:embed/>
                  <p:pic>
                    <p:nvPicPr>
                      <p:cNvPr id="44049" name="Object 17">
                        <a:extLst>
                          <a:ext uri="{FF2B5EF4-FFF2-40B4-BE49-F238E27FC236}">
                            <a16:creationId xmlns:a16="http://schemas.microsoft.com/office/drawing/2014/main" id="{D571E720-6390-4A7D-81A4-A220E60274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4596" y="3313584"/>
                        <a:ext cx="2489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50" name="Object 18">
            <a:extLst>
              <a:ext uri="{FF2B5EF4-FFF2-40B4-BE49-F238E27FC236}">
                <a16:creationId xmlns:a16="http://schemas.microsoft.com/office/drawing/2014/main" id="{2269B390-9838-480F-B224-B8CB76F0D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57537"/>
              </p:ext>
            </p:extLst>
          </p:nvPr>
        </p:nvGraphicFramePr>
        <p:xfrm>
          <a:off x="3105696" y="2729384"/>
          <a:ext cx="1384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384200" imgH="368280" progId="Equation.3">
                  <p:embed/>
                </p:oleObj>
              </mc:Choice>
              <mc:Fallback>
                <p:oleObj name="Equation" r:id="rId26" imgW="1384200" imgH="368280" progId="Equation.3">
                  <p:embed/>
                  <p:pic>
                    <p:nvPicPr>
                      <p:cNvPr id="44050" name="Object 18">
                        <a:extLst>
                          <a:ext uri="{FF2B5EF4-FFF2-40B4-BE49-F238E27FC236}">
                            <a16:creationId xmlns:a16="http://schemas.microsoft.com/office/drawing/2014/main" id="{2269B390-9838-480F-B224-B8CB76F0D5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5696" y="2729384"/>
                        <a:ext cx="13843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>
            <a:extLst>
              <a:ext uri="{FF2B5EF4-FFF2-40B4-BE49-F238E27FC236}">
                <a16:creationId xmlns:a16="http://schemas.microsoft.com/office/drawing/2014/main" id="{767ED082-89B0-4971-BACF-4288357DD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2893" y="2555691"/>
            <a:ext cx="1600200" cy="8382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059" name="Text Box 3">
            <a:extLst>
              <a:ext uri="{FF2B5EF4-FFF2-40B4-BE49-F238E27FC236}">
                <a16:creationId xmlns:a16="http://schemas.microsoft.com/office/drawing/2014/main" id="{113D0268-D62F-4848-AEC6-3C81B1156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206" y="1613145"/>
            <a:ext cx="68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9F7F65F6-1ED3-46F5-9123-2B62BFBA9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6772" y="476672"/>
            <a:ext cx="86409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5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5061" name="Text Box 5">
            <a:extLst>
              <a:ext uri="{FF2B5EF4-FFF2-40B4-BE49-F238E27FC236}">
                <a16:creationId xmlns:a16="http://schemas.microsoft.com/office/drawing/2014/main" id="{F8172D02-8CFA-48F6-A157-91ECE9FEB7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6853" y="476672"/>
            <a:ext cx="17510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计算</a:t>
            </a:r>
          </a:p>
        </p:txBody>
      </p:sp>
      <p:graphicFrame>
        <p:nvGraphicFramePr>
          <p:cNvPr id="45062" name="Object 6">
            <a:extLst>
              <a:ext uri="{FF2B5EF4-FFF2-40B4-BE49-F238E27FC236}">
                <a16:creationId xmlns:a16="http://schemas.microsoft.com/office/drawing/2014/main" id="{0F47350B-AB41-4EE1-BB02-8C0003065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0162299"/>
              </p:ext>
            </p:extLst>
          </p:nvPr>
        </p:nvGraphicFramePr>
        <p:xfrm>
          <a:off x="3435052" y="525884"/>
          <a:ext cx="127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469800" progId="Equation.3">
                  <p:embed/>
                </p:oleObj>
              </mc:Choice>
              <mc:Fallback>
                <p:oleObj name="Equation" r:id="rId2" imgW="1269720" imgH="469800" progId="Equation.3">
                  <p:embed/>
                  <p:pic>
                    <p:nvPicPr>
                      <p:cNvPr id="45062" name="Object 6">
                        <a:extLst>
                          <a:ext uri="{FF2B5EF4-FFF2-40B4-BE49-F238E27FC236}">
                            <a16:creationId xmlns:a16="http://schemas.microsoft.com/office/drawing/2014/main" id="{0F47350B-AB41-4EE1-BB02-8C0003065C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5052" y="525884"/>
                        <a:ext cx="1270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3" name="Text Box 7">
            <a:extLst>
              <a:ext uri="{FF2B5EF4-FFF2-40B4-BE49-F238E27FC236}">
                <a16:creationId xmlns:a16="http://schemas.microsoft.com/office/drawing/2014/main" id="{579E21CA-B1D2-410E-A99C-DEFE8BC5A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5840" y="476672"/>
            <a:ext cx="1827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的近似值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5064" name="Object 8">
            <a:extLst>
              <a:ext uri="{FF2B5EF4-FFF2-40B4-BE49-F238E27FC236}">
                <a16:creationId xmlns:a16="http://schemas.microsoft.com/office/drawing/2014/main" id="{18FF3ECB-2C60-40D0-BF5B-125CF2317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62024"/>
              </p:ext>
            </p:extLst>
          </p:nvPr>
        </p:nvGraphicFramePr>
        <p:xfrm>
          <a:off x="1066006" y="1689345"/>
          <a:ext cx="2286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431640" progId="Equation.3">
                  <p:embed/>
                </p:oleObj>
              </mc:Choice>
              <mc:Fallback>
                <p:oleObj name="Equation" r:id="rId4" imgW="2286000" imgH="431640" progId="Equation.3">
                  <p:embed/>
                  <p:pic>
                    <p:nvPicPr>
                      <p:cNvPr id="45064" name="Object 8">
                        <a:extLst>
                          <a:ext uri="{FF2B5EF4-FFF2-40B4-BE49-F238E27FC236}">
                            <a16:creationId xmlns:a16="http://schemas.microsoft.com/office/drawing/2014/main" id="{18FF3ECB-2C60-40D0-BF5B-125CF23178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006" y="1689345"/>
                        <a:ext cx="2286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5" name="Text Box 9">
            <a:extLst>
              <a:ext uri="{FF2B5EF4-FFF2-40B4-BE49-F238E27FC236}">
                <a16:creationId xmlns:a16="http://schemas.microsoft.com/office/drawing/2014/main" id="{9AC548FB-DB5A-410F-88F7-531E6F77E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994" y="1627433"/>
            <a:ext cx="18272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函数</a:t>
            </a:r>
          </a:p>
        </p:txBody>
      </p:sp>
      <p:graphicFrame>
        <p:nvGraphicFramePr>
          <p:cNvPr id="45066" name="Object 10">
            <a:extLst>
              <a:ext uri="{FF2B5EF4-FFF2-40B4-BE49-F238E27FC236}">
                <a16:creationId xmlns:a16="http://schemas.microsoft.com/office/drawing/2014/main" id="{0481094A-971C-4B92-96DF-777C701B9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9827837"/>
              </p:ext>
            </p:extLst>
          </p:nvPr>
        </p:nvGraphicFramePr>
        <p:xfrm>
          <a:off x="4723606" y="1659150"/>
          <a:ext cx="1854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54000" imgH="469800" progId="Equation.3">
                  <p:embed/>
                </p:oleObj>
              </mc:Choice>
              <mc:Fallback>
                <p:oleObj name="Equation" r:id="rId6" imgW="1854000" imgH="469800" progId="Equation.3">
                  <p:embed/>
                  <p:pic>
                    <p:nvPicPr>
                      <p:cNvPr id="45066" name="Object 10">
                        <a:extLst>
                          <a:ext uri="{FF2B5EF4-FFF2-40B4-BE49-F238E27FC236}">
                            <a16:creationId xmlns:a16="http://schemas.microsoft.com/office/drawing/2014/main" id="{0481094A-971C-4B92-96DF-777C701B9B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3606" y="1659150"/>
                        <a:ext cx="1854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Text Box 11">
            <a:extLst>
              <a:ext uri="{FF2B5EF4-FFF2-40B4-BE49-F238E27FC236}">
                <a16:creationId xmlns:a16="http://schemas.microsoft.com/office/drawing/2014/main" id="{286518D6-1F1D-4A1C-8EE0-18607E0FEF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893" y="1671090"/>
            <a:ext cx="18272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在点</a:t>
            </a:r>
          </a:p>
        </p:txBody>
      </p:sp>
      <p:graphicFrame>
        <p:nvGraphicFramePr>
          <p:cNvPr id="45068" name="Object 12">
            <a:extLst>
              <a:ext uri="{FF2B5EF4-FFF2-40B4-BE49-F238E27FC236}">
                <a16:creationId xmlns:a16="http://schemas.microsoft.com/office/drawing/2014/main" id="{DB30ABFF-D483-448A-A4B9-B99BEA2F7F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825220"/>
              </p:ext>
            </p:extLst>
          </p:nvPr>
        </p:nvGraphicFramePr>
        <p:xfrm>
          <a:off x="7329486" y="1736713"/>
          <a:ext cx="1435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431640" progId="Equation.3">
                  <p:embed/>
                </p:oleObj>
              </mc:Choice>
              <mc:Fallback>
                <p:oleObj name="Equation" r:id="rId8" imgW="1434960" imgH="431640" progId="Equation.3">
                  <p:embed/>
                  <p:pic>
                    <p:nvPicPr>
                      <p:cNvPr id="45068" name="Object 12">
                        <a:extLst>
                          <a:ext uri="{FF2B5EF4-FFF2-40B4-BE49-F238E27FC236}">
                            <a16:creationId xmlns:a16="http://schemas.microsoft.com/office/drawing/2014/main" id="{DB30ABFF-D483-448A-A4B9-B99BEA2F7F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9486" y="1736713"/>
                        <a:ext cx="1435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9" name="Text Box 13">
            <a:extLst>
              <a:ext uri="{FF2B5EF4-FFF2-40B4-BE49-F238E27FC236}">
                <a16:creationId xmlns:a16="http://schemas.microsoft.com/office/drawing/2014/main" id="{C0A1557C-28FD-4F2B-AAA2-D30FE804E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693" y="1718715"/>
            <a:ext cx="24368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处的可微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45070" name="Text Box 14">
            <a:extLst>
              <a:ext uri="{FF2B5EF4-FFF2-40B4-BE49-F238E27FC236}">
                <a16:creationId xmlns:a16="http://schemas.microsoft.com/office/drawing/2014/main" id="{03D98613-DE5A-4CE9-A4A9-F09325B508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7733" y="2769022"/>
            <a:ext cx="106521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可得</a:t>
            </a:r>
          </a:p>
        </p:txBody>
      </p:sp>
      <p:graphicFrame>
        <p:nvGraphicFramePr>
          <p:cNvPr id="45071" name="Object 15">
            <a:extLst>
              <a:ext uri="{FF2B5EF4-FFF2-40B4-BE49-F238E27FC236}">
                <a16:creationId xmlns:a16="http://schemas.microsoft.com/office/drawing/2014/main" id="{C83D4BD2-F92F-4E88-AEC6-C239F14A8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193198"/>
              </p:ext>
            </p:extLst>
          </p:nvPr>
        </p:nvGraphicFramePr>
        <p:xfrm>
          <a:off x="2374106" y="2793628"/>
          <a:ext cx="15875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87240" imgH="469800" progId="Equation.3">
                  <p:embed/>
                </p:oleObj>
              </mc:Choice>
              <mc:Fallback>
                <p:oleObj name="Equation" r:id="rId10" imgW="1587240" imgH="469800" progId="Equation.3">
                  <p:embed/>
                  <p:pic>
                    <p:nvPicPr>
                      <p:cNvPr id="45071" name="Object 15">
                        <a:extLst>
                          <a:ext uri="{FF2B5EF4-FFF2-40B4-BE49-F238E27FC236}">
                            <a16:creationId xmlns:a16="http://schemas.microsoft.com/office/drawing/2014/main" id="{C83D4BD2-F92F-4E88-AEC6-C239F14A8E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106" y="2793628"/>
                        <a:ext cx="15875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2" name="Object 16">
            <a:extLst>
              <a:ext uri="{FF2B5EF4-FFF2-40B4-BE49-F238E27FC236}">
                <a16:creationId xmlns:a16="http://schemas.microsoft.com/office/drawing/2014/main" id="{5A41FD23-DE9F-40E3-8C9B-BB40E608B2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00889"/>
              </p:ext>
            </p:extLst>
          </p:nvPr>
        </p:nvGraphicFramePr>
        <p:xfrm>
          <a:off x="3910806" y="2869828"/>
          <a:ext cx="2298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600" imgH="393480" progId="Equation.3">
                  <p:embed/>
                </p:oleObj>
              </mc:Choice>
              <mc:Fallback>
                <p:oleObj name="Equation" r:id="rId12" imgW="2298600" imgH="393480" progId="Equation.3">
                  <p:embed/>
                  <p:pic>
                    <p:nvPicPr>
                      <p:cNvPr id="45072" name="Object 16">
                        <a:extLst>
                          <a:ext uri="{FF2B5EF4-FFF2-40B4-BE49-F238E27FC236}">
                            <a16:creationId xmlns:a16="http://schemas.microsoft.com/office/drawing/2014/main" id="{5A41FD23-DE9F-40E3-8C9B-BB40E608B2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806" y="2869828"/>
                        <a:ext cx="2298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3" name="Object 17">
            <a:extLst>
              <a:ext uri="{FF2B5EF4-FFF2-40B4-BE49-F238E27FC236}">
                <a16:creationId xmlns:a16="http://schemas.microsoft.com/office/drawing/2014/main" id="{93548B3B-CF9C-414D-9F48-F5089CE74B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907465"/>
              </p:ext>
            </p:extLst>
          </p:nvPr>
        </p:nvGraphicFramePr>
        <p:xfrm>
          <a:off x="3733006" y="4101728"/>
          <a:ext cx="162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625400" imgH="393480" progId="Equation.3">
                  <p:embed/>
                </p:oleObj>
              </mc:Choice>
              <mc:Fallback>
                <p:oleObj name="Equation" r:id="rId14" imgW="1625400" imgH="393480" progId="Equation.3">
                  <p:embed/>
                  <p:pic>
                    <p:nvPicPr>
                      <p:cNvPr id="45073" name="Object 17">
                        <a:extLst>
                          <a:ext uri="{FF2B5EF4-FFF2-40B4-BE49-F238E27FC236}">
                            <a16:creationId xmlns:a16="http://schemas.microsoft.com/office/drawing/2014/main" id="{93548B3B-CF9C-414D-9F48-F5089CE74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006" y="4101728"/>
                        <a:ext cx="162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4" name="Object 18">
            <a:extLst>
              <a:ext uri="{FF2B5EF4-FFF2-40B4-BE49-F238E27FC236}">
                <a16:creationId xmlns:a16="http://schemas.microsoft.com/office/drawing/2014/main" id="{7D2CB357-0530-46F5-951A-5CFDE06E93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207104"/>
              </p:ext>
            </p:extLst>
          </p:nvPr>
        </p:nvGraphicFramePr>
        <p:xfrm>
          <a:off x="3707606" y="4774828"/>
          <a:ext cx="3302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301920" imgH="317160" progId="Equation.3">
                  <p:embed/>
                </p:oleObj>
              </mc:Choice>
              <mc:Fallback>
                <p:oleObj name="Equation" r:id="rId16" imgW="3301920" imgH="317160" progId="Equation.3">
                  <p:embed/>
                  <p:pic>
                    <p:nvPicPr>
                      <p:cNvPr id="45074" name="Object 18">
                        <a:extLst>
                          <a:ext uri="{FF2B5EF4-FFF2-40B4-BE49-F238E27FC236}">
                            <a16:creationId xmlns:a16="http://schemas.microsoft.com/office/drawing/2014/main" id="{7D2CB357-0530-46F5-951A-5CFDE06E93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606" y="4774828"/>
                        <a:ext cx="3302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5" name="Object 19">
            <a:extLst>
              <a:ext uri="{FF2B5EF4-FFF2-40B4-BE49-F238E27FC236}">
                <a16:creationId xmlns:a16="http://schemas.microsoft.com/office/drawing/2014/main" id="{A078E214-0F2F-473D-A6C7-6473B80ED7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434247"/>
              </p:ext>
            </p:extLst>
          </p:nvPr>
        </p:nvGraphicFramePr>
        <p:xfrm>
          <a:off x="3720306" y="5384428"/>
          <a:ext cx="1003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02960" imgH="317160" progId="Equation.3">
                  <p:embed/>
                </p:oleObj>
              </mc:Choice>
              <mc:Fallback>
                <p:oleObj name="Equation" r:id="rId18" imgW="1002960" imgH="317160" progId="Equation.3">
                  <p:embed/>
                  <p:pic>
                    <p:nvPicPr>
                      <p:cNvPr id="45075" name="Object 19">
                        <a:extLst>
                          <a:ext uri="{FF2B5EF4-FFF2-40B4-BE49-F238E27FC236}">
                            <a16:creationId xmlns:a16="http://schemas.microsoft.com/office/drawing/2014/main" id="{A078E214-0F2F-473D-A6C7-6473B80ED7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0306" y="5384428"/>
                        <a:ext cx="1003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6" name="Object 20">
            <a:extLst>
              <a:ext uri="{FF2B5EF4-FFF2-40B4-BE49-F238E27FC236}">
                <a16:creationId xmlns:a16="http://schemas.microsoft.com/office/drawing/2014/main" id="{E6407544-3E14-446C-8DF3-826BA5465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055619"/>
              </p:ext>
            </p:extLst>
          </p:nvPr>
        </p:nvGraphicFramePr>
        <p:xfrm>
          <a:off x="3364706" y="1625845"/>
          <a:ext cx="520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0560" imgH="444240" progId="Equation.3">
                  <p:embed/>
                </p:oleObj>
              </mc:Choice>
              <mc:Fallback>
                <p:oleObj name="Equation" r:id="rId20" imgW="520560" imgH="444240" progId="Equation.3">
                  <p:embed/>
                  <p:pic>
                    <p:nvPicPr>
                      <p:cNvPr id="45076" name="Object 20">
                        <a:extLst>
                          <a:ext uri="{FF2B5EF4-FFF2-40B4-BE49-F238E27FC236}">
                            <a16:creationId xmlns:a16="http://schemas.microsoft.com/office/drawing/2014/main" id="{E6407544-3E14-446C-8DF3-826BA54652C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4706" y="1625845"/>
                        <a:ext cx="520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7" name="Object 21">
            <a:extLst>
              <a:ext uri="{FF2B5EF4-FFF2-40B4-BE49-F238E27FC236}">
                <a16:creationId xmlns:a16="http://schemas.microsoft.com/office/drawing/2014/main" id="{E61E1307-2D3C-4061-88E4-9889271F4A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330933"/>
              </p:ext>
            </p:extLst>
          </p:nvPr>
        </p:nvGraphicFramePr>
        <p:xfrm>
          <a:off x="8801892" y="1794915"/>
          <a:ext cx="774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774360" imgH="393480" progId="Equation.3">
                  <p:embed/>
                </p:oleObj>
              </mc:Choice>
              <mc:Fallback>
                <p:oleObj name="Equation" r:id="rId22" imgW="774360" imgH="393480" progId="Equation.3">
                  <p:embed/>
                  <p:pic>
                    <p:nvPicPr>
                      <p:cNvPr id="45077" name="Object 21">
                        <a:extLst>
                          <a:ext uri="{FF2B5EF4-FFF2-40B4-BE49-F238E27FC236}">
                            <a16:creationId xmlns:a16="http://schemas.microsoft.com/office/drawing/2014/main" id="{E61E1307-2D3C-4061-88E4-9889271F4A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1892" y="1794915"/>
                        <a:ext cx="774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8" name="Object 22">
            <a:extLst>
              <a:ext uri="{FF2B5EF4-FFF2-40B4-BE49-F238E27FC236}">
                <a16:creationId xmlns:a16="http://schemas.microsoft.com/office/drawing/2014/main" id="{92A83728-F103-4ED4-9345-AD29DDF7E0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895773"/>
              </p:ext>
            </p:extLst>
          </p:nvPr>
        </p:nvGraphicFramePr>
        <p:xfrm>
          <a:off x="9220993" y="2656384"/>
          <a:ext cx="1485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85720" imgH="393480" progId="Equation.3">
                  <p:embed/>
                </p:oleObj>
              </mc:Choice>
              <mc:Fallback>
                <p:oleObj name="Equation" r:id="rId24" imgW="1485720" imgH="393480" progId="Equation.3">
                  <p:embed/>
                  <p:pic>
                    <p:nvPicPr>
                      <p:cNvPr id="45078" name="Object 22">
                        <a:extLst>
                          <a:ext uri="{FF2B5EF4-FFF2-40B4-BE49-F238E27FC236}">
                            <a16:creationId xmlns:a16="http://schemas.microsoft.com/office/drawing/2014/main" id="{92A83728-F103-4ED4-9345-AD29DDF7E05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993" y="2656384"/>
                        <a:ext cx="1485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79" name="Object 23">
            <a:extLst>
              <a:ext uri="{FF2B5EF4-FFF2-40B4-BE49-F238E27FC236}">
                <a16:creationId xmlns:a16="http://schemas.microsoft.com/office/drawing/2014/main" id="{B3980CE9-A1D7-43C4-ACB7-DD228D4ADD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9974122"/>
              </p:ext>
            </p:extLst>
          </p:nvPr>
        </p:nvGraphicFramePr>
        <p:xfrm>
          <a:off x="9219540" y="3038178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409400" imgH="393480" progId="Equation.3">
                  <p:embed/>
                </p:oleObj>
              </mc:Choice>
              <mc:Fallback>
                <p:oleObj name="Equation" r:id="rId26" imgW="1409400" imgH="393480" progId="Equation.3">
                  <p:embed/>
                  <p:pic>
                    <p:nvPicPr>
                      <p:cNvPr id="45079" name="Object 23">
                        <a:extLst>
                          <a:ext uri="{FF2B5EF4-FFF2-40B4-BE49-F238E27FC236}">
                            <a16:creationId xmlns:a16="http://schemas.microsoft.com/office/drawing/2014/main" id="{B3980CE9-A1D7-43C4-ACB7-DD228D4ADD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9540" y="3038178"/>
                        <a:ext cx="14097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0" name="Object 24">
            <a:extLst>
              <a:ext uri="{FF2B5EF4-FFF2-40B4-BE49-F238E27FC236}">
                <a16:creationId xmlns:a16="http://schemas.microsoft.com/office/drawing/2014/main" id="{7BE95F79-5C9E-4ACA-AC90-510CBC12FE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38862"/>
              </p:ext>
            </p:extLst>
          </p:nvPr>
        </p:nvGraphicFramePr>
        <p:xfrm>
          <a:off x="6222206" y="2869828"/>
          <a:ext cx="1778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777680" imgH="393480" progId="Equation.3">
                  <p:embed/>
                </p:oleObj>
              </mc:Choice>
              <mc:Fallback>
                <p:oleObj name="Equation" r:id="rId28" imgW="1777680" imgH="393480" progId="Equation.3">
                  <p:embed/>
                  <p:pic>
                    <p:nvPicPr>
                      <p:cNvPr id="45080" name="Object 24">
                        <a:extLst>
                          <a:ext uri="{FF2B5EF4-FFF2-40B4-BE49-F238E27FC236}">
                            <a16:creationId xmlns:a16="http://schemas.microsoft.com/office/drawing/2014/main" id="{7BE95F79-5C9E-4ACA-AC90-510CBC12FE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2206" y="2869828"/>
                        <a:ext cx="1778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1" name="Object 25">
            <a:extLst>
              <a:ext uri="{FF2B5EF4-FFF2-40B4-BE49-F238E27FC236}">
                <a16:creationId xmlns:a16="http://schemas.microsoft.com/office/drawing/2014/main" id="{C358275F-48D4-4B37-AE4B-5470055F8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5862814"/>
              </p:ext>
            </p:extLst>
          </p:nvPr>
        </p:nvGraphicFramePr>
        <p:xfrm>
          <a:off x="3733006" y="3606428"/>
          <a:ext cx="2413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41200" imgH="190440" progId="Equation.3">
                  <p:embed/>
                </p:oleObj>
              </mc:Choice>
              <mc:Fallback>
                <p:oleObj name="Equation" r:id="rId30" imgW="241200" imgH="190440" progId="Equation.3">
                  <p:embed/>
                  <p:pic>
                    <p:nvPicPr>
                      <p:cNvPr id="45081" name="Object 25">
                        <a:extLst>
                          <a:ext uri="{FF2B5EF4-FFF2-40B4-BE49-F238E27FC236}">
                            <a16:creationId xmlns:a16="http://schemas.microsoft.com/office/drawing/2014/main" id="{C358275F-48D4-4B37-AE4B-5470055F85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006" y="3606428"/>
                        <a:ext cx="2413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2" name="Object 26">
            <a:extLst>
              <a:ext uri="{FF2B5EF4-FFF2-40B4-BE49-F238E27FC236}">
                <a16:creationId xmlns:a16="http://schemas.microsoft.com/office/drawing/2014/main" id="{B1870179-8C94-458E-B9BF-D92F8C43A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262638"/>
              </p:ext>
            </p:extLst>
          </p:nvPr>
        </p:nvGraphicFramePr>
        <p:xfrm>
          <a:off x="3999706" y="3492128"/>
          <a:ext cx="1333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1333440" imgH="393480" progId="Equation.3">
                  <p:embed/>
                </p:oleObj>
              </mc:Choice>
              <mc:Fallback>
                <p:oleObj name="Equation" r:id="rId32" imgW="1333440" imgH="393480" progId="Equation.3">
                  <p:embed/>
                  <p:pic>
                    <p:nvPicPr>
                      <p:cNvPr id="45082" name="Object 26">
                        <a:extLst>
                          <a:ext uri="{FF2B5EF4-FFF2-40B4-BE49-F238E27FC236}">
                            <a16:creationId xmlns:a16="http://schemas.microsoft.com/office/drawing/2014/main" id="{B1870179-8C94-458E-B9BF-D92F8C43AD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706" y="3492128"/>
                        <a:ext cx="1333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3" name="Object 27">
            <a:extLst>
              <a:ext uri="{FF2B5EF4-FFF2-40B4-BE49-F238E27FC236}">
                <a16:creationId xmlns:a16="http://schemas.microsoft.com/office/drawing/2014/main" id="{03AAC677-A86E-439B-BDD4-36C7DA16DB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2249185"/>
              </p:ext>
            </p:extLst>
          </p:nvPr>
        </p:nvGraphicFramePr>
        <p:xfrm>
          <a:off x="5409406" y="3492128"/>
          <a:ext cx="381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380880" imgH="330120" progId="Equation.3">
                  <p:embed/>
                </p:oleObj>
              </mc:Choice>
              <mc:Fallback>
                <p:oleObj name="Equation" r:id="rId34" imgW="380880" imgH="330120" progId="Equation.3">
                  <p:embed/>
                  <p:pic>
                    <p:nvPicPr>
                      <p:cNvPr id="45083" name="Object 27">
                        <a:extLst>
                          <a:ext uri="{FF2B5EF4-FFF2-40B4-BE49-F238E27FC236}">
                            <a16:creationId xmlns:a16="http://schemas.microsoft.com/office/drawing/2014/main" id="{03AAC677-A86E-439B-BDD4-36C7DA16DB9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9406" y="3492128"/>
                        <a:ext cx="3810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84" name="Object 28">
            <a:extLst>
              <a:ext uri="{FF2B5EF4-FFF2-40B4-BE49-F238E27FC236}">
                <a16:creationId xmlns:a16="http://schemas.microsoft.com/office/drawing/2014/main" id="{30AE6EF1-6FFF-47FF-B44D-9E17D8F533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2547925"/>
              </p:ext>
            </p:extLst>
          </p:nvPr>
        </p:nvGraphicFramePr>
        <p:xfrm>
          <a:off x="5333206" y="4089028"/>
          <a:ext cx="3429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429000" imgH="469800" progId="Equation.3">
                  <p:embed/>
                </p:oleObj>
              </mc:Choice>
              <mc:Fallback>
                <p:oleObj name="Equation" r:id="rId36" imgW="3429000" imgH="469800" progId="Equation.3">
                  <p:embed/>
                  <p:pic>
                    <p:nvPicPr>
                      <p:cNvPr id="45084" name="Object 28">
                        <a:extLst>
                          <a:ext uri="{FF2B5EF4-FFF2-40B4-BE49-F238E27FC236}">
                            <a16:creationId xmlns:a16="http://schemas.microsoft.com/office/drawing/2014/main" id="{30AE6EF1-6FFF-47FF-B44D-9E17D8F533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206" y="4089028"/>
                        <a:ext cx="3429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5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5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5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5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5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0" fill="hold"/>
                                        <p:tgtEl>
                                          <p:spTgt spid="45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45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utoUpdateAnimBg="0"/>
      <p:bldP spid="45065" grpId="0" autoUpdateAnimBg="0"/>
      <p:bldP spid="45067" grpId="0" autoUpdateAnimBg="0"/>
      <p:bldP spid="45069" grpId="0" autoUpdateAnimBg="0"/>
      <p:bldP spid="45070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938</TotalTime>
  <Words>611</Words>
  <Application>Microsoft Office PowerPoint</Application>
  <PresentationFormat>宽屏</PresentationFormat>
  <Paragraphs>144</Paragraphs>
  <Slides>32</Slides>
  <Notes>3</Notes>
  <HiddenSlides>1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44" baseType="lpstr">
      <vt:lpstr>黑体</vt:lpstr>
      <vt:lpstr>华文行楷</vt:lpstr>
      <vt:lpstr>楷体_GB2312</vt:lpstr>
      <vt:lpstr>宋体</vt:lpstr>
      <vt:lpstr>Microsoft Yahei</vt:lpstr>
      <vt:lpstr>Arial</vt:lpstr>
      <vt:lpstr>Calibri</vt:lpstr>
      <vt:lpstr>Times New Roman</vt:lpstr>
      <vt:lpstr>1_Office 主题</vt:lpstr>
      <vt:lpstr>Equation</vt:lpstr>
      <vt:lpstr>公式</vt:lpstr>
      <vt:lpstr>文档</vt:lpstr>
      <vt:lpstr>PowerPoint 演示文稿</vt:lpstr>
      <vt:lpstr>第三节</vt:lpstr>
      <vt:lpstr>一、全微分的定义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1</dc:creator>
  <cp:lastModifiedBy>玥儿 小</cp:lastModifiedBy>
  <cp:revision>37</cp:revision>
  <dcterms:created xsi:type="dcterms:W3CDTF">2013-04-10T12:56:43Z</dcterms:created>
  <dcterms:modified xsi:type="dcterms:W3CDTF">2025-02-26T01:18:33Z</dcterms:modified>
</cp:coreProperties>
</file>